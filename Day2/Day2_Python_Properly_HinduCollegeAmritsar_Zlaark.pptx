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93183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93183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93183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93183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93183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AF7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261" y="518657"/>
            <a:ext cx="5925185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561" y="1213093"/>
            <a:ext cx="3684904" cy="2157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0">
                <a:solidFill>
                  <a:srgbClr val="29318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01738" y="4801369"/>
            <a:ext cx="1776095" cy="163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93183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78253" y="4801369"/>
            <a:ext cx="466090" cy="163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97E94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#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hyperlink" Target="mailto:%27aarav@example.com" TargetMode="External"/><Relationship Id="rId4" Type="http://schemas.openxmlformats.org/officeDocument/2006/relationships/hyperlink" Target="mailto:Aarav%2Caarav@example.com" TargetMode="External"/><Relationship Id="rId5" Type="http://schemas.openxmlformats.org/officeDocument/2006/relationships/hyperlink" Target="mailto:priya@example.com" TargetMode="External"/><Relationship Id="rId6" Type="http://schemas.openxmlformats.org/officeDocument/2006/relationships/hyperlink" Target="mailto:Rahul%2Crahul@college.edu" TargetMode="External"/><Relationship Id="rId7" Type="http://schemas.openxmlformats.org/officeDocument/2006/relationships/hyperlink" Target="mailto:Vikram%2Cvikram@example.com" TargetMode="External"/><Relationship Id="rId8" Type="http://schemas.openxmlformats.org/officeDocument/2006/relationships/hyperlink" Target="mailto:Sanjana%2Csanjana@example.com" TargetMode="External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hyperlink" Target="mailto:%27priya@example.com" TargetMode="External"/><Relationship Id="rId12" Type="http://schemas.openxmlformats.org/officeDocument/2006/relationships/hyperlink" Target="mailto:%27rahul@college.edu" TargetMode="External"/><Relationship Id="rId13" Type="http://schemas.openxmlformats.org/officeDocument/2006/relationships/hyperlink" Target="mailto:%27vikram@example.com" TargetMode="External"/><Relationship Id="rId14" Type="http://schemas.openxmlformats.org/officeDocument/2006/relationships/hyperlink" Target="mailto:%27sanjana@example.com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%27aarav@example.com" TargetMode="External"/><Relationship Id="rId3" Type="http://schemas.openxmlformats.org/officeDocument/2006/relationships/hyperlink" Target="mailto:%27priya@example.com" TargetMode="External"/><Relationship Id="rId4" Type="http://schemas.openxmlformats.org/officeDocument/2006/relationships/hyperlink" Target="mailto:%27rahul@college.edu" TargetMode="External"/><Relationship Id="rId5" Type="http://schemas.openxmlformats.org/officeDocument/2006/relationships/hyperlink" Target="mailto:%27vikram@example.com" TargetMode="External"/><Relationship Id="rId6" Type="http://schemas.openxmlformats.org/officeDocument/2006/relationships/hyperlink" Target="mailto:%27sanjana@example.com" TargetMode="External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hello@zlaark.com" TargetMode="External"/><Relationship Id="rId3" Type="http://schemas.openxmlformats.org/officeDocument/2006/relationships/hyperlink" Target="http://www.zlaark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"/>
            <a:ext cx="9144000" cy="5144135"/>
            <a:chOff x="0" y="2"/>
            <a:chExt cx="9144000" cy="5144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"/>
              <a:ext cx="9144000" cy="514367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714805" y="1428472"/>
              <a:ext cx="1429385" cy="2286635"/>
            </a:xfrm>
            <a:custGeom>
              <a:avLst/>
              <a:gdLst/>
              <a:ahLst/>
              <a:cxnLst/>
              <a:rect l="l" t="t" r="r" b="b"/>
              <a:pathLst>
                <a:path w="1429384" h="2286635">
                  <a:moveTo>
                    <a:pt x="1143000" y="0"/>
                  </a:moveTo>
                  <a:lnTo>
                    <a:pt x="1092949" y="1111"/>
                  </a:lnTo>
                  <a:lnTo>
                    <a:pt x="1043104" y="4396"/>
                  </a:lnTo>
                  <a:lnTo>
                    <a:pt x="993537" y="9845"/>
                  </a:lnTo>
                  <a:lnTo>
                    <a:pt x="944319" y="17439"/>
                  </a:lnTo>
                  <a:lnTo>
                    <a:pt x="895520" y="27158"/>
                  </a:lnTo>
                  <a:lnTo>
                    <a:pt x="847213" y="38982"/>
                  </a:lnTo>
                  <a:lnTo>
                    <a:pt x="799469" y="52891"/>
                  </a:lnTo>
                  <a:lnTo>
                    <a:pt x="752358" y="68865"/>
                  </a:lnTo>
                  <a:lnTo>
                    <a:pt x="705952" y="86884"/>
                  </a:lnTo>
                  <a:lnTo>
                    <a:pt x="660322" y="106927"/>
                  </a:lnTo>
                  <a:lnTo>
                    <a:pt x="615540" y="128976"/>
                  </a:lnTo>
                  <a:lnTo>
                    <a:pt x="571677" y="153009"/>
                  </a:lnTo>
                  <a:lnTo>
                    <a:pt x="528829" y="179027"/>
                  </a:lnTo>
                  <a:lnTo>
                    <a:pt x="487260" y="206824"/>
                  </a:lnTo>
                  <a:lnTo>
                    <a:pt x="447022" y="236352"/>
                  </a:lnTo>
                  <a:lnTo>
                    <a:pt x="408165" y="267559"/>
                  </a:lnTo>
                  <a:lnTo>
                    <a:pt x="370738" y="300396"/>
                  </a:lnTo>
                  <a:lnTo>
                    <a:pt x="334791" y="334813"/>
                  </a:lnTo>
                  <a:lnTo>
                    <a:pt x="300374" y="370759"/>
                  </a:lnTo>
                  <a:lnTo>
                    <a:pt x="267538" y="408186"/>
                  </a:lnTo>
                  <a:lnTo>
                    <a:pt x="236332" y="447042"/>
                  </a:lnTo>
                  <a:lnTo>
                    <a:pt x="206806" y="487278"/>
                  </a:lnTo>
                  <a:lnTo>
                    <a:pt x="179011" y="528844"/>
                  </a:lnTo>
                  <a:lnTo>
                    <a:pt x="152996" y="571690"/>
                  </a:lnTo>
                  <a:lnTo>
                    <a:pt x="128960" y="615553"/>
                  </a:lnTo>
                  <a:lnTo>
                    <a:pt x="106910" y="660335"/>
                  </a:lnTo>
                  <a:lnTo>
                    <a:pt x="86866" y="705965"/>
                  </a:lnTo>
                  <a:lnTo>
                    <a:pt x="68847" y="752371"/>
                  </a:lnTo>
                  <a:lnTo>
                    <a:pt x="52873" y="799481"/>
                  </a:lnTo>
                  <a:lnTo>
                    <a:pt x="38965" y="847226"/>
                  </a:lnTo>
                  <a:lnTo>
                    <a:pt x="27142" y="895533"/>
                  </a:lnTo>
                  <a:lnTo>
                    <a:pt x="17423" y="944332"/>
                  </a:lnTo>
                  <a:lnTo>
                    <a:pt x="9830" y="993550"/>
                  </a:lnTo>
                  <a:lnTo>
                    <a:pt x="4382" y="1043117"/>
                  </a:lnTo>
                  <a:lnTo>
                    <a:pt x="1098" y="1092961"/>
                  </a:lnTo>
                  <a:lnTo>
                    <a:pt x="0" y="1143012"/>
                  </a:lnTo>
                  <a:lnTo>
                    <a:pt x="1098" y="1193063"/>
                  </a:lnTo>
                  <a:lnTo>
                    <a:pt x="4382" y="1242909"/>
                  </a:lnTo>
                  <a:lnTo>
                    <a:pt x="9830" y="1292480"/>
                  </a:lnTo>
                  <a:lnTo>
                    <a:pt x="17423" y="1341706"/>
                  </a:lnTo>
                  <a:lnTo>
                    <a:pt x="27142" y="1390517"/>
                  </a:lnTo>
                  <a:lnTo>
                    <a:pt x="38965" y="1438843"/>
                  </a:lnTo>
                  <a:lnTo>
                    <a:pt x="52873" y="1486614"/>
                  </a:lnTo>
                  <a:lnTo>
                    <a:pt x="68847" y="1533759"/>
                  </a:lnTo>
                  <a:lnTo>
                    <a:pt x="86866" y="1580210"/>
                  </a:lnTo>
                  <a:lnTo>
                    <a:pt x="106910" y="1625895"/>
                  </a:lnTo>
                  <a:lnTo>
                    <a:pt x="128960" y="1670745"/>
                  </a:lnTo>
                  <a:lnTo>
                    <a:pt x="152996" y="1714690"/>
                  </a:lnTo>
                  <a:lnTo>
                    <a:pt x="179011" y="1757454"/>
                  </a:lnTo>
                  <a:lnTo>
                    <a:pt x="206806" y="1798952"/>
                  </a:lnTo>
                  <a:lnTo>
                    <a:pt x="236332" y="1839132"/>
                  </a:lnTo>
                  <a:lnTo>
                    <a:pt x="267538" y="1877943"/>
                  </a:lnTo>
                  <a:lnTo>
                    <a:pt x="300374" y="1915335"/>
                  </a:lnTo>
                  <a:lnTo>
                    <a:pt x="334791" y="1951254"/>
                  </a:lnTo>
                  <a:lnTo>
                    <a:pt x="370738" y="1985652"/>
                  </a:lnTo>
                  <a:lnTo>
                    <a:pt x="408165" y="2018475"/>
                  </a:lnTo>
                  <a:lnTo>
                    <a:pt x="447022" y="2049673"/>
                  </a:lnTo>
                  <a:lnTo>
                    <a:pt x="487260" y="2079194"/>
                  </a:lnTo>
                  <a:lnTo>
                    <a:pt x="528829" y="2106988"/>
                  </a:lnTo>
                  <a:lnTo>
                    <a:pt x="571677" y="2133003"/>
                  </a:lnTo>
                  <a:lnTo>
                    <a:pt x="615540" y="2157039"/>
                  </a:lnTo>
                  <a:lnTo>
                    <a:pt x="660322" y="2179090"/>
                  </a:lnTo>
                  <a:lnTo>
                    <a:pt x="705952" y="2199135"/>
                  </a:lnTo>
                  <a:lnTo>
                    <a:pt x="752358" y="2217156"/>
                  </a:lnTo>
                  <a:lnTo>
                    <a:pt x="799469" y="2233131"/>
                  </a:lnTo>
                  <a:lnTo>
                    <a:pt x="847213" y="2247041"/>
                  </a:lnTo>
                  <a:lnTo>
                    <a:pt x="895520" y="2258865"/>
                  </a:lnTo>
                  <a:lnTo>
                    <a:pt x="944319" y="2268585"/>
                  </a:lnTo>
                  <a:lnTo>
                    <a:pt x="993537" y="2276179"/>
                  </a:lnTo>
                  <a:lnTo>
                    <a:pt x="1043104" y="2281629"/>
                  </a:lnTo>
                  <a:lnTo>
                    <a:pt x="1092949" y="2284913"/>
                  </a:lnTo>
                  <a:lnTo>
                    <a:pt x="1143000" y="2286012"/>
                  </a:lnTo>
                  <a:lnTo>
                    <a:pt x="1193050" y="2284913"/>
                  </a:lnTo>
                  <a:lnTo>
                    <a:pt x="1242896" y="2281629"/>
                  </a:lnTo>
                  <a:lnTo>
                    <a:pt x="1292466" y="2276179"/>
                  </a:lnTo>
                  <a:lnTo>
                    <a:pt x="1341691" y="2268585"/>
                  </a:lnTo>
                  <a:lnTo>
                    <a:pt x="1390500" y="2258865"/>
                  </a:lnTo>
                  <a:lnTo>
                    <a:pt x="1428826" y="2249488"/>
                  </a:lnTo>
                  <a:lnTo>
                    <a:pt x="1428826" y="36535"/>
                  </a:lnTo>
                  <a:lnTo>
                    <a:pt x="1390500" y="27158"/>
                  </a:lnTo>
                  <a:lnTo>
                    <a:pt x="1341691" y="17439"/>
                  </a:lnTo>
                  <a:lnTo>
                    <a:pt x="1292466" y="9845"/>
                  </a:lnTo>
                  <a:lnTo>
                    <a:pt x="1242896" y="4396"/>
                  </a:lnTo>
                  <a:lnTo>
                    <a:pt x="1193050" y="1111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6A5A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56326" y="1912685"/>
              <a:ext cx="635" cy="1617980"/>
            </a:xfrm>
            <a:custGeom>
              <a:avLst/>
              <a:gdLst/>
              <a:ahLst/>
              <a:cxnLst/>
              <a:rect l="l" t="t" r="r" b="b"/>
              <a:pathLst>
                <a:path w="635" h="1617979">
                  <a:moveTo>
                    <a:pt x="0" y="0"/>
                  </a:moveTo>
                  <a:lnTo>
                    <a:pt x="355" y="161784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57755" y="685446"/>
              <a:ext cx="100088" cy="1000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4438" y="47880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4841" y="0"/>
                  </a:moveTo>
                  <a:lnTo>
                    <a:pt x="21247" y="0"/>
                  </a:lnTo>
                  <a:lnTo>
                    <a:pt x="21602" y="0"/>
                  </a:lnTo>
                  <a:lnTo>
                    <a:pt x="17640" y="0"/>
                  </a:lnTo>
                  <a:lnTo>
                    <a:pt x="14046" y="711"/>
                  </a:lnTo>
                  <a:lnTo>
                    <a:pt x="0" y="17640"/>
                  </a:lnTo>
                  <a:lnTo>
                    <a:pt x="0" y="21234"/>
                  </a:lnTo>
                  <a:lnTo>
                    <a:pt x="0" y="25196"/>
                  </a:lnTo>
                  <a:lnTo>
                    <a:pt x="17640" y="42837"/>
                  </a:lnTo>
                  <a:lnTo>
                    <a:pt x="25196" y="42837"/>
                  </a:lnTo>
                  <a:lnTo>
                    <a:pt x="42837" y="24841"/>
                  </a:lnTo>
                  <a:lnTo>
                    <a:pt x="42837" y="21234"/>
                  </a:lnTo>
                  <a:lnTo>
                    <a:pt x="42837" y="21602"/>
                  </a:lnTo>
                  <a:lnTo>
                    <a:pt x="42837" y="17640"/>
                  </a:lnTo>
                  <a:lnTo>
                    <a:pt x="41757" y="14033"/>
                  </a:lnTo>
                  <a:lnTo>
                    <a:pt x="39966" y="10794"/>
                  </a:lnTo>
                  <a:lnTo>
                    <a:pt x="37795" y="7556"/>
                  </a:lnTo>
                  <a:lnTo>
                    <a:pt x="35280" y="4673"/>
                  </a:lnTo>
                  <a:lnTo>
                    <a:pt x="28803" y="1079"/>
                  </a:lnTo>
                  <a:lnTo>
                    <a:pt x="24841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1738" y="429731"/>
            <a:ext cx="30734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AY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0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2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B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2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4438" y="446038"/>
            <a:ext cx="8073390" cy="4223385"/>
            <a:chOff x="514438" y="446038"/>
            <a:chExt cx="8073390" cy="42233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2246" y="446038"/>
              <a:ext cx="115557" cy="1159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4438" y="2924278"/>
              <a:ext cx="343535" cy="22225"/>
            </a:xfrm>
            <a:custGeom>
              <a:avLst/>
              <a:gdLst/>
              <a:ahLst/>
              <a:cxnLst/>
              <a:rect l="l" t="t" r="r" b="b"/>
              <a:pathLst>
                <a:path w="343534" h="22225">
                  <a:moveTo>
                    <a:pt x="334086" y="0"/>
                  </a:moveTo>
                  <a:lnTo>
                    <a:pt x="9004" y="0"/>
                  </a:lnTo>
                  <a:lnTo>
                    <a:pt x="7200" y="368"/>
                  </a:lnTo>
                  <a:lnTo>
                    <a:pt x="3606" y="2527"/>
                  </a:lnTo>
                  <a:lnTo>
                    <a:pt x="2527" y="3606"/>
                  </a:lnTo>
                  <a:lnTo>
                    <a:pt x="355" y="7200"/>
                  </a:lnTo>
                  <a:lnTo>
                    <a:pt x="0" y="9004"/>
                  </a:lnTo>
                  <a:lnTo>
                    <a:pt x="0" y="10807"/>
                  </a:lnTo>
                  <a:lnTo>
                    <a:pt x="0" y="12598"/>
                  </a:lnTo>
                  <a:lnTo>
                    <a:pt x="9004" y="21602"/>
                  </a:lnTo>
                  <a:lnTo>
                    <a:pt x="334086" y="21602"/>
                  </a:lnTo>
                  <a:lnTo>
                    <a:pt x="343077" y="12598"/>
                  </a:lnTo>
                  <a:lnTo>
                    <a:pt x="343077" y="9004"/>
                  </a:lnTo>
                  <a:lnTo>
                    <a:pt x="342722" y="7200"/>
                  </a:lnTo>
                  <a:lnTo>
                    <a:pt x="340563" y="3606"/>
                  </a:lnTo>
                  <a:lnTo>
                    <a:pt x="339483" y="2527"/>
                  </a:lnTo>
                  <a:lnTo>
                    <a:pt x="335876" y="368"/>
                  </a:lnTo>
                  <a:lnTo>
                    <a:pt x="334086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3443" y="4629240"/>
              <a:ext cx="168910" cy="40005"/>
            </a:xfrm>
            <a:custGeom>
              <a:avLst/>
              <a:gdLst/>
              <a:ahLst/>
              <a:cxnLst/>
              <a:rect l="l" t="t" r="r" b="b"/>
              <a:pathLst>
                <a:path w="168909" h="40004">
                  <a:moveTo>
                    <a:pt x="22682" y="2527"/>
                  </a:moveTo>
                  <a:lnTo>
                    <a:pt x="1435" y="2527"/>
                  </a:lnTo>
                  <a:lnTo>
                    <a:pt x="1435" y="7924"/>
                  </a:lnTo>
                  <a:lnTo>
                    <a:pt x="1435" y="9715"/>
                  </a:lnTo>
                  <a:lnTo>
                    <a:pt x="22682" y="9715"/>
                  </a:lnTo>
                  <a:lnTo>
                    <a:pt x="22682" y="2527"/>
                  </a:lnTo>
                  <a:close/>
                </a:path>
                <a:path w="168909" h="40004">
                  <a:moveTo>
                    <a:pt x="36360" y="32766"/>
                  </a:moveTo>
                  <a:lnTo>
                    <a:pt x="15113" y="32766"/>
                  </a:lnTo>
                  <a:lnTo>
                    <a:pt x="15113" y="33845"/>
                  </a:lnTo>
                  <a:lnTo>
                    <a:pt x="15113" y="39966"/>
                  </a:lnTo>
                  <a:lnTo>
                    <a:pt x="36360" y="39966"/>
                  </a:lnTo>
                  <a:lnTo>
                    <a:pt x="36360" y="32766"/>
                  </a:lnTo>
                  <a:close/>
                </a:path>
                <a:path w="168909" h="40004">
                  <a:moveTo>
                    <a:pt x="37795" y="7556"/>
                  </a:moveTo>
                  <a:lnTo>
                    <a:pt x="32397" y="2159"/>
                  </a:lnTo>
                  <a:lnTo>
                    <a:pt x="20878" y="13677"/>
                  </a:lnTo>
                  <a:lnTo>
                    <a:pt x="0" y="34556"/>
                  </a:lnTo>
                  <a:lnTo>
                    <a:pt x="5397" y="39966"/>
                  </a:lnTo>
                  <a:lnTo>
                    <a:pt x="37795" y="7556"/>
                  </a:lnTo>
                  <a:close/>
                </a:path>
                <a:path w="168909" h="40004">
                  <a:moveTo>
                    <a:pt x="51117" y="0"/>
                  </a:moveTo>
                  <a:lnTo>
                    <a:pt x="43916" y="0"/>
                  </a:lnTo>
                  <a:lnTo>
                    <a:pt x="43916" y="38887"/>
                  </a:lnTo>
                  <a:lnTo>
                    <a:pt x="51117" y="38887"/>
                  </a:lnTo>
                  <a:lnTo>
                    <a:pt x="51117" y="0"/>
                  </a:lnTo>
                  <a:close/>
                </a:path>
                <a:path w="168909" h="40004">
                  <a:moveTo>
                    <a:pt x="83515" y="12598"/>
                  </a:moveTo>
                  <a:lnTo>
                    <a:pt x="77038" y="12598"/>
                  </a:lnTo>
                  <a:lnTo>
                    <a:pt x="76415" y="14757"/>
                  </a:lnTo>
                  <a:lnTo>
                    <a:pt x="76314" y="15125"/>
                  </a:lnTo>
                  <a:lnTo>
                    <a:pt x="75958" y="14770"/>
                  </a:lnTo>
                  <a:lnTo>
                    <a:pt x="75958" y="23406"/>
                  </a:lnTo>
                  <a:lnTo>
                    <a:pt x="75958" y="28435"/>
                  </a:lnTo>
                  <a:lnTo>
                    <a:pt x="75234" y="30238"/>
                  </a:lnTo>
                  <a:lnTo>
                    <a:pt x="73799" y="31318"/>
                  </a:lnTo>
                  <a:lnTo>
                    <a:pt x="72720" y="32397"/>
                  </a:lnTo>
                  <a:lnTo>
                    <a:pt x="70916" y="33121"/>
                  </a:lnTo>
                  <a:lnTo>
                    <a:pt x="68033" y="33121"/>
                  </a:lnTo>
                  <a:lnTo>
                    <a:pt x="67322" y="32766"/>
                  </a:lnTo>
                  <a:lnTo>
                    <a:pt x="66230" y="32397"/>
                  </a:lnTo>
                  <a:lnTo>
                    <a:pt x="64795" y="31686"/>
                  </a:lnTo>
                  <a:lnTo>
                    <a:pt x="63360" y="30238"/>
                  </a:lnTo>
                  <a:lnTo>
                    <a:pt x="62992" y="29514"/>
                  </a:lnTo>
                  <a:lnTo>
                    <a:pt x="62636" y="28435"/>
                  </a:lnTo>
                  <a:lnTo>
                    <a:pt x="62280" y="27724"/>
                  </a:lnTo>
                  <a:lnTo>
                    <a:pt x="66230" y="19075"/>
                  </a:lnTo>
                  <a:lnTo>
                    <a:pt x="67322" y="18364"/>
                  </a:lnTo>
                  <a:lnTo>
                    <a:pt x="70916" y="18364"/>
                  </a:lnTo>
                  <a:lnTo>
                    <a:pt x="71640" y="18719"/>
                  </a:lnTo>
                  <a:lnTo>
                    <a:pt x="72720" y="19075"/>
                  </a:lnTo>
                  <a:lnTo>
                    <a:pt x="73431" y="19443"/>
                  </a:lnTo>
                  <a:lnTo>
                    <a:pt x="73799" y="20154"/>
                  </a:lnTo>
                  <a:lnTo>
                    <a:pt x="74510" y="20523"/>
                  </a:lnTo>
                  <a:lnTo>
                    <a:pt x="75234" y="21247"/>
                  </a:lnTo>
                  <a:lnTo>
                    <a:pt x="75958" y="23406"/>
                  </a:lnTo>
                  <a:lnTo>
                    <a:pt x="75958" y="14770"/>
                  </a:lnTo>
                  <a:lnTo>
                    <a:pt x="74155" y="12966"/>
                  </a:lnTo>
                  <a:lnTo>
                    <a:pt x="72720" y="12598"/>
                  </a:lnTo>
                  <a:lnTo>
                    <a:pt x="71272" y="11887"/>
                  </a:lnTo>
                  <a:lnTo>
                    <a:pt x="66230" y="11887"/>
                  </a:lnTo>
                  <a:lnTo>
                    <a:pt x="64439" y="12242"/>
                  </a:lnTo>
                  <a:lnTo>
                    <a:pt x="62992" y="12966"/>
                  </a:lnTo>
                  <a:lnTo>
                    <a:pt x="61201" y="13677"/>
                  </a:lnTo>
                  <a:lnTo>
                    <a:pt x="55079" y="27724"/>
                  </a:lnTo>
                  <a:lnTo>
                    <a:pt x="55435" y="29514"/>
                  </a:lnTo>
                  <a:lnTo>
                    <a:pt x="62992" y="38519"/>
                  </a:lnTo>
                  <a:lnTo>
                    <a:pt x="64439" y="39243"/>
                  </a:lnTo>
                  <a:lnTo>
                    <a:pt x="66230" y="39598"/>
                  </a:lnTo>
                  <a:lnTo>
                    <a:pt x="69481" y="39598"/>
                  </a:lnTo>
                  <a:lnTo>
                    <a:pt x="71272" y="39243"/>
                  </a:lnTo>
                  <a:lnTo>
                    <a:pt x="74155" y="38519"/>
                  </a:lnTo>
                  <a:lnTo>
                    <a:pt x="75234" y="37439"/>
                  </a:lnTo>
                  <a:lnTo>
                    <a:pt x="76314" y="36004"/>
                  </a:lnTo>
                  <a:lnTo>
                    <a:pt x="76936" y="38519"/>
                  </a:lnTo>
                  <a:lnTo>
                    <a:pt x="77038" y="38887"/>
                  </a:lnTo>
                  <a:lnTo>
                    <a:pt x="83515" y="38887"/>
                  </a:lnTo>
                  <a:lnTo>
                    <a:pt x="83515" y="36004"/>
                  </a:lnTo>
                  <a:lnTo>
                    <a:pt x="83515" y="33121"/>
                  </a:lnTo>
                  <a:lnTo>
                    <a:pt x="83515" y="18364"/>
                  </a:lnTo>
                  <a:lnTo>
                    <a:pt x="83515" y="15125"/>
                  </a:lnTo>
                  <a:lnTo>
                    <a:pt x="83515" y="12598"/>
                  </a:lnTo>
                  <a:close/>
                </a:path>
                <a:path w="168909" h="40004">
                  <a:moveTo>
                    <a:pt x="115912" y="12598"/>
                  </a:moveTo>
                  <a:lnTo>
                    <a:pt x="109435" y="12598"/>
                  </a:lnTo>
                  <a:lnTo>
                    <a:pt x="108813" y="14757"/>
                  </a:lnTo>
                  <a:lnTo>
                    <a:pt x="108712" y="15125"/>
                  </a:lnTo>
                  <a:lnTo>
                    <a:pt x="108356" y="14770"/>
                  </a:lnTo>
                  <a:lnTo>
                    <a:pt x="108356" y="23406"/>
                  </a:lnTo>
                  <a:lnTo>
                    <a:pt x="108356" y="28435"/>
                  </a:lnTo>
                  <a:lnTo>
                    <a:pt x="107632" y="30238"/>
                  </a:lnTo>
                  <a:lnTo>
                    <a:pt x="106553" y="31318"/>
                  </a:lnTo>
                  <a:lnTo>
                    <a:pt x="105117" y="32397"/>
                  </a:lnTo>
                  <a:lnTo>
                    <a:pt x="103314" y="33121"/>
                  </a:lnTo>
                  <a:lnTo>
                    <a:pt x="100431" y="33121"/>
                  </a:lnTo>
                  <a:lnTo>
                    <a:pt x="98996" y="32397"/>
                  </a:lnTo>
                  <a:lnTo>
                    <a:pt x="97917" y="32042"/>
                  </a:lnTo>
                  <a:lnTo>
                    <a:pt x="97193" y="31686"/>
                  </a:lnTo>
                  <a:lnTo>
                    <a:pt x="96481" y="30962"/>
                  </a:lnTo>
                  <a:lnTo>
                    <a:pt x="96113" y="30238"/>
                  </a:lnTo>
                  <a:lnTo>
                    <a:pt x="95402" y="29514"/>
                  </a:lnTo>
                  <a:lnTo>
                    <a:pt x="95034" y="28435"/>
                  </a:lnTo>
                  <a:lnTo>
                    <a:pt x="94678" y="27724"/>
                  </a:lnTo>
                  <a:lnTo>
                    <a:pt x="94792" y="23406"/>
                  </a:lnTo>
                  <a:lnTo>
                    <a:pt x="95034" y="22682"/>
                  </a:lnTo>
                  <a:lnTo>
                    <a:pt x="95402" y="21958"/>
                  </a:lnTo>
                  <a:lnTo>
                    <a:pt x="96113" y="21247"/>
                  </a:lnTo>
                  <a:lnTo>
                    <a:pt x="96481" y="20523"/>
                  </a:lnTo>
                  <a:lnTo>
                    <a:pt x="97193" y="19799"/>
                  </a:lnTo>
                  <a:lnTo>
                    <a:pt x="97917" y="19443"/>
                  </a:lnTo>
                  <a:lnTo>
                    <a:pt x="98996" y="19075"/>
                  </a:lnTo>
                  <a:lnTo>
                    <a:pt x="99720" y="18364"/>
                  </a:lnTo>
                  <a:lnTo>
                    <a:pt x="103314" y="18364"/>
                  </a:lnTo>
                  <a:lnTo>
                    <a:pt x="104038" y="18719"/>
                  </a:lnTo>
                  <a:lnTo>
                    <a:pt x="105117" y="19075"/>
                  </a:lnTo>
                  <a:lnTo>
                    <a:pt x="105841" y="19443"/>
                  </a:lnTo>
                  <a:lnTo>
                    <a:pt x="107632" y="21247"/>
                  </a:lnTo>
                  <a:lnTo>
                    <a:pt x="108356" y="23406"/>
                  </a:lnTo>
                  <a:lnTo>
                    <a:pt x="108356" y="14770"/>
                  </a:lnTo>
                  <a:lnTo>
                    <a:pt x="106553" y="12966"/>
                  </a:lnTo>
                  <a:lnTo>
                    <a:pt x="105117" y="12598"/>
                  </a:lnTo>
                  <a:lnTo>
                    <a:pt x="103682" y="11887"/>
                  </a:lnTo>
                  <a:lnTo>
                    <a:pt x="98640" y="11887"/>
                  </a:lnTo>
                  <a:lnTo>
                    <a:pt x="96837" y="12242"/>
                  </a:lnTo>
                  <a:lnTo>
                    <a:pt x="95402" y="12966"/>
                  </a:lnTo>
                  <a:lnTo>
                    <a:pt x="93599" y="13677"/>
                  </a:lnTo>
                  <a:lnTo>
                    <a:pt x="92151" y="14757"/>
                  </a:lnTo>
                  <a:lnTo>
                    <a:pt x="91071" y="15836"/>
                  </a:lnTo>
                  <a:lnTo>
                    <a:pt x="88912" y="18719"/>
                  </a:lnTo>
                  <a:lnTo>
                    <a:pt x="88823" y="19075"/>
                  </a:lnTo>
                  <a:lnTo>
                    <a:pt x="88722" y="19443"/>
                  </a:lnTo>
                  <a:lnTo>
                    <a:pt x="88633" y="19799"/>
                  </a:lnTo>
                  <a:lnTo>
                    <a:pt x="88557" y="20154"/>
                  </a:lnTo>
                  <a:lnTo>
                    <a:pt x="87833" y="21958"/>
                  </a:lnTo>
                  <a:lnTo>
                    <a:pt x="87541" y="23406"/>
                  </a:lnTo>
                  <a:lnTo>
                    <a:pt x="87477" y="27724"/>
                  </a:lnTo>
                  <a:lnTo>
                    <a:pt x="87833" y="29514"/>
                  </a:lnTo>
                  <a:lnTo>
                    <a:pt x="88557" y="30962"/>
                  </a:lnTo>
                  <a:lnTo>
                    <a:pt x="88620" y="31318"/>
                  </a:lnTo>
                  <a:lnTo>
                    <a:pt x="88696" y="31686"/>
                  </a:lnTo>
                  <a:lnTo>
                    <a:pt x="88760" y="32042"/>
                  </a:lnTo>
                  <a:lnTo>
                    <a:pt x="88836" y="32397"/>
                  </a:lnTo>
                  <a:lnTo>
                    <a:pt x="95402" y="38519"/>
                  </a:lnTo>
                  <a:lnTo>
                    <a:pt x="96837" y="39243"/>
                  </a:lnTo>
                  <a:lnTo>
                    <a:pt x="98640" y="39598"/>
                  </a:lnTo>
                  <a:lnTo>
                    <a:pt x="102235" y="39598"/>
                  </a:lnTo>
                  <a:lnTo>
                    <a:pt x="106553" y="38519"/>
                  </a:lnTo>
                  <a:lnTo>
                    <a:pt x="107632" y="37439"/>
                  </a:lnTo>
                  <a:lnTo>
                    <a:pt x="108712" y="36004"/>
                  </a:lnTo>
                  <a:lnTo>
                    <a:pt x="109334" y="38519"/>
                  </a:lnTo>
                  <a:lnTo>
                    <a:pt x="109435" y="38887"/>
                  </a:lnTo>
                  <a:lnTo>
                    <a:pt x="115912" y="38887"/>
                  </a:lnTo>
                  <a:lnTo>
                    <a:pt x="115912" y="36004"/>
                  </a:lnTo>
                  <a:lnTo>
                    <a:pt x="115912" y="33121"/>
                  </a:lnTo>
                  <a:lnTo>
                    <a:pt x="115912" y="18364"/>
                  </a:lnTo>
                  <a:lnTo>
                    <a:pt x="115912" y="15125"/>
                  </a:lnTo>
                  <a:lnTo>
                    <a:pt x="115912" y="12598"/>
                  </a:lnTo>
                  <a:close/>
                </a:path>
                <a:path w="168909" h="40004">
                  <a:moveTo>
                    <a:pt x="140042" y="12598"/>
                  </a:moveTo>
                  <a:lnTo>
                    <a:pt x="138239" y="11887"/>
                  </a:lnTo>
                  <a:lnTo>
                    <a:pt x="133553" y="11887"/>
                  </a:lnTo>
                  <a:lnTo>
                    <a:pt x="132118" y="12598"/>
                  </a:lnTo>
                  <a:lnTo>
                    <a:pt x="131394" y="12598"/>
                  </a:lnTo>
                  <a:lnTo>
                    <a:pt x="130683" y="13322"/>
                  </a:lnTo>
                  <a:lnTo>
                    <a:pt x="129959" y="13677"/>
                  </a:lnTo>
                  <a:lnTo>
                    <a:pt x="129590" y="14046"/>
                  </a:lnTo>
                  <a:lnTo>
                    <a:pt x="128879" y="14401"/>
                  </a:lnTo>
                  <a:lnTo>
                    <a:pt x="128511" y="15125"/>
                  </a:lnTo>
                  <a:lnTo>
                    <a:pt x="128155" y="15481"/>
                  </a:lnTo>
                  <a:lnTo>
                    <a:pt x="127800" y="16205"/>
                  </a:lnTo>
                  <a:lnTo>
                    <a:pt x="127076" y="12598"/>
                  </a:lnTo>
                  <a:lnTo>
                    <a:pt x="120599" y="12598"/>
                  </a:lnTo>
                  <a:lnTo>
                    <a:pt x="120599" y="38887"/>
                  </a:lnTo>
                  <a:lnTo>
                    <a:pt x="127800" y="38887"/>
                  </a:lnTo>
                  <a:lnTo>
                    <a:pt x="127800" y="24117"/>
                  </a:lnTo>
                  <a:lnTo>
                    <a:pt x="128155" y="23037"/>
                  </a:lnTo>
                  <a:lnTo>
                    <a:pt x="128879" y="21602"/>
                  </a:lnTo>
                  <a:lnTo>
                    <a:pt x="130314" y="20154"/>
                  </a:lnTo>
                  <a:lnTo>
                    <a:pt x="131762" y="19443"/>
                  </a:lnTo>
                  <a:lnTo>
                    <a:pt x="132842" y="19075"/>
                  </a:lnTo>
                  <a:lnTo>
                    <a:pt x="133553" y="18719"/>
                  </a:lnTo>
                  <a:lnTo>
                    <a:pt x="134632" y="18364"/>
                  </a:lnTo>
                  <a:lnTo>
                    <a:pt x="136436" y="18364"/>
                  </a:lnTo>
                  <a:lnTo>
                    <a:pt x="136791" y="18719"/>
                  </a:lnTo>
                  <a:lnTo>
                    <a:pt x="138595" y="18719"/>
                  </a:lnTo>
                  <a:lnTo>
                    <a:pt x="138950" y="19075"/>
                  </a:lnTo>
                  <a:lnTo>
                    <a:pt x="139319" y="19075"/>
                  </a:lnTo>
                  <a:lnTo>
                    <a:pt x="140042" y="12598"/>
                  </a:lnTo>
                  <a:close/>
                </a:path>
                <a:path w="168909" h="40004">
                  <a:moveTo>
                    <a:pt x="168478" y="38887"/>
                  </a:moveTo>
                  <a:lnTo>
                    <a:pt x="157314" y="23406"/>
                  </a:lnTo>
                  <a:lnTo>
                    <a:pt x="167398" y="12598"/>
                  </a:lnTo>
                  <a:lnTo>
                    <a:pt x="158762" y="12598"/>
                  </a:lnTo>
                  <a:lnTo>
                    <a:pt x="150114" y="21602"/>
                  </a:lnTo>
                  <a:lnTo>
                    <a:pt x="150114" y="0"/>
                  </a:lnTo>
                  <a:lnTo>
                    <a:pt x="142557" y="0"/>
                  </a:lnTo>
                  <a:lnTo>
                    <a:pt x="142557" y="38887"/>
                  </a:lnTo>
                  <a:lnTo>
                    <a:pt x="150114" y="38887"/>
                  </a:lnTo>
                  <a:lnTo>
                    <a:pt x="150114" y="31318"/>
                  </a:lnTo>
                  <a:lnTo>
                    <a:pt x="152641" y="28435"/>
                  </a:lnTo>
                  <a:lnTo>
                    <a:pt x="159473" y="38887"/>
                  </a:lnTo>
                  <a:lnTo>
                    <a:pt x="168478" y="38887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01383" y="1536384"/>
            <a:ext cx="1941195" cy="1186815"/>
          </a:xfrm>
          <a:prstGeom prst="rect"/>
        </p:spPr>
        <p:txBody>
          <a:bodyPr wrap="square" lIns="0" tIns="152400" rIns="0" bIns="0" rtlCol="0" vert="horz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1200"/>
              </a:spcBef>
            </a:pPr>
            <a:r>
              <a:rPr dirty="0" sz="4250" spc="-10"/>
              <a:t>Python, </a:t>
            </a:r>
            <a:r>
              <a:rPr dirty="0" sz="4250" spc="-135"/>
              <a:t>Properly.</a:t>
            </a:r>
            <a:endParaRPr sz="4250"/>
          </a:p>
        </p:txBody>
      </p:sp>
      <p:sp>
        <p:nvSpPr>
          <p:cNvPr id="14" name="object 14"/>
          <p:cNvSpPr txBox="1"/>
          <p:nvPr/>
        </p:nvSpPr>
        <p:spPr>
          <a:xfrm>
            <a:off x="501383" y="3105042"/>
            <a:ext cx="4092575" cy="661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0"/>
              </a:spcBef>
            </a:pP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12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1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installed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everything.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4E69"/>
                </a:solidFill>
                <a:latin typeface="Calibri"/>
                <a:cs typeface="Calibri"/>
              </a:rPr>
              <a:t>Today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write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earns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94E69"/>
                </a:solidFill>
                <a:latin typeface="Calibri"/>
                <a:cs typeface="Calibri"/>
              </a:rPr>
              <a:t>its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place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2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project</a:t>
            </a:r>
            <a:r>
              <a:rPr dirty="0" sz="12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functions</a:t>
            </a:r>
            <a:r>
              <a:rPr dirty="0" sz="12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return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things,</a:t>
            </a:r>
            <a:r>
              <a:rPr dirty="0" sz="12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files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494E69"/>
                </a:solidFill>
                <a:latin typeface="Calibri"/>
                <a:cs typeface="Calibri"/>
              </a:rPr>
              <a:t>that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remember</a:t>
            </a:r>
            <a:r>
              <a:rPr dirty="0" sz="1200" spc="4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4E69"/>
                </a:solidFill>
                <a:latin typeface="Calibri"/>
                <a:cs typeface="Calibri"/>
              </a:rPr>
              <a:t>things.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7536" y="1836614"/>
            <a:ext cx="1151890" cy="48577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8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6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G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A</a:t>
            </a:r>
            <a:r>
              <a:rPr dirty="0" sz="800" spc="-6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alibri"/>
                <a:cs typeface="Calibri"/>
              </a:rPr>
              <a:t>M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200">
                <a:solidFill>
                  <a:srgbClr val="293183"/>
                </a:solidFill>
                <a:latin typeface="Calibri"/>
                <a:cs typeface="Calibri"/>
              </a:rPr>
              <a:t>Python</a:t>
            </a:r>
            <a:r>
              <a:rPr dirty="0" sz="1200" spc="6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93183"/>
                </a:solidFill>
                <a:latin typeface="Calibri"/>
                <a:cs typeface="Calibri"/>
              </a:rPr>
              <a:t>Internship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47536" y="2447764"/>
            <a:ext cx="407670" cy="4851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800" spc="-10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D</a:t>
            </a:r>
            <a:r>
              <a:rPr dirty="0" sz="800" spc="22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797E94"/>
                </a:solidFill>
                <a:latin typeface="Calibri"/>
                <a:cs typeface="Calibri"/>
              </a:rPr>
              <a:t>BY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200" spc="-10">
                <a:solidFill>
                  <a:srgbClr val="293183"/>
                </a:solidFill>
                <a:latin typeface="Calibri"/>
                <a:cs typeface="Calibri"/>
              </a:rPr>
              <a:t>Zlaark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47536" y="3058079"/>
            <a:ext cx="542290" cy="48577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8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7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20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1200" spc="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 spc="-100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1200" spc="-18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293183"/>
                </a:solidFill>
                <a:latin typeface="Trebuchet MS"/>
                <a:cs typeface="Trebuchet MS"/>
              </a:rPr>
              <a:t>f</a:t>
            </a:r>
            <a:r>
              <a:rPr dirty="0" sz="12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1200" spc="-1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293183"/>
                </a:solidFill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8345" y="4585934"/>
            <a:ext cx="8324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2</a:t>
            </a:r>
            <a:r>
              <a:rPr dirty="0" sz="800" spc="-4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9</a:t>
            </a:r>
            <a:r>
              <a:rPr dirty="0" sz="800" spc="31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JU</a:t>
            </a:r>
            <a:r>
              <a:rPr dirty="0" sz="800" spc="-1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LY</a:t>
            </a:r>
            <a:r>
              <a:rPr dirty="0" sz="800" spc="22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2</a:t>
            </a:r>
            <a:r>
              <a:rPr dirty="0" sz="800" spc="-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0</a:t>
            </a:r>
            <a:r>
              <a:rPr dirty="0" sz="800" spc="-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2</a:t>
            </a:r>
            <a:r>
              <a:rPr dirty="0" sz="800" spc="-1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36932"/>
            <a:ext cx="11169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3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sz="8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738" y="589218"/>
            <a:ext cx="5094605" cy="70866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50" spc="-10"/>
              <a:t>How</a:t>
            </a:r>
            <a:r>
              <a:rPr dirty="0" sz="2150" spc="-100"/>
              <a:t> </a:t>
            </a:r>
            <a:r>
              <a:rPr dirty="0" sz="2150" spc="-20"/>
              <a:t>we'll</a:t>
            </a:r>
            <a:r>
              <a:rPr dirty="0" sz="2150" spc="-90"/>
              <a:t> </a:t>
            </a:r>
            <a:r>
              <a:rPr dirty="0" sz="2150" spc="-25"/>
              <a:t>spend</a:t>
            </a:r>
            <a:r>
              <a:rPr dirty="0" sz="2150" spc="-90"/>
              <a:t> </a:t>
            </a:r>
            <a:r>
              <a:rPr dirty="0" sz="2150"/>
              <a:t>our</a:t>
            </a:r>
            <a:r>
              <a:rPr dirty="0" sz="2150" spc="-90"/>
              <a:t> </a:t>
            </a:r>
            <a:r>
              <a:rPr dirty="0" sz="2150"/>
              <a:t>90</a:t>
            </a:r>
            <a:r>
              <a:rPr dirty="0" sz="2150" spc="-90"/>
              <a:t> </a:t>
            </a:r>
            <a:r>
              <a:rPr dirty="0" sz="2150" spc="-35"/>
              <a:t>minutes</a:t>
            </a:r>
            <a:r>
              <a:rPr dirty="0" sz="2150" spc="-85"/>
              <a:t> </a:t>
            </a:r>
            <a:r>
              <a:rPr dirty="0" sz="2150" spc="-10"/>
              <a:t>today.</a:t>
            </a:r>
            <a:endParaRPr sz="2150"/>
          </a:p>
          <a:p>
            <a:pPr marL="12700" marR="5080">
              <a:lnSpc>
                <a:spcPct val="123100"/>
              </a:lnSpc>
              <a:spcBef>
                <a:spcPts val="445"/>
              </a:spcBef>
            </a:pP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More</a:t>
            </a:r>
            <a:r>
              <a:rPr dirty="0" sz="800" spc="-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keyboard,</a:t>
            </a:r>
            <a:r>
              <a:rPr dirty="0" sz="800" spc="-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fewer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slides. </a:t>
            </a:r>
            <a:r>
              <a:rPr dirty="0" sz="800" spc="-30" b="0">
                <a:solidFill>
                  <a:srgbClr val="797E94"/>
                </a:solidFill>
                <a:latin typeface="Calibri"/>
                <a:cs typeface="Calibri"/>
              </a:rPr>
              <a:t>Today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is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about</a:t>
            </a:r>
            <a:r>
              <a:rPr dirty="0" sz="800" spc="-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writing functions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that</a:t>
            </a:r>
            <a:r>
              <a:rPr dirty="0" sz="800" spc="-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actually 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do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something, and</a:t>
            </a:r>
            <a:r>
              <a:rPr dirty="0" sz="800" spc="-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getting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files</a:t>
            </a:r>
            <a:r>
              <a:rPr dirty="0" sz="800" spc="-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to</a:t>
            </a:r>
            <a:r>
              <a:rPr dirty="0" sz="800" spc="-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remember</a:t>
            </a:r>
            <a:r>
              <a:rPr dirty="0" sz="8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0" b="0">
                <a:solidFill>
                  <a:srgbClr val="797E94"/>
                </a:solidFill>
                <a:latin typeface="Calibri"/>
                <a:cs typeface="Calibri"/>
              </a:rPr>
              <a:t>data</a:t>
            </a:r>
            <a:r>
              <a:rPr dirty="0" sz="800" spc="500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between</a:t>
            </a:r>
            <a:r>
              <a:rPr dirty="0" sz="800" spc="-15" b="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797E94"/>
                </a:solidFill>
                <a:latin typeface="Calibri"/>
                <a:cs typeface="Calibri"/>
              </a:rPr>
              <a:t>runs.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6418" y="814224"/>
            <a:ext cx="80264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53763" sz="2325" spc="-487">
                <a:solidFill>
                  <a:srgbClr val="293183"/>
                </a:solidFill>
                <a:latin typeface="Arial Black"/>
                <a:cs typeface="Arial Black"/>
              </a:rPr>
              <a:t>9</a:t>
            </a:r>
            <a:r>
              <a:rPr dirty="0" baseline="-53763" sz="2325" spc="-22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-53763" sz="2325" spc="-487">
                <a:solidFill>
                  <a:srgbClr val="293183"/>
                </a:solidFill>
                <a:latin typeface="Arial Black"/>
                <a:cs typeface="Arial Black"/>
              </a:rPr>
              <a:t>0</a:t>
            </a:r>
            <a:r>
              <a:rPr dirty="0" baseline="-53763" sz="2325" spc="592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baseline="-53763" sz="2325" spc="-607">
                <a:solidFill>
                  <a:srgbClr val="293183"/>
                </a:solidFill>
                <a:latin typeface="Arial Black"/>
                <a:cs typeface="Arial Black"/>
              </a:rPr>
              <a:t>m</a:t>
            </a:r>
            <a:r>
              <a:rPr dirty="0" baseline="-53763" sz="2325" spc="-39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D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baseline="-53763" sz="2325" spc="-772">
                <a:solidFill>
                  <a:srgbClr val="293183"/>
                </a:solidFill>
                <a:latin typeface="Arial Black"/>
                <a:cs typeface="Arial Black"/>
              </a:rPr>
              <a:t>i</a:t>
            </a:r>
            <a:r>
              <a:rPr dirty="0" sz="200" spc="-5">
                <a:solidFill>
                  <a:srgbClr val="797E94"/>
                </a:solidFill>
                <a:latin typeface="Courier New"/>
                <a:cs typeface="Courier New"/>
              </a:rPr>
              <a:t>U</a:t>
            </a:r>
            <a:r>
              <a:rPr dirty="0" sz="200" spc="-4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R</a:t>
            </a:r>
            <a:r>
              <a:rPr dirty="0" sz="200" spc="-3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20">
                <a:solidFill>
                  <a:srgbClr val="797E94"/>
                </a:solidFill>
                <a:latin typeface="Courier New"/>
                <a:cs typeface="Courier New"/>
              </a:rPr>
              <a:t>A</a:t>
            </a:r>
            <a:r>
              <a:rPr dirty="0" baseline="-53763" sz="2325" spc="-1402">
                <a:solidFill>
                  <a:srgbClr val="293183"/>
                </a:solidFill>
                <a:latin typeface="Arial Black"/>
                <a:cs typeface="Arial Black"/>
              </a:rPr>
              <a:t>n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T</a:t>
            </a:r>
            <a:r>
              <a:rPr dirty="0" sz="200" spc="-25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I</a:t>
            </a:r>
            <a:r>
              <a:rPr dirty="0" sz="200" spc="-3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10">
                <a:solidFill>
                  <a:srgbClr val="797E94"/>
                </a:solidFill>
                <a:latin typeface="Courier New"/>
                <a:cs typeface="Courier New"/>
              </a:rPr>
              <a:t>O</a:t>
            </a:r>
            <a:r>
              <a:rPr dirty="0" sz="200" spc="-3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200" spc="-50">
                <a:solidFill>
                  <a:srgbClr val="797E94"/>
                </a:solidFill>
                <a:latin typeface="Courier New"/>
                <a:cs typeface="Courier New"/>
              </a:rPr>
              <a:t>N</a:t>
            </a:r>
            <a:endParaRPr sz="2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4235" y="1441591"/>
            <a:ext cx="2629535" cy="1593850"/>
            <a:chOff x="514235" y="1441591"/>
            <a:chExt cx="2629535" cy="1593850"/>
          </a:xfrm>
        </p:grpSpPr>
        <p:sp>
          <p:nvSpPr>
            <p:cNvPr id="7" name="object 7"/>
            <p:cNvSpPr/>
            <p:nvPr/>
          </p:nvSpPr>
          <p:spPr>
            <a:xfrm>
              <a:off x="518045" y="1445401"/>
              <a:ext cx="2621915" cy="1586230"/>
            </a:xfrm>
            <a:custGeom>
              <a:avLst/>
              <a:gdLst/>
              <a:ahLst/>
              <a:cxnLst/>
              <a:rect l="l" t="t" r="r" b="b"/>
              <a:pathLst>
                <a:path w="2621915" h="1586230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8"/>
                  </a:lnTo>
                  <a:lnTo>
                    <a:pt x="0" y="133197"/>
                  </a:lnTo>
                  <a:lnTo>
                    <a:pt x="0" y="1452956"/>
                  </a:lnTo>
                  <a:lnTo>
                    <a:pt x="9949" y="1503580"/>
                  </a:lnTo>
                  <a:lnTo>
                    <a:pt x="38876" y="1547099"/>
                  </a:lnTo>
                  <a:lnTo>
                    <a:pt x="82216" y="1575986"/>
                  </a:lnTo>
                  <a:lnTo>
                    <a:pt x="133197" y="1586166"/>
                  </a:lnTo>
                  <a:lnTo>
                    <a:pt x="2488679" y="1585798"/>
                  </a:lnTo>
                  <a:lnTo>
                    <a:pt x="2539503" y="1575773"/>
                  </a:lnTo>
                  <a:lnTo>
                    <a:pt x="2582811" y="1546921"/>
                  </a:lnTo>
                  <a:lnTo>
                    <a:pt x="2611593" y="1503787"/>
                  </a:lnTo>
                  <a:lnTo>
                    <a:pt x="2611697" y="1503580"/>
                  </a:lnTo>
                  <a:lnTo>
                    <a:pt x="2621853" y="1452956"/>
                  </a:lnTo>
                  <a:lnTo>
                    <a:pt x="2621876" y="1452600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8045" y="1445401"/>
              <a:ext cx="2621915" cy="1586230"/>
            </a:xfrm>
            <a:custGeom>
              <a:avLst/>
              <a:gdLst/>
              <a:ahLst/>
              <a:cxnLst/>
              <a:rect l="l" t="t" r="r" b="b"/>
              <a:pathLst>
                <a:path w="2621915" h="1586230">
                  <a:moveTo>
                    <a:pt x="0" y="133197"/>
                  </a:moveTo>
                  <a:lnTo>
                    <a:pt x="1140" y="115758"/>
                  </a:lnTo>
                  <a:lnTo>
                    <a:pt x="4540" y="98688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452600"/>
                  </a:lnTo>
                  <a:lnTo>
                    <a:pt x="2620734" y="1470041"/>
                  </a:lnTo>
                  <a:lnTo>
                    <a:pt x="2617330" y="1487114"/>
                  </a:lnTo>
                  <a:lnTo>
                    <a:pt x="2594250" y="1533837"/>
                  </a:lnTo>
                  <a:lnTo>
                    <a:pt x="2555278" y="1568157"/>
                  </a:lnTo>
                  <a:lnTo>
                    <a:pt x="2506068" y="1584661"/>
                  </a:lnTo>
                  <a:lnTo>
                    <a:pt x="133197" y="1586166"/>
                  </a:lnTo>
                  <a:lnTo>
                    <a:pt x="82216" y="1575986"/>
                  </a:lnTo>
                  <a:lnTo>
                    <a:pt x="38876" y="1547099"/>
                  </a:lnTo>
                  <a:lnTo>
                    <a:pt x="10019" y="1503787"/>
                  </a:lnTo>
                  <a:lnTo>
                    <a:pt x="0" y="1452956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41515" y="1594436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80" h="196214">
                  <a:moveTo>
                    <a:pt x="744486" y="0"/>
                  </a:moveTo>
                  <a:lnTo>
                    <a:pt x="98285" y="0"/>
                  </a:lnTo>
                  <a:lnTo>
                    <a:pt x="84532" y="867"/>
                  </a:lnTo>
                  <a:lnTo>
                    <a:pt x="85125" y="867"/>
                  </a:lnTo>
                  <a:lnTo>
                    <a:pt x="72813" y="3244"/>
                  </a:lnTo>
                  <a:lnTo>
                    <a:pt x="38334" y="20108"/>
                  </a:lnTo>
                  <a:lnTo>
                    <a:pt x="13322" y="48971"/>
                  </a:lnTo>
                  <a:lnTo>
                    <a:pt x="867" y="85063"/>
                  </a:lnTo>
                  <a:lnTo>
                    <a:pt x="0" y="97929"/>
                  </a:lnTo>
                  <a:lnTo>
                    <a:pt x="0" y="98285"/>
                  </a:lnTo>
                  <a:lnTo>
                    <a:pt x="801" y="110790"/>
                  </a:lnTo>
                  <a:lnTo>
                    <a:pt x="811" y="110946"/>
                  </a:lnTo>
                  <a:lnTo>
                    <a:pt x="12966" y="147243"/>
                  </a:lnTo>
                  <a:lnTo>
                    <a:pt x="38178" y="175893"/>
                  </a:lnTo>
                  <a:lnTo>
                    <a:pt x="72502" y="192784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80"/>
                  </a:lnTo>
                  <a:lnTo>
                    <a:pt x="822463" y="157673"/>
                  </a:lnTo>
                  <a:lnTo>
                    <a:pt x="839312" y="123440"/>
                  </a:lnTo>
                  <a:lnTo>
                    <a:pt x="842735" y="97929"/>
                  </a:lnTo>
                  <a:lnTo>
                    <a:pt x="841894" y="85413"/>
                  </a:lnTo>
                  <a:lnTo>
                    <a:pt x="829449" y="48971"/>
                  </a:lnTo>
                  <a:lnTo>
                    <a:pt x="804235" y="20308"/>
                  </a:lnTo>
                  <a:lnTo>
                    <a:pt x="769908" y="3422"/>
                  </a:lnTo>
                  <a:lnTo>
                    <a:pt x="757347" y="867"/>
                  </a:lnTo>
                  <a:lnTo>
                    <a:pt x="74448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78497" y="1616661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4434" y="1577519"/>
            <a:ext cx="228968" cy="22896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804299" y="1583539"/>
            <a:ext cx="14922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▶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1497" y="1791308"/>
            <a:ext cx="2220595" cy="59436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00" spc="-2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10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1000" spc="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1</a:t>
            </a:r>
            <a:r>
              <a:rPr dirty="0" sz="1000" spc="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293183"/>
                </a:solidFill>
                <a:latin typeface="Trebuchet MS"/>
                <a:cs typeface="Trebuchet MS"/>
              </a:rPr>
              <a:t>Re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9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1000" spc="-17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p</a:t>
            </a:r>
            <a:r>
              <a:rPr dirty="0" sz="1000" spc="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&amp;</a:t>
            </a:r>
            <a:r>
              <a:rPr dirty="0" sz="1000" spc="16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40">
                <a:solidFill>
                  <a:srgbClr val="293183"/>
                </a:solidFill>
                <a:latin typeface="Trebuchet MS"/>
                <a:cs typeface="Trebuchet MS"/>
              </a:rPr>
              <a:t>Q</a:t>
            </a:r>
            <a:r>
              <a:rPr dirty="0" sz="1000" spc="-160">
                <a:solidFill>
                  <a:srgbClr val="293183"/>
                </a:solidFill>
                <a:latin typeface="Trebuchet MS"/>
                <a:cs typeface="Trebuchet MS"/>
              </a:rPr>
              <a:t> &amp;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endParaRPr sz="1000">
              <a:latin typeface="Trebuchet MS"/>
              <a:cs typeface="Trebuchet MS"/>
            </a:endParaRPr>
          </a:p>
          <a:p>
            <a:pPr marL="12700" marR="5080">
              <a:lnSpc>
                <a:spcPct val="110400"/>
              </a:lnSpc>
              <a:spcBef>
                <a:spcPts val="455"/>
              </a:spcBef>
            </a:pP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Tools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check,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install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fixes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from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yesterday,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open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floor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questions.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57435" y="1441591"/>
            <a:ext cx="2629535" cy="1593850"/>
            <a:chOff x="3257435" y="1441591"/>
            <a:chExt cx="2629535" cy="1593850"/>
          </a:xfrm>
        </p:grpSpPr>
        <p:sp>
          <p:nvSpPr>
            <p:cNvPr id="15" name="object 15"/>
            <p:cNvSpPr/>
            <p:nvPr/>
          </p:nvSpPr>
          <p:spPr>
            <a:xfrm>
              <a:off x="3261245" y="1445401"/>
              <a:ext cx="2621915" cy="1586230"/>
            </a:xfrm>
            <a:custGeom>
              <a:avLst/>
              <a:gdLst/>
              <a:ahLst/>
              <a:cxnLst/>
              <a:rect l="l" t="t" r="r" b="b"/>
              <a:pathLst>
                <a:path w="2621915" h="1586230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8"/>
                  </a:lnTo>
                  <a:lnTo>
                    <a:pt x="0" y="133197"/>
                  </a:lnTo>
                  <a:lnTo>
                    <a:pt x="0" y="1452956"/>
                  </a:lnTo>
                  <a:lnTo>
                    <a:pt x="1114" y="1470041"/>
                  </a:lnTo>
                  <a:lnTo>
                    <a:pt x="1134" y="1470352"/>
                  </a:lnTo>
                  <a:lnTo>
                    <a:pt x="4450" y="1487114"/>
                  </a:lnTo>
                  <a:lnTo>
                    <a:pt x="4495" y="1487341"/>
                  </a:lnTo>
                  <a:lnTo>
                    <a:pt x="9949" y="1503580"/>
                  </a:lnTo>
                  <a:lnTo>
                    <a:pt x="10019" y="1503787"/>
                  </a:lnTo>
                  <a:lnTo>
                    <a:pt x="17640" y="1519554"/>
                  </a:lnTo>
                  <a:lnTo>
                    <a:pt x="51960" y="1558540"/>
                  </a:lnTo>
                  <a:lnTo>
                    <a:pt x="98678" y="1581619"/>
                  </a:lnTo>
                  <a:lnTo>
                    <a:pt x="133197" y="1586166"/>
                  </a:lnTo>
                  <a:lnTo>
                    <a:pt x="2488679" y="1585798"/>
                  </a:lnTo>
                  <a:lnTo>
                    <a:pt x="2539503" y="1575773"/>
                  </a:lnTo>
                  <a:lnTo>
                    <a:pt x="2582811" y="1546921"/>
                  </a:lnTo>
                  <a:lnTo>
                    <a:pt x="2611593" y="1503787"/>
                  </a:lnTo>
                  <a:lnTo>
                    <a:pt x="2611697" y="1503580"/>
                  </a:lnTo>
                  <a:lnTo>
                    <a:pt x="2621853" y="1452956"/>
                  </a:lnTo>
                  <a:lnTo>
                    <a:pt x="2621876" y="1452600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61245" y="1445401"/>
              <a:ext cx="2621915" cy="1586230"/>
            </a:xfrm>
            <a:custGeom>
              <a:avLst/>
              <a:gdLst/>
              <a:ahLst/>
              <a:cxnLst/>
              <a:rect l="l" t="t" r="r" b="b"/>
              <a:pathLst>
                <a:path w="2621915" h="1586230">
                  <a:moveTo>
                    <a:pt x="0" y="133197"/>
                  </a:moveTo>
                  <a:lnTo>
                    <a:pt x="1140" y="115758"/>
                  </a:lnTo>
                  <a:lnTo>
                    <a:pt x="4540" y="98688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452600"/>
                  </a:lnTo>
                  <a:lnTo>
                    <a:pt x="2620734" y="1470041"/>
                  </a:lnTo>
                  <a:lnTo>
                    <a:pt x="2617330" y="1487114"/>
                  </a:lnTo>
                  <a:lnTo>
                    <a:pt x="2594250" y="1533837"/>
                  </a:lnTo>
                  <a:lnTo>
                    <a:pt x="2555278" y="1568157"/>
                  </a:lnTo>
                  <a:lnTo>
                    <a:pt x="2506068" y="1584661"/>
                  </a:lnTo>
                  <a:lnTo>
                    <a:pt x="133197" y="1586166"/>
                  </a:lnTo>
                  <a:lnTo>
                    <a:pt x="82216" y="1575986"/>
                  </a:lnTo>
                  <a:lnTo>
                    <a:pt x="38876" y="1547099"/>
                  </a:lnTo>
                  <a:lnTo>
                    <a:pt x="10019" y="1503787"/>
                  </a:lnTo>
                  <a:lnTo>
                    <a:pt x="0" y="1452956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84715" y="1594436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486" y="0"/>
                  </a:moveTo>
                  <a:lnTo>
                    <a:pt x="98285" y="0"/>
                  </a:lnTo>
                  <a:lnTo>
                    <a:pt x="84532" y="867"/>
                  </a:lnTo>
                  <a:lnTo>
                    <a:pt x="85125" y="867"/>
                  </a:lnTo>
                  <a:lnTo>
                    <a:pt x="72813" y="3244"/>
                  </a:lnTo>
                  <a:lnTo>
                    <a:pt x="38334" y="20108"/>
                  </a:lnTo>
                  <a:lnTo>
                    <a:pt x="13322" y="48971"/>
                  </a:lnTo>
                  <a:lnTo>
                    <a:pt x="867" y="85063"/>
                  </a:lnTo>
                  <a:lnTo>
                    <a:pt x="0" y="97929"/>
                  </a:lnTo>
                  <a:lnTo>
                    <a:pt x="0" y="98285"/>
                  </a:lnTo>
                  <a:lnTo>
                    <a:pt x="801" y="110790"/>
                  </a:lnTo>
                  <a:lnTo>
                    <a:pt x="811" y="110946"/>
                  </a:lnTo>
                  <a:lnTo>
                    <a:pt x="3244" y="123440"/>
                  </a:lnTo>
                  <a:lnTo>
                    <a:pt x="7245" y="135441"/>
                  </a:lnTo>
                  <a:lnTo>
                    <a:pt x="7297" y="135597"/>
                  </a:lnTo>
                  <a:lnTo>
                    <a:pt x="28535" y="167490"/>
                  </a:lnTo>
                  <a:lnTo>
                    <a:pt x="60416" y="188610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80"/>
                  </a:lnTo>
                  <a:lnTo>
                    <a:pt x="822463" y="157673"/>
                  </a:lnTo>
                  <a:lnTo>
                    <a:pt x="839312" y="123440"/>
                  </a:lnTo>
                  <a:lnTo>
                    <a:pt x="842735" y="97929"/>
                  </a:lnTo>
                  <a:lnTo>
                    <a:pt x="841894" y="85413"/>
                  </a:lnTo>
                  <a:lnTo>
                    <a:pt x="829449" y="48971"/>
                  </a:lnTo>
                  <a:lnTo>
                    <a:pt x="804235" y="20308"/>
                  </a:lnTo>
                  <a:lnTo>
                    <a:pt x="769908" y="3422"/>
                  </a:lnTo>
                  <a:lnTo>
                    <a:pt x="757347" y="867"/>
                  </a:lnTo>
                  <a:lnTo>
                    <a:pt x="74448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421697" y="1616661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2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7634" y="1577519"/>
            <a:ext cx="228968" cy="22896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542102" y="1583539"/>
            <a:ext cx="1600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94341" y="1791308"/>
            <a:ext cx="2099310" cy="59436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Functions</a:t>
            </a:r>
            <a:r>
              <a:rPr dirty="0" sz="1000" spc="-3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93183"/>
                </a:solidFill>
                <a:latin typeface="Calibri"/>
                <a:cs typeface="Calibri"/>
              </a:rPr>
              <a:t>With</a:t>
            </a:r>
            <a:r>
              <a:rPr dirty="0" sz="10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Real</a:t>
            </a:r>
            <a:r>
              <a:rPr dirty="0" sz="10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Inputs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0400"/>
              </a:lnSpc>
              <a:spcBef>
                <a:spcPts val="45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Beyond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print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functions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take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args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return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values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other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use.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00635" y="1441591"/>
            <a:ext cx="2629535" cy="1593850"/>
            <a:chOff x="6000635" y="1441591"/>
            <a:chExt cx="2629535" cy="1593850"/>
          </a:xfrm>
        </p:grpSpPr>
        <p:sp>
          <p:nvSpPr>
            <p:cNvPr id="23" name="object 23"/>
            <p:cNvSpPr/>
            <p:nvPr/>
          </p:nvSpPr>
          <p:spPr>
            <a:xfrm>
              <a:off x="6004445" y="1445401"/>
              <a:ext cx="2621915" cy="1586230"/>
            </a:xfrm>
            <a:custGeom>
              <a:avLst/>
              <a:gdLst/>
              <a:ahLst/>
              <a:cxnLst/>
              <a:rect l="l" t="t" r="r" b="b"/>
              <a:pathLst>
                <a:path w="2621915" h="1586230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8"/>
                  </a:lnTo>
                  <a:lnTo>
                    <a:pt x="0" y="133197"/>
                  </a:lnTo>
                  <a:lnTo>
                    <a:pt x="0" y="1452956"/>
                  </a:lnTo>
                  <a:lnTo>
                    <a:pt x="1114" y="1470041"/>
                  </a:lnTo>
                  <a:lnTo>
                    <a:pt x="1134" y="1470352"/>
                  </a:lnTo>
                  <a:lnTo>
                    <a:pt x="4450" y="1487114"/>
                  </a:lnTo>
                  <a:lnTo>
                    <a:pt x="4495" y="1487341"/>
                  </a:lnTo>
                  <a:lnTo>
                    <a:pt x="9949" y="1503580"/>
                  </a:lnTo>
                  <a:lnTo>
                    <a:pt x="10019" y="1503787"/>
                  </a:lnTo>
                  <a:lnTo>
                    <a:pt x="17640" y="1519554"/>
                  </a:lnTo>
                  <a:lnTo>
                    <a:pt x="51960" y="1558540"/>
                  </a:lnTo>
                  <a:lnTo>
                    <a:pt x="98678" y="1581619"/>
                  </a:lnTo>
                  <a:lnTo>
                    <a:pt x="133197" y="1586166"/>
                  </a:lnTo>
                  <a:lnTo>
                    <a:pt x="2488679" y="1585798"/>
                  </a:lnTo>
                  <a:lnTo>
                    <a:pt x="2539503" y="1575773"/>
                  </a:lnTo>
                  <a:lnTo>
                    <a:pt x="2582811" y="1546921"/>
                  </a:lnTo>
                  <a:lnTo>
                    <a:pt x="2611593" y="1503787"/>
                  </a:lnTo>
                  <a:lnTo>
                    <a:pt x="2611697" y="1503580"/>
                  </a:lnTo>
                  <a:lnTo>
                    <a:pt x="2617252" y="1487341"/>
                  </a:lnTo>
                  <a:lnTo>
                    <a:pt x="2617330" y="1487114"/>
                  </a:lnTo>
                  <a:lnTo>
                    <a:pt x="2620672" y="1470352"/>
                  </a:lnTo>
                  <a:lnTo>
                    <a:pt x="2620734" y="1470041"/>
                  </a:lnTo>
                  <a:lnTo>
                    <a:pt x="2621853" y="1452956"/>
                  </a:lnTo>
                  <a:lnTo>
                    <a:pt x="2621876" y="1452600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04445" y="1445401"/>
              <a:ext cx="2621915" cy="1586230"/>
            </a:xfrm>
            <a:custGeom>
              <a:avLst/>
              <a:gdLst/>
              <a:ahLst/>
              <a:cxnLst/>
              <a:rect l="l" t="t" r="r" b="b"/>
              <a:pathLst>
                <a:path w="2621915" h="1586230">
                  <a:moveTo>
                    <a:pt x="0" y="133197"/>
                  </a:moveTo>
                  <a:lnTo>
                    <a:pt x="1140" y="115758"/>
                  </a:lnTo>
                  <a:lnTo>
                    <a:pt x="4540" y="98688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452600"/>
                  </a:lnTo>
                  <a:lnTo>
                    <a:pt x="2620734" y="1470041"/>
                  </a:lnTo>
                  <a:lnTo>
                    <a:pt x="2617330" y="1487114"/>
                  </a:lnTo>
                  <a:lnTo>
                    <a:pt x="2594250" y="1533837"/>
                  </a:lnTo>
                  <a:lnTo>
                    <a:pt x="2555278" y="1568157"/>
                  </a:lnTo>
                  <a:lnTo>
                    <a:pt x="2506068" y="1584661"/>
                  </a:lnTo>
                  <a:lnTo>
                    <a:pt x="133197" y="1586166"/>
                  </a:lnTo>
                  <a:lnTo>
                    <a:pt x="82216" y="1575986"/>
                  </a:lnTo>
                  <a:lnTo>
                    <a:pt x="38876" y="1547099"/>
                  </a:lnTo>
                  <a:lnTo>
                    <a:pt x="10019" y="1503787"/>
                  </a:lnTo>
                  <a:lnTo>
                    <a:pt x="0" y="1452956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127915" y="1594436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486" y="0"/>
                  </a:moveTo>
                  <a:lnTo>
                    <a:pt x="98285" y="0"/>
                  </a:lnTo>
                  <a:lnTo>
                    <a:pt x="84532" y="867"/>
                  </a:lnTo>
                  <a:lnTo>
                    <a:pt x="85125" y="867"/>
                  </a:lnTo>
                  <a:lnTo>
                    <a:pt x="72813" y="3244"/>
                  </a:lnTo>
                  <a:lnTo>
                    <a:pt x="38334" y="20108"/>
                  </a:lnTo>
                  <a:lnTo>
                    <a:pt x="13322" y="48971"/>
                  </a:lnTo>
                  <a:lnTo>
                    <a:pt x="867" y="85063"/>
                  </a:lnTo>
                  <a:lnTo>
                    <a:pt x="0" y="97929"/>
                  </a:lnTo>
                  <a:lnTo>
                    <a:pt x="0" y="98285"/>
                  </a:lnTo>
                  <a:lnTo>
                    <a:pt x="801" y="110790"/>
                  </a:lnTo>
                  <a:lnTo>
                    <a:pt x="811" y="110946"/>
                  </a:lnTo>
                  <a:lnTo>
                    <a:pt x="3244" y="123440"/>
                  </a:lnTo>
                  <a:lnTo>
                    <a:pt x="7245" y="135441"/>
                  </a:lnTo>
                  <a:lnTo>
                    <a:pt x="7297" y="135597"/>
                  </a:lnTo>
                  <a:lnTo>
                    <a:pt x="28535" y="167490"/>
                  </a:lnTo>
                  <a:lnTo>
                    <a:pt x="60416" y="188610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80"/>
                  </a:lnTo>
                  <a:lnTo>
                    <a:pt x="822463" y="157673"/>
                  </a:lnTo>
                  <a:lnTo>
                    <a:pt x="835094" y="135597"/>
                  </a:lnTo>
                  <a:lnTo>
                    <a:pt x="835172" y="135441"/>
                  </a:lnTo>
                  <a:lnTo>
                    <a:pt x="839312" y="123440"/>
                  </a:lnTo>
                  <a:lnTo>
                    <a:pt x="841862" y="110946"/>
                  </a:lnTo>
                  <a:lnTo>
                    <a:pt x="841894" y="110790"/>
                  </a:lnTo>
                  <a:lnTo>
                    <a:pt x="842735" y="98285"/>
                  </a:lnTo>
                  <a:lnTo>
                    <a:pt x="842403" y="98285"/>
                  </a:lnTo>
                  <a:lnTo>
                    <a:pt x="841594" y="85413"/>
                  </a:lnTo>
                  <a:lnTo>
                    <a:pt x="829449" y="48971"/>
                  </a:lnTo>
                  <a:lnTo>
                    <a:pt x="804235" y="20308"/>
                  </a:lnTo>
                  <a:lnTo>
                    <a:pt x="769908" y="3422"/>
                  </a:lnTo>
                  <a:lnTo>
                    <a:pt x="757347" y="867"/>
                  </a:lnTo>
                  <a:lnTo>
                    <a:pt x="744486" y="0"/>
                  </a:lnTo>
                  <a:close/>
                </a:path>
                <a:path w="843279" h="196214">
                  <a:moveTo>
                    <a:pt x="842759" y="97929"/>
                  </a:moveTo>
                  <a:lnTo>
                    <a:pt x="842403" y="98285"/>
                  </a:lnTo>
                  <a:lnTo>
                    <a:pt x="842735" y="98285"/>
                  </a:lnTo>
                  <a:lnTo>
                    <a:pt x="842759" y="97929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164897" y="1616661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4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0834" y="1577519"/>
            <a:ext cx="228968" cy="228968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285302" y="1583539"/>
            <a:ext cx="1600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37897" y="1791308"/>
            <a:ext cx="2263775" cy="59436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Reading</a:t>
            </a:r>
            <a:r>
              <a:rPr dirty="0" sz="1000" spc="-4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93183"/>
                </a:solidFill>
                <a:latin typeface="Calibri"/>
                <a:cs typeface="Calibri"/>
              </a:rPr>
              <a:t>&amp;</a:t>
            </a:r>
            <a:r>
              <a:rPr dirty="0" sz="10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Writing</a:t>
            </a:r>
            <a:r>
              <a:rPr dirty="0" sz="1000" spc="-3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93183"/>
                </a:solidFill>
                <a:latin typeface="Calibri"/>
                <a:cs typeface="Calibri"/>
              </a:rPr>
              <a:t>Files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0400"/>
              </a:lnSpc>
              <a:spcBef>
                <a:spcPts val="45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open,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read,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write,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with-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blocks.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The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foundation</a:t>
            </a:r>
            <a:r>
              <a:rPr dirty="0" sz="8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project from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Day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9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onward.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14235" y="3149792"/>
            <a:ext cx="2629535" cy="1594485"/>
            <a:chOff x="514235" y="3149792"/>
            <a:chExt cx="2629535" cy="1594485"/>
          </a:xfrm>
        </p:grpSpPr>
        <p:sp>
          <p:nvSpPr>
            <p:cNvPr id="31" name="object 31"/>
            <p:cNvSpPr/>
            <p:nvPr/>
          </p:nvSpPr>
          <p:spPr>
            <a:xfrm>
              <a:off x="518045" y="3153602"/>
              <a:ext cx="2621915" cy="1586865"/>
            </a:xfrm>
            <a:custGeom>
              <a:avLst/>
              <a:gdLst/>
              <a:ahLst/>
              <a:cxnLst/>
              <a:rect l="l" t="t" r="r" b="b"/>
              <a:pathLst>
                <a:path w="2621915" h="1586864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3"/>
                  </a:lnTo>
                  <a:lnTo>
                    <a:pt x="0" y="133197"/>
                  </a:lnTo>
                  <a:lnTo>
                    <a:pt x="0" y="1453324"/>
                  </a:lnTo>
                  <a:lnTo>
                    <a:pt x="1114" y="1470402"/>
                  </a:lnTo>
                  <a:lnTo>
                    <a:pt x="1134" y="1470713"/>
                  </a:lnTo>
                  <a:lnTo>
                    <a:pt x="17640" y="1519923"/>
                  </a:lnTo>
                  <a:lnTo>
                    <a:pt x="51960" y="1558896"/>
                  </a:lnTo>
                  <a:lnTo>
                    <a:pt x="98679" y="1581975"/>
                  </a:lnTo>
                  <a:lnTo>
                    <a:pt x="133197" y="1586522"/>
                  </a:lnTo>
                  <a:lnTo>
                    <a:pt x="2488679" y="1586153"/>
                  </a:lnTo>
                  <a:lnTo>
                    <a:pt x="2539503" y="1576134"/>
                  </a:lnTo>
                  <a:lnTo>
                    <a:pt x="2582811" y="1547277"/>
                  </a:lnTo>
                  <a:lnTo>
                    <a:pt x="2611591" y="1504148"/>
                  </a:lnTo>
                  <a:lnTo>
                    <a:pt x="2611697" y="1503937"/>
                  </a:lnTo>
                  <a:lnTo>
                    <a:pt x="2617253" y="1487700"/>
                  </a:lnTo>
                  <a:lnTo>
                    <a:pt x="2617330" y="1487474"/>
                  </a:lnTo>
                  <a:lnTo>
                    <a:pt x="2620672" y="1470713"/>
                  </a:lnTo>
                  <a:lnTo>
                    <a:pt x="2620734" y="1470402"/>
                  </a:lnTo>
                  <a:lnTo>
                    <a:pt x="2621852" y="1453324"/>
                  </a:lnTo>
                  <a:lnTo>
                    <a:pt x="2621876" y="1452956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18045" y="3153602"/>
              <a:ext cx="2621915" cy="1586865"/>
            </a:xfrm>
            <a:custGeom>
              <a:avLst/>
              <a:gdLst/>
              <a:ahLst/>
              <a:cxnLst/>
              <a:rect l="l" t="t" r="r" b="b"/>
              <a:pathLst>
                <a:path w="2621915" h="1586864">
                  <a:moveTo>
                    <a:pt x="0" y="133197"/>
                  </a:moveTo>
                  <a:lnTo>
                    <a:pt x="1140" y="115756"/>
                  </a:lnTo>
                  <a:lnTo>
                    <a:pt x="4540" y="98683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452956"/>
                  </a:lnTo>
                  <a:lnTo>
                    <a:pt x="2620734" y="1470402"/>
                  </a:lnTo>
                  <a:lnTo>
                    <a:pt x="2617330" y="1487474"/>
                  </a:lnTo>
                  <a:lnTo>
                    <a:pt x="2594250" y="1534193"/>
                  </a:lnTo>
                  <a:lnTo>
                    <a:pt x="2555278" y="1568513"/>
                  </a:lnTo>
                  <a:lnTo>
                    <a:pt x="2506068" y="1585019"/>
                  </a:lnTo>
                  <a:lnTo>
                    <a:pt x="133197" y="1586522"/>
                  </a:lnTo>
                  <a:lnTo>
                    <a:pt x="82216" y="1576342"/>
                  </a:lnTo>
                  <a:lnTo>
                    <a:pt x="38876" y="1547456"/>
                  </a:lnTo>
                  <a:lnTo>
                    <a:pt x="10019" y="1504148"/>
                  </a:lnTo>
                  <a:lnTo>
                    <a:pt x="0" y="1453324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41515" y="3301925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80" h="196214">
                  <a:moveTo>
                    <a:pt x="744486" y="0"/>
                  </a:moveTo>
                  <a:lnTo>
                    <a:pt x="98285" y="0"/>
                  </a:lnTo>
                  <a:lnTo>
                    <a:pt x="84526" y="865"/>
                  </a:lnTo>
                  <a:lnTo>
                    <a:pt x="85124" y="865"/>
                  </a:lnTo>
                  <a:lnTo>
                    <a:pt x="72813" y="3238"/>
                  </a:lnTo>
                  <a:lnTo>
                    <a:pt x="38334" y="20095"/>
                  </a:lnTo>
                  <a:lnTo>
                    <a:pt x="13322" y="48958"/>
                  </a:lnTo>
                  <a:lnTo>
                    <a:pt x="867" y="85050"/>
                  </a:lnTo>
                  <a:lnTo>
                    <a:pt x="0" y="97916"/>
                  </a:lnTo>
                  <a:lnTo>
                    <a:pt x="0" y="98272"/>
                  </a:lnTo>
                  <a:lnTo>
                    <a:pt x="12966" y="147231"/>
                  </a:lnTo>
                  <a:lnTo>
                    <a:pt x="38178" y="175893"/>
                  </a:lnTo>
                  <a:lnTo>
                    <a:pt x="72502" y="192779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79"/>
                  </a:lnTo>
                  <a:lnTo>
                    <a:pt x="822463" y="157666"/>
                  </a:lnTo>
                  <a:lnTo>
                    <a:pt x="839312" y="123432"/>
                  </a:lnTo>
                  <a:lnTo>
                    <a:pt x="842735" y="97916"/>
                  </a:lnTo>
                  <a:lnTo>
                    <a:pt x="841894" y="85405"/>
                  </a:lnTo>
                  <a:lnTo>
                    <a:pt x="829449" y="48958"/>
                  </a:lnTo>
                  <a:lnTo>
                    <a:pt x="804235" y="20303"/>
                  </a:lnTo>
                  <a:lnTo>
                    <a:pt x="769908" y="3417"/>
                  </a:lnTo>
                  <a:lnTo>
                    <a:pt x="757347" y="865"/>
                  </a:lnTo>
                  <a:lnTo>
                    <a:pt x="744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78497" y="3324138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4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18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293183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 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5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5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4434" y="3285364"/>
            <a:ext cx="228968" cy="22895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798902" y="3291028"/>
            <a:ext cx="1600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1497" y="3499589"/>
            <a:ext cx="2220595" cy="5937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Pitfalls</a:t>
            </a:r>
            <a:r>
              <a:rPr dirty="0" sz="1000" spc="-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93183"/>
                </a:solidFill>
                <a:latin typeface="Calibri"/>
                <a:cs typeface="Calibri"/>
              </a:rPr>
              <a:t>&amp;</a:t>
            </a:r>
            <a:r>
              <a:rPr dirty="0" sz="10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try/except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10400"/>
              </a:lnSpc>
              <a:spcBef>
                <a:spcPts val="45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Mutable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default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args,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== vs is,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file-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not-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found,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how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Python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handles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errors.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253473" y="3135352"/>
            <a:ext cx="2637155" cy="1622425"/>
            <a:chOff x="3253473" y="3135352"/>
            <a:chExt cx="2637155" cy="1622425"/>
          </a:xfrm>
        </p:grpSpPr>
        <p:sp>
          <p:nvSpPr>
            <p:cNvPr id="39" name="object 39"/>
            <p:cNvSpPr/>
            <p:nvPr/>
          </p:nvSpPr>
          <p:spPr>
            <a:xfrm>
              <a:off x="3257638" y="3149640"/>
              <a:ext cx="2629535" cy="1593850"/>
            </a:xfrm>
            <a:custGeom>
              <a:avLst/>
              <a:gdLst/>
              <a:ahLst/>
              <a:cxnLst/>
              <a:rect l="l" t="t" r="r" b="b"/>
              <a:pathLst>
                <a:path w="2629535" h="1593850">
                  <a:moveTo>
                    <a:pt x="2495524" y="0"/>
                  </a:moveTo>
                  <a:lnTo>
                    <a:pt x="133197" y="0"/>
                  </a:lnTo>
                  <a:lnTo>
                    <a:pt x="115730" y="1142"/>
                  </a:lnTo>
                  <a:lnTo>
                    <a:pt x="66598" y="17640"/>
                  </a:lnTo>
                  <a:lnTo>
                    <a:pt x="27611" y="52123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1460157"/>
                  </a:lnTo>
                  <a:lnTo>
                    <a:pt x="1113" y="1477247"/>
                  </a:lnTo>
                  <a:lnTo>
                    <a:pt x="1136" y="1477603"/>
                  </a:lnTo>
                  <a:lnTo>
                    <a:pt x="4430" y="1494320"/>
                  </a:lnTo>
                  <a:lnTo>
                    <a:pt x="4500" y="1494675"/>
                  </a:lnTo>
                  <a:lnTo>
                    <a:pt x="27465" y="1541238"/>
                  </a:lnTo>
                  <a:lnTo>
                    <a:pt x="66598" y="1575358"/>
                  </a:lnTo>
                  <a:lnTo>
                    <a:pt x="115758" y="1592225"/>
                  </a:lnTo>
                  <a:lnTo>
                    <a:pt x="133197" y="1593367"/>
                  </a:lnTo>
                  <a:lnTo>
                    <a:pt x="2495880" y="1592999"/>
                  </a:lnTo>
                  <a:lnTo>
                    <a:pt x="2546861" y="1582974"/>
                  </a:lnTo>
                  <a:lnTo>
                    <a:pt x="2590023" y="1553989"/>
                  </a:lnTo>
                  <a:lnTo>
                    <a:pt x="2618903" y="1510782"/>
                  </a:lnTo>
                  <a:lnTo>
                    <a:pt x="2624411" y="1494675"/>
                  </a:lnTo>
                  <a:lnTo>
                    <a:pt x="2624532" y="1494320"/>
                  </a:lnTo>
                  <a:lnTo>
                    <a:pt x="2627864" y="1477603"/>
                  </a:lnTo>
                  <a:lnTo>
                    <a:pt x="2627935" y="1477247"/>
                  </a:lnTo>
                  <a:lnTo>
                    <a:pt x="2629054" y="1460157"/>
                  </a:lnTo>
                  <a:lnTo>
                    <a:pt x="2629077" y="1459801"/>
                  </a:lnTo>
                  <a:lnTo>
                    <a:pt x="2628722" y="133197"/>
                  </a:lnTo>
                  <a:lnTo>
                    <a:pt x="2618697" y="82223"/>
                  </a:lnTo>
                  <a:lnTo>
                    <a:pt x="2589707" y="39063"/>
                  </a:lnTo>
                  <a:lnTo>
                    <a:pt x="2546498" y="10174"/>
                  </a:lnTo>
                  <a:lnTo>
                    <a:pt x="2512963" y="1142"/>
                  </a:lnTo>
                  <a:lnTo>
                    <a:pt x="2495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57283" y="3149640"/>
              <a:ext cx="2629535" cy="1593850"/>
            </a:xfrm>
            <a:custGeom>
              <a:avLst/>
              <a:gdLst/>
              <a:ahLst/>
              <a:cxnLst/>
              <a:rect l="l" t="t" r="r" b="b"/>
              <a:pathLst>
                <a:path w="2629535" h="1593850">
                  <a:moveTo>
                    <a:pt x="0" y="3606"/>
                  </a:moveTo>
                  <a:lnTo>
                    <a:pt x="2629077" y="3962"/>
                  </a:lnTo>
                </a:path>
                <a:path w="2629535" h="1593850">
                  <a:moveTo>
                    <a:pt x="2625471" y="0"/>
                  </a:moveTo>
                  <a:lnTo>
                    <a:pt x="2625839" y="1593723"/>
                  </a:lnTo>
                </a:path>
                <a:path w="2629535" h="1593850">
                  <a:moveTo>
                    <a:pt x="0" y="1590116"/>
                  </a:moveTo>
                  <a:lnTo>
                    <a:pt x="2629077" y="1590484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71684" y="3149640"/>
              <a:ext cx="635" cy="1593850"/>
            </a:xfrm>
            <a:custGeom>
              <a:avLst/>
              <a:gdLst/>
              <a:ahLst/>
              <a:cxnLst/>
              <a:rect l="l" t="t" r="r" b="b"/>
              <a:pathLst>
                <a:path w="635" h="1593850">
                  <a:moveTo>
                    <a:pt x="0" y="0"/>
                  </a:moveTo>
                  <a:lnTo>
                    <a:pt x="355" y="1593723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405962" y="3301925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842" y="0"/>
                  </a:moveTo>
                  <a:lnTo>
                    <a:pt x="98640" y="0"/>
                  </a:lnTo>
                  <a:lnTo>
                    <a:pt x="84882" y="865"/>
                  </a:lnTo>
                  <a:lnTo>
                    <a:pt x="85479" y="865"/>
                  </a:lnTo>
                  <a:lnTo>
                    <a:pt x="73167" y="3238"/>
                  </a:lnTo>
                  <a:lnTo>
                    <a:pt x="38684" y="20095"/>
                  </a:lnTo>
                  <a:lnTo>
                    <a:pt x="13677" y="48958"/>
                  </a:lnTo>
                  <a:lnTo>
                    <a:pt x="1222" y="85050"/>
                  </a:lnTo>
                  <a:lnTo>
                    <a:pt x="355" y="97916"/>
                  </a:lnTo>
                  <a:lnTo>
                    <a:pt x="0" y="98272"/>
                  </a:lnTo>
                  <a:lnTo>
                    <a:pt x="854" y="110783"/>
                  </a:lnTo>
                  <a:lnTo>
                    <a:pt x="865" y="110939"/>
                  </a:lnTo>
                  <a:lnTo>
                    <a:pt x="3417" y="123432"/>
                  </a:lnTo>
                  <a:lnTo>
                    <a:pt x="7538" y="135430"/>
                  </a:lnTo>
                  <a:lnTo>
                    <a:pt x="7592" y="135586"/>
                  </a:lnTo>
                  <a:lnTo>
                    <a:pt x="28889" y="167489"/>
                  </a:lnTo>
                  <a:lnTo>
                    <a:pt x="60760" y="188604"/>
                  </a:lnTo>
                  <a:lnTo>
                    <a:pt x="98272" y="196202"/>
                  </a:lnTo>
                  <a:lnTo>
                    <a:pt x="744842" y="196202"/>
                  </a:lnTo>
                  <a:lnTo>
                    <a:pt x="782504" y="188604"/>
                  </a:lnTo>
                  <a:lnTo>
                    <a:pt x="814403" y="167306"/>
                  </a:lnTo>
                  <a:lnTo>
                    <a:pt x="835522" y="135430"/>
                  </a:lnTo>
                  <a:lnTo>
                    <a:pt x="843090" y="98272"/>
                  </a:lnTo>
                  <a:lnTo>
                    <a:pt x="842759" y="98272"/>
                  </a:lnTo>
                  <a:lnTo>
                    <a:pt x="841949" y="85405"/>
                  </a:lnTo>
                  <a:lnTo>
                    <a:pt x="829792" y="48958"/>
                  </a:lnTo>
                  <a:lnTo>
                    <a:pt x="804585" y="20303"/>
                  </a:lnTo>
                  <a:lnTo>
                    <a:pt x="770264" y="3417"/>
                  </a:lnTo>
                  <a:lnTo>
                    <a:pt x="757703" y="865"/>
                  </a:lnTo>
                  <a:lnTo>
                    <a:pt x="744842" y="0"/>
                  </a:lnTo>
                  <a:close/>
                </a:path>
                <a:path w="843279" h="196214">
                  <a:moveTo>
                    <a:pt x="843114" y="97916"/>
                  </a:moveTo>
                  <a:lnTo>
                    <a:pt x="842759" y="98272"/>
                  </a:lnTo>
                  <a:lnTo>
                    <a:pt x="843090" y="98272"/>
                  </a:lnTo>
                  <a:lnTo>
                    <a:pt x="843114" y="97916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3455644" y="3324138"/>
            <a:ext cx="7359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7634" y="3285364"/>
            <a:ext cx="228968" cy="228955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5554802" y="3291028"/>
            <a:ext cx="14732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28644" y="3499589"/>
            <a:ext cx="2108835" cy="5937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Closing</a:t>
            </a:r>
            <a:r>
              <a:rPr dirty="0" sz="10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93183"/>
                </a:solidFill>
                <a:latin typeface="Calibri"/>
                <a:cs typeface="Calibri"/>
              </a:rPr>
              <a:t>Exercise:</a:t>
            </a:r>
            <a:r>
              <a:rPr dirty="0" sz="10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Contact</a:t>
            </a:r>
            <a:r>
              <a:rPr dirty="0" sz="10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List</a:t>
            </a:r>
            <a:r>
              <a:rPr dirty="0" sz="10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93183"/>
                </a:solidFill>
                <a:latin typeface="Calibri"/>
                <a:cs typeface="Calibri"/>
              </a:rPr>
              <a:t>Cleaner</a:t>
            </a:r>
            <a:endParaRPr sz="1000">
              <a:latin typeface="Calibri"/>
              <a:cs typeface="Calibri"/>
            </a:endParaRPr>
          </a:p>
          <a:p>
            <a:pPr marR="5080">
              <a:lnSpc>
                <a:spcPct val="110400"/>
              </a:lnSpc>
              <a:spcBef>
                <a:spcPts val="45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Build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function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reads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messy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contacts.txt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returns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clean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(name,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email)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tuples.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000635" y="3149792"/>
            <a:ext cx="2629535" cy="1594485"/>
            <a:chOff x="6000635" y="3149792"/>
            <a:chExt cx="2629535" cy="1594485"/>
          </a:xfrm>
        </p:grpSpPr>
        <p:sp>
          <p:nvSpPr>
            <p:cNvPr id="48" name="object 48"/>
            <p:cNvSpPr/>
            <p:nvPr/>
          </p:nvSpPr>
          <p:spPr>
            <a:xfrm>
              <a:off x="6004445" y="3153602"/>
              <a:ext cx="2621915" cy="1586865"/>
            </a:xfrm>
            <a:custGeom>
              <a:avLst/>
              <a:gdLst/>
              <a:ahLst/>
              <a:cxnLst/>
              <a:rect l="l" t="t" r="r" b="b"/>
              <a:pathLst>
                <a:path w="2621915" h="1586864">
                  <a:moveTo>
                    <a:pt x="248831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3"/>
                  </a:lnTo>
                  <a:lnTo>
                    <a:pt x="0" y="133197"/>
                  </a:lnTo>
                  <a:lnTo>
                    <a:pt x="0" y="1453324"/>
                  </a:lnTo>
                  <a:lnTo>
                    <a:pt x="1114" y="1470402"/>
                  </a:lnTo>
                  <a:lnTo>
                    <a:pt x="1134" y="1470713"/>
                  </a:lnTo>
                  <a:lnTo>
                    <a:pt x="17640" y="1519923"/>
                  </a:lnTo>
                  <a:lnTo>
                    <a:pt x="51960" y="1558896"/>
                  </a:lnTo>
                  <a:lnTo>
                    <a:pt x="98678" y="1581975"/>
                  </a:lnTo>
                  <a:lnTo>
                    <a:pt x="133197" y="1586522"/>
                  </a:lnTo>
                  <a:lnTo>
                    <a:pt x="2488679" y="1586153"/>
                  </a:lnTo>
                  <a:lnTo>
                    <a:pt x="2539503" y="1576134"/>
                  </a:lnTo>
                  <a:lnTo>
                    <a:pt x="2582811" y="1547277"/>
                  </a:lnTo>
                  <a:lnTo>
                    <a:pt x="2611591" y="1504148"/>
                  </a:lnTo>
                  <a:lnTo>
                    <a:pt x="2620672" y="1470713"/>
                  </a:lnTo>
                  <a:lnTo>
                    <a:pt x="2620734" y="1470402"/>
                  </a:lnTo>
                  <a:lnTo>
                    <a:pt x="2621852" y="1453324"/>
                  </a:lnTo>
                  <a:lnTo>
                    <a:pt x="2621876" y="1452956"/>
                  </a:lnTo>
                  <a:lnTo>
                    <a:pt x="2621508" y="133197"/>
                  </a:lnTo>
                  <a:lnTo>
                    <a:pt x="2611489" y="82373"/>
                  </a:lnTo>
                  <a:lnTo>
                    <a:pt x="2582632" y="39058"/>
                  </a:lnTo>
                  <a:lnTo>
                    <a:pt x="2539292" y="10174"/>
                  </a:lnTo>
                  <a:lnTo>
                    <a:pt x="2505757" y="1142"/>
                  </a:lnTo>
                  <a:lnTo>
                    <a:pt x="2488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004445" y="3153602"/>
              <a:ext cx="2621915" cy="1586865"/>
            </a:xfrm>
            <a:custGeom>
              <a:avLst/>
              <a:gdLst/>
              <a:ahLst/>
              <a:cxnLst/>
              <a:rect l="l" t="t" r="r" b="b"/>
              <a:pathLst>
                <a:path w="2621915" h="1586864">
                  <a:moveTo>
                    <a:pt x="0" y="133197"/>
                  </a:moveTo>
                  <a:lnTo>
                    <a:pt x="1140" y="115756"/>
                  </a:lnTo>
                  <a:lnTo>
                    <a:pt x="4540" y="98683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488311" y="0"/>
                  </a:lnTo>
                  <a:lnTo>
                    <a:pt x="2539292" y="10174"/>
                  </a:lnTo>
                  <a:lnTo>
                    <a:pt x="2582632" y="39058"/>
                  </a:lnTo>
                  <a:lnTo>
                    <a:pt x="2611489" y="82373"/>
                  </a:lnTo>
                  <a:lnTo>
                    <a:pt x="2621508" y="133197"/>
                  </a:lnTo>
                  <a:lnTo>
                    <a:pt x="2621876" y="1452956"/>
                  </a:lnTo>
                  <a:lnTo>
                    <a:pt x="2620734" y="1470402"/>
                  </a:lnTo>
                  <a:lnTo>
                    <a:pt x="2617330" y="1487474"/>
                  </a:lnTo>
                  <a:lnTo>
                    <a:pt x="2594250" y="1534193"/>
                  </a:lnTo>
                  <a:lnTo>
                    <a:pt x="2555278" y="1568513"/>
                  </a:lnTo>
                  <a:lnTo>
                    <a:pt x="2506068" y="1585019"/>
                  </a:lnTo>
                  <a:lnTo>
                    <a:pt x="133197" y="1586522"/>
                  </a:lnTo>
                  <a:lnTo>
                    <a:pt x="82216" y="1576342"/>
                  </a:lnTo>
                  <a:lnTo>
                    <a:pt x="38876" y="1547456"/>
                  </a:lnTo>
                  <a:lnTo>
                    <a:pt x="10019" y="1504148"/>
                  </a:lnTo>
                  <a:lnTo>
                    <a:pt x="0" y="1453324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127915" y="3301925"/>
              <a:ext cx="843280" cy="196215"/>
            </a:xfrm>
            <a:custGeom>
              <a:avLst/>
              <a:gdLst/>
              <a:ahLst/>
              <a:cxnLst/>
              <a:rect l="l" t="t" r="r" b="b"/>
              <a:pathLst>
                <a:path w="843279" h="196214">
                  <a:moveTo>
                    <a:pt x="744486" y="0"/>
                  </a:moveTo>
                  <a:lnTo>
                    <a:pt x="98285" y="0"/>
                  </a:lnTo>
                  <a:lnTo>
                    <a:pt x="84526" y="865"/>
                  </a:lnTo>
                  <a:lnTo>
                    <a:pt x="85124" y="865"/>
                  </a:lnTo>
                  <a:lnTo>
                    <a:pt x="72813" y="3238"/>
                  </a:lnTo>
                  <a:lnTo>
                    <a:pt x="38334" y="20095"/>
                  </a:lnTo>
                  <a:lnTo>
                    <a:pt x="13322" y="48958"/>
                  </a:lnTo>
                  <a:lnTo>
                    <a:pt x="867" y="85050"/>
                  </a:lnTo>
                  <a:lnTo>
                    <a:pt x="0" y="97916"/>
                  </a:lnTo>
                  <a:lnTo>
                    <a:pt x="0" y="98272"/>
                  </a:lnTo>
                  <a:lnTo>
                    <a:pt x="801" y="110783"/>
                  </a:lnTo>
                  <a:lnTo>
                    <a:pt x="811" y="110939"/>
                  </a:lnTo>
                  <a:lnTo>
                    <a:pt x="3244" y="123432"/>
                  </a:lnTo>
                  <a:lnTo>
                    <a:pt x="7245" y="135430"/>
                  </a:lnTo>
                  <a:lnTo>
                    <a:pt x="7297" y="135586"/>
                  </a:lnTo>
                  <a:lnTo>
                    <a:pt x="28535" y="167489"/>
                  </a:lnTo>
                  <a:lnTo>
                    <a:pt x="60416" y="188604"/>
                  </a:lnTo>
                  <a:lnTo>
                    <a:pt x="97929" y="196202"/>
                  </a:lnTo>
                  <a:lnTo>
                    <a:pt x="744842" y="196202"/>
                  </a:lnTo>
                  <a:lnTo>
                    <a:pt x="793800" y="182879"/>
                  </a:lnTo>
                  <a:lnTo>
                    <a:pt x="822463" y="157666"/>
                  </a:lnTo>
                  <a:lnTo>
                    <a:pt x="835094" y="135586"/>
                  </a:lnTo>
                  <a:lnTo>
                    <a:pt x="835172" y="135430"/>
                  </a:lnTo>
                  <a:lnTo>
                    <a:pt x="839312" y="123432"/>
                  </a:lnTo>
                  <a:lnTo>
                    <a:pt x="841862" y="110939"/>
                  </a:lnTo>
                  <a:lnTo>
                    <a:pt x="841894" y="110783"/>
                  </a:lnTo>
                  <a:lnTo>
                    <a:pt x="842735" y="98272"/>
                  </a:lnTo>
                  <a:lnTo>
                    <a:pt x="842403" y="98272"/>
                  </a:lnTo>
                  <a:lnTo>
                    <a:pt x="841594" y="85405"/>
                  </a:lnTo>
                  <a:lnTo>
                    <a:pt x="829449" y="48958"/>
                  </a:lnTo>
                  <a:lnTo>
                    <a:pt x="804235" y="20303"/>
                  </a:lnTo>
                  <a:lnTo>
                    <a:pt x="769908" y="3417"/>
                  </a:lnTo>
                  <a:lnTo>
                    <a:pt x="757347" y="865"/>
                  </a:lnTo>
                  <a:lnTo>
                    <a:pt x="744486" y="0"/>
                  </a:lnTo>
                  <a:close/>
                </a:path>
                <a:path w="843279" h="196214">
                  <a:moveTo>
                    <a:pt x="842759" y="97916"/>
                  </a:moveTo>
                  <a:lnTo>
                    <a:pt x="842403" y="98272"/>
                  </a:lnTo>
                  <a:lnTo>
                    <a:pt x="842735" y="98272"/>
                  </a:lnTo>
                  <a:lnTo>
                    <a:pt x="842759" y="97916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6164897" y="3324138"/>
            <a:ext cx="748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1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60">
                <a:solidFill>
                  <a:srgbClr val="FF6A5A"/>
                </a:solidFill>
                <a:latin typeface="Trebuchet MS"/>
                <a:cs typeface="Trebuchet MS"/>
              </a:rPr>
              <a:t>–</a:t>
            </a:r>
            <a:r>
              <a:rPr dirty="0" sz="800" spc="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1 </a:t>
            </a:r>
            <a:r>
              <a:rPr dirty="0" sz="800" spc="-120">
                <a:solidFill>
                  <a:srgbClr val="FF6A5A"/>
                </a:solidFill>
                <a:latin typeface="Trebuchet MS"/>
                <a:cs typeface="Trebuchet MS"/>
              </a:rPr>
              <a:t>: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3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50834" y="3285364"/>
            <a:ext cx="228968" cy="228955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8282419" y="3291028"/>
            <a:ext cx="16573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293183"/>
                </a:solidFill>
                <a:latin typeface="Segoe UI Symbol"/>
                <a:cs typeface="Segoe UI Symbol"/>
              </a:rPr>
              <a:t>◌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2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37541" y="3587663"/>
            <a:ext cx="1706245" cy="370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40">
                <a:solidFill>
                  <a:srgbClr val="293183"/>
                </a:solidFill>
                <a:latin typeface="Trebuchet MS"/>
                <a:cs typeface="Trebuchet MS"/>
              </a:rPr>
              <a:t>Q</a:t>
            </a:r>
            <a:r>
              <a:rPr dirty="0" sz="1000" spc="-160">
                <a:solidFill>
                  <a:srgbClr val="293183"/>
                </a:solidFill>
                <a:latin typeface="Trebuchet MS"/>
                <a:cs typeface="Trebuchet MS"/>
              </a:rPr>
              <a:t> &amp;</a:t>
            </a:r>
            <a:r>
              <a:rPr dirty="0" sz="1000" spc="-8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100">
                <a:solidFill>
                  <a:srgbClr val="293183"/>
                </a:solidFill>
                <a:latin typeface="Trebuchet MS"/>
                <a:cs typeface="Trebuchet MS"/>
              </a:rPr>
              <a:t>n</a:t>
            </a:r>
            <a:r>
              <a:rPr dirty="0" sz="1000" spc="-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1000" spc="1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10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75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1000" spc="14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293183"/>
                </a:solidFill>
                <a:latin typeface="Trebuchet MS"/>
                <a:cs typeface="Trebuchet MS"/>
              </a:rPr>
              <a:t>3</a:t>
            </a:r>
            <a:r>
              <a:rPr dirty="0" sz="1000" spc="14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35">
                <a:solidFill>
                  <a:srgbClr val="293183"/>
                </a:solidFill>
                <a:latin typeface="Trebuchet MS"/>
                <a:cs typeface="Trebuchet MS"/>
              </a:rPr>
              <a:t>Pre</a:t>
            </a:r>
            <a:r>
              <a:rPr dirty="0" sz="1000" spc="-1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85">
                <a:solidFill>
                  <a:srgbClr val="293183"/>
                </a:solidFill>
                <a:latin typeface="Trebuchet MS"/>
                <a:cs typeface="Trebuchet MS"/>
              </a:rPr>
              <a:t>v</a:t>
            </a:r>
            <a:r>
              <a:rPr dirty="0" sz="10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65">
                <a:solidFill>
                  <a:srgbClr val="293183"/>
                </a:solidFill>
                <a:latin typeface="Trebuchet MS"/>
                <a:cs typeface="Trebuchet MS"/>
              </a:rPr>
              <a:t>ie</a:t>
            </a:r>
            <a:r>
              <a:rPr dirty="0" sz="1000" spc="-15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1000" spc="-50">
                <a:solidFill>
                  <a:srgbClr val="293183"/>
                </a:solidFill>
                <a:latin typeface="Trebuchet MS"/>
                <a:cs typeface="Trebuchet MS"/>
              </a:rPr>
              <a:t>w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Open</a:t>
            </a:r>
            <a:r>
              <a:rPr dirty="0" sz="7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494E69"/>
                </a:solidFill>
                <a:latin typeface="Calibri"/>
                <a:cs typeface="Calibri"/>
              </a:rPr>
              <a:t>floor,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then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quick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look</a:t>
            </a:r>
            <a:r>
              <a:rPr dirty="0" sz="7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&amp;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494E69"/>
                </a:solidFill>
                <a:latin typeface="Calibri"/>
                <a:cs typeface="Calibri"/>
              </a:rPr>
              <a:t>GitHub.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36221"/>
            <a:ext cx="10007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8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3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738" y="558979"/>
            <a:ext cx="6390005" cy="4724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90"/>
              <a:t>Yesterday</a:t>
            </a:r>
            <a:r>
              <a:rPr dirty="0" sz="2900" spc="-85"/>
              <a:t> </a:t>
            </a:r>
            <a:r>
              <a:rPr dirty="0" sz="2900"/>
              <a:t>we</a:t>
            </a:r>
            <a:r>
              <a:rPr dirty="0" sz="2900" spc="-165"/>
              <a:t> </a:t>
            </a:r>
            <a:r>
              <a:rPr dirty="0" sz="2900" spc="-20"/>
              <a:t>set</a:t>
            </a:r>
            <a:r>
              <a:rPr dirty="0" sz="2900" spc="-125"/>
              <a:t> </a:t>
            </a:r>
            <a:r>
              <a:rPr dirty="0" sz="2900"/>
              <a:t>the</a:t>
            </a:r>
            <a:r>
              <a:rPr dirty="0" sz="2900" spc="-110"/>
              <a:t> </a:t>
            </a:r>
            <a:r>
              <a:rPr dirty="0" sz="2900" spc="-35"/>
              <a:t>table.</a:t>
            </a:r>
            <a:r>
              <a:rPr dirty="0" sz="2900" spc="-114"/>
              <a:t> </a:t>
            </a:r>
            <a:r>
              <a:rPr dirty="0" sz="2900" spc="-105"/>
              <a:t>Today</a:t>
            </a:r>
            <a:r>
              <a:rPr dirty="0" sz="2900" spc="-85"/>
              <a:t> </a:t>
            </a:r>
            <a:r>
              <a:rPr dirty="0" sz="2900"/>
              <a:t>we</a:t>
            </a:r>
            <a:r>
              <a:rPr dirty="0" sz="2900" spc="-114"/>
              <a:t> </a:t>
            </a:r>
            <a:r>
              <a:rPr dirty="0" sz="2900" spc="-10"/>
              <a:t>cook.</a:t>
            </a:r>
            <a:endParaRPr sz="2900"/>
          </a:p>
        </p:txBody>
      </p:sp>
      <p:sp>
        <p:nvSpPr>
          <p:cNvPr id="5" name="object 5"/>
          <p:cNvSpPr txBox="1"/>
          <p:nvPr/>
        </p:nvSpPr>
        <p:spPr>
          <a:xfrm>
            <a:off x="6184341" y="927267"/>
            <a:ext cx="246253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Quick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check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laptop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ready,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then</a:t>
            </a:r>
            <a:r>
              <a:rPr dirty="0" sz="9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move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483" y="1522977"/>
            <a:ext cx="4819650" cy="3234690"/>
            <a:chOff x="510483" y="1522977"/>
            <a:chExt cx="4819650" cy="3234690"/>
          </a:xfrm>
        </p:grpSpPr>
        <p:sp>
          <p:nvSpPr>
            <p:cNvPr id="7" name="object 7"/>
            <p:cNvSpPr/>
            <p:nvPr/>
          </p:nvSpPr>
          <p:spPr>
            <a:xfrm>
              <a:off x="514438" y="1536841"/>
              <a:ext cx="4812665" cy="3206750"/>
            </a:xfrm>
            <a:custGeom>
              <a:avLst/>
              <a:gdLst/>
              <a:ahLst/>
              <a:cxnLst/>
              <a:rect l="l" t="t" r="r" b="b"/>
              <a:pathLst>
                <a:path w="4812665" h="3206750">
                  <a:moveTo>
                    <a:pt x="4659477" y="0"/>
                  </a:moveTo>
                  <a:lnTo>
                    <a:pt x="152285" y="0"/>
                  </a:lnTo>
                  <a:lnTo>
                    <a:pt x="131548" y="1333"/>
                  </a:lnTo>
                  <a:lnTo>
                    <a:pt x="132131" y="1333"/>
                  </a:lnTo>
                  <a:lnTo>
                    <a:pt x="112953" y="5086"/>
                  </a:lnTo>
                  <a:lnTo>
                    <a:pt x="76327" y="20154"/>
                  </a:lnTo>
                  <a:lnTo>
                    <a:pt x="44564" y="44642"/>
                  </a:lnTo>
                  <a:lnTo>
                    <a:pt x="20523" y="75958"/>
                  </a:lnTo>
                  <a:lnTo>
                    <a:pt x="5256" y="112952"/>
                  </a:lnTo>
                  <a:lnTo>
                    <a:pt x="0" y="152285"/>
                  </a:lnTo>
                  <a:lnTo>
                    <a:pt x="0" y="3053880"/>
                  </a:lnTo>
                  <a:lnTo>
                    <a:pt x="5024" y="3092896"/>
                  </a:lnTo>
                  <a:lnTo>
                    <a:pt x="20154" y="3129838"/>
                  </a:lnTo>
                  <a:lnTo>
                    <a:pt x="44551" y="3161522"/>
                  </a:lnTo>
                  <a:lnTo>
                    <a:pt x="75958" y="3185642"/>
                  </a:lnTo>
                  <a:lnTo>
                    <a:pt x="112907" y="3200900"/>
                  </a:lnTo>
                  <a:lnTo>
                    <a:pt x="152285" y="3206165"/>
                  </a:lnTo>
                  <a:lnTo>
                    <a:pt x="4659845" y="3205797"/>
                  </a:lnTo>
                  <a:lnTo>
                    <a:pt x="4699173" y="3200715"/>
                  </a:lnTo>
                  <a:lnTo>
                    <a:pt x="4735804" y="3185642"/>
                  </a:lnTo>
                  <a:lnTo>
                    <a:pt x="4767481" y="3161250"/>
                  </a:lnTo>
                  <a:lnTo>
                    <a:pt x="4791595" y="3129838"/>
                  </a:lnTo>
                  <a:lnTo>
                    <a:pt x="4800321" y="3111998"/>
                  </a:lnTo>
                  <a:lnTo>
                    <a:pt x="4800422" y="3111790"/>
                  </a:lnTo>
                  <a:lnTo>
                    <a:pt x="4806745" y="3093212"/>
                  </a:lnTo>
                  <a:lnTo>
                    <a:pt x="4806853" y="3092896"/>
                  </a:lnTo>
                  <a:lnTo>
                    <a:pt x="4810713" y="3073749"/>
                  </a:lnTo>
                  <a:lnTo>
                    <a:pt x="4810785" y="3073394"/>
                  </a:lnTo>
                  <a:lnTo>
                    <a:pt x="4812095" y="3053880"/>
                  </a:lnTo>
                  <a:lnTo>
                    <a:pt x="4812118" y="3053524"/>
                  </a:lnTo>
                  <a:lnTo>
                    <a:pt x="4811763" y="152285"/>
                  </a:lnTo>
                  <a:lnTo>
                    <a:pt x="4806675" y="112952"/>
                  </a:lnTo>
                  <a:lnTo>
                    <a:pt x="4791595" y="76314"/>
                  </a:lnTo>
                  <a:lnTo>
                    <a:pt x="4767210" y="44642"/>
                  </a:lnTo>
                  <a:lnTo>
                    <a:pt x="4735804" y="20523"/>
                  </a:lnTo>
                  <a:lnTo>
                    <a:pt x="4698855" y="5265"/>
                  </a:lnTo>
                  <a:lnTo>
                    <a:pt x="4679352" y="1333"/>
                  </a:lnTo>
                  <a:lnTo>
                    <a:pt x="46594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537197"/>
              <a:ext cx="4812665" cy="3206750"/>
            </a:xfrm>
            <a:custGeom>
              <a:avLst/>
              <a:gdLst/>
              <a:ahLst/>
              <a:cxnLst/>
              <a:rect l="l" t="t" r="r" b="b"/>
              <a:pathLst>
                <a:path w="4812665" h="3206750">
                  <a:moveTo>
                    <a:pt x="0" y="3606"/>
                  </a:moveTo>
                  <a:lnTo>
                    <a:pt x="4812118" y="3962"/>
                  </a:lnTo>
                </a:path>
                <a:path w="4812665" h="3206750">
                  <a:moveTo>
                    <a:pt x="4808512" y="0"/>
                  </a:moveTo>
                  <a:lnTo>
                    <a:pt x="4808880" y="3206165"/>
                  </a:lnTo>
                </a:path>
                <a:path w="4812665" h="3206750">
                  <a:moveTo>
                    <a:pt x="0" y="3202559"/>
                  </a:moveTo>
                  <a:lnTo>
                    <a:pt x="4812118" y="3202927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537197"/>
              <a:ext cx="635" cy="3206750"/>
            </a:xfrm>
            <a:custGeom>
              <a:avLst/>
              <a:gdLst/>
              <a:ahLst/>
              <a:cxnLst/>
              <a:rect l="l" t="t" r="r" b="b"/>
              <a:pathLst>
                <a:path w="634" h="3206750">
                  <a:moveTo>
                    <a:pt x="0" y="0"/>
                  </a:moveTo>
                  <a:lnTo>
                    <a:pt x="355" y="3206165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28637" y="2172959"/>
              <a:ext cx="4404995" cy="789940"/>
            </a:xfrm>
            <a:custGeom>
              <a:avLst/>
              <a:gdLst/>
              <a:ahLst/>
              <a:cxnLst/>
              <a:rect l="l" t="t" r="r" b="b"/>
              <a:pathLst>
                <a:path w="4404995" h="789939">
                  <a:moveTo>
                    <a:pt x="0" y="0"/>
                  </a:moveTo>
                  <a:lnTo>
                    <a:pt x="4404601" y="368"/>
                  </a:lnTo>
                </a:path>
                <a:path w="4404995" h="789939">
                  <a:moveTo>
                    <a:pt x="0" y="263156"/>
                  </a:moveTo>
                  <a:lnTo>
                    <a:pt x="4404601" y="263525"/>
                  </a:lnTo>
                </a:path>
                <a:path w="4404995" h="789939">
                  <a:moveTo>
                    <a:pt x="0" y="526326"/>
                  </a:moveTo>
                  <a:lnTo>
                    <a:pt x="4404601" y="526681"/>
                  </a:lnTo>
                </a:path>
                <a:path w="4404995" h="789939">
                  <a:moveTo>
                    <a:pt x="0" y="789482"/>
                  </a:moveTo>
                  <a:lnTo>
                    <a:pt x="4404601" y="78983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43060" y="1620117"/>
            <a:ext cx="4776470" cy="157226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610"/>
              </a:spcBef>
            </a:pP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AT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C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OV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D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Y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S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797E94"/>
                </a:solidFill>
                <a:latin typeface="Calibri"/>
                <a:cs typeface="Calibri"/>
              </a:rPr>
              <a:t>DAY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alibri"/>
              <a:cs typeface="Calibri"/>
            </a:endParaRPr>
          </a:p>
          <a:p>
            <a:pPr marL="407034" indent="-224790">
              <a:lnSpc>
                <a:spcPct val="100000"/>
              </a:lnSpc>
              <a:buClr>
                <a:srgbClr val="FF6A5A"/>
              </a:buClr>
              <a:buSzPct val="168750"/>
              <a:buFont typeface="Segoe UI Symbol"/>
              <a:buChar char="✓"/>
              <a:tabLst>
                <a:tab pos="407034" algn="l"/>
              </a:tabLst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Installed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Python, VS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Code,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Git,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Streamlit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 every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laptop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Calibri"/>
              <a:cs typeface="Calibri"/>
            </a:endParaRPr>
          </a:p>
          <a:p>
            <a:pPr marL="407034" indent="-224790">
              <a:lnSpc>
                <a:spcPct val="100000"/>
              </a:lnSpc>
              <a:buClr>
                <a:srgbClr val="FF6A5A"/>
              </a:buClr>
              <a:buSzPct val="168750"/>
              <a:buFont typeface="Segoe UI Symbol"/>
              <a:buChar char="✓"/>
              <a:tabLst>
                <a:tab pos="407034" algn="l"/>
              </a:tabLst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Set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up a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virtual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environment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(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.venv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) per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project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Calibri"/>
              <a:cs typeface="Calibri"/>
            </a:endParaRPr>
          </a:p>
          <a:p>
            <a:pPr marL="407034" indent="-224790">
              <a:lnSpc>
                <a:spcPct val="100000"/>
              </a:lnSpc>
              <a:buClr>
                <a:srgbClr val="FF6A5A"/>
              </a:buClr>
              <a:buSzPct val="168750"/>
              <a:buFont typeface="Segoe UI Symbol"/>
              <a:buChar char="✓"/>
              <a:tabLst>
                <a:tab pos="407034" algn="l"/>
              </a:tabLst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Ran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streamlit</a:t>
            </a:r>
            <a:r>
              <a:rPr dirty="0" sz="800" spc="-1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hello</a:t>
            </a:r>
            <a:r>
              <a:rPr dirty="0" sz="800" spc="-29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saw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open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browser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Calibri"/>
              <a:cs typeface="Calibri"/>
            </a:endParaRPr>
          </a:p>
          <a:p>
            <a:pPr marL="407034" indent="-224790">
              <a:lnSpc>
                <a:spcPct val="100000"/>
              </a:lnSpc>
              <a:buClr>
                <a:srgbClr val="FF6A5A"/>
              </a:buClr>
              <a:buSzPct val="168750"/>
              <a:buFont typeface="Segoe UI Symbol"/>
              <a:buChar char="✓"/>
              <a:tabLst>
                <a:tab pos="407034" algn="l"/>
              </a:tabLst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Built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5-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line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hello-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world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app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ran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55">
                <a:solidFill>
                  <a:srgbClr val="293183"/>
                </a:solidFill>
                <a:latin typeface="Trebuchet MS"/>
                <a:cs typeface="Trebuchet MS"/>
              </a:rPr>
              <a:t>lo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293183"/>
                </a:solidFill>
                <a:latin typeface="Trebuchet MS"/>
                <a:cs typeface="Trebuchet MS"/>
              </a:rPr>
              <a:t>c</a:t>
            </a:r>
            <a:r>
              <a:rPr dirty="0" sz="800" spc="-13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60">
                <a:solidFill>
                  <a:srgbClr val="293183"/>
                </a:solidFill>
                <a:latin typeface="Trebuchet MS"/>
                <a:cs typeface="Trebuchet MS"/>
              </a:rPr>
              <a:t>lh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s</a:t>
            </a:r>
            <a:r>
              <a:rPr dirty="0" sz="800" spc="-1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293183"/>
                </a:solidFill>
                <a:latin typeface="Trebuchet MS"/>
                <a:cs typeface="Trebuchet MS"/>
              </a:rPr>
              <a:t>t</a:t>
            </a:r>
            <a:r>
              <a:rPr dirty="0" sz="800" spc="-114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293183"/>
                </a:solidFill>
                <a:latin typeface="Trebuchet MS"/>
                <a:cs typeface="Trebuchet MS"/>
              </a:rPr>
              <a:t>:</a:t>
            </a:r>
            <a:r>
              <a:rPr dirty="0" sz="800" spc="-16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8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5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1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Clr>
                <a:srgbClr val="FF6A5A"/>
              </a:buClr>
              <a:buFont typeface="Segoe UI Symbol"/>
              <a:buChar char="✓"/>
            </a:pPr>
            <a:endParaRPr sz="800">
              <a:latin typeface="Trebuchet MS"/>
              <a:cs typeface="Trebuchet MS"/>
            </a:endParaRPr>
          </a:p>
          <a:p>
            <a:pPr marL="407034" indent="-224790">
              <a:lnSpc>
                <a:spcPct val="100000"/>
              </a:lnSpc>
              <a:spcBef>
                <a:spcPts val="5"/>
              </a:spcBef>
              <a:buClr>
                <a:srgbClr val="FF6A5A"/>
              </a:buClr>
              <a:buSzPct val="168750"/>
              <a:buFont typeface="Segoe UI Symbol"/>
              <a:buChar char="✓"/>
              <a:tabLst>
                <a:tab pos="407034" algn="l"/>
              </a:tabLst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Saw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24-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day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roadmap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where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today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fits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65515" y="1522977"/>
            <a:ext cx="3167380" cy="3234690"/>
            <a:chOff x="5465515" y="1522977"/>
            <a:chExt cx="3167380" cy="3234690"/>
          </a:xfrm>
        </p:grpSpPr>
        <p:sp>
          <p:nvSpPr>
            <p:cNvPr id="13" name="object 13"/>
            <p:cNvSpPr/>
            <p:nvPr/>
          </p:nvSpPr>
          <p:spPr>
            <a:xfrm>
              <a:off x="5469115" y="1536841"/>
              <a:ext cx="3161030" cy="3206750"/>
            </a:xfrm>
            <a:custGeom>
              <a:avLst/>
              <a:gdLst/>
              <a:ahLst/>
              <a:cxnLst/>
              <a:rect l="l" t="t" r="r" b="b"/>
              <a:pathLst>
                <a:path w="3161029" h="3206750">
                  <a:moveTo>
                    <a:pt x="3007804" y="0"/>
                  </a:moveTo>
                  <a:lnTo>
                    <a:pt x="152285" y="0"/>
                  </a:lnTo>
                  <a:lnTo>
                    <a:pt x="131548" y="1333"/>
                  </a:lnTo>
                  <a:lnTo>
                    <a:pt x="132131" y="1333"/>
                  </a:lnTo>
                  <a:lnTo>
                    <a:pt x="112953" y="5086"/>
                  </a:lnTo>
                  <a:lnTo>
                    <a:pt x="76326" y="20154"/>
                  </a:lnTo>
                  <a:lnTo>
                    <a:pt x="44564" y="44642"/>
                  </a:lnTo>
                  <a:lnTo>
                    <a:pt x="20523" y="75958"/>
                  </a:lnTo>
                  <a:lnTo>
                    <a:pt x="5256" y="112952"/>
                  </a:lnTo>
                  <a:lnTo>
                    <a:pt x="0" y="152285"/>
                  </a:lnTo>
                  <a:lnTo>
                    <a:pt x="0" y="3053880"/>
                  </a:lnTo>
                  <a:lnTo>
                    <a:pt x="1254" y="3073394"/>
                  </a:lnTo>
                  <a:lnTo>
                    <a:pt x="1277" y="3073749"/>
                  </a:lnTo>
                  <a:lnTo>
                    <a:pt x="5026" y="3092896"/>
                  </a:lnTo>
                  <a:lnTo>
                    <a:pt x="5087" y="3093212"/>
                  </a:lnTo>
                  <a:lnTo>
                    <a:pt x="11326" y="3111790"/>
                  </a:lnTo>
                  <a:lnTo>
                    <a:pt x="11396" y="3111998"/>
                  </a:lnTo>
                  <a:lnTo>
                    <a:pt x="31415" y="3146559"/>
                  </a:lnTo>
                  <a:lnTo>
                    <a:pt x="59445" y="3174594"/>
                  </a:lnTo>
                  <a:lnTo>
                    <a:pt x="94012" y="3194469"/>
                  </a:lnTo>
                  <a:lnTo>
                    <a:pt x="132410" y="3204832"/>
                  </a:lnTo>
                  <a:lnTo>
                    <a:pt x="152285" y="3206165"/>
                  </a:lnTo>
                  <a:lnTo>
                    <a:pt x="3008160" y="3205797"/>
                  </a:lnTo>
                  <a:lnTo>
                    <a:pt x="3047492" y="3200715"/>
                  </a:lnTo>
                  <a:lnTo>
                    <a:pt x="3084118" y="3185642"/>
                  </a:lnTo>
                  <a:lnTo>
                    <a:pt x="3115802" y="3161250"/>
                  </a:lnTo>
                  <a:lnTo>
                    <a:pt x="3139922" y="3129838"/>
                  </a:lnTo>
                  <a:lnTo>
                    <a:pt x="3148648" y="3111998"/>
                  </a:lnTo>
                  <a:lnTo>
                    <a:pt x="3148749" y="3111790"/>
                  </a:lnTo>
                  <a:lnTo>
                    <a:pt x="3155072" y="3093212"/>
                  </a:lnTo>
                  <a:lnTo>
                    <a:pt x="3155180" y="3092896"/>
                  </a:lnTo>
                  <a:lnTo>
                    <a:pt x="3159040" y="3073749"/>
                  </a:lnTo>
                  <a:lnTo>
                    <a:pt x="3159112" y="3073394"/>
                  </a:lnTo>
                  <a:lnTo>
                    <a:pt x="3160421" y="3053880"/>
                  </a:lnTo>
                  <a:lnTo>
                    <a:pt x="3160445" y="3053524"/>
                  </a:lnTo>
                  <a:lnTo>
                    <a:pt x="3160090" y="152285"/>
                  </a:lnTo>
                  <a:lnTo>
                    <a:pt x="3155002" y="112952"/>
                  </a:lnTo>
                  <a:lnTo>
                    <a:pt x="3139922" y="76314"/>
                  </a:lnTo>
                  <a:lnTo>
                    <a:pt x="3115535" y="44642"/>
                  </a:lnTo>
                  <a:lnTo>
                    <a:pt x="3084118" y="20523"/>
                  </a:lnTo>
                  <a:lnTo>
                    <a:pt x="3047180" y="5265"/>
                  </a:lnTo>
                  <a:lnTo>
                    <a:pt x="3027679" y="1333"/>
                  </a:lnTo>
                  <a:lnTo>
                    <a:pt x="30078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69115" y="1537197"/>
              <a:ext cx="3160395" cy="3206750"/>
            </a:xfrm>
            <a:custGeom>
              <a:avLst/>
              <a:gdLst/>
              <a:ahLst/>
              <a:cxnLst/>
              <a:rect l="l" t="t" r="r" b="b"/>
              <a:pathLst>
                <a:path w="3160395" h="3206750">
                  <a:moveTo>
                    <a:pt x="0" y="3606"/>
                  </a:moveTo>
                  <a:lnTo>
                    <a:pt x="3160090" y="3962"/>
                  </a:lnTo>
                </a:path>
                <a:path w="3160395" h="3206750">
                  <a:moveTo>
                    <a:pt x="3156838" y="0"/>
                  </a:moveTo>
                  <a:lnTo>
                    <a:pt x="3157207" y="3206165"/>
                  </a:lnTo>
                </a:path>
                <a:path w="3160395" h="3206750">
                  <a:moveTo>
                    <a:pt x="0" y="3202559"/>
                  </a:moveTo>
                  <a:lnTo>
                    <a:pt x="3160090" y="3202927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83161" y="1537197"/>
              <a:ext cx="635" cy="3206750"/>
            </a:xfrm>
            <a:custGeom>
              <a:avLst/>
              <a:gdLst/>
              <a:ahLst/>
              <a:cxnLst/>
              <a:rect l="l" t="t" r="r" b="b"/>
              <a:pathLst>
                <a:path w="635" h="3206750">
                  <a:moveTo>
                    <a:pt x="0" y="0"/>
                  </a:moveTo>
                  <a:lnTo>
                    <a:pt x="355" y="3206165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683326" y="1919162"/>
              <a:ext cx="2753360" cy="994410"/>
            </a:xfrm>
            <a:custGeom>
              <a:avLst/>
              <a:gdLst/>
              <a:ahLst/>
              <a:cxnLst/>
              <a:rect l="l" t="t" r="r" b="b"/>
              <a:pathLst>
                <a:path w="2753359" h="994410">
                  <a:moveTo>
                    <a:pt x="2638793" y="0"/>
                  </a:moveTo>
                  <a:lnTo>
                    <a:pt x="114109" y="0"/>
                  </a:lnTo>
                  <a:lnTo>
                    <a:pt x="98429" y="1000"/>
                  </a:lnTo>
                  <a:lnTo>
                    <a:pt x="99014" y="1000"/>
                  </a:lnTo>
                  <a:lnTo>
                    <a:pt x="84726" y="3781"/>
                  </a:lnTo>
                  <a:lnTo>
                    <a:pt x="44638" y="23468"/>
                  </a:lnTo>
                  <a:lnTo>
                    <a:pt x="15468" y="56883"/>
                  </a:lnTo>
                  <a:lnTo>
                    <a:pt x="1000" y="99151"/>
                  </a:lnTo>
                  <a:lnTo>
                    <a:pt x="0" y="114122"/>
                  </a:lnTo>
                  <a:lnTo>
                    <a:pt x="0" y="880198"/>
                  </a:lnTo>
                  <a:lnTo>
                    <a:pt x="930" y="894809"/>
                  </a:lnTo>
                  <a:lnTo>
                    <a:pt x="943" y="895009"/>
                  </a:lnTo>
                  <a:lnTo>
                    <a:pt x="3740" y="909405"/>
                  </a:lnTo>
                  <a:lnTo>
                    <a:pt x="3775" y="909583"/>
                  </a:lnTo>
                  <a:lnTo>
                    <a:pt x="8445" y="923530"/>
                  </a:lnTo>
                  <a:lnTo>
                    <a:pt x="8497" y="923686"/>
                  </a:lnTo>
                  <a:lnTo>
                    <a:pt x="15113" y="937082"/>
                  </a:lnTo>
                  <a:lnTo>
                    <a:pt x="44477" y="970697"/>
                  </a:lnTo>
                  <a:lnTo>
                    <a:pt x="84547" y="990361"/>
                  </a:lnTo>
                  <a:lnTo>
                    <a:pt x="114109" y="994321"/>
                  </a:lnTo>
                  <a:lnTo>
                    <a:pt x="2639148" y="993965"/>
                  </a:lnTo>
                  <a:lnTo>
                    <a:pt x="2682470" y="985512"/>
                  </a:lnTo>
                  <a:lnTo>
                    <a:pt x="2719882" y="960656"/>
                  </a:lnTo>
                  <a:lnTo>
                    <a:pt x="2744386" y="923686"/>
                  </a:lnTo>
                  <a:lnTo>
                    <a:pt x="2744462" y="923530"/>
                  </a:lnTo>
                  <a:lnTo>
                    <a:pt x="2749250" y="909583"/>
                  </a:lnTo>
                  <a:lnTo>
                    <a:pt x="2749311" y="909405"/>
                  </a:lnTo>
                  <a:lnTo>
                    <a:pt x="2752229" y="895009"/>
                  </a:lnTo>
                  <a:lnTo>
                    <a:pt x="2752270" y="894809"/>
                  </a:lnTo>
                  <a:lnTo>
                    <a:pt x="2753247" y="880198"/>
                  </a:lnTo>
                  <a:lnTo>
                    <a:pt x="2753271" y="879843"/>
                  </a:lnTo>
                  <a:lnTo>
                    <a:pt x="2752915" y="114122"/>
                  </a:lnTo>
                  <a:lnTo>
                    <a:pt x="2744407" y="70634"/>
                  </a:lnTo>
                  <a:lnTo>
                    <a:pt x="2719616" y="33388"/>
                  </a:lnTo>
                  <a:lnTo>
                    <a:pt x="2682480" y="8808"/>
                  </a:lnTo>
                  <a:lnTo>
                    <a:pt x="2653759" y="1000"/>
                  </a:lnTo>
                  <a:lnTo>
                    <a:pt x="2638793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83326" y="3013559"/>
              <a:ext cx="2753360" cy="420370"/>
            </a:xfrm>
            <a:custGeom>
              <a:avLst/>
              <a:gdLst/>
              <a:ahLst/>
              <a:cxnLst/>
              <a:rect l="l" t="t" r="r" b="b"/>
              <a:pathLst>
                <a:path w="2753359" h="420370">
                  <a:moveTo>
                    <a:pt x="2657868" y="0"/>
                  </a:moveTo>
                  <a:lnTo>
                    <a:pt x="95034" y="0"/>
                  </a:lnTo>
                  <a:lnTo>
                    <a:pt x="82647" y="804"/>
                  </a:lnTo>
                  <a:lnTo>
                    <a:pt x="37194" y="19523"/>
                  </a:lnTo>
                  <a:lnTo>
                    <a:pt x="7136" y="58695"/>
                  </a:lnTo>
                  <a:lnTo>
                    <a:pt x="0" y="95046"/>
                  </a:lnTo>
                  <a:lnTo>
                    <a:pt x="0" y="324726"/>
                  </a:lnTo>
                  <a:lnTo>
                    <a:pt x="780" y="336744"/>
                  </a:lnTo>
                  <a:lnTo>
                    <a:pt x="804" y="337112"/>
                  </a:lnTo>
                  <a:lnTo>
                    <a:pt x="3122" y="348929"/>
                  </a:lnTo>
                  <a:lnTo>
                    <a:pt x="3194" y="349296"/>
                  </a:lnTo>
                  <a:lnTo>
                    <a:pt x="7015" y="360708"/>
                  </a:lnTo>
                  <a:lnTo>
                    <a:pt x="37144" y="400086"/>
                  </a:lnTo>
                  <a:lnTo>
                    <a:pt x="82647" y="418956"/>
                  </a:lnTo>
                  <a:lnTo>
                    <a:pt x="95034" y="419760"/>
                  </a:lnTo>
                  <a:lnTo>
                    <a:pt x="2658237" y="419404"/>
                  </a:lnTo>
                  <a:lnTo>
                    <a:pt x="2705747" y="406806"/>
                  </a:lnTo>
                  <a:lnTo>
                    <a:pt x="2740672" y="371881"/>
                  </a:lnTo>
                  <a:lnTo>
                    <a:pt x="2753247" y="324726"/>
                  </a:lnTo>
                  <a:lnTo>
                    <a:pt x="2753271" y="324357"/>
                  </a:lnTo>
                  <a:lnTo>
                    <a:pt x="2752915" y="95046"/>
                  </a:lnTo>
                  <a:lnTo>
                    <a:pt x="2740317" y="47523"/>
                  </a:lnTo>
                  <a:lnTo>
                    <a:pt x="2705392" y="12598"/>
                  </a:lnTo>
                  <a:lnTo>
                    <a:pt x="2670255" y="804"/>
                  </a:lnTo>
                  <a:lnTo>
                    <a:pt x="2657868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57926" y="1064627"/>
            <a:ext cx="3014345" cy="242062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320"/>
              </a:spcBef>
            </a:pP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on.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No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blame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if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something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broke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overnight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9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fix</a:t>
            </a:r>
            <a:r>
              <a:rPr dirty="0" sz="900" spc="-25">
                <a:solidFill>
                  <a:srgbClr val="494E69"/>
                </a:solidFill>
                <a:latin typeface="Calibri"/>
                <a:cs typeface="Calibri"/>
              </a:rPr>
              <a:t> it</a:t>
            </a:r>
            <a:endParaRPr sz="900">
              <a:latin typeface="Calibri"/>
              <a:cs typeface="Calibri"/>
            </a:endParaRPr>
          </a:p>
          <a:p>
            <a:pPr algn="r" marR="3429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900" spc="-4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494E69"/>
                </a:solidFill>
                <a:latin typeface="Calibri"/>
                <a:cs typeface="Calibri"/>
              </a:rPr>
              <a:t>move.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C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H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EC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K</a:t>
            </a:r>
            <a:r>
              <a:rPr dirty="0" sz="8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YO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U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A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TO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800" spc="2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r>
              <a:rPr dirty="0" sz="800" spc="-5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libri"/>
                <a:cs typeface="Calibri"/>
              </a:rPr>
              <a:t>W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800">
              <a:latin typeface="Calibri"/>
              <a:cs typeface="Calibri"/>
            </a:endParaRPr>
          </a:p>
          <a:p>
            <a:pPr marL="153670" marR="549275">
              <a:lnSpc>
                <a:spcPct val="125800"/>
              </a:lnSpc>
              <a:spcBef>
                <a:spcPts val="5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70" i="1">
                <a:solidFill>
                  <a:srgbClr val="8A8FB4"/>
                </a:solidFill>
                <a:latin typeface="Arial"/>
                <a:cs typeface="Arial"/>
              </a:rPr>
              <a:t>Sh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u</a:t>
            </a:r>
            <a:r>
              <a:rPr dirty="0" sz="8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ld</a:t>
            </a:r>
            <a:r>
              <a:rPr dirty="0" sz="800" spc="14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p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8A8FB4"/>
                </a:solidFill>
                <a:latin typeface="Arial"/>
                <a:cs typeface="Arial"/>
              </a:rPr>
              <a:t>in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v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800" spc="-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8A8FB4"/>
                </a:solidFill>
                <a:latin typeface="Arial"/>
                <a:cs typeface="Arial"/>
              </a:rPr>
              <a:t>io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.</a:t>
            </a:r>
            <a:r>
              <a:rPr dirty="0" sz="800" spc="-15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1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+</a:t>
            </a:r>
            <a:r>
              <a:rPr dirty="0" sz="800" spc="5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-3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python</a:t>
            </a:r>
            <a:r>
              <a:rPr dirty="0" sz="800" spc="-3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 spc="-5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version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Should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see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(.venv)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A8FB4"/>
                </a:solidFill>
                <a:latin typeface="Courier New"/>
                <a:cs typeface="Courier New"/>
              </a:rPr>
              <a:t>your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prompt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after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activating</a:t>
            </a:r>
            <a:r>
              <a:rPr dirty="0" sz="8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(.venv)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echo</a:t>
            </a:r>
            <a:endParaRPr sz="800">
              <a:latin typeface="Courier New"/>
              <a:cs typeface="Courier New"/>
            </a:endParaRPr>
          </a:p>
          <a:p>
            <a:pPr marL="153670" marR="367665">
              <a:lnSpc>
                <a:spcPct val="12580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$VIRTUAL_ENV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/path/to/your/.venv</a:t>
            </a:r>
            <a:r>
              <a:rPr dirty="0" sz="800" spc="15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Should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open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browser</a:t>
            </a:r>
            <a:r>
              <a:rPr dirty="0" sz="8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(.venv)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$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streamlit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hello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800">
              <a:latin typeface="Courier New"/>
              <a:cs typeface="Courier New"/>
            </a:endParaRPr>
          </a:p>
          <a:p>
            <a:pPr marL="132080">
              <a:lnSpc>
                <a:spcPts val="1465"/>
              </a:lnSpc>
            </a:pPr>
            <a:r>
              <a:rPr dirty="0" baseline="-11111" sz="1875" spc="217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r>
              <a:rPr dirty="0" baseline="-11111" sz="1875" spc="225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IF</a:t>
            </a:r>
            <a:r>
              <a:rPr dirty="0" sz="800" spc="1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ANY</a:t>
            </a:r>
            <a:r>
              <a:rPr dirty="0" sz="800" spc="1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OF</a:t>
            </a:r>
            <a:r>
              <a:rPr dirty="0" sz="800" spc="1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THESE</a:t>
            </a:r>
            <a:r>
              <a:rPr dirty="0" sz="800" spc="1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FAILED</a:t>
            </a:r>
            <a:r>
              <a:rPr dirty="0" sz="800" spc="1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—</a:t>
            </a:r>
            <a:r>
              <a:rPr dirty="0" sz="800" spc="1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raise</a:t>
            </a:r>
            <a:r>
              <a:rPr dirty="0" sz="800" spc="1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your</a:t>
            </a:r>
            <a:r>
              <a:rPr dirty="0" sz="800" spc="1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hand</a:t>
            </a:r>
            <a:r>
              <a:rPr dirty="0" sz="800" spc="1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Calibri"/>
                <a:cs typeface="Calibri"/>
              </a:rPr>
              <a:t>now.</a:t>
            </a:r>
            <a:endParaRPr sz="800">
              <a:latin typeface="Calibri"/>
              <a:cs typeface="Calibri"/>
            </a:endParaRPr>
          </a:p>
          <a:p>
            <a:pPr marL="325120">
              <a:lnSpc>
                <a:spcPts val="925"/>
              </a:lnSpc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We</a:t>
            </a:r>
            <a:r>
              <a:rPr dirty="0" sz="800" spc="1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fi</a:t>
            </a:r>
            <a:r>
              <a:rPr dirty="0" sz="800" spc="-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x</a:t>
            </a:r>
            <a:r>
              <a:rPr dirty="0" sz="800" spc="1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it</a:t>
            </a:r>
            <a:r>
              <a:rPr dirty="0" sz="800" spc="1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in</a:t>
            </a:r>
            <a:r>
              <a:rPr dirty="0" sz="800" spc="1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5</a:t>
            </a:r>
            <a:r>
              <a:rPr dirty="0" sz="800" spc="1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minutes</a:t>
            </a:r>
            <a:r>
              <a:rPr dirty="0" sz="800" spc="1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before</a:t>
            </a:r>
            <a:r>
              <a:rPr dirty="0" sz="800" spc="14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we</a:t>
            </a:r>
            <a:r>
              <a:rPr dirty="0" sz="800" spc="1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start</a:t>
            </a:r>
            <a:r>
              <a:rPr dirty="0" sz="800" spc="13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today's</a:t>
            </a:r>
            <a:endParaRPr sz="800">
              <a:latin typeface="Calibri"/>
              <a:cs typeface="Calibri"/>
            </a:endParaRPr>
          </a:p>
          <a:p>
            <a:pPr marL="325120">
              <a:lnSpc>
                <a:spcPct val="100000"/>
              </a:lnSpc>
              <a:spcBef>
                <a:spcPts val="15"/>
              </a:spcBef>
            </a:pP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material.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3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41263"/>
            <a:ext cx="16040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6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6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6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6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6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U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6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6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6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,</a:t>
            </a:r>
            <a:r>
              <a:rPr dirty="0" sz="600" spc="254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6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A R</a:t>
            </a:r>
            <a:r>
              <a:rPr dirty="0" sz="6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383" y="590666"/>
            <a:ext cx="6273800" cy="3340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/>
              <a:t>A</a:t>
            </a:r>
            <a:r>
              <a:rPr dirty="0" sz="2000" spc="-70"/>
              <a:t> </a:t>
            </a:r>
            <a:r>
              <a:rPr dirty="0" sz="2000" spc="-25"/>
              <a:t>function</a:t>
            </a:r>
            <a:r>
              <a:rPr dirty="0" sz="2000" spc="-75"/>
              <a:t> </a:t>
            </a:r>
            <a:r>
              <a:rPr dirty="0" sz="2000"/>
              <a:t>is</a:t>
            </a:r>
            <a:r>
              <a:rPr dirty="0" sz="2000" spc="-65"/>
              <a:t> </a:t>
            </a:r>
            <a:r>
              <a:rPr dirty="0" sz="2000"/>
              <a:t>a</a:t>
            </a:r>
            <a:r>
              <a:rPr dirty="0" sz="2000" spc="-70"/>
              <a:t> </a:t>
            </a:r>
            <a:r>
              <a:rPr dirty="0" sz="2000" spc="-20"/>
              <a:t>tiny</a:t>
            </a:r>
            <a:r>
              <a:rPr dirty="0" sz="2000" spc="-70"/>
              <a:t> </a:t>
            </a:r>
            <a:r>
              <a:rPr dirty="0" sz="2000" spc="-30"/>
              <a:t>contract:</a:t>
            </a:r>
            <a:r>
              <a:rPr dirty="0" sz="2000" spc="-70"/>
              <a:t> </a:t>
            </a:r>
            <a:r>
              <a:rPr dirty="0" sz="2000"/>
              <a:t>I</a:t>
            </a:r>
            <a:r>
              <a:rPr dirty="0" sz="2000" spc="-75"/>
              <a:t> </a:t>
            </a:r>
            <a:r>
              <a:rPr dirty="0" sz="2000" spc="-20"/>
              <a:t>give</a:t>
            </a:r>
            <a:r>
              <a:rPr dirty="0" sz="2000" spc="-65"/>
              <a:t> </a:t>
            </a:r>
            <a:r>
              <a:rPr dirty="0" sz="2000" spc="-10"/>
              <a:t>you</a:t>
            </a:r>
            <a:r>
              <a:rPr dirty="0" sz="2000" spc="-70"/>
              <a:t> </a:t>
            </a:r>
            <a:r>
              <a:rPr dirty="0" sz="2000" spc="-20"/>
              <a:t>this,</a:t>
            </a:r>
            <a:r>
              <a:rPr dirty="0" sz="2000" spc="-70"/>
              <a:t> </a:t>
            </a:r>
            <a:r>
              <a:rPr dirty="0" sz="2000" spc="-10"/>
              <a:t>you</a:t>
            </a:r>
            <a:r>
              <a:rPr dirty="0" sz="2000" spc="-70"/>
              <a:t> </a:t>
            </a:r>
            <a:r>
              <a:rPr dirty="0" sz="2000" spc="-20"/>
              <a:t>give</a:t>
            </a:r>
            <a:r>
              <a:rPr dirty="0" sz="2000" spc="-70"/>
              <a:t> </a:t>
            </a:r>
            <a:r>
              <a:rPr dirty="0" sz="2000"/>
              <a:t>me</a:t>
            </a:r>
            <a:r>
              <a:rPr dirty="0" sz="2000" spc="-65"/>
              <a:t> </a:t>
            </a:r>
            <a:r>
              <a:rPr dirty="0" sz="2000" spc="-10"/>
              <a:t>that.</a:t>
            </a:r>
            <a:endParaRPr sz="2000"/>
          </a:p>
        </p:txBody>
      </p:sp>
      <p:sp>
        <p:nvSpPr>
          <p:cNvPr id="5" name="object 5"/>
          <p:cNvSpPr txBox="1"/>
          <p:nvPr/>
        </p:nvSpPr>
        <p:spPr>
          <a:xfrm>
            <a:off x="501738" y="982702"/>
            <a:ext cx="549021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textbook,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functions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are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about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"reusing</a:t>
            </a:r>
            <a:r>
              <a:rPr dirty="0" sz="800" spc="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code."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project,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they're</a:t>
            </a:r>
            <a:r>
              <a:rPr dirty="0" sz="800" spc="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about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hiding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complexity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behind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name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trust.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273" y="1223748"/>
            <a:ext cx="4008754" cy="3062605"/>
            <a:chOff x="510273" y="1223748"/>
            <a:chExt cx="4008754" cy="3062605"/>
          </a:xfrm>
        </p:grpSpPr>
        <p:sp>
          <p:nvSpPr>
            <p:cNvPr id="7" name="object 7"/>
            <p:cNvSpPr/>
            <p:nvPr/>
          </p:nvSpPr>
          <p:spPr>
            <a:xfrm>
              <a:off x="514438" y="1238404"/>
              <a:ext cx="4001135" cy="3034030"/>
            </a:xfrm>
            <a:custGeom>
              <a:avLst/>
              <a:gdLst/>
              <a:ahLst/>
              <a:cxnLst/>
              <a:rect l="l" t="t" r="r" b="b"/>
              <a:pathLst>
                <a:path w="4001135" h="3034029">
                  <a:moveTo>
                    <a:pt x="386712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2900514"/>
                  </a:lnTo>
                  <a:lnTo>
                    <a:pt x="9954" y="2951138"/>
                  </a:lnTo>
                  <a:lnTo>
                    <a:pt x="38876" y="2994658"/>
                  </a:lnTo>
                  <a:lnTo>
                    <a:pt x="82223" y="3023543"/>
                  </a:lnTo>
                  <a:lnTo>
                    <a:pt x="133197" y="3033712"/>
                  </a:lnTo>
                  <a:lnTo>
                    <a:pt x="3867480" y="3033356"/>
                  </a:lnTo>
                  <a:lnTo>
                    <a:pt x="3918306" y="3023332"/>
                  </a:lnTo>
                  <a:lnTo>
                    <a:pt x="3961623" y="2994480"/>
                  </a:lnTo>
                  <a:lnTo>
                    <a:pt x="3990399" y="2951346"/>
                  </a:lnTo>
                  <a:lnTo>
                    <a:pt x="3990503" y="2951138"/>
                  </a:lnTo>
                  <a:lnTo>
                    <a:pt x="4000654" y="2900514"/>
                  </a:lnTo>
                  <a:lnTo>
                    <a:pt x="4000677" y="2900159"/>
                  </a:lnTo>
                  <a:lnTo>
                    <a:pt x="4000322" y="133197"/>
                  </a:lnTo>
                  <a:lnTo>
                    <a:pt x="3990297" y="82371"/>
                  </a:lnTo>
                  <a:lnTo>
                    <a:pt x="3961445" y="39058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238036"/>
              <a:ext cx="4001135" cy="3034030"/>
            </a:xfrm>
            <a:custGeom>
              <a:avLst/>
              <a:gdLst/>
              <a:ahLst/>
              <a:cxnLst/>
              <a:rect l="l" t="t" r="r" b="b"/>
              <a:pathLst>
                <a:path w="4001135" h="3034029">
                  <a:moveTo>
                    <a:pt x="0" y="3606"/>
                  </a:moveTo>
                  <a:lnTo>
                    <a:pt x="4000677" y="3962"/>
                  </a:lnTo>
                </a:path>
                <a:path w="4001135" h="3034029">
                  <a:moveTo>
                    <a:pt x="3997071" y="0"/>
                  </a:moveTo>
                  <a:lnTo>
                    <a:pt x="3997439" y="3033725"/>
                  </a:lnTo>
                </a:path>
                <a:path w="4001135" h="3034029">
                  <a:moveTo>
                    <a:pt x="0" y="3030131"/>
                  </a:moveTo>
                  <a:lnTo>
                    <a:pt x="4000677" y="303048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238036"/>
              <a:ext cx="635" cy="3034030"/>
            </a:xfrm>
            <a:custGeom>
              <a:avLst/>
              <a:gdLst/>
              <a:ahLst/>
              <a:cxnLst/>
              <a:rect l="l" t="t" r="r" b="b"/>
              <a:pathLst>
                <a:path w="634" h="3034029">
                  <a:moveTo>
                    <a:pt x="0" y="0"/>
                  </a:moveTo>
                  <a:lnTo>
                    <a:pt x="355" y="3033725"/>
                  </a:lnTo>
                </a:path>
              </a:pathLst>
            </a:custGeom>
            <a:ln w="28439">
              <a:solidFill>
                <a:srgbClr val="797E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13485" y="1374116"/>
              <a:ext cx="1422400" cy="150495"/>
            </a:xfrm>
            <a:custGeom>
              <a:avLst/>
              <a:gdLst/>
              <a:ahLst/>
              <a:cxnLst/>
              <a:rect l="l" t="t" r="r" b="b"/>
              <a:pathLst>
                <a:path w="1422400" h="150494">
                  <a:moveTo>
                    <a:pt x="1422349" y="723"/>
                  </a:moveTo>
                  <a:lnTo>
                    <a:pt x="1086523" y="723"/>
                  </a:lnTo>
                  <a:lnTo>
                    <a:pt x="1086281" y="673"/>
                  </a:lnTo>
                  <a:lnTo>
                    <a:pt x="1076388" y="0"/>
                  </a:lnTo>
                  <a:lnTo>
                    <a:pt x="75234" y="0"/>
                  </a:lnTo>
                  <a:lnTo>
                    <a:pt x="64414" y="673"/>
                  </a:lnTo>
                  <a:lnTo>
                    <a:pt x="65024" y="673"/>
                  </a:lnTo>
                  <a:lnTo>
                    <a:pt x="64744" y="723"/>
                  </a:lnTo>
                  <a:lnTo>
                    <a:pt x="22669" y="723"/>
                  </a:lnTo>
                  <a:lnTo>
                    <a:pt x="22669" y="21247"/>
                  </a:lnTo>
                  <a:lnTo>
                    <a:pt x="21996" y="21831"/>
                  </a:lnTo>
                  <a:lnTo>
                    <a:pt x="2603" y="55359"/>
                  </a:lnTo>
                  <a:lnTo>
                    <a:pt x="0" y="74879"/>
                  </a:lnTo>
                  <a:lnTo>
                    <a:pt x="596" y="84797"/>
                  </a:lnTo>
                  <a:lnTo>
                    <a:pt x="15303" y="120764"/>
                  </a:lnTo>
                  <a:lnTo>
                    <a:pt x="46113" y="144360"/>
                  </a:lnTo>
                  <a:lnTo>
                    <a:pt x="74879" y="150126"/>
                  </a:lnTo>
                  <a:lnTo>
                    <a:pt x="1076756" y="150126"/>
                  </a:lnTo>
                  <a:lnTo>
                    <a:pt x="1114196" y="140042"/>
                  </a:lnTo>
                  <a:lnTo>
                    <a:pt x="1132903" y="124206"/>
                  </a:lnTo>
                  <a:lnTo>
                    <a:pt x="1422349" y="124206"/>
                  </a:lnTo>
                  <a:lnTo>
                    <a:pt x="1422349" y="723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36154" y="1374840"/>
            <a:ext cx="1400175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800" b="1">
                <a:solidFill>
                  <a:srgbClr val="494E69"/>
                </a:solidFill>
                <a:latin typeface="Calibri"/>
                <a:cs typeface="Calibri"/>
              </a:rPr>
              <a:t>WHAT</a:t>
            </a:r>
            <a:r>
              <a:rPr dirty="0" sz="800" spc="190" b="1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190" b="1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494E69"/>
                </a:solidFill>
                <a:latin typeface="Calibri"/>
                <a:cs typeface="Calibri"/>
              </a:rPr>
              <a:t>PROBABLY</a:t>
            </a:r>
            <a:r>
              <a:rPr dirty="0" sz="800" spc="190" b="1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 b="1">
                <a:solidFill>
                  <a:srgbClr val="494E69"/>
                </a:solidFill>
                <a:latin typeface="Calibri"/>
                <a:cs typeface="Calibri"/>
              </a:rPr>
              <a:t>WROTE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076" y="1609206"/>
            <a:ext cx="3679825" cy="2326005"/>
          </a:xfrm>
          <a:custGeom>
            <a:avLst/>
            <a:gdLst/>
            <a:ahLst/>
            <a:cxnLst/>
            <a:rect l="l" t="t" r="r" b="b"/>
            <a:pathLst>
              <a:path w="3679825" h="2326004">
                <a:moveTo>
                  <a:pt x="114846" y="0"/>
                </a:moveTo>
                <a:lnTo>
                  <a:pt x="71001" y="8808"/>
                </a:lnTo>
                <a:lnTo>
                  <a:pt x="33678" y="33743"/>
                </a:lnTo>
                <a:lnTo>
                  <a:pt x="9176" y="70788"/>
                </a:lnTo>
                <a:lnTo>
                  <a:pt x="368" y="114477"/>
                </a:lnTo>
                <a:lnTo>
                  <a:pt x="0" y="2211476"/>
                </a:lnTo>
                <a:lnTo>
                  <a:pt x="1002" y="2226492"/>
                </a:lnTo>
                <a:lnTo>
                  <a:pt x="3937" y="2241038"/>
                </a:lnTo>
                <a:lnTo>
                  <a:pt x="3963" y="2241172"/>
                </a:lnTo>
                <a:lnTo>
                  <a:pt x="8762" y="2255164"/>
                </a:lnTo>
                <a:lnTo>
                  <a:pt x="8813" y="2255314"/>
                </a:lnTo>
                <a:lnTo>
                  <a:pt x="15481" y="2268715"/>
                </a:lnTo>
                <a:lnTo>
                  <a:pt x="44845" y="2302330"/>
                </a:lnTo>
                <a:lnTo>
                  <a:pt x="84915" y="2321994"/>
                </a:lnTo>
                <a:lnTo>
                  <a:pt x="114477" y="2325954"/>
                </a:lnTo>
                <a:lnTo>
                  <a:pt x="3565080" y="2325954"/>
                </a:lnTo>
                <a:lnTo>
                  <a:pt x="3608925" y="2317145"/>
                </a:lnTo>
                <a:lnTo>
                  <a:pt x="3646171" y="2292299"/>
                </a:lnTo>
                <a:lnTo>
                  <a:pt x="3670681" y="2255314"/>
                </a:lnTo>
                <a:lnTo>
                  <a:pt x="3670755" y="2255164"/>
                </a:lnTo>
                <a:lnTo>
                  <a:pt x="3675554" y="2241172"/>
                </a:lnTo>
                <a:lnTo>
                  <a:pt x="3675600" y="2241038"/>
                </a:lnTo>
                <a:lnTo>
                  <a:pt x="3678547" y="2226492"/>
                </a:lnTo>
                <a:lnTo>
                  <a:pt x="3679558" y="2211476"/>
                </a:lnTo>
                <a:lnTo>
                  <a:pt x="3679534" y="114477"/>
                </a:lnTo>
                <a:lnTo>
                  <a:pt x="3678557" y="99817"/>
                </a:lnTo>
                <a:lnTo>
                  <a:pt x="3664089" y="57594"/>
                </a:lnTo>
                <a:lnTo>
                  <a:pt x="3634719" y="23979"/>
                </a:lnTo>
                <a:lnTo>
                  <a:pt x="3594647" y="4314"/>
                </a:lnTo>
                <a:lnTo>
                  <a:pt x="3565080" y="355"/>
                </a:lnTo>
                <a:lnTo>
                  <a:pt x="114846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3060" y="1357098"/>
            <a:ext cx="3964940" cy="2792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B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F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O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800">
              <a:latin typeface="Calibri"/>
              <a:cs typeface="Calibri"/>
            </a:endParaRPr>
          </a:p>
          <a:p>
            <a:pPr marL="256540" marR="365760">
              <a:lnSpc>
                <a:spcPct val="124600"/>
              </a:lnSpc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 The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script-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style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approach</a:t>
            </a:r>
            <a:r>
              <a:rPr dirty="0" sz="800" spc="2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name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input("Your</a:t>
            </a:r>
            <a:r>
              <a:rPr dirty="0" sz="800" spc="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name: </a:t>
            </a:r>
            <a:r>
              <a:rPr dirty="0" sz="800" spc="-25">
                <a:solidFill>
                  <a:srgbClr val="B7E885"/>
                </a:solidFill>
                <a:latin typeface="Courier New"/>
                <a:cs typeface="Courier New"/>
              </a:rPr>
              <a:t>")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f"Hello,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{name}"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Works. But:</a:t>
            </a:r>
            <a:r>
              <a:rPr dirty="0" sz="8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 -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hard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reuse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with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different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input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source</a:t>
            </a:r>
            <a:r>
              <a:rPr dirty="0" sz="800" spc="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-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no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way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test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it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without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typing</a:t>
            </a:r>
            <a:r>
              <a:rPr dirty="0" sz="800" spc="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-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mixes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"get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data"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with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"show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data"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80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</a:pP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Fine</a:t>
            </a:r>
            <a:r>
              <a:rPr dirty="0" sz="800" spc="-5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 i="1">
                <a:solidFill>
                  <a:srgbClr val="797E94"/>
                </a:solidFill>
                <a:latin typeface="Trebuchet MS"/>
                <a:cs typeface="Trebuchet MS"/>
              </a:rPr>
              <a:t>for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25" i="1">
                <a:solidFill>
                  <a:srgbClr val="797E94"/>
                </a:solidFill>
                <a:latin typeface="Trebuchet MS"/>
                <a:cs typeface="Trebuchet MS"/>
              </a:rPr>
              <a:t>a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45" i="1">
                <a:solidFill>
                  <a:srgbClr val="797E94"/>
                </a:solidFill>
                <a:latin typeface="Trebuchet MS"/>
                <a:cs typeface="Trebuchet MS"/>
              </a:rPr>
              <a:t>10-</a:t>
            </a:r>
            <a:r>
              <a:rPr dirty="0" sz="800" spc="-70" i="1">
                <a:solidFill>
                  <a:srgbClr val="797E94"/>
                </a:solidFill>
                <a:latin typeface="Trebuchet MS"/>
                <a:cs typeface="Trebuchet MS"/>
              </a:rPr>
              <a:t>line</a:t>
            </a:r>
            <a:r>
              <a:rPr dirty="0" sz="800" spc="-5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 i="1">
                <a:solidFill>
                  <a:srgbClr val="797E94"/>
                </a:solidFill>
                <a:latin typeface="Trebuchet MS"/>
                <a:cs typeface="Trebuchet MS"/>
              </a:rPr>
              <a:t>script.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Falls</a:t>
            </a:r>
            <a:r>
              <a:rPr dirty="0" sz="800" spc="-5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apart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at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20" i="1">
                <a:solidFill>
                  <a:srgbClr val="797E94"/>
                </a:solidFill>
                <a:latin typeface="Trebuchet MS"/>
                <a:cs typeface="Trebuchet MS"/>
              </a:rPr>
              <a:t>100.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25073" y="1223748"/>
            <a:ext cx="4008754" cy="3062605"/>
            <a:chOff x="4625073" y="1223748"/>
            <a:chExt cx="4008754" cy="3062605"/>
          </a:xfrm>
        </p:grpSpPr>
        <p:sp>
          <p:nvSpPr>
            <p:cNvPr id="15" name="object 15"/>
            <p:cNvSpPr/>
            <p:nvPr/>
          </p:nvSpPr>
          <p:spPr>
            <a:xfrm>
              <a:off x="4629238" y="1238404"/>
              <a:ext cx="4001135" cy="3034030"/>
            </a:xfrm>
            <a:custGeom>
              <a:avLst/>
              <a:gdLst/>
              <a:ahLst/>
              <a:cxnLst/>
              <a:rect l="l" t="t" r="r" b="b"/>
              <a:pathLst>
                <a:path w="4001134" h="3034029">
                  <a:moveTo>
                    <a:pt x="386712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2900514"/>
                  </a:lnTo>
                  <a:lnTo>
                    <a:pt x="1116" y="2917600"/>
                  </a:lnTo>
                  <a:lnTo>
                    <a:pt x="1136" y="2917911"/>
                  </a:lnTo>
                  <a:lnTo>
                    <a:pt x="4455" y="2934673"/>
                  </a:lnTo>
                  <a:lnTo>
                    <a:pt x="4500" y="2934900"/>
                  </a:lnTo>
                  <a:lnTo>
                    <a:pt x="9954" y="2951138"/>
                  </a:lnTo>
                  <a:lnTo>
                    <a:pt x="38876" y="2994658"/>
                  </a:lnTo>
                  <a:lnTo>
                    <a:pt x="82223" y="3023543"/>
                  </a:lnTo>
                  <a:lnTo>
                    <a:pt x="133197" y="3033712"/>
                  </a:lnTo>
                  <a:lnTo>
                    <a:pt x="3867480" y="3033356"/>
                  </a:lnTo>
                  <a:lnTo>
                    <a:pt x="3918306" y="3023332"/>
                  </a:lnTo>
                  <a:lnTo>
                    <a:pt x="3961623" y="2994480"/>
                  </a:lnTo>
                  <a:lnTo>
                    <a:pt x="3990399" y="2951346"/>
                  </a:lnTo>
                  <a:lnTo>
                    <a:pt x="3990503" y="2951138"/>
                  </a:lnTo>
                  <a:lnTo>
                    <a:pt x="3996055" y="2934900"/>
                  </a:lnTo>
                  <a:lnTo>
                    <a:pt x="3996132" y="2934673"/>
                  </a:lnTo>
                  <a:lnTo>
                    <a:pt x="3999473" y="2917911"/>
                  </a:lnTo>
                  <a:lnTo>
                    <a:pt x="3999535" y="2917600"/>
                  </a:lnTo>
                  <a:lnTo>
                    <a:pt x="4000654" y="2900514"/>
                  </a:lnTo>
                  <a:lnTo>
                    <a:pt x="4000677" y="2900159"/>
                  </a:lnTo>
                  <a:lnTo>
                    <a:pt x="4000322" y="133197"/>
                  </a:lnTo>
                  <a:lnTo>
                    <a:pt x="3990297" y="82371"/>
                  </a:lnTo>
                  <a:lnTo>
                    <a:pt x="3961445" y="39058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28883" y="1238036"/>
              <a:ext cx="4001135" cy="3034030"/>
            </a:xfrm>
            <a:custGeom>
              <a:avLst/>
              <a:gdLst/>
              <a:ahLst/>
              <a:cxnLst/>
              <a:rect l="l" t="t" r="r" b="b"/>
              <a:pathLst>
                <a:path w="4001134" h="3034029">
                  <a:moveTo>
                    <a:pt x="0" y="3606"/>
                  </a:moveTo>
                  <a:lnTo>
                    <a:pt x="4000677" y="3962"/>
                  </a:lnTo>
                </a:path>
                <a:path w="4001134" h="3034029">
                  <a:moveTo>
                    <a:pt x="3997070" y="0"/>
                  </a:moveTo>
                  <a:lnTo>
                    <a:pt x="3997439" y="3033725"/>
                  </a:lnTo>
                </a:path>
                <a:path w="4001134" h="3034029">
                  <a:moveTo>
                    <a:pt x="0" y="3030131"/>
                  </a:moveTo>
                  <a:lnTo>
                    <a:pt x="4000677" y="303048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43284" y="1238036"/>
              <a:ext cx="635" cy="3034030"/>
            </a:xfrm>
            <a:custGeom>
              <a:avLst/>
              <a:gdLst/>
              <a:ahLst/>
              <a:cxnLst/>
              <a:rect l="l" t="t" r="r" b="b"/>
              <a:pathLst>
                <a:path w="635" h="3034029">
                  <a:moveTo>
                    <a:pt x="0" y="0"/>
                  </a:moveTo>
                  <a:lnTo>
                    <a:pt x="355" y="3033725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165636" y="1374116"/>
              <a:ext cx="857250" cy="150495"/>
            </a:xfrm>
            <a:custGeom>
              <a:avLst/>
              <a:gdLst/>
              <a:ahLst/>
              <a:cxnLst/>
              <a:rect l="l" t="t" r="r" b="b"/>
              <a:pathLst>
                <a:path w="857250" h="150494">
                  <a:moveTo>
                    <a:pt x="857161" y="723"/>
                  </a:moveTo>
                  <a:lnTo>
                    <a:pt x="686943" y="723"/>
                  </a:lnTo>
                  <a:lnTo>
                    <a:pt x="686701" y="673"/>
                  </a:lnTo>
                  <a:lnTo>
                    <a:pt x="676808" y="0"/>
                  </a:lnTo>
                  <a:lnTo>
                    <a:pt x="75247" y="0"/>
                  </a:lnTo>
                  <a:lnTo>
                    <a:pt x="64427" y="673"/>
                  </a:lnTo>
                  <a:lnTo>
                    <a:pt x="65036" y="673"/>
                  </a:lnTo>
                  <a:lnTo>
                    <a:pt x="64757" y="723"/>
                  </a:lnTo>
                  <a:lnTo>
                    <a:pt x="8648" y="723"/>
                  </a:lnTo>
                  <a:lnTo>
                    <a:pt x="8648" y="40335"/>
                  </a:lnTo>
                  <a:lnTo>
                    <a:pt x="5765" y="46139"/>
                  </a:lnTo>
                  <a:lnTo>
                    <a:pt x="2603" y="55359"/>
                  </a:lnTo>
                  <a:lnTo>
                    <a:pt x="660" y="64985"/>
                  </a:lnTo>
                  <a:lnTo>
                    <a:pt x="0" y="74879"/>
                  </a:lnTo>
                  <a:lnTo>
                    <a:pt x="596" y="84797"/>
                  </a:lnTo>
                  <a:lnTo>
                    <a:pt x="2425" y="94462"/>
                  </a:lnTo>
                  <a:lnTo>
                    <a:pt x="5410" y="103644"/>
                  </a:lnTo>
                  <a:lnTo>
                    <a:pt x="5461" y="103797"/>
                  </a:lnTo>
                  <a:lnTo>
                    <a:pt x="8648" y="110439"/>
                  </a:lnTo>
                  <a:lnTo>
                    <a:pt x="8648" y="124206"/>
                  </a:lnTo>
                  <a:lnTo>
                    <a:pt x="18351" y="124206"/>
                  </a:lnTo>
                  <a:lnTo>
                    <a:pt x="21818" y="128130"/>
                  </a:lnTo>
                  <a:lnTo>
                    <a:pt x="29210" y="134607"/>
                  </a:lnTo>
                  <a:lnTo>
                    <a:pt x="64973" y="149466"/>
                  </a:lnTo>
                  <a:lnTo>
                    <a:pt x="74879" y="150126"/>
                  </a:lnTo>
                  <a:lnTo>
                    <a:pt x="677164" y="150126"/>
                  </a:lnTo>
                  <a:lnTo>
                    <a:pt x="714603" y="140042"/>
                  </a:lnTo>
                  <a:lnTo>
                    <a:pt x="733310" y="124206"/>
                  </a:lnTo>
                  <a:lnTo>
                    <a:pt x="857161" y="124206"/>
                  </a:lnTo>
                  <a:lnTo>
                    <a:pt x="857161" y="723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174284" y="1374840"/>
            <a:ext cx="848994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9"/>
              </a:lnSpc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800" spc="1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REAL</a:t>
            </a:r>
            <a:r>
              <a:rPr dirty="0" sz="800" spc="1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FUNCTION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99876" y="1609206"/>
            <a:ext cx="3679825" cy="2326005"/>
          </a:xfrm>
          <a:custGeom>
            <a:avLst/>
            <a:gdLst/>
            <a:ahLst/>
            <a:cxnLst/>
            <a:rect l="l" t="t" r="r" b="b"/>
            <a:pathLst>
              <a:path w="3679825" h="2326004">
                <a:moveTo>
                  <a:pt x="114846" y="0"/>
                </a:moveTo>
                <a:lnTo>
                  <a:pt x="71001" y="8808"/>
                </a:lnTo>
                <a:lnTo>
                  <a:pt x="33678" y="33743"/>
                </a:lnTo>
                <a:lnTo>
                  <a:pt x="9176" y="70788"/>
                </a:lnTo>
                <a:lnTo>
                  <a:pt x="368" y="114477"/>
                </a:lnTo>
                <a:lnTo>
                  <a:pt x="0" y="2211476"/>
                </a:lnTo>
                <a:lnTo>
                  <a:pt x="1002" y="2226492"/>
                </a:lnTo>
                <a:lnTo>
                  <a:pt x="15481" y="2268715"/>
                </a:lnTo>
                <a:lnTo>
                  <a:pt x="44845" y="2302330"/>
                </a:lnTo>
                <a:lnTo>
                  <a:pt x="84915" y="2321994"/>
                </a:lnTo>
                <a:lnTo>
                  <a:pt x="114477" y="2325954"/>
                </a:lnTo>
                <a:lnTo>
                  <a:pt x="3565080" y="2325954"/>
                </a:lnTo>
                <a:lnTo>
                  <a:pt x="3608925" y="2317145"/>
                </a:lnTo>
                <a:lnTo>
                  <a:pt x="3646171" y="2292299"/>
                </a:lnTo>
                <a:lnTo>
                  <a:pt x="3670681" y="2255314"/>
                </a:lnTo>
                <a:lnTo>
                  <a:pt x="3670755" y="2255164"/>
                </a:lnTo>
                <a:lnTo>
                  <a:pt x="3675554" y="2241172"/>
                </a:lnTo>
                <a:lnTo>
                  <a:pt x="3675600" y="2241038"/>
                </a:lnTo>
                <a:lnTo>
                  <a:pt x="3678547" y="2226492"/>
                </a:lnTo>
                <a:lnTo>
                  <a:pt x="3679558" y="2211476"/>
                </a:lnTo>
                <a:lnTo>
                  <a:pt x="3679534" y="114477"/>
                </a:lnTo>
                <a:lnTo>
                  <a:pt x="3678557" y="99817"/>
                </a:lnTo>
                <a:lnTo>
                  <a:pt x="3664089" y="57594"/>
                </a:lnTo>
                <a:lnTo>
                  <a:pt x="3634719" y="23979"/>
                </a:lnTo>
                <a:lnTo>
                  <a:pt x="3594647" y="4314"/>
                </a:lnTo>
                <a:lnTo>
                  <a:pt x="3565080" y="355"/>
                </a:lnTo>
                <a:lnTo>
                  <a:pt x="114846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657860" y="1357098"/>
            <a:ext cx="3964940" cy="2792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A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F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T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800">
              <a:latin typeface="Calibri"/>
              <a:cs typeface="Calibri"/>
            </a:endParaRPr>
          </a:p>
          <a:p>
            <a:pPr marL="256540" marR="487045">
              <a:lnSpc>
                <a:spcPct val="1246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greet(name:</a:t>
            </a:r>
            <a:r>
              <a:rPr dirty="0" sz="800" spc="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str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&gt;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str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: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"""Return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a greeting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B7E885"/>
                </a:solidFill>
                <a:latin typeface="Courier New"/>
                <a:cs typeface="Courier New"/>
              </a:rPr>
              <a:t>for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the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given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name."""</a:t>
            </a:r>
            <a:r>
              <a:rPr dirty="0" sz="800" spc="2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f"Hello,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{name}"</a:t>
            </a:r>
            <a:r>
              <a:rPr dirty="0" sz="800" spc="1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Now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you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can: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msg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 greet(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from a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variable</a:t>
            </a:r>
            <a:r>
              <a:rPr dirty="0" sz="8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msg </a:t>
            </a:r>
            <a:r>
              <a:rPr dirty="0" sz="800" spc="-50">
                <a:solidFill>
                  <a:srgbClr val="E7E9F4"/>
                </a:solidFill>
                <a:latin typeface="Courier New"/>
                <a:cs typeface="Courier New"/>
              </a:rPr>
              <a:t>=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input("Name: ")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from user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input</a:t>
            </a:r>
            <a:r>
              <a:rPr dirty="0" sz="800" spc="-21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m</a:t>
            </a:r>
            <a:r>
              <a:rPr dirty="0" sz="800" spc="-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sg</a:t>
            </a:r>
            <a:r>
              <a:rPr dirty="0" sz="800" spc="15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=</a:t>
            </a:r>
            <a:endParaRPr sz="800">
              <a:latin typeface="Trebuchet MS"/>
              <a:cs typeface="Trebuchet MS"/>
            </a:endParaRPr>
          </a:p>
          <a:p>
            <a:pPr marL="256540" marR="431165">
              <a:lnSpc>
                <a:spcPct val="124600"/>
              </a:lnSpc>
            </a:pPr>
            <a:r>
              <a:rPr dirty="0" sz="800" spc="-45">
                <a:solidFill>
                  <a:srgbClr val="E7E9F4"/>
                </a:solidFill>
                <a:latin typeface="Trebuchet MS"/>
                <a:cs typeface="Trebuchet MS"/>
              </a:rPr>
              <a:t>g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re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E7E9F4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(</a:t>
            </a:r>
            <a:r>
              <a:rPr dirty="0" sz="800" spc="-15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E7E9F4"/>
                </a:solidFill>
                <a:latin typeface="Trebuchet MS"/>
                <a:cs typeface="Trebuchet MS"/>
              </a:rPr>
              <a:t>ro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w</a:t>
            </a:r>
            <a:r>
              <a:rPr dirty="0" sz="800" spc="-6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[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0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]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  <a:r>
              <a:rPr dirty="0" sz="800" spc="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from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CSV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row</a:t>
            </a:r>
            <a:r>
              <a:rPr dirty="0" sz="800" spc="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(msg)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write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to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file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function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doesn't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care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WHERE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name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came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from.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80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  <a:spcBef>
                <a:spcPts val="5"/>
              </a:spcBef>
            </a:pP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Same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logic.</a:t>
            </a:r>
            <a:r>
              <a:rPr dirty="0" sz="800" spc="-2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Three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5" i="1">
                <a:solidFill>
                  <a:srgbClr val="797E94"/>
                </a:solidFill>
                <a:latin typeface="Trebuchet MS"/>
                <a:cs typeface="Trebuchet MS"/>
              </a:rPr>
              <a:t>different</a:t>
            </a:r>
            <a:r>
              <a:rPr dirty="0" sz="800" spc="-2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input</a:t>
            </a:r>
            <a:r>
              <a:rPr dirty="0" sz="800" spc="-2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sources.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One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Trebuchet MS"/>
                <a:cs typeface="Trebuchet MS"/>
              </a:rPr>
              <a:t>function.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4438" y="4371481"/>
            <a:ext cx="8115934" cy="372110"/>
          </a:xfrm>
          <a:custGeom>
            <a:avLst/>
            <a:gdLst/>
            <a:ahLst/>
            <a:cxnLst/>
            <a:rect l="l" t="t" r="r" b="b"/>
            <a:pathLst>
              <a:path w="8115934" h="372110">
                <a:moveTo>
                  <a:pt x="8115478" y="185762"/>
                </a:moveTo>
                <a:lnTo>
                  <a:pt x="8109128" y="137566"/>
                </a:lnTo>
                <a:lnTo>
                  <a:pt x="8090636" y="92875"/>
                </a:lnTo>
                <a:lnTo>
                  <a:pt x="8061071" y="54406"/>
                </a:lnTo>
                <a:lnTo>
                  <a:pt x="8022603" y="24841"/>
                </a:lnTo>
                <a:lnTo>
                  <a:pt x="7977911" y="6350"/>
                </a:lnTo>
                <a:lnTo>
                  <a:pt x="7929715" y="0"/>
                </a:lnTo>
                <a:lnTo>
                  <a:pt x="185762" y="0"/>
                </a:lnTo>
                <a:lnTo>
                  <a:pt x="137553" y="6350"/>
                </a:lnTo>
                <a:lnTo>
                  <a:pt x="92875" y="24841"/>
                </a:lnTo>
                <a:lnTo>
                  <a:pt x="54394" y="54406"/>
                </a:lnTo>
                <a:lnTo>
                  <a:pt x="24841" y="92875"/>
                </a:lnTo>
                <a:lnTo>
                  <a:pt x="6337" y="137566"/>
                </a:lnTo>
                <a:lnTo>
                  <a:pt x="0" y="185762"/>
                </a:lnTo>
                <a:lnTo>
                  <a:pt x="1600" y="210146"/>
                </a:lnTo>
                <a:lnTo>
                  <a:pt x="14122" y="256895"/>
                </a:lnTo>
                <a:lnTo>
                  <a:pt x="38354" y="298843"/>
                </a:lnTo>
                <a:lnTo>
                  <a:pt x="72669" y="333171"/>
                </a:lnTo>
                <a:lnTo>
                  <a:pt x="114617" y="357403"/>
                </a:lnTo>
                <a:lnTo>
                  <a:pt x="161366" y="369925"/>
                </a:lnTo>
                <a:lnTo>
                  <a:pt x="185762" y="371525"/>
                </a:lnTo>
                <a:lnTo>
                  <a:pt x="7929715" y="371525"/>
                </a:lnTo>
                <a:lnTo>
                  <a:pt x="7977911" y="365188"/>
                </a:lnTo>
                <a:lnTo>
                  <a:pt x="8022603" y="346684"/>
                </a:lnTo>
                <a:lnTo>
                  <a:pt x="8061071" y="317119"/>
                </a:lnTo>
                <a:lnTo>
                  <a:pt x="8090636" y="278638"/>
                </a:lnTo>
                <a:lnTo>
                  <a:pt x="8109128" y="233959"/>
                </a:lnTo>
                <a:lnTo>
                  <a:pt x="8115478" y="185762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92175" y="4488016"/>
            <a:ext cx="52343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6895" algn="l"/>
              </a:tabLst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KEY</a:t>
            </a:r>
            <a:r>
              <a:rPr dirty="0" sz="800" spc="10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Calibri"/>
                <a:cs typeface="Calibri"/>
              </a:rPr>
              <a:t>IDEA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good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function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takes</a:t>
            </a:r>
            <a:r>
              <a:rPr dirty="0" sz="8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data</a:t>
            </a:r>
            <a:r>
              <a:rPr dirty="0" sz="8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in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returns</a:t>
            </a:r>
            <a:r>
              <a:rPr dirty="0" sz="8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data</a:t>
            </a:r>
            <a:r>
              <a:rPr dirty="0" sz="800" spc="-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out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doesn't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care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where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data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came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from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where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goes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next.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4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05183"/>
            <a:ext cx="4360545" cy="52641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700" spc="-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700" spc="-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7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7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W</a:t>
            </a:r>
            <a:r>
              <a:rPr dirty="0" sz="700" spc="-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7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40">
                <a:solidFill>
                  <a:srgbClr val="FF6A5A"/>
                </a:solidFill>
                <a:latin typeface="Trebuchet MS"/>
                <a:cs typeface="Trebuchet MS"/>
              </a:rPr>
              <a:t>L</a:t>
            </a:r>
            <a:r>
              <a:rPr dirty="0" sz="7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20">
                <a:solidFill>
                  <a:srgbClr val="FF6A5A"/>
                </a:solidFill>
                <a:latin typeface="Trebuchet MS"/>
                <a:cs typeface="Trebuchet MS"/>
              </a:rPr>
              <a:t>K</a:t>
            </a:r>
            <a:r>
              <a:rPr dirty="0" sz="7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7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7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H</a:t>
            </a:r>
            <a:r>
              <a:rPr dirty="0" sz="700" spc="-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7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7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U</a:t>
            </a:r>
            <a:r>
              <a:rPr dirty="0" sz="7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7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H</a:t>
            </a:r>
            <a:r>
              <a:rPr dirty="0" sz="700" spc="3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700" spc="2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20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7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U</a:t>
            </a:r>
            <a:r>
              <a:rPr dirty="0" sz="7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7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7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7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7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7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7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700" spc="-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70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,</a:t>
            </a:r>
            <a:r>
              <a:rPr dirty="0" sz="7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1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700" spc="-1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7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7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700" spc="2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endParaRPr sz="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800" spc="-10" b="1">
                <a:solidFill>
                  <a:srgbClr val="293183"/>
                </a:solidFill>
                <a:latin typeface="Calibri"/>
                <a:cs typeface="Calibri"/>
              </a:rPr>
              <a:t>Six</a:t>
            </a:r>
            <a:r>
              <a:rPr dirty="0" sz="1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293183"/>
                </a:solidFill>
                <a:latin typeface="Calibri"/>
                <a:cs typeface="Calibri"/>
              </a:rPr>
              <a:t>parts.</a:t>
            </a:r>
            <a:r>
              <a:rPr dirty="0" sz="1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93183"/>
                </a:solidFill>
                <a:latin typeface="Calibri"/>
                <a:cs typeface="Calibri"/>
              </a:rPr>
              <a:t>One</a:t>
            </a:r>
            <a:r>
              <a:rPr dirty="0" sz="1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30" b="1">
                <a:solidFill>
                  <a:srgbClr val="293183"/>
                </a:solidFill>
                <a:latin typeface="Calibri"/>
                <a:cs typeface="Calibri"/>
              </a:rPr>
              <a:t>function.</a:t>
            </a:r>
            <a:r>
              <a:rPr dirty="0" sz="1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293183"/>
                </a:solidFill>
                <a:latin typeface="Calibri"/>
                <a:cs typeface="Calibri"/>
              </a:rPr>
              <a:t>Learn</a:t>
            </a:r>
            <a:r>
              <a:rPr dirty="0" sz="1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293183"/>
                </a:solidFill>
                <a:latin typeface="Calibri"/>
                <a:cs typeface="Calibri"/>
              </a:rPr>
              <a:t>to</a:t>
            </a:r>
            <a:r>
              <a:rPr dirty="0" sz="1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293183"/>
                </a:solidFill>
                <a:latin typeface="Calibri"/>
                <a:cs typeface="Calibri"/>
              </a:rPr>
              <a:t>read</a:t>
            </a:r>
            <a:r>
              <a:rPr dirty="0" sz="1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293183"/>
                </a:solidFill>
                <a:latin typeface="Calibri"/>
                <a:cs typeface="Calibri"/>
              </a:rPr>
              <a:t>each</a:t>
            </a:r>
            <a:r>
              <a:rPr dirty="0" sz="1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293183"/>
                </a:solidFill>
                <a:latin typeface="Calibri"/>
                <a:cs typeface="Calibri"/>
              </a:rPr>
              <a:t>one.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1577" y="615657"/>
            <a:ext cx="221932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960" marR="5080" indent="-48895">
              <a:lnSpc>
                <a:spcPct val="119000"/>
              </a:lnSpc>
              <a:spcBef>
                <a:spcPts val="10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Once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name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piece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function,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write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without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copy-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pasting from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Stack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Overflow.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4077" y="1018802"/>
            <a:ext cx="4823460" cy="3392170"/>
            <a:chOff x="514077" y="1018802"/>
            <a:chExt cx="4823460" cy="3392170"/>
          </a:xfrm>
        </p:grpSpPr>
        <p:sp>
          <p:nvSpPr>
            <p:cNvPr id="6" name="object 6"/>
            <p:cNvSpPr/>
            <p:nvPr/>
          </p:nvSpPr>
          <p:spPr>
            <a:xfrm>
              <a:off x="517677" y="1022402"/>
              <a:ext cx="4816475" cy="3384550"/>
            </a:xfrm>
            <a:custGeom>
              <a:avLst/>
              <a:gdLst/>
              <a:ahLst/>
              <a:cxnLst/>
              <a:rect l="l" t="t" r="r" b="b"/>
              <a:pathLst>
                <a:path w="4816475" h="3384550">
                  <a:moveTo>
                    <a:pt x="4682528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6" y="51960"/>
                  </a:lnTo>
                  <a:lnTo>
                    <a:pt x="4546" y="98683"/>
                  </a:lnTo>
                  <a:lnTo>
                    <a:pt x="0" y="133197"/>
                  </a:lnTo>
                  <a:lnTo>
                    <a:pt x="0" y="3251161"/>
                  </a:lnTo>
                  <a:lnTo>
                    <a:pt x="1116" y="3268240"/>
                  </a:lnTo>
                  <a:lnTo>
                    <a:pt x="1136" y="3268550"/>
                  </a:lnTo>
                  <a:lnTo>
                    <a:pt x="4456" y="3285313"/>
                  </a:lnTo>
                  <a:lnTo>
                    <a:pt x="4500" y="3285537"/>
                  </a:lnTo>
                  <a:lnTo>
                    <a:pt x="9955" y="3301780"/>
                  </a:lnTo>
                  <a:lnTo>
                    <a:pt x="38885" y="3345300"/>
                  </a:lnTo>
                  <a:lnTo>
                    <a:pt x="82223" y="3374185"/>
                  </a:lnTo>
                  <a:lnTo>
                    <a:pt x="133197" y="3384359"/>
                  </a:lnTo>
                  <a:lnTo>
                    <a:pt x="4682883" y="3384003"/>
                  </a:lnTo>
                  <a:lnTo>
                    <a:pt x="4733707" y="3373979"/>
                  </a:lnTo>
                  <a:lnTo>
                    <a:pt x="4777022" y="3345118"/>
                  </a:lnTo>
                  <a:lnTo>
                    <a:pt x="4805803" y="3301986"/>
                  </a:lnTo>
                  <a:lnTo>
                    <a:pt x="4805906" y="3301780"/>
                  </a:lnTo>
                  <a:lnTo>
                    <a:pt x="4811459" y="3285537"/>
                  </a:lnTo>
                  <a:lnTo>
                    <a:pt x="4811536" y="3285313"/>
                  </a:lnTo>
                  <a:lnTo>
                    <a:pt x="4814877" y="3268550"/>
                  </a:lnTo>
                  <a:lnTo>
                    <a:pt x="4814939" y="3268240"/>
                  </a:lnTo>
                  <a:lnTo>
                    <a:pt x="4816057" y="3251161"/>
                  </a:lnTo>
                  <a:lnTo>
                    <a:pt x="4816081" y="3250793"/>
                  </a:lnTo>
                  <a:lnTo>
                    <a:pt x="4815725" y="133197"/>
                  </a:lnTo>
                  <a:lnTo>
                    <a:pt x="4805701" y="82373"/>
                  </a:lnTo>
                  <a:lnTo>
                    <a:pt x="4776839" y="39058"/>
                  </a:lnTo>
                  <a:lnTo>
                    <a:pt x="4733502" y="10174"/>
                  </a:lnTo>
                  <a:lnTo>
                    <a:pt x="4699967" y="1142"/>
                  </a:lnTo>
                  <a:lnTo>
                    <a:pt x="4682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7677" y="1022402"/>
              <a:ext cx="4816475" cy="3384550"/>
            </a:xfrm>
            <a:custGeom>
              <a:avLst/>
              <a:gdLst/>
              <a:ahLst/>
              <a:cxnLst/>
              <a:rect l="l" t="t" r="r" b="b"/>
              <a:pathLst>
                <a:path w="4816475" h="3384550">
                  <a:moveTo>
                    <a:pt x="0" y="133197"/>
                  </a:moveTo>
                  <a:lnTo>
                    <a:pt x="1142" y="115756"/>
                  </a:lnTo>
                  <a:lnTo>
                    <a:pt x="4546" y="98683"/>
                  </a:lnTo>
                  <a:lnTo>
                    <a:pt x="27626" y="51960"/>
                  </a:lnTo>
                  <a:lnTo>
                    <a:pt x="66598" y="17640"/>
                  </a:lnTo>
                  <a:lnTo>
                    <a:pt x="115808" y="1136"/>
                  </a:lnTo>
                  <a:lnTo>
                    <a:pt x="133197" y="0"/>
                  </a:lnTo>
                  <a:lnTo>
                    <a:pt x="4682528" y="0"/>
                  </a:lnTo>
                  <a:lnTo>
                    <a:pt x="4733502" y="10174"/>
                  </a:lnTo>
                  <a:lnTo>
                    <a:pt x="4776839" y="39058"/>
                  </a:lnTo>
                  <a:lnTo>
                    <a:pt x="4805701" y="82373"/>
                  </a:lnTo>
                  <a:lnTo>
                    <a:pt x="4815725" y="133197"/>
                  </a:lnTo>
                  <a:lnTo>
                    <a:pt x="4816081" y="3250793"/>
                  </a:lnTo>
                  <a:lnTo>
                    <a:pt x="4814939" y="3268240"/>
                  </a:lnTo>
                  <a:lnTo>
                    <a:pt x="4811536" y="3285313"/>
                  </a:lnTo>
                  <a:lnTo>
                    <a:pt x="4788465" y="3332036"/>
                  </a:lnTo>
                  <a:lnTo>
                    <a:pt x="4749482" y="3366363"/>
                  </a:lnTo>
                  <a:lnTo>
                    <a:pt x="4700272" y="3382867"/>
                  </a:lnTo>
                  <a:lnTo>
                    <a:pt x="133197" y="3384359"/>
                  </a:lnTo>
                  <a:lnTo>
                    <a:pt x="82223" y="3374185"/>
                  </a:lnTo>
                  <a:lnTo>
                    <a:pt x="38885" y="3345300"/>
                  </a:lnTo>
                  <a:lnTo>
                    <a:pt x="10024" y="3301986"/>
                  </a:lnTo>
                  <a:lnTo>
                    <a:pt x="0" y="3251161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038" y="1125361"/>
              <a:ext cx="4581525" cy="3177540"/>
            </a:xfrm>
            <a:custGeom>
              <a:avLst/>
              <a:gdLst/>
              <a:ahLst/>
              <a:cxnLst/>
              <a:rect l="l" t="t" r="r" b="b"/>
              <a:pathLst>
                <a:path w="4581525" h="3177540">
                  <a:moveTo>
                    <a:pt x="114846" y="0"/>
                  </a:moveTo>
                  <a:lnTo>
                    <a:pt x="71001" y="8808"/>
                  </a:lnTo>
                  <a:lnTo>
                    <a:pt x="33677" y="33748"/>
                  </a:lnTo>
                  <a:lnTo>
                    <a:pt x="9169" y="70790"/>
                  </a:lnTo>
                  <a:lnTo>
                    <a:pt x="355" y="114477"/>
                  </a:lnTo>
                  <a:lnTo>
                    <a:pt x="0" y="3062884"/>
                  </a:lnTo>
                  <a:lnTo>
                    <a:pt x="1000" y="3077900"/>
                  </a:lnTo>
                  <a:lnTo>
                    <a:pt x="3932" y="3092446"/>
                  </a:lnTo>
                  <a:lnTo>
                    <a:pt x="3959" y="3092580"/>
                  </a:lnTo>
                  <a:lnTo>
                    <a:pt x="8756" y="3106572"/>
                  </a:lnTo>
                  <a:lnTo>
                    <a:pt x="8808" y="3106722"/>
                  </a:lnTo>
                  <a:lnTo>
                    <a:pt x="15481" y="3120123"/>
                  </a:lnTo>
                  <a:lnTo>
                    <a:pt x="44845" y="3153738"/>
                  </a:lnTo>
                  <a:lnTo>
                    <a:pt x="84915" y="3173402"/>
                  </a:lnTo>
                  <a:lnTo>
                    <a:pt x="114477" y="3177362"/>
                  </a:lnTo>
                  <a:lnTo>
                    <a:pt x="4466526" y="3177362"/>
                  </a:lnTo>
                  <a:lnTo>
                    <a:pt x="4510364" y="3168553"/>
                  </a:lnTo>
                  <a:lnTo>
                    <a:pt x="4547616" y="3143697"/>
                  </a:lnTo>
                  <a:lnTo>
                    <a:pt x="4572122" y="3106722"/>
                  </a:lnTo>
                  <a:lnTo>
                    <a:pt x="4572196" y="3106572"/>
                  </a:lnTo>
                  <a:lnTo>
                    <a:pt x="4576999" y="3092580"/>
                  </a:lnTo>
                  <a:lnTo>
                    <a:pt x="4577045" y="3092446"/>
                  </a:lnTo>
                  <a:lnTo>
                    <a:pt x="4579993" y="3077900"/>
                  </a:lnTo>
                  <a:lnTo>
                    <a:pt x="4581004" y="3062884"/>
                  </a:lnTo>
                  <a:lnTo>
                    <a:pt x="4580979" y="114477"/>
                  </a:lnTo>
                  <a:lnTo>
                    <a:pt x="4580003" y="99822"/>
                  </a:lnTo>
                  <a:lnTo>
                    <a:pt x="4565523" y="57594"/>
                  </a:lnTo>
                  <a:lnTo>
                    <a:pt x="4536158" y="23984"/>
                  </a:lnTo>
                  <a:lnTo>
                    <a:pt x="4496088" y="4319"/>
                  </a:lnTo>
                  <a:lnTo>
                    <a:pt x="4466526" y="355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65619" y="1298412"/>
            <a:ext cx="230124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MingLiU_HKSCS-ExtB"/>
                <a:cs typeface="MingLiU_HKSCS-ExtB"/>
              </a:rPr>
              <a:t>①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</a:t>
            </a:r>
            <a:r>
              <a:rPr dirty="0" sz="800" spc="-1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clean_price(text: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str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&gt;</a:t>
            </a:r>
            <a:r>
              <a:rPr dirty="0" sz="800" spc="-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Courier New"/>
                <a:cs typeface="Courier New"/>
              </a:rPr>
              <a:t>float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619" y="1420240"/>
            <a:ext cx="127000" cy="56134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800" spc="-50">
                <a:solidFill>
                  <a:srgbClr val="FF6A5A"/>
                </a:solidFill>
                <a:latin typeface="MingLiU_HKSCS-ExtB"/>
                <a:cs typeface="MingLiU_HKSCS-ExtB"/>
              </a:rPr>
              <a:t>②</a:t>
            </a:r>
            <a:endParaRPr sz="8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00" spc="-50">
                <a:solidFill>
                  <a:srgbClr val="FF6A5A"/>
                </a:solidFill>
                <a:latin typeface="MingLiU_HKSCS-ExtB"/>
                <a:cs typeface="MingLiU_HKSCS-ExtB"/>
              </a:rPr>
              <a:t>③</a:t>
            </a:r>
            <a:endParaRPr sz="8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00" spc="-50">
                <a:solidFill>
                  <a:srgbClr val="FF6A5A"/>
                </a:solidFill>
                <a:latin typeface="MingLiU_HKSCS-ExtB"/>
                <a:cs typeface="MingLiU_HKSCS-ExtB"/>
              </a:rPr>
              <a:t>④</a:t>
            </a:r>
            <a:endParaRPr sz="800">
              <a:latin typeface="MingLiU_HKSCS-ExtB"/>
              <a:cs typeface="MingLiU_HKSCS-ExtB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8686" y="1420240"/>
            <a:ext cx="3910329" cy="56134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545"/>
              </a:spcBef>
            </a:pP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"""Parse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a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price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string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like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'Rs.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499'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into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a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float."""</a:t>
            </a:r>
            <a:endParaRPr sz="800">
              <a:latin typeface="Courier New"/>
              <a:cs typeface="Courier New"/>
            </a:endParaRPr>
          </a:p>
          <a:p>
            <a:pPr marL="13970" marR="5080" indent="-1905">
              <a:lnSpc>
                <a:spcPct val="14650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digits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''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.join(ch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for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ch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in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text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if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ch.isdigit()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or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ch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==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B7E885"/>
                </a:solidFill>
                <a:latin typeface="Courier New"/>
                <a:cs typeface="Courier New"/>
              </a:rPr>
              <a:t>'.'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not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digits: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619" y="1955926"/>
            <a:ext cx="1572895" cy="38290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-22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E7E9F4"/>
                </a:solidFill>
                <a:latin typeface="Trebuchet MS"/>
                <a:cs typeface="Trebuchet MS"/>
              </a:rPr>
              <a:t>.0</a:t>
            </a:r>
            <a:endParaRPr sz="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346710" algn="l"/>
              </a:tabLst>
            </a:pPr>
            <a:r>
              <a:rPr dirty="0" sz="800" spc="-50">
                <a:solidFill>
                  <a:srgbClr val="FF6A5A"/>
                </a:solidFill>
                <a:latin typeface="MingLiU_HKSCS-ExtB"/>
                <a:cs typeface="MingLiU_HKSCS-ExtB"/>
              </a:rPr>
              <a:t>⑤</a:t>
            </a:r>
            <a:r>
              <a:rPr dirty="0" sz="800">
                <a:solidFill>
                  <a:srgbClr val="FF6A5A"/>
                </a:solidFill>
                <a:latin typeface="MingLiU_HKSCS-ExtB"/>
                <a:cs typeface="MingLiU_HKSCS-ExtB"/>
              </a:rPr>
              <a:t>	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Courier New"/>
                <a:cs typeface="Courier New"/>
              </a:rPr>
              <a:t>float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(digits)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5619" y="2313063"/>
            <a:ext cx="1884680" cy="382905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800">
                <a:solidFill>
                  <a:srgbClr val="FF6A5A"/>
                </a:solidFill>
                <a:latin typeface="MingLiU_HKSCS-ExtB"/>
                <a:cs typeface="MingLiU_HKSCS-ExtB"/>
              </a:rPr>
              <a:t>Ⓐ</a:t>
            </a:r>
            <a:r>
              <a:rPr dirty="0" sz="800" spc="10">
                <a:solidFill>
                  <a:srgbClr val="FF6A5A"/>
                </a:solidFill>
                <a:latin typeface="MingLiU_HKSCS-ExtB"/>
                <a:cs typeface="MingLiU_HKSCS-ExtB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price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clean_price(</a:t>
            </a:r>
            <a:r>
              <a:rPr dirty="0" sz="800">
                <a:solidFill>
                  <a:srgbClr val="B7E885"/>
                </a:solidFill>
                <a:latin typeface="Trebuchet MS"/>
                <a:cs typeface="Trebuchet MS"/>
              </a:rPr>
              <a:t>'</a:t>
            </a:r>
            <a:r>
              <a:rPr dirty="0" sz="800" spc="-15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B7E885"/>
                </a:solidFill>
                <a:latin typeface="Trebuchet MS"/>
                <a:cs typeface="Trebuchet MS"/>
              </a:rPr>
              <a:t>Rs.</a:t>
            </a:r>
            <a:r>
              <a:rPr dirty="0" sz="800" spc="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4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9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9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B7E885"/>
                </a:solidFill>
                <a:latin typeface="Trebuchet MS"/>
                <a:cs typeface="Trebuchet MS"/>
              </a:rPr>
              <a:t>'</a:t>
            </a:r>
            <a:r>
              <a:rPr dirty="0" sz="800" spc="-13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p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Arial"/>
                <a:cs typeface="Arial"/>
              </a:rPr>
              <a:t>ic</a:t>
            </a:r>
            <a:r>
              <a:rPr dirty="0" sz="800" spc="-114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is</a:t>
            </a:r>
            <a:r>
              <a:rPr dirty="0" sz="800" spc="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w</a:t>
            </a:r>
            <a:r>
              <a:rPr dirty="0" sz="800" spc="1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4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9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9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Arial"/>
                <a:cs typeface="Arial"/>
              </a:rPr>
              <a:t>.0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48033" y="1004152"/>
            <a:ext cx="3185160" cy="3420745"/>
            <a:chOff x="5448033" y="1004152"/>
            <a:chExt cx="3185160" cy="3420745"/>
          </a:xfrm>
        </p:grpSpPr>
        <p:sp>
          <p:nvSpPr>
            <p:cNvPr id="15" name="object 15"/>
            <p:cNvSpPr/>
            <p:nvPr/>
          </p:nvSpPr>
          <p:spPr>
            <a:xfrm>
              <a:off x="5451843" y="1018796"/>
              <a:ext cx="3177540" cy="3392170"/>
            </a:xfrm>
            <a:custGeom>
              <a:avLst/>
              <a:gdLst/>
              <a:ahLst/>
              <a:cxnLst/>
              <a:rect l="l" t="t" r="r" b="b"/>
              <a:pathLst>
                <a:path w="3177540" h="3392170">
                  <a:moveTo>
                    <a:pt x="3043796" y="0"/>
                  </a:moveTo>
                  <a:lnTo>
                    <a:pt x="133197" y="0"/>
                  </a:lnTo>
                  <a:lnTo>
                    <a:pt x="115774" y="1142"/>
                  </a:lnTo>
                  <a:lnTo>
                    <a:pt x="66598" y="17640"/>
                  </a:lnTo>
                  <a:lnTo>
                    <a:pt x="27613" y="51973"/>
                  </a:lnTo>
                  <a:lnTo>
                    <a:pt x="4545" y="98691"/>
                  </a:lnTo>
                  <a:lnTo>
                    <a:pt x="0" y="133210"/>
                  </a:lnTo>
                  <a:lnTo>
                    <a:pt x="0" y="3258362"/>
                  </a:lnTo>
                  <a:lnTo>
                    <a:pt x="1116" y="3275448"/>
                  </a:lnTo>
                  <a:lnTo>
                    <a:pt x="1136" y="3275759"/>
                  </a:lnTo>
                  <a:lnTo>
                    <a:pt x="4455" y="3292521"/>
                  </a:lnTo>
                  <a:lnTo>
                    <a:pt x="4500" y="3292748"/>
                  </a:lnTo>
                  <a:lnTo>
                    <a:pt x="9954" y="3308986"/>
                  </a:lnTo>
                  <a:lnTo>
                    <a:pt x="38876" y="3352506"/>
                  </a:lnTo>
                  <a:lnTo>
                    <a:pt x="82216" y="3381391"/>
                  </a:lnTo>
                  <a:lnTo>
                    <a:pt x="133197" y="3391560"/>
                  </a:lnTo>
                  <a:lnTo>
                    <a:pt x="3044151" y="3391204"/>
                  </a:lnTo>
                  <a:lnTo>
                    <a:pt x="3094983" y="3381180"/>
                  </a:lnTo>
                  <a:lnTo>
                    <a:pt x="3138295" y="3352328"/>
                  </a:lnTo>
                  <a:lnTo>
                    <a:pt x="3167078" y="3309194"/>
                  </a:lnTo>
                  <a:lnTo>
                    <a:pt x="3176157" y="3275759"/>
                  </a:lnTo>
                  <a:lnTo>
                    <a:pt x="3176219" y="3275448"/>
                  </a:lnTo>
                  <a:lnTo>
                    <a:pt x="3177338" y="3258362"/>
                  </a:lnTo>
                  <a:lnTo>
                    <a:pt x="3177362" y="3258007"/>
                  </a:lnTo>
                  <a:lnTo>
                    <a:pt x="3176993" y="133210"/>
                  </a:lnTo>
                  <a:lnTo>
                    <a:pt x="3166969" y="82378"/>
                  </a:lnTo>
                  <a:lnTo>
                    <a:pt x="3138117" y="39066"/>
                  </a:lnTo>
                  <a:lnTo>
                    <a:pt x="3094777" y="10179"/>
                  </a:lnTo>
                  <a:lnTo>
                    <a:pt x="3061242" y="1142"/>
                  </a:lnTo>
                  <a:lnTo>
                    <a:pt x="3043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51843" y="1018440"/>
              <a:ext cx="3177540" cy="3392170"/>
            </a:xfrm>
            <a:custGeom>
              <a:avLst/>
              <a:gdLst/>
              <a:ahLst/>
              <a:cxnLst/>
              <a:rect l="l" t="t" r="r" b="b"/>
              <a:pathLst>
                <a:path w="3177540" h="3392170">
                  <a:moveTo>
                    <a:pt x="0" y="3606"/>
                  </a:moveTo>
                  <a:lnTo>
                    <a:pt x="3177362" y="3962"/>
                  </a:lnTo>
                </a:path>
                <a:path w="3177540" h="3392170">
                  <a:moveTo>
                    <a:pt x="3174110" y="0"/>
                  </a:moveTo>
                  <a:lnTo>
                    <a:pt x="3174479" y="3391560"/>
                  </a:lnTo>
                </a:path>
                <a:path w="3177540" h="3392170">
                  <a:moveTo>
                    <a:pt x="0" y="3387966"/>
                  </a:moveTo>
                  <a:lnTo>
                    <a:pt x="3177362" y="3388321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466245" y="1018440"/>
              <a:ext cx="635" cy="3392170"/>
            </a:xfrm>
            <a:custGeom>
              <a:avLst/>
              <a:gdLst/>
              <a:ahLst/>
              <a:cxnLst/>
              <a:rect l="l" t="t" r="r" b="b"/>
              <a:pathLst>
                <a:path w="635" h="3392170">
                  <a:moveTo>
                    <a:pt x="0" y="0"/>
                  </a:moveTo>
                  <a:lnTo>
                    <a:pt x="355" y="3391560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09158" y="1109054"/>
            <a:ext cx="6934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800" spc="-7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BY</a:t>
            </a:r>
            <a:r>
              <a:rPr dirty="0" sz="800" spc="23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N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797E94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05348" y="1379158"/>
            <a:ext cx="2892425" cy="1433195"/>
            <a:chOff x="5605348" y="1379158"/>
            <a:chExt cx="2892425" cy="1433195"/>
          </a:xfrm>
        </p:grpSpPr>
        <p:sp>
          <p:nvSpPr>
            <p:cNvPr id="20" name="object 20"/>
            <p:cNvSpPr/>
            <p:nvPr/>
          </p:nvSpPr>
          <p:spPr>
            <a:xfrm>
              <a:off x="5609158" y="1820877"/>
              <a:ext cx="2884805" cy="635"/>
            </a:xfrm>
            <a:custGeom>
              <a:avLst/>
              <a:gdLst/>
              <a:ahLst/>
              <a:cxnLst/>
              <a:rect l="l" t="t" r="r" b="b"/>
              <a:pathLst>
                <a:path w="2884804" h="635">
                  <a:moveTo>
                    <a:pt x="0" y="0"/>
                  </a:moveTo>
                  <a:lnTo>
                    <a:pt x="2884322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8802" y="1379158"/>
              <a:ext cx="185762" cy="1857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65838" y="1525322"/>
              <a:ext cx="2475865" cy="256540"/>
            </a:xfrm>
            <a:custGeom>
              <a:avLst/>
              <a:gdLst/>
              <a:ahLst/>
              <a:cxnLst/>
              <a:rect l="l" t="t" r="r" b="b"/>
              <a:pathLst>
                <a:path w="2475865" h="256539">
                  <a:moveTo>
                    <a:pt x="242646" y="140411"/>
                  </a:moveTo>
                  <a:lnTo>
                    <a:pt x="0" y="140411"/>
                  </a:lnTo>
                  <a:lnTo>
                    <a:pt x="0" y="256324"/>
                  </a:lnTo>
                  <a:lnTo>
                    <a:pt x="242646" y="256324"/>
                  </a:lnTo>
                  <a:lnTo>
                    <a:pt x="242646" y="140411"/>
                  </a:lnTo>
                  <a:close/>
                </a:path>
                <a:path w="2475865" h="256539">
                  <a:moveTo>
                    <a:pt x="2475725" y="76314"/>
                  </a:moveTo>
                  <a:lnTo>
                    <a:pt x="2475623" y="31318"/>
                  </a:lnTo>
                  <a:lnTo>
                    <a:pt x="2450884" y="2159"/>
                  </a:lnTo>
                  <a:lnTo>
                    <a:pt x="2241004" y="0"/>
                  </a:lnTo>
                  <a:lnTo>
                    <a:pt x="2234527" y="1803"/>
                  </a:lnTo>
                  <a:lnTo>
                    <a:pt x="2209685" y="31318"/>
                  </a:lnTo>
                  <a:lnTo>
                    <a:pt x="2209685" y="38163"/>
                  </a:lnTo>
                  <a:lnTo>
                    <a:pt x="2209317" y="69481"/>
                  </a:lnTo>
                  <a:lnTo>
                    <a:pt x="2209317" y="76314"/>
                  </a:lnTo>
                  <a:lnTo>
                    <a:pt x="2211120" y="82804"/>
                  </a:lnTo>
                  <a:lnTo>
                    <a:pt x="2240648" y="107645"/>
                  </a:lnTo>
                  <a:lnTo>
                    <a:pt x="2444407" y="107645"/>
                  </a:lnTo>
                  <a:lnTo>
                    <a:pt x="2473922" y="82804"/>
                  </a:lnTo>
                  <a:lnTo>
                    <a:pt x="2475725" y="76314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609158" y="2312646"/>
              <a:ext cx="2884805" cy="635"/>
            </a:xfrm>
            <a:custGeom>
              <a:avLst/>
              <a:gdLst/>
              <a:ahLst/>
              <a:cxnLst/>
              <a:rect l="l" t="t" r="r" b="b"/>
              <a:pathLst>
                <a:path w="2884804" h="635">
                  <a:moveTo>
                    <a:pt x="0" y="0"/>
                  </a:moveTo>
                  <a:lnTo>
                    <a:pt x="2884322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8802" y="1874522"/>
              <a:ext cx="185762" cy="18576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609158" y="2807997"/>
              <a:ext cx="2884805" cy="635"/>
            </a:xfrm>
            <a:custGeom>
              <a:avLst/>
              <a:gdLst/>
              <a:ahLst/>
              <a:cxnLst/>
              <a:rect l="l" t="t" r="r" b="b"/>
              <a:pathLst>
                <a:path w="2884804" h="635">
                  <a:moveTo>
                    <a:pt x="0" y="0"/>
                  </a:moveTo>
                  <a:lnTo>
                    <a:pt x="2884322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8802" y="2365923"/>
              <a:ext cx="185762" cy="18576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095885" y="2641678"/>
              <a:ext cx="1218565" cy="127000"/>
            </a:xfrm>
            <a:custGeom>
              <a:avLst/>
              <a:gdLst/>
              <a:ahLst/>
              <a:cxnLst/>
              <a:rect l="l" t="t" r="r" b="b"/>
              <a:pathLst>
                <a:path w="1218565" h="127000">
                  <a:moveTo>
                    <a:pt x="1218234" y="10795"/>
                  </a:moveTo>
                  <a:lnTo>
                    <a:pt x="644944" y="10795"/>
                  </a:lnTo>
                  <a:lnTo>
                    <a:pt x="642950" y="8648"/>
                  </a:lnTo>
                  <a:lnTo>
                    <a:pt x="631431" y="2159"/>
                  </a:lnTo>
                  <a:lnTo>
                    <a:pt x="624954" y="368"/>
                  </a:lnTo>
                  <a:lnTo>
                    <a:pt x="31673" y="0"/>
                  </a:lnTo>
                  <a:lnTo>
                    <a:pt x="25196" y="1803"/>
                  </a:lnTo>
                  <a:lnTo>
                    <a:pt x="355" y="31318"/>
                  </a:lnTo>
                  <a:lnTo>
                    <a:pt x="355" y="38163"/>
                  </a:lnTo>
                  <a:lnTo>
                    <a:pt x="0" y="69481"/>
                  </a:lnTo>
                  <a:lnTo>
                    <a:pt x="0" y="76327"/>
                  </a:lnTo>
                  <a:lnTo>
                    <a:pt x="1790" y="82804"/>
                  </a:lnTo>
                  <a:lnTo>
                    <a:pt x="31318" y="107645"/>
                  </a:lnTo>
                  <a:lnTo>
                    <a:pt x="491756" y="107645"/>
                  </a:lnTo>
                  <a:lnTo>
                    <a:pt x="491756" y="126720"/>
                  </a:lnTo>
                  <a:lnTo>
                    <a:pt x="1218234" y="126720"/>
                  </a:lnTo>
                  <a:lnTo>
                    <a:pt x="1218234" y="10795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865838" y="2752815"/>
            <a:ext cx="186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this.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605348" y="2861286"/>
            <a:ext cx="2892425" cy="934085"/>
            <a:chOff x="5605348" y="2861286"/>
            <a:chExt cx="2892425" cy="934085"/>
          </a:xfrm>
        </p:grpSpPr>
        <p:sp>
          <p:nvSpPr>
            <p:cNvPr id="30" name="object 30"/>
            <p:cNvSpPr/>
            <p:nvPr/>
          </p:nvSpPr>
          <p:spPr>
            <a:xfrm>
              <a:off x="5609158" y="3299398"/>
              <a:ext cx="2884805" cy="635"/>
            </a:xfrm>
            <a:custGeom>
              <a:avLst/>
              <a:gdLst/>
              <a:ahLst/>
              <a:cxnLst/>
              <a:rect l="l" t="t" r="r" b="b"/>
              <a:pathLst>
                <a:path w="2884804" h="635">
                  <a:moveTo>
                    <a:pt x="0" y="0"/>
                  </a:moveTo>
                  <a:lnTo>
                    <a:pt x="2884322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8802" y="2861286"/>
              <a:ext cx="185762" cy="1857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609158" y="3790799"/>
              <a:ext cx="2884805" cy="635"/>
            </a:xfrm>
            <a:custGeom>
              <a:avLst/>
              <a:gdLst/>
              <a:ahLst/>
              <a:cxnLst/>
              <a:rect l="l" t="t" r="r" b="b"/>
              <a:pathLst>
                <a:path w="2884804" h="635">
                  <a:moveTo>
                    <a:pt x="0" y="0"/>
                  </a:moveTo>
                  <a:lnTo>
                    <a:pt x="2884322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8802" y="3352687"/>
              <a:ext cx="185762" cy="1857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659196" y="2881339"/>
            <a:ext cx="99060" cy="638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④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➄</a:t>
            </a:r>
            <a:endParaRPr sz="800">
              <a:latin typeface="Yu Gothic"/>
              <a:cs typeface="Yu Gothic"/>
            </a:endParaRPr>
          </a:p>
        </p:txBody>
      </p:sp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802" y="3844076"/>
            <a:ext cx="185762" cy="185762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5659196" y="1398856"/>
            <a:ext cx="99060" cy="2613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①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➁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③</a:t>
            </a: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800">
              <a:latin typeface="Yu Gothic"/>
              <a:cs typeface="Yu Gothic"/>
            </a:endParaRPr>
          </a:p>
          <a:p>
            <a:pPr>
              <a:lnSpc>
                <a:spcPct val="100000"/>
              </a:lnSpc>
            </a:pPr>
            <a:r>
              <a:rPr dirty="0" sz="800" spc="-70" b="1">
                <a:solidFill>
                  <a:srgbClr val="FF6A5A"/>
                </a:solidFill>
                <a:latin typeface="Yu Gothic"/>
                <a:cs typeface="Yu Gothic"/>
              </a:rPr>
              <a:t>⑥</a:t>
            </a:r>
            <a:endParaRPr sz="800">
              <a:latin typeface="Yu Gothic"/>
              <a:cs typeface="Yu Gothic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629474" y="3990595"/>
            <a:ext cx="315595" cy="125095"/>
          </a:xfrm>
          <a:custGeom>
            <a:avLst/>
            <a:gdLst/>
            <a:ahLst/>
            <a:cxnLst/>
            <a:rect l="l" t="t" r="r" b="b"/>
            <a:pathLst>
              <a:path w="315595" h="125095">
                <a:moveTo>
                  <a:pt x="315366" y="76327"/>
                </a:moveTo>
                <a:lnTo>
                  <a:pt x="315264" y="31330"/>
                </a:lnTo>
                <a:lnTo>
                  <a:pt x="290525" y="2171"/>
                </a:lnTo>
                <a:lnTo>
                  <a:pt x="31686" y="0"/>
                </a:lnTo>
                <a:lnTo>
                  <a:pt x="25209" y="1803"/>
                </a:lnTo>
                <a:lnTo>
                  <a:pt x="368" y="31330"/>
                </a:lnTo>
                <a:lnTo>
                  <a:pt x="368" y="38163"/>
                </a:lnTo>
                <a:lnTo>
                  <a:pt x="0" y="69481"/>
                </a:lnTo>
                <a:lnTo>
                  <a:pt x="0" y="76327"/>
                </a:lnTo>
                <a:lnTo>
                  <a:pt x="1803" y="82804"/>
                </a:lnTo>
                <a:lnTo>
                  <a:pt x="5041" y="88569"/>
                </a:lnTo>
                <a:lnTo>
                  <a:pt x="7924" y="93179"/>
                </a:lnTo>
                <a:lnTo>
                  <a:pt x="7924" y="124929"/>
                </a:lnTo>
                <a:lnTo>
                  <a:pt x="274688" y="124929"/>
                </a:lnTo>
                <a:lnTo>
                  <a:pt x="274688" y="107645"/>
                </a:lnTo>
                <a:lnTo>
                  <a:pt x="284048" y="107645"/>
                </a:lnTo>
                <a:lnTo>
                  <a:pt x="313563" y="82804"/>
                </a:lnTo>
                <a:lnTo>
                  <a:pt x="315366" y="76327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865838" y="1314766"/>
            <a:ext cx="2620010" cy="28047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def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keyword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name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signature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Names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function.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signature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says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takes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arg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called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text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(a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string) and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returns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float.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docstring</a:t>
            </a:r>
            <a:endParaRPr sz="800">
              <a:latin typeface="Calibri"/>
              <a:cs typeface="Calibri"/>
            </a:endParaRPr>
          </a:p>
          <a:p>
            <a:pPr marR="5080">
              <a:lnSpc>
                <a:spcPct val="106300"/>
              </a:lnSpc>
              <a:spcBef>
                <a:spcPts val="219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triple-quoted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string right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after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def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Tells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other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humans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what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does.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Tools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like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Code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show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hover.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body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the</a:t>
            </a:r>
            <a:r>
              <a:rPr dirty="0" sz="8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actual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logic</a:t>
            </a:r>
            <a:endParaRPr sz="800">
              <a:latin typeface="Calibri"/>
              <a:cs typeface="Calibri"/>
            </a:endParaRPr>
          </a:p>
          <a:p>
            <a:pPr marR="14604">
              <a:lnSpc>
                <a:spcPct val="106300"/>
              </a:lnSpc>
              <a:spcBef>
                <a:spcPts val="21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Pulls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out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only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digits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decimal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points.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generator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expression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inside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''.join(...)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project code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looks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like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guard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clause</a:t>
            </a:r>
            <a:endParaRPr sz="800">
              <a:latin typeface="Calibri"/>
              <a:cs typeface="Calibri"/>
            </a:endParaRPr>
          </a:p>
          <a:p>
            <a:pPr marR="428625">
              <a:lnSpc>
                <a:spcPct val="106300"/>
              </a:lnSpc>
              <a:spcBef>
                <a:spcPts val="21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If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there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are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digits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all,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return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0.0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early.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Prevents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ValueError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next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line.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return</a:t>
            </a:r>
            <a:r>
              <a:rPr dirty="0" sz="800" spc="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statement</a:t>
            </a:r>
            <a:endParaRPr sz="800">
              <a:latin typeface="Calibri"/>
              <a:cs typeface="Calibri"/>
            </a:endParaRPr>
          </a:p>
          <a:p>
            <a:pPr marR="88900">
              <a:lnSpc>
                <a:spcPct val="106300"/>
              </a:lnSpc>
              <a:spcBef>
                <a:spcPts val="22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Hands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value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back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whoever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called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function.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Without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return,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get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None.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calling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the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function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How</a:t>
            </a:r>
            <a:r>
              <a:rPr dirty="0" sz="7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494E69"/>
                </a:solidFill>
                <a:latin typeface="Calibri"/>
                <a:cs typeface="Calibri"/>
              </a:rPr>
              <a:t>other</a:t>
            </a:r>
            <a:r>
              <a:rPr dirty="0" sz="7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7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uses</a:t>
            </a:r>
            <a:r>
              <a:rPr dirty="0" sz="7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r>
              <a:rPr dirty="0" sz="7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700" spc="-10">
                <a:solidFill>
                  <a:srgbClr val="494E69"/>
                </a:solidFill>
                <a:latin typeface="Calibri"/>
                <a:cs typeface="Calibri"/>
              </a:rPr>
              <a:t> return</a:t>
            </a:r>
            <a:r>
              <a:rPr dirty="0" sz="7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494E69"/>
                </a:solidFill>
                <a:latin typeface="Calibri"/>
                <a:cs typeface="Calibri"/>
              </a:rPr>
              <a:t>value</a:t>
            </a:r>
            <a:r>
              <a:rPr dirty="0" sz="7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lands</a:t>
            </a:r>
            <a:r>
              <a:rPr dirty="0" sz="7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7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ourier New"/>
                <a:cs typeface="Courier New"/>
              </a:rPr>
              <a:t>price</a:t>
            </a:r>
            <a:r>
              <a:rPr dirty="0" sz="700" spc="-1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14083" y="4494964"/>
            <a:ext cx="8115934" cy="248285"/>
            <a:chOff x="514083" y="4494964"/>
            <a:chExt cx="8115934" cy="248285"/>
          </a:xfrm>
        </p:grpSpPr>
        <p:sp>
          <p:nvSpPr>
            <p:cNvPr id="40" name="object 40"/>
            <p:cNvSpPr/>
            <p:nvPr/>
          </p:nvSpPr>
          <p:spPr>
            <a:xfrm>
              <a:off x="514083" y="4494964"/>
              <a:ext cx="8115934" cy="248285"/>
            </a:xfrm>
            <a:custGeom>
              <a:avLst/>
              <a:gdLst/>
              <a:ahLst/>
              <a:cxnLst/>
              <a:rect l="l" t="t" r="r" b="b"/>
              <a:pathLst>
                <a:path w="8115934" h="248285">
                  <a:moveTo>
                    <a:pt x="76682" y="0"/>
                  </a:moveTo>
                  <a:lnTo>
                    <a:pt x="38519" y="10439"/>
                  </a:lnTo>
                  <a:lnTo>
                    <a:pt x="10439" y="38163"/>
                  </a:lnTo>
                  <a:lnTo>
                    <a:pt x="355" y="76314"/>
                  </a:lnTo>
                  <a:lnTo>
                    <a:pt x="0" y="171716"/>
                  </a:lnTo>
                  <a:lnTo>
                    <a:pt x="668" y="181680"/>
                  </a:lnTo>
                  <a:lnTo>
                    <a:pt x="15881" y="218164"/>
                  </a:lnTo>
                  <a:lnTo>
                    <a:pt x="47105" y="242267"/>
                  </a:lnTo>
                  <a:lnTo>
                    <a:pt x="76314" y="248043"/>
                  </a:lnTo>
                  <a:lnTo>
                    <a:pt x="8039519" y="248043"/>
                  </a:lnTo>
                  <a:lnTo>
                    <a:pt x="8077682" y="237604"/>
                  </a:lnTo>
                  <a:lnTo>
                    <a:pt x="8105762" y="209880"/>
                  </a:lnTo>
                  <a:lnTo>
                    <a:pt x="8115833" y="171716"/>
                  </a:lnTo>
                  <a:lnTo>
                    <a:pt x="8115808" y="76314"/>
                  </a:lnTo>
                  <a:lnTo>
                    <a:pt x="8105393" y="38519"/>
                  </a:lnTo>
                  <a:lnTo>
                    <a:pt x="8077682" y="10439"/>
                  </a:lnTo>
                  <a:lnTo>
                    <a:pt x="8039519" y="355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18438" y="4566604"/>
              <a:ext cx="894715" cy="126364"/>
            </a:xfrm>
            <a:custGeom>
              <a:avLst/>
              <a:gdLst/>
              <a:ahLst/>
              <a:cxnLst/>
              <a:rect l="l" t="t" r="r" b="b"/>
              <a:pathLst>
                <a:path w="894714" h="126364">
                  <a:moveTo>
                    <a:pt x="894245" y="10071"/>
                  </a:moveTo>
                  <a:lnTo>
                    <a:pt x="805929" y="10071"/>
                  </a:lnTo>
                  <a:lnTo>
                    <a:pt x="804595" y="8636"/>
                  </a:lnTo>
                  <a:lnTo>
                    <a:pt x="793076" y="2159"/>
                  </a:lnTo>
                  <a:lnTo>
                    <a:pt x="786599" y="355"/>
                  </a:lnTo>
                  <a:lnTo>
                    <a:pt x="388086" y="0"/>
                  </a:lnTo>
                  <a:lnTo>
                    <a:pt x="381596" y="1803"/>
                  </a:lnTo>
                  <a:lnTo>
                    <a:pt x="375843" y="5041"/>
                  </a:lnTo>
                  <a:lnTo>
                    <a:pt x="370078" y="8636"/>
                  </a:lnTo>
                  <a:lnTo>
                    <a:pt x="365036" y="13322"/>
                  </a:lnTo>
                  <a:lnTo>
                    <a:pt x="361429" y="19748"/>
                  </a:lnTo>
                  <a:lnTo>
                    <a:pt x="361429" y="10071"/>
                  </a:lnTo>
                  <a:lnTo>
                    <a:pt x="303364" y="10071"/>
                  </a:lnTo>
                  <a:lnTo>
                    <a:pt x="302044" y="8636"/>
                  </a:lnTo>
                  <a:lnTo>
                    <a:pt x="290525" y="2159"/>
                  </a:lnTo>
                  <a:lnTo>
                    <a:pt x="284035" y="355"/>
                  </a:lnTo>
                  <a:lnTo>
                    <a:pt x="31686" y="0"/>
                  </a:lnTo>
                  <a:lnTo>
                    <a:pt x="25196" y="1803"/>
                  </a:lnTo>
                  <a:lnTo>
                    <a:pt x="355" y="31318"/>
                  </a:lnTo>
                  <a:lnTo>
                    <a:pt x="355" y="38163"/>
                  </a:lnTo>
                  <a:lnTo>
                    <a:pt x="0" y="69481"/>
                  </a:lnTo>
                  <a:lnTo>
                    <a:pt x="0" y="76314"/>
                  </a:lnTo>
                  <a:lnTo>
                    <a:pt x="1803" y="82791"/>
                  </a:lnTo>
                  <a:lnTo>
                    <a:pt x="31318" y="107632"/>
                  </a:lnTo>
                  <a:lnTo>
                    <a:pt x="59042" y="107632"/>
                  </a:lnTo>
                  <a:lnTo>
                    <a:pt x="59042" y="125996"/>
                  </a:lnTo>
                  <a:lnTo>
                    <a:pt x="361429" y="125996"/>
                  </a:lnTo>
                  <a:lnTo>
                    <a:pt x="361429" y="88544"/>
                  </a:lnTo>
                  <a:lnTo>
                    <a:pt x="365036" y="94322"/>
                  </a:lnTo>
                  <a:lnTo>
                    <a:pt x="369722" y="99352"/>
                  </a:lnTo>
                  <a:lnTo>
                    <a:pt x="381241" y="105841"/>
                  </a:lnTo>
                  <a:lnTo>
                    <a:pt x="387718" y="107632"/>
                  </a:lnTo>
                  <a:lnTo>
                    <a:pt x="410400" y="107632"/>
                  </a:lnTo>
                  <a:lnTo>
                    <a:pt x="410400" y="125996"/>
                  </a:lnTo>
                  <a:lnTo>
                    <a:pt x="894245" y="125996"/>
                  </a:lnTo>
                  <a:lnTo>
                    <a:pt x="894245" y="100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01814" y="4552272"/>
            <a:ext cx="7137400" cy="15303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800" spc="-75" i="1">
                <a:solidFill>
                  <a:srgbClr val="797E94"/>
                </a:solidFill>
                <a:latin typeface="Trebuchet MS"/>
                <a:cs typeface="Trebuchet MS"/>
              </a:rPr>
              <a:t>Type</a:t>
            </a:r>
            <a:r>
              <a:rPr dirty="0" sz="800" spc="-4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hints</a:t>
            </a:r>
            <a:r>
              <a:rPr dirty="0" sz="800" spc="-4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i="1">
                <a:solidFill>
                  <a:srgbClr val="797E94"/>
                </a:solidFill>
                <a:latin typeface="Trebuchet MS"/>
                <a:cs typeface="Trebuchet MS"/>
              </a:rPr>
              <a:t>(</a:t>
            </a:r>
            <a:r>
              <a:rPr dirty="0" sz="800" i="1">
                <a:solidFill>
                  <a:srgbClr val="293183"/>
                </a:solidFill>
                <a:latin typeface="Courier New"/>
                <a:cs typeface="Courier New"/>
              </a:rPr>
              <a:t>:</a:t>
            </a:r>
            <a:r>
              <a:rPr dirty="0" sz="800" spc="75" i="1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30" i="1">
                <a:solidFill>
                  <a:srgbClr val="293183"/>
                </a:solidFill>
                <a:latin typeface="Courier New"/>
                <a:cs typeface="Courier New"/>
              </a:rPr>
              <a:t>str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,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 i="1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sz="800" i="1">
                <a:solidFill>
                  <a:srgbClr val="293183"/>
                </a:solidFill>
                <a:latin typeface="Courier New"/>
                <a:cs typeface="Courier New"/>
              </a:rPr>
              <a:t>&gt;</a:t>
            </a:r>
            <a:r>
              <a:rPr dirty="0" sz="800" spc="75" i="1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293183"/>
                </a:solidFill>
                <a:latin typeface="Courier New"/>
                <a:cs typeface="Courier New"/>
              </a:rPr>
              <a:t>float</a:t>
            </a:r>
            <a:r>
              <a:rPr dirty="0" sz="800" spc="-10" i="1">
                <a:solidFill>
                  <a:srgbClr val="797E94"/>
                </a:solidFill>
                <a:latin typeface="Trebuchet MS"/>
                <a:cs typeface="Trebuchet MS"/>
              </a:rPr>
              <a:t>)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are</a:t>
            </a:r>
            <a:r>
              <a:rPr dirty="0" sz="800" spc="-5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documentation,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 i="1">
                <a:solidFill>
                  <a:srgbClr val="797E94"/>
                </a:solidFill>
                <a:latin typeface="Trebuchet MS"/>
                <a:cs typeface="Trebuchet MS"/>
              </a:rPr>
              <a:t>not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enforcement.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 i="1">
                <a:solidFill>
                  <a:srgbClr val="797E94"/>
                </a:solidFill>
                <a:latin typeface="Trebuchet MS"/>
                <a:cs typeface="Trebuchet MS"/>
              </a:rPr>
              <a:t>Python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won't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stop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45" i="1">
                <a:solidFill>
                  <a:srgbClr val="797E94"/>
                </a:solidFill>
                <a:latin typeface="Trebuchet MS"/>
                <a:cs typeface="Trebuchet MS"/>
              </a:rPr>
              <a:t>you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passing 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an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 i="1">
                <a:solidFill>
                  <a:srgbClr val="797E94"/>
                </a:solidFill>
                <a:latin typeface="Trebuchet MS"/>
                <a:cs typeface="Trebuchet MS"/>
              </a:rPr>
              <a:t>int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135" i="1">
                <a:solidFill>
                  <a:srgbClr val="797E94"/>
                </a:solidFill>
                <a:latin typeface="Trebuchet MS"/>
                <a:cs typeface="Trebuchet MS"/>
              </a:rPr>
              <a:t>—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but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your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IDE</a:t>
            </a:r>
            <a:r>
              <a:rPr dirty="0" sz="800" spc="-4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80" i="1">
                <a:solidFill>
                  <a:srgbClr val="797E94"/>
                </a:solidFill>
                <a:latin typeface="Trebuchet MS"/>
                <a:cs typeface="Trebuchet MS"/>
              </a:rPr>
              <a:t>will</a:t>
            </a:r>
            <a:r>
              <a:rPr dirty="0" sz="800" spc="-45" i="1">
                <a:solidFill>
                  <a:srgbClr val="797E94"/>
                </a:solidFill>
                <a:latin typeface="Trebuchet MS"/>
                <a:cs typeface="Trebuchet MS"/>
              </a:rPr>
              <a:t> warn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you,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and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other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5" i="1">
                <a:solidFill>
                  <a:srgbClr val="797E94"/>
                </a:solidFill>
                <a:latin typeface="Trebuchet MS"/>
                <a:cs typeface="Trebuchet MS"/>
              </a:rPr>
              <a:t>developers</a:t>
            </a:r>
            <a:r>
              <a:rPr dirty="0" sz="800" spc="-4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80" i="1">
                <a:solidFill>
                  <a:srgbClr val="797E94"/>
                </a:solidFill>
                <a:latin typeface="Trebuchet MS"/>
                <a:cs typeface="Trebuchet MS"/>
              </a:rPr>
              <a:t>will</a:t>
            </a:r>
            <a:r>
              <a:rPr dirty="0" sz="800" spc="-50" i="1">
                <a:solidFill>
                  <a:srgbClr val="797E94"/>
                </a:solidFill>
                <a:latin typeface="Trebuchet MS"/>
                <a:cs typeface="Trebuchet MS"/>
              </a:rPr>
              <a:t> thank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20" i="1">
                <a:solidFill>
                  <a:srgbClr val="797E94"/>
                </a:solidFill>
                <a:latin typeface="Trebuchet MS"/>
                <a:cs typeface="Trebuchet MS"/>
              </a:rPr>
              <a:t>you.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5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41263"/>
            <a:ext cx="160401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6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6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6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600" spc="2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6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U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6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6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6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,</a:t>
            </a:r>
            <a:r>
              <a:rPr dirty="0" sz="600" spc="254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6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A R</a:t>
            </a:r>
            <a:r>
              <a:rPr dirty="0" sz="6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738" y="613691"/>
            <a:ext cx="3787775" cy="3181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20"/>
              <a:t>Three</a:t>
            </a:r>
            <a:r>
              <a:rPr dirty="0" sz="1900" spc="-85"/>
              <a:t> </a:t>
            </a:r>
            <a:r>
              <a:rPr dirty="0" sz="1900" spc="-30"/>
              <a:t>ways</a:t>
            </a:r>
            <a:r>
              <a:rPr dirty="0" sz="1900" spc="-75"/>
              <a:t> </a:t>
            </a:r>
            <a:r>
              <a:rPr dirty="0" sz="1900"/>
              <a:t>to</a:t>
            </a:r>
            <a:r>
              <a:rPr dirty="0" sz="1900" spc="-85"/>
              <a:t> </a:t>
            </a:r>
            <a:r>
              <a:rPr dirty="0" sz="1900" spc="-10"/>
              <a:t>hand</a:t>
            </a:r>
            <a:r>
              <a:rPr dirty="0" sz="1900" spc="-80"/>
              <a:t> </a:t>
            </a:r>
            <a:r>
              <a:rPr dirty="0" sz="1900" spc="-25"/>
              <a:t>data</a:t>
            </a:r>
            <a:r>
              <a:rPr dirty="0" sz="1900" spc="-80"/>
              <a:t> </a:t>
            </a:r>
            <a:r>
              <a:rPr dirty="0" sz="1900"/>
              <a:t>to</a:t>
            </a:r>
            <a:r>
              <a:rPr dirty="0" sz="1900" spc="-85"/>
              <a:t> </a:t>
            </a:r>
            <a:r>
              <a:rPr dirty="0" sz="1900"/>
              <a:t>a</a:t>
            </a:r>
            <a:r>
              <a:rPr dirty="0" sz="1900" spc="-80"/>
              <a:t> </a:t>
            </a:r>
            <a:r>
              <a:rPr dirty="0" sz="1900" spc="-10"/>
              <a:t>function.</a:t>
            </a:r>
            <a:endParaRPr sz="1900"/>
          </a:p>
        </p:txBody>
      </p:sp>
      <p:sp>
        <p:nvSpPr>
          <p:cNvPr id="5" name="object 5"/>
          <p:cNvSpPr txBox="1"/>
          <p:nvPr/>
        </p:nvSpPr>
        <p:spPr>
          <a:xfrm>
            <a:off x="6492494" y="615657"/>
            <a:ext cx="214884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2770" marR="5080" indent="-560705">
              <a:lnSpc>
                <a:spcPct val="119000"/>
              </a:lnSpc>
              <a:spcBef>
                <a:spcPts val="100"/>
              </a:spcBef>
            </a:pP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You'll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all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three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real codebases.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Knowing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which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you're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looking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half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battle.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4235" y="1018592"/>
            <a:ext cx="2648585" cy="3282950"/>
            <a:chOff x="514235" y="1018592"/>
            <a:chExt cx="2648585" cy="3282950"/>
          </a:xfrm>
        </p:grpSpPr>
        <p:sp>
          <p:nvSpPr>
            <p:cNvPr id="7" name="object 7"/>
            <p:cNvSpPr/>
            <p:nvPr/>
          </p:nvSpPr>
          <p:spPr>
            <a:xfrm>
              <a:off x="518045" y="1022402"/>
              <a:ext cx="2640965" cy="3275329"/>
            </a:xfrm>
            <a:custGeom>
              <a:avLst/>
              <a:gdLst/>
              <a:ahLst/>
              <a:cxnLst/>
              <a:rect l="l" t="t" r="r" b="b"/>
              <a:pathLst>
                <a:path w="2640965" h="3275329">
                  <a:moveTo>
                    <a:pt x="2507030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83"/>
                  </a:lnTo>
                  <a:lnTo>
                    <a:pt x="0" y="133197"/>
                  </a:lnTo>
                  <a:lnTo>
                    <a:pt x="0" y="3141713"/>
                  </a:lnTo>
                  <a:lnTo>
                    <a:pt x="1114" y="3158803"/>
                  </a:lnTo>
                  <a:lnTo>
                    <a:pt x="1134" y="3159109"/>
                  </a:lnTo>
                  <a:lnTo>
                    <a:pt x="17640" y="3208324"/>
                  </a:lnTo>
                  <a:lnTo>
                    <a:pt x="51960" y="3247297"/>
                  </a:lnTo>
                  <a:lnTo>
                    <a:pt x="98679" y="3270377"/>
                  </a:lnTo>
                  <a:lnTo>
                    <a:pt x="133197" y="3274923"/>
                  </a:lnTo>
                  <a:lnTo>
                    <a:pt x="2507399" y="3274555"/>
                  </a:lnTo>
                  <a:lnTo>
                    <a:pt x="2558223" y="3264530"/>
                  </a:lnTo>
                  <a:lnTo>
                    <a:pt x="2601531" y="3235679"/>
                  </a:lnTo>
                  <a:lnTo>
                    <a:pt x="2630311" y="3192550"/>
                  </a:lnTo>
                  <a:lnTo>
                    <a:pt x="2630416" y="3192339"/>
                  </a:lnTo>
                  <a:lnTo>
                    <a:pt x="2640573" y="3141713"/>
                  </a:lnTo>
                  <a:lnTo>
                    <a:pt x="2640596" y="3141357"/>
                  </a:lnTo>
                  <a:lnTo>
                    <a:pt x="2640228" y="133197"/>
                  </a:lnTo>
                  <a:lnTo>
                    <a:pt x="2630209" y="82373"/>
                  </a:lnTo>
                  <a:lnTo>
                    <a:pt x="2601352" y="39058"/>
                  </a:lnTo>
                  <a:lnTo>
                    <a:pt x="2558012" y="10174"/>
                  </a:lnTo>
                  <a:lnTo>
                    <a:pt x="2524477" y="1142"/>
                  </a:lnTo>
                  <a:lnTo>
                    <a:pt x="25070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8045" y="1022402"/>
              <a:ext cx="2640965" cy="3275329"/>
            </a:xfrm>
            <a:custGeom>
              <a:avLst/>
              <a:gdLst/>
              <a:ahLst/>
              <a:cxnLst/>
              <a:rect l="l" t="t" r="r" b="b"/>
              <a:pathLst>
                <a:path w="2640965" h="3275329">
                  <a:moveTo>
                    <a:pt x="0" y="133197"/>
                  </a:moveTo>
                  <a:lnTo>
                    <a:pt x="1140" y="115756"/>
                  </a:lnTo>
                  <a:lnTo>
                    <a:pt x="4540" y="98683"/>
                  </a:lnTo>
                  <a:lnTo>
                    <a:pt x="27613" y="51960"/>
                  </a:lnTo>
                  <a:lnTo>
                    <a:pt x="66598" y="17640"/>
                  </a:lnTo>
                  <a:lnTo>
                    <a:pt x="115801" y="1136"/>
                  </a:lnTo>
                  <a:lnTo>
                    <a:pt x="133197" y="0"/>
                  </a:lnTo>
                  <a:lnTo>
                    <a:pt x="2507030" y="0"/>
                  </a:lnTo>
                  <a:lnTo>
                    <a:pt x="2558012" y="10174"/>
                  </a:lnTo>
                  <a:lnTo>
                    <a:pt x="2601352" y="39058"/>
                  </a:lnTo>
                  <a:lnTo>
                    <a:pt x="2630209" y="82373"/>
                  </a:lnTo>
                  <a:lnTo>
                    <a:pt x="2640228" y="133197"/>
                  </a:lnTo>
                  <a:lnTo>
                    <a:pt x="2640596" y="3141357"/>
                  </a:lnTo>
                  <a:lnTo>
                    <a:pt x="2639454" y="3158803"/>
                  </a:lnTo>
                  <a:lnTo>
                    <a:pt x="2636050" y="3175876"/>
                  </a:lnTo>
                  <a:lnTo>
                    <a:pt x="2612970" y="3222594"/>
                  </a:lnTo>
                  <a:lnTo>
                    <a:pt x="2573997" y="3256915"/>
                  </a:lnTo>
                  <a:lnTo>
                    <a:pt x="2524788" y="3273418"/>
                  </a:lnTo>
                  <a:lnTo>
                    <a:pt x="133197" y="3274923"/>
                  </a:lnTo>
                  <a:lnTo>
                    <a:pt x="82216" y="3264743"/>
                  </a:lnTo>
                  <a:lnTo>
                    <a:pt x="38876" y="3235858"/>
                  </a:lnTo>
                  <a:lnTo>
                    <a:pt x="10019" y="3192550"/>
                  </a:lnTo>
                  <a:lnTo>
                    <a:pt x="0" y="3141713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6757" y="1128600"/>
              <a:ext cx="725805" cy="212090"/>
            </a:xfrm>
            <a:custGeom>
              <a:avLst/>
              <a:gdLst/>
              <a:ahLst/>
              <a:cxnLst/>
              <a:rect l="l" t="t" r="r" b="b"/>
              <a:pathLst>
                <a:path w="725805" h="212090">
                  <a:moveTo>
                    <a:pt x="619556" y="0"/>
                  </a:moveTo>
                  <a:lnTo>
                    <a:pt x="106197" y="0"/>
                  </a:lnTo>
                  <a:lnTo>
                    <a:pt x="91460" y="928"/>
                  </a:lnTo>
                  <a:lnTo>
                    <a:pt x="91995" y="928"/>
                  </a:lnTo>
                  <a:lnTo>
                    <a:pt x="78616" y="3513"/>
                  </a:lnTo>
                  <a:lnTo>
                    <a:pt x="41331" y="21790"/>
                  </a:lnTo>
                  <a:lnTo>
                    <a:pt x="14046" y="52920"/>
                  </a:lnTo>
                  <a:lnTo>
                    <a:pt x="928" y="91954"/>
                  </a:lnTo>
                  <a:lnTo>
                    <a:pt x="0" y="105841"/>
                  </a:lnTo>
                  <a:lnTo>
                    <a:pt x="878" y="119786"/>
                  </a:lnTo>
                  <a:lnTo>
                    <a:pt x="14046" y="159118"/>
                  </a:lnTo>
                  <a:lnTo>
                    <a:pt x="41331" y="190259"/>
                  </a:lnTo>
                  <a:lnTo>
                    <a:pt x="78438" y="208394"/>
                  </a:lnTo>
                  <a:lnTo>
                    <a:pt x="105841" y="212039"/>
                  </a:lnTo>
                  <a:lnTo>
                    <a:pt x="619925" y="212039"/>
                  </a:lnTo>
                  <a:lnTo>
                    <a:pt x="660321" y="203836"/>
                  </a:lnTo>
                  <a:lnTo>
                    <a:pt x="694845" y="180767"/>
                  </a:lnTo>
                  <a:lnTo>
                    <a:pt x="717714" y="146289"/>
                  </a:lnTo>
                  <a:lnTo>
                    <a:pt x="725766" y="105841"/>
                  </a:lnTo>
                  <a:lnTo>
                    <a:pt x="724832" y="92104"/>
                  </a:lnTo>
                  <a:lnTo>
                    <a:pt x="711365" y="52920"/>
                  </a:lnTo>
                  <a:lnTo>
                    <a:pt x="684074" y="21790"/>
                  </a:lnTo>
                  <a:lnTo>
                    <a:pt x="646964" y="3646"/>
                  </a:lnTo>
                  <a:lnTo>
                    <a:pt x="633446" y="928"/>
                  </a:lnTo>
                  <a:lnTo>
                    <a:pt x="619556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8058" y="1159093"/>
            <a:ext cx="6426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65" b="1">
                <a:solidFill>
                  <a:srgbClr val="293183"/>
                </a:solidFill>
                <a:latin typeface="Calibri"/>
                <a:cs typeface="Calibri"/>
              </a:rPr>
              <a:t>POSITIONAL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2856" y="1186105"/>
            <a:ext cx="12128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600" spc="-3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9795" y="1400405"/>
            <a:ext cx="2376805" cy="2523490"/>
          </a:xfrm>
          <a:custGeom>
            <a:avLst/>
            <a:gdLst/>
            <a:ahLst/>
            <a:cxnLst/>
            <a:rect l="l" t="t" r="r" b="b"/>
            <a:pathLst>
              <a:path w="2376805" h="2523490">
                <a:moveTo>
                  <a:pt x="114846" y="0"/>
                </a:moveTo>
                <a:lnTo>
                  <a:pt x="71001" y="8808"/>
                </a:lnTo>
                <a:lnTo>
                  <a:pt x="33678" y="33743"/>
                </a:lnTo>
                <a:lnTo>
                  <a:pt x="9176" y="70788"/>
                </a:lnTo>
                <a:lnTo>
                  <a:pt x="368" y="114477"/>
                </a:lnTo>
                <a:lnTo>
                  <a:pt x="0" y="2408402"/>
                </a:lnTo>
                <a:lnTo>
                  <a:pt x="1002" y="2423418"/>
                </a:lnTo>
                <a:lnTo>
                  <a:pt x="3937" y="2437965"/>
                </a:lnTo>
                <a:lnTo>
                  <a:pt x="3963" y="2438098"/>
                </a:lnTo>
                <a:lnTo>
                  <a:pt x="8762" y="2452090"/>
                </a:lnTo>
                <a:lnTo>
                  <a:pt x="8813" y="2452240"/>
                </a:lnTo>
                <a:lnTo>
                  <a:pt x="15481" y="2465641"/>
                </a:lnTo>
                <a:lnTo>
                  <a:pt x="44845" y="2499251"/>
                </a:lnTo>
                <a:lnTo>
                  <a:pt x="84916" y="2518916"/>
                </a:lnTo>
                <a:lnTo>
                  <a:pt x="114490" y="2522880"/>
                </a:lnTo>
                <a:lnTo>
                  <a:pt x="2262238" y="2522880"/>
                </a:lnTo>
                <a:lnTo>
                  <a:pt x="2306088" y="2514066"/>
                </a:lnTo>
                <a:lnTo>
                  <a:pt x="2343335" y="2489215"/>
                </a:lnTo>
                <a:lnTo>
                  <a:pt x="2367841" y="2452240"/>
                </a:lnTo>
                <a:lnTo>
                  <a:pt x="2376728" y="2408402"/>
                </a:lnTo>
                <a:lnTo>
                  <a:pt x="2376705" y="114477"/>
                </a:lnTo>
                <a:lnTo>
                  <a:pt x="2367915" y="70995"/>
                </a:lnTo>
                <a:lnTo>
                  <a:pt x="2343064" y="33743"/>
                </a:lnTo>
                <a:lnTo>
                  <a:pt x="2305938" y="9163"/>
                </a:lnTo>
                <a:lnTo>
                  <a:pt x="2262238" y="355"/>
                </a:lnTo>
                <a:lnTo>
                  <a:pt x="114846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37539" y="1487931"/>
            <a:ext cx="873760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100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add(a,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E7E9F4"/>
                </a:solidFill>
                <a:latin typeface="Courier New"/>
                <a:cs typeface="Courier New"/>
              </a:rPr>
              <a:t>b):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-229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6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+</a:t>
            </a:r>
            <a:r>
              <a:rPr dirty="0" sz="800" spc="23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b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7539" y="1791766"/>
            <a:ext cx="473075" cy="48133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(</a:t>
            </a:r>
            <a:r>
              <a:rPr dirty="0" sz="800" spc="-15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Trebuchet MS"/>
                <a:cs typeface="Trebuchet MS"/>
              </a:rPr>
              <a:t>,</a:t>
            </a:r>
            <a:r>
              <a:rPr dirty="0" sz="800" spc="1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  <a:endParaRPr sz="800">
              <a:latin typeface="Trebuchet MS"/>
              <a:cs typeface="Trebuchet MS"/>
            </a:endParaRPr>
          </a:p>
          <a:p>
            <a:pPr marL="12700" marR="5080">
              <a:lnSpc>
                <a:spcPct val="124600"/>
              </a:lnSpc>
            </a:pP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(</a:t>
            </a:r>
            <a:r>
              <a:rPr dirty="0" sz="800" spc="-15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3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E7E9F4"/>
                </a:solidFill>
                <a:latin typeface="Trebuchet MS"/>
                <a:cs typeface="Trebuchet MS"/>
              </a:rPr>
              <a:t>,</a:t>
            </a:r>
            <a:r>
              <a:rPr dirty="0" sz="800" spc="1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z="800" spc="-10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  <a:r>
              <a:rPr dirty="0" sz="800" spc="5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 d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(</a:t>
            </a:r>
            <a:r>
              <a:rPr dirty="0" sz="800" spc="-15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2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9745" y="1791766"/>
            <a:ext cx="1501775" cy="48260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335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24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  <a:p>
            <a:pPr marL="45085">
              <a:lnSpc>
                <a:spcPct val="100000"/>
              </a:lnSpc>
              <a:spcBef>
                <a:spcPts val="235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24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50" spc="-375">
                <a:solidFill>
                  <a:srgbClr val="8A8FB4"/>
                </a:solidFill>
                <a:latin typeface="SimSun-ExtB"/>
                <a:cs typeface="SimSun-ExtB"/>
              </a:rPr>
              <a:t>✕</a:t>
            </a:r>
            <a:r>
              <a:rPr dirty="0" sz="850" spc="235">
                <a:solidFill>
                  <a:srgbClr val="8A8FB4"/>
                </a:solidFill>
                <a:latin typeface="SimSun-ExtB"/>
                <a:cs typeface="SimSun-ExtB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TypeError,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missing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b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9795" y="3998165"/>
            <a:ext cx="2376805" cy="635"/>
          </a:xfrm>
          <a:custGeom>
            <a:avLst/>
            <a:gdLst/>
            <a:ahLst/>
            <a:cxnLst/>
            <a:rect l="l" t="t" r="r" b="b"/>
            <a:pathLst>
              <a:path w="2376805" h="635">
                <a:moveTo>
                  <a:pt x="0" y="0"/>
                </a:moveTo>
                <a:lnTo>
                  <a:pt x="2376360" y="355"/>
                </a:lnTo>
              </a:path>
            </a:pathLst>
          </a:custGeom>
          <a:ln w="7199">
            <a:solidFill>
              <a:srgbClr val="E4DEC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7095" y="4037293"/>
            <a:ext cx="14782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Order</a:t>
            </a:r>
            <a:r>
              <a:rPr dirty="0" sz="800" spc="-2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matters.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25" i="1">
                <a:solidFill>
                  <a:srgbClr val="797E94"/>
                </a:solidFill>
                <a:latin typeface="Trebuchet MS"/>
                <a:cs typeface="Trebuchet MS"/>
              </a:rPr>
              <a:t>Most 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common</a:t>
            </a:r>
            <a:r>
              <a:rPr dirty="0" sz="800" spc="-2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form.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47351" y="1018592"/>
            <a:ext cx="2648585" cy="3282950"/>
            <a:chOff x="3247351" y="1018592"/>
            <a:chExt cx="2648585" cy="3282950"/>
          </a:xfrm>
        </p:grpSpPr>
        <p:sp>
          <p:nvSpPr>
            <p:cNvPr id="19" name="object 19"/>
            <p:cNvSpPr/>
            <p:nvPr/>
          </p:nvSpPr>
          <p:spPr>
            <a:xfrm>
              <a:off x="3251161" y="1022402"/>
              <a:ext cx="2640965" cy="3275329"/>
            </a:xfrm>
            <a:custGeom>
              <a:avLst/>
              <a:gdLst/>
              <a:ahLst/>
              <a:cxnLst/>
              <a:rect l="l" t="t" r="r" b="b"/>
              <a:pathLst>
                <a:path w="2640965" h="3275329">
                  <a:moveTo>
                    <a:pt x="2507399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83"/>
                  </a:lnTo>
                  <a:lnTo>
                    <a:pt x="0" y="133197"/>
                  </a:lnTo>
                  <a:lnTo>
                    <a:pt x="0" y="3141713"/>
                  </a:lnTo>
                  <a:lnTo>
                    <a:pt x="9953" y="3192339"/>
                  </a:lnTo>
                  <a:lnTo>
                    <a:pt x="38876" y="3235858"/>
                  </a:lnTo>
                  <a:lnTo>
                    <a:pt x="82218" y="3264743"/>
                  </a:lnTo>
                  <a:lnTo>
                    <a:pt x="133197" y="3274923"/>
                  </a:lnTo>
                  <a:lnTo>
                    <a:pt x="2507754" y="3274555"/>
                  </a:lnTo>
                  <a:lnTo>
                    <a:pt x="2558586" y="3264530"/>
                  </a:lnTo>
                  <a:lnTo>
                    <a:pt x="2601898" y="3235679"/>
                  </a:lnTo>
                  <a:lnTo>
                    <a:pt x="2630677" y="3192550"/>
                  </a:lnTo>
                  <a:lnTo>
                    <a:pt x="2630783" y="3192339"/>
                  </a:lnTo>
                  <a:lnTo>
                    <a:pt x="2636335" y="3176100"/>
                  </a:lnTo>
                  <a:lnTo>
                    <a:pt x="2636412" y="3175876"/>
                  </a:lnTo>
                  <a:lnTo>
                    <a:pt x="2639751" y="3159109"/>
                  </a:lnTo>
                  <a:lnTo>
                    <a:pt x="2639812" y="3158803"/>
                  </a:lnTo>
                  <a:lnTo>
                    <a:pt x="2640929" y="3141713"/>
                  </a:lnTo>
                  <a:lnTo>
                    <a:pt x="2640952" y="3141357"/>
                  </a:lnTo>
                  <a:lnTo>
                    <a:pt x="2640596" y="133197"/>
                  </a:lnTo>
                  <a:lnTo>
                    <a:pt x="2630572" y="82373"/>
                  </a:lnTo>
                  <a:lnTo>
                    <a:pt x="2601720" y="39058"/>
                  </a:lnTo>
                  <a:lnTo>
                    <a:pt x="2558378" y="10174"/>
                  </a:lnTo>
                  <a:lnTo>
                    <a:pt x="2524839" y="1142"/>
                  </a:lnTo>
                  <a:lnTo>
                    <a:pt x="2507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251161" y="1022402"/>
              <a:ext cx="2640965" cy="3275329"/>
            </a:xfrm>
            <a:custGeom>
              <a:avLst/>
              <a:gdLst/>
              <a:ahLst/>
              <a:cxnLst/>
              <a:rect l="l" t="t" r="r" b="b"/>
              <a:pathLst>
                <a:path w="2640965" h="3275329">
                  <a:moveTo>
                    <a:pt x="0" y="133197"/>
                  </a:moveTo>
                  <a:lnTo>
                    <a:pt x="1142" y="115756"/>
                  </a:lnTo>
                  <a:lnTo>
                    <a:pt x="4545" y="98683"/>
                  </a:lnTo>
                  <a:lnTo>
                    <a:pt x="27615" y="51960"/>
                  </a:lnTo>
                  <a:lnTo>
                    <a:pt x="66598" y="17640"/>
                  </a:lnTo>
                  <a:lnTo>
                    <a:pt x="115808" y="1136"/>
                  </a:lnTo>
                  <a:lnTo>
                    <a:pt x="133197" y="0"/>
                  </a:lnTo>
                  <a:lnTo>
                    <a:pt x="2507399" y="0"/>
                  </a:lnTo>
                  <a:lnTo>
                    <a:pt x="2558378" y="10174"/>
                  </a:lnTo>
                  <a:lnTo>
                    <a:pt x="2601720" y="39058"/>
                  </a:lnTo>
                  <a:lnTo>
                    <a:pt x="2630572" y="82373"/>
                  </a:lnTo>
                  <a:lnTo>
                    <a:pt x="2640596" y="133197"/>
                  </a:lnTo>
                  <a:lnTo>
                    <a:pt x="2640952" y="3141357"/>
                  </a:lnTo>
                  <a:lnTo>
                    <a:pt x="2639812" y="3158803"/>
                  </a:lnTo>
                  <a:lnTo>
                    <a:pt x="2636412" y="3175876"/>
                  </a:lnTo>
                  <a:lnTo>
                    <a:pt x="2613338" y="3222594"/>
                  </a:lnTo>
                  <a:lnTo>
                    <a:pt x="2574353" y="3256915"/>
                  </a:lnTo>
                  <a:lnTo>
                    <a:pt x="2525150" y="3273418"/>
                  </a:lnTo>
                  <a:lnTo>
                    <a:pt x="133197" y="3274923"/>
                  </a:lnTo>
                  <a:lnTo>
                    <a:pt x="82218" y="3264743"/>
                  </a:lnTo>
                  <a:lnTo>
                    <a:pt x="38876" y="3235858"/>
                  </a:lnTo>
                  <a:lnTo>
                    <a:pt x="10024" y="3192550"/>
                  </a:lnTo>
                  <a:lnTo>
                    <a:pt x="0" y="3141713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360597" y="1128600"/>
              <a:ext cx="633730" cy="212090"/>
            </a:xfrm>
            <a:custGeom>
              <a:avLst/>
              <a:gdLst/>
              <a:ahLst/>
              <a:cxnLst/>
              <a:rect l="l" t="t" r="r" b="b"/>
              <a:pathLst>
                <a:path w="633729" h="212090">
                  <a:moveTo>
                    <a:pt x="527405" y="0"/>
                  </a:moveTo>
                  <a:lnTo>
                    <a:pt x="106197" y="0"/>
                  </a:lnTo>
                  <a:lnTo>
                    <a:pt x="91460" y="928"/>
                  </a:lnTo>
                  <a:lnTo>
                    <a:pt x="91995" y="928"/>
                  </a:lnTo>
                  <a:lnTo>
                    <a:pt x="78616" y="3513"/>
                  </a:lnTo>
                  <a:lnTo>
                    <a:pt x="41331" y="21790"/>
                  </a:lnTo>
                  <a:lnTo>
                    <a:pt x="14046" y="52920"/>
                  </a:lnTo>
                  <a:lnTo>
                    <a:pt x="928" y="91954"/>
                  </a:lnTo>
                  <a:lnTo>
                    <a:pt x="0" y="105841"/>
                  </a:lnTo>
                  <a:lnTo>
                    <a:pt x="0" y="106197"/>
                  </a:lnTo>
                  <a:lnTo>
                    <a:pt x="865" y="119729"/>
                  </a:lnTo>
                  <a:lnTo>
                    <a:pt x="878" y="119936"/>
                  </a:lnTo>
                  <a:lnTo>
                    <a:pt x="3468" y="133245"/>
                  </a:lnTo>
                  <a:lnTo>
                    <a:pt x="3513" y="133472"/>
                  </a:lnTo>
                  <a:lnTo>
                    <a:pt x="21792" y="170714"/>
                  </a:lnTo>
                  <a:lnTo>
                    <a:pt x="52920" y="198005"/>
                  </a:lnTo>
                  <a:lnTo>
                    <a:pt x="91954" y="211110"/>
                  </a:lnTo>
                  <a:lnTo>
                    <a:pt x="105841" y="212039"/>
                  </a:lnTo>
                  <a:lnTo>
                    <a:pt x="527761" y="212039"/>
                  </a:lnTo>
                  <a:lnTo>
                    <a:pt x="568159" y="203836"/>
                  </a:lnTo>
                  <a:lnTo>
                    <a:pt x="602686" y="180767"/>
                  </a:lnTo>
                  <a:lnTo>
                    <a:pt x="625550" y="146289"/>
                  </a:lnTo>
                  <a:lnTo>
                    <a:pt x="633579" y="106197"/>
                  </a:lnTo>
                  <a:lnTo>
                    <a:pt x="633579" y="105841"/>
                  </a:lnTo>
                  <a:lnTo>
                    <a:pt x="625400" y="65449"/>
                  </a:lnTo>
                  <a:lnTo>
                    <a:pt x="602326" y="30916"/>
                  </a:lnTo>
                  <a:lnTo>
                    <a:pt x="567853" y="8052"/>
                  </a:lnTo>
                  <a:lnTo>
                    <a:pt x="541293" y="928"/>
                  </a:lnTo>
                  <a:lnTo>
                    <a:pt x="527405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410902" y="1159093"/>
            <a:ext cx="5321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KEYWORD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26696" y="1186105"/>
            <a:ext cx="12128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600" spc="-3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797E94"/>
                </a:solidFill>
                <a:latin typeface="Trebuchet MS"/>
                <a:cs typeface="Trebuchet MS"/>
              </a:rPr>
              <a:t>2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83279" y="1400405"/>
            <a:ext cx="2376805" cy="2523490"/>
          </a:xfrm>
          <a:custGeom>
            <a:avLst/>
            <a:gdLst/>
            <a:ahLst/>
            <a:cxnLst/>
            <a:rect l="l" t="t" r="r" b="b"/>
            <a:pathLst>
              <a:path w="2376804" h="2523490">
                <a:moveTo>
                  <a:pt x="114846" y="0"/>
                </a:moveTo>
                <a:lnTo>
                  <a:pt x="70995" y="8808"/>
                </a:lnTo>
                <a:lnTo>
                  <a:pt x="33671" y="33743"/>
                </a:lnTo>
                <a:lnTo>
                  <a:pt x="9169" y="70788"/>
                </a:lnTo>
                <a:lnTo>
                  <a:pt x="355" y="114477"/>
                </a:lnTo>
                <a:lnTo>
                  <a:pt x="0" y="2408402"/>
                </a:lnTo>
                <a:lnTo>
                  <a:pt x="1000" y="2423418"/>
                </a:lnTo>
                <a:lnTo>
                  <a:pt x="3932" y="2437965"/>
                </a:lnTo>
                <a:lnTo>
                  <a:pt x="3959" y="2438098"/>
                </a:lnTo>
                <a:lnTo>
                  <a:pt x="8756" y="2452090"/>
                </a:lnTo>
                <a:lnTo>
                  <a:pt x="8808" y="2452240"/>
                </a:lnTo>
                <a:lnTo>
                  <a:pt x="15481" y="2465641"/>
                </a:lnTo>
                <a:lnTo>
                  <a:pt x="44840" y="2499251"/>
                </a:lnTo>
                <a:lnTo>
                  <a:pt x="84915" y="2518916"/>
                </a:lnTo>
                <a:lnTo>
                  <a:pt x="114477" y="2522880"/>
                </a:lnTo>
                <a:lnTo>
                  <a:pt x="2262238" y="2522880"/>
                </a:lnTo>
                <a:lnTo>
                  <a:pt x="2306083" y="2514066"/>
                </a:lnTo>
                <a:lnTo>
                  <a:pt x="2343327" y="2489215"/>
                </a:lnTo>
                <a:lnTo>
                  <a:pt x="2367833" y="2452240"/>
                </a:lnTo>
                <a:lnTo>
                  <a:pt x="2367907" y="2452090"/>
                </a:lnTo>
                <a:lnTo>
                  <a:pt x="2372711" y="2438098"/>
                </a:lnTo>
                <a:lnTo>
                  <a:pt x="2372756" y="2437965"/>
                </a:lnTo>
                <a:lnTo>
                  <a:pt x="2375705" y="2423418"/>
                </a:lnTo>
                <a:lnTo>
                  <a:pt x="2376716" y="2408402"/>
                </a:lnTo>
                <a:lnTo>
                  <a:pt x="2376692" y="114477"/>
                </a:lnTo>
                <a:lnTo>
                  <a:pt x="2375715" y="99817"/>
                </a:lnTo>
                <a:lnTo>
                  <a:pt x="2361234" y="57594"/>
                </a:lnTo>
                <a:lnTo>
                  <a:pt x="2331877" y="23979"/>
                </a:lnTo>
                <a:lnTo>
                  <a:pt x="2291805" y="4314"/>
                </a:lnTo>
                <a:lnTo>
                  <a:pt x="2262238" y="355"/>
                </a:lnTo>
                <a:lnTo>
                  <a:pt x="114846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471024" y="1487931"/>
            <a:ext cx="2087245" cy="937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10515">
              <a:lnSpc>
                <a:spcPct val="124600"/>
              </a:lnSpc>
              <a:spcBef>
                <a:spcPts val="100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greet(name,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greeting):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f"{greeting},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{name}!"</a:t>
            </a:r>
            <a:endParaRPr sz="800">
              <a:latin typeface="Courier New"/>
              <a:cs typeface="Courier New"/>
            </a:endParaRPr>
          </a:p>
          <a:p>
            <a:pPr algn="just" marL="12700" marR="5080">
              <a:lnSpc>
                <a:spcPct val="12460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greet(name=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,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greeting=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"Hi"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greet(greeting=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"Hi"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,</a:t>
            </a:r>
            <a:r>
              <a:rPr dirty="0" sz="800" spc="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name=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Both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work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order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doesn't</a:t>
            </a:r>
            <a:endParaRPr sz="800">
              <a:latin typeface="Courier New"/>
              <a:cs typeface="Courier New"/>
            </a:endParaRPr>
          </a:p>
          <a:p>
            <a:pPr algn="just" marL="12700">
              <a:lnSpc>
                <a:spcPct val="100000"/>
              </a:lnSpc>
              <a:spcBef>
                <a:spcPts val="23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matter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when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use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keywords.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83635" y="3998165"/>
            <a:ext cx="2376805" cy="635"/>
          </a:xfrm>
          <a:custGeom>
            <a:avLst/>
            <a:gdLst/>
            <a:ahLst/>
            <a:cxnLst/>
            <a:rect l="l" t="t" r="r" b="b"/>
            <a:pathLst>
              <a:path w="2376804" h="635">
                <a:moveTo>
                  <a:pt x="0" y="0"/>
                </a:moveTo>
                <a:lnTo>
                  <a:pt x="2376360" y="355"/>
                </a:lnTo>
              </a:path>
            </a:pathLst>
          </a:custGeom>
          <a:ln w="7199">
            <a:solidFill>
              <a:srgbClr val="E4DEC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370579" y="4056737"/>
            <a:ext cx="161988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45" i="1">
                <a:solidFill>
                  <a:srgbClr val="797E94"/>
                </a:solidFill>
                <a:latin typeface="Trebuchet MS"/>
                <a:cs typeface="Trebuchet MS"/>
              </a:rPr>
              <a:t>Order-independent.</a:t>
            </a:r>
            <a:r>
              <a:rPr dirty="0" sz="65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25" i="1">
                <a:solidFill>
                  <a:srgbClr val="797E94"/>
                </a:solidFill>
                <a:latin typeface="Trebuchet MS"/>
                <a:cs typeface="Trebuchet MS"/>
              </a:rPr>
              <a:t>Use</a:t>
            </a:r>
            <a:r>
              <a:rPr dirty="0" sz="650" spc="-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when</a:t>
            </a:r>
            <a:r>
              <a:rPr dirty="0" sz="65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20" i="1">
                <a:solidFill>
                  <a:srgbClr val="797E94"/>
                </a:solidFill>
                <a:latin typeface="Trebuchet MS"/>
                <a:cs typeface="Trebuchet MS"/>
              </a:rPr>
              <a:t>args</a:t>
            </a:r>
            <a:r>
              <a:rPr dirty="0" sz="650" spc="-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are</a:t>
            </a:r>
            <a:r>
              <a:rPr dirty="0" sz="650" spc="-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unclear.</a:t>
            </a:r>
            <a:endParaRPr sz="6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981547" y="1018592"/>
            <a:ext cx="2648585" cy="3282950"/>
            <a:chOff x="5981547" y="1018592"/>
            <a:chExt cx="2648585" cy="3282950"/>
          </a:xfrm>
        </p:grpSpPr>
        <p:sp>
          <p:nvSpPr>
            <p:cNvPr id="29" name="object 29"/>
            <p:cNvSpPr/>
            <p:nvPr/>
          </p:nvSpPr>
          <p:spPr>
            <a:xfrm>
              <a:off x="5985357" y="1022402"/>
              <a:ext cx="2640965" cy="3275329"/>
            </a:xfrm>
            <a:custGeom>
              <a:avLst/>
              <a:gdLst/>
              <a:ahLst/>
              <a:cxnLst/>
              <a:rect l="l" t="t" r="r" b="b"/>
              <a:pathLst>
                <a:path w="2640965" h="3275329">
                  <a:moveTo>
                    <a:pt x="2507043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6" y="51960"/>
                  </a:lnTo>
                  <a:lnTo>
                    <a:pt x="4546" y="98683"/>
                  </a:lnTo>
                  <a:lnTo>
                    <a:pt x="0" y="133197"/>
                  </a:lnTo>
                  <a:lnTo>
                    <a:pt x="0" y="3141713"/>
                  </a:lnTo>
                  <a:lnTo>
                    <a:pt x="9953" y="3192339"/>
                  </a:lnTo>
                  <a:lnTo>
                    <a:pt x="38885" y="3235858"/>
                  </a:lnTo>
                  <a:lnTo>
                    <a:pt x="82223" y="3264743"/>
                  </a:lnTo>
                  <a:lnTo>
                    <a:pt x="133197" y="3274923"/>
                  </a:lnTo>
                  <a:lnTo>
                    <a:pt x="2507399" y="3274555"/>
                  </a:lnTo>
                  <a:lnTo>
                    <a:pt x="2558230" y="3264530"/>
                  </a:lnTo>
                  <a:lnTo>
                    <a:pt x="2601542" y="3235679"/>
                  </a:lnTo>
                  <a:lnTo>
                    <a:pt x="2630321" y="3192550"/>
                  </a:lnTo>
                  <a:lnTo>
                    <a:pt x="2635979" y="3176100"/>
                  </a:lnTo>
                  <a:lnTo>
                    <a:pt x="2636056" y="3175876"/>
                  </a:lnTo>
                  <a:lnTo>
                    <a:pt x="2639395" y="3159109"/>
                  </a:lnTo>
                  <a:lnTo>
                    <a:pt x="2639456" y="3158803"/>
                  </a:lnTo>
                  <a:lnTo>
                    <a:pt x="2640573" y="3141713"/>
                  </a:lnTo>
                  <a:lnTo>
                    <a:pt x="2640596" y="3141357"/>
                  </a:lnTo>
                  <a:lnTo>
                    <a:pt x="2640241" y="133197"/>
                  </a:lnTo>
                  <a:lnTo>
                    <a:pt x="2630216" y="82373"/>
                  </a:lnTo>
                  <a:lnTo>
                    <a:pt x="2601364" y="39058"/>
                  </a:lnTo>
                  <a:lnTo>
                    <a:pt x="2558023" y="10174"/>
                  </a:lnTo>
                  <a:lnTo>
                    <a:pt x="2524484" y="1142"/>
                  </a:lnTo>
                  <a:lnTo>
                    <a:pt x="2507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985357" y="1022402"/>
              <a:ext cx="2640965" cy="3275329"/>
            </a:xfrm>
            <a:custGeom>
              <a:avLst/>
              <a:gdLst/>
              <a:ahLst/>
              <a:cxnLst/>
              <a:rect l="l" t="t" r="r" b="b"/>
              <a:pathLst>
                <a:path w="2640965" h="3275329">
                  <a:moveTo>
                    <a:pt x="0" y="133197"/>
                  </a:moveTo>
                  <a:lnTo>
                    <a:pt x="1142" y="115756"/>
                  </a:lnTo>
                  <a:lnTo>
                    <a:pt x="4546" y="98683"/>
                  </a:lnTo>
                  <a:lnTo>
                    <a:pt x="27626" y="51960"/>
                  </a:lnTo>
                  <a:lnTo>
                    <a:pt x="66598" y="17640"/>
                  </a:lnTo>
                  <a:lnTo>
                    <a:pt x="115808" y="1136"/>
                  </a:lnTo>
                  <a:lnTo>
                    <a:pt x="133197" y="0"/>
                  </a:lnTo>
                  <a:lnTo>
                    <a:pt x="2507043" y="0"/>
                  </a:lnTo>
                  <a:lnTo>
                    <a:pt x="2558023" y="10174"/>
                  </a:lnTo>
                  <a:lnTo>
                    <a:pt x="2601364" y="39058"/>
                  </a:lnTo>
                  <a:lnTo>
                    <a:pt x="2630216" y="82373"/>
                  </a:lnTo>
                  <a:lnTo>
                    <a:pt x="2640241" y="133197"/>
                  </a:lnTo>
                  <a:lnTo>
                    <a:pt x="2640596" y="3141357"/>
                  </a:lnTo>
                  <a:lnTo>
                    <a:pt x="2639456" y="3158803"/>
                  </a:lnTo>
                  <a:lnTo>
                    <a:pt x="2636056" y="3175876"/>
                  </a:lnTo>
                  <a:lnTo>
                    <a:pt x="2612983" y="3222594"/>
                  </a:lnTo>
                  <a:lnTo>
                    <a:pt x="2573997" y="3256915"/>
                  </a:lnTo>
                  <a:lnTo>
                    <a:pt x="2524795" y="3273418"/>
                  </a:lnTo>
                  <a:lnTo>
                    <a:pt x="133197" y="3274923"/>
                  </a:lnTo>
                  <a:lnTo>
                    <a:pt x="82223" y="3264743"/>
                  </a:lnTo>
                  <a:lnTo>
                    <a:pt x="38885" y="3235858"/>
                  </a:lnTo>
                  <a:lnTo>
                    <a:pt x="10024" y="3192550"/>
                  </a:lnTo>
                  <a:lnTo>
                    <a:pt x="0" y="3141713"/>
                  </a:lnTo>
                  <a:lnTo>
                    <a:pt x="0" y="133197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095885" y="1128600"/>
              <a:ext cx="574675" cy="212090"/>
            </a:xfrm>
            <a:custGeom>
              <a:avLst/>
              <a:gdLst/>
              <a:ahLst/>
              <a:cxnLst/>
              <a:rect l="l" t="t" r="r" b="b"/>
              <a:pathLst>
                <a:path w="574675" h="212090">
                  <a:moveTo>
                    <a:pt x="468350" y="0"/>
                  </a:moveTo>
                  <a:lnTo>
                    <a:pt x="106197" y="0"/>
                  </a:lnTo>
                  <a:lnTo>
                    <a:pt x="91458" y="928"/>
                  </a:lnTo>
                  <a:lnTo>
                    <a:pt x="91993" y="928"/>
                  </a:lnTo>
                  <a:lnTo>
                    <a:pt x="78609" y="3513"/>
                  </a:lnTo>
                  <a:lnTo>
                    <a:pt x="41319" y="21790"/>
                  </a:lnTo>
                  <a:lnTo>
                    <a:pt x="14033" y="52920"/>
                  </a:lnTo>
                  <a:lnTo>
                    <a:pt x="926" y="91954"/>
                  </a:lnTo>
                  <a:lnTo>
                    <a:pt x="0" y="105841"/>
                  </a:lnTo>
                  <a:lnTo>
                    <a:pt x="876" y="119786"/>
                  </a:lnTo>
                  <a:lnTo>
                    <a:pt x="14033" y="159118"/>
                  </a:lnTo>
                  <a:lnTo>
                    <a:pt x="41319" y="190259"/>
                  </a:lnTo>
                  <a:lnTo>
                    <a:pt x="78425" y="208394"/>
                  </a:lnTo>
                  <a:lnTo>
                    <a:pt x="105829" y="212039"/>
                  </a:lnTo>
                  <a:lnTo>
                    <a:pt x="468718" y="212039"/>
                  </a:lnTo>
                  <a:lnTo>
                    <a:pt x="509115" y="203836"/>
                  </a:lnTo>
                  <a:lnTo>
                    <a:pt x="543639" y="180767"/>
                  </a:lnTo>
                  <a:lnTo>
                    <a:pt x="566505" y="146289"/>
                  </a:lnTo>
                  <a:lnTo>
                    <a:pt x="570846" y="133427"/>
                  </a:lnTo>
                  <a:lnTo>
                    <a:pt x="570907" y="133245"/>
                  </a:lnTo>
                  <a:lnTo>
                    <a:pt x="573609" y="119786"/>
                  </a:lnTo>
                  <a:lnTo>
                    <a:pt x="574548" y="105841"/>
                  </a:lnTo>
                  <a:lnTo>
                    <a:pt x="573615" y="92104"/>
                  </a:lnTo>
                  <a:lnTo>
                    <a:pt x="560158" y="52920"/>
                  </a:lnTo>
                  <a:lnTo>
                    <a:pt x="532867" y="21790"/>
                  </a:lnTo>
                  <a:lnTo>
                    <a:pt x="495758" y="3646"/>
                  </a:lnTo>
                  <a:lnTo>
                    <a:pt x="482239" y="928"/>
                  </a:lnTo>
                  <a:lnTo>
                    <a:pt x="468350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153022" y="1159093"/>
            <a:ext cx="45974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DEFAULT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60181" y="1186105"/>
            <a:ext cx="12128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600" spc="-3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797E94"/>
                </a:solidFill>
                <a:latin typeface="Trebuchet MS"/>
                <a:cs typeface="Trebuchet MS"/>
              </a:rPr>
              <a:t>3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17120" y="1400405"/>
            <a:ext cx="2376805" cy="2523490"/>
          </a:xfrm>
          <a:custGeom>
            <a:avLst/>
            <a:gdLst/>
            <a:ahLst/>
            <a:cxnLst/>
            <a:rect l="l" t="t" r="r" b="b"/>
            <a:pathLst>
              <a:path w="2376804" h="2523490">
                <a:moveTo>
                  <a:pt x="114846" y="0"/>
                </a:moveTo>
                <a:lnTo>
                  <a:pt x="70995" y="8808"/>
                </a:lnTo>
                <a:lnTo>
                  <a:pt x="33671" y="33743"/>
                </a:lnTo>
                <a:lnTo>
                  <a:pt x="9169" y="70788"/>
                </a:lnTo>
                <a:lnTo>
                  <a:pt x="355" y="114477"/>
                </a:lnTo>
                <a:lnTo>
                  <a:pt x="0" y="2408402"/>
                </a:lnTo>
                <a:lnTo>
                  <a:pt x="1000" y="2423418"/>
                </a:lnTo>
                <a:lnTo>
                  <a:pt x="3932" y="2437965"/>
                </a:lnTo>
                <a:lnTo>
                  <a:pt x="3959" y="2438098"/>
                </a:lnTo>
                <a:lnTo>
                  <a:pt x="8756" y="2452090"/>
                </a:lnTo>
                <a:lnTo>
                  <a:pt x="8808" y="2452240"/>
                </a:lnTo>
                <a:lnTo>
                  <a:pt x="15481" y="2465641"/>
                </a:lnTo>
                <a:lnTo>
                  <a:pt x="44840" y="2499251"/>
                </a:lnTo>
                <a:lnTo>
                  <a:pt x="84915" y="2518916"/>
                </a:lnTo>
                <a:lnTo>
                  <a:pt x="114477" y="2522880"/>
                </a:lnTo>
                <a:lnTo>
                  <a:pt x="2262238" y="2522880"/>
                </a:lnTo>
                <a:lnTo>
                  <a:pt x="2306083" y="2514066"/>
                </a:lnTo>
                <a:lnTo>
                  <a:pt x="2343327" y="2489215"/>
                </a:lnTo>
                <a:lnTo>
                  <a:pt x="2367833" y="2452240"/>
                </a:lnTo>
                <a:lnTo>
                  <a:pt x="2376716" y="2408402"/>
                </a:lnTo>
                <a:lnTo>
                  <a:pt x="2376692" y="114477"/>
                </a:lnTo>
                <a:lnTo>
                  <a:pt x="2367907" y="70995"/>
                </a:lnTo>
                <a:lnTo>
                  <a:pt x="2343061" y="33743"/>
                </a:lnTo>
                <a:lnTo>
                  <a:pt x="2305927" y="9163"/>
                </a:lnTo>
                <a:lnTo>
                  <a:pt x="2262238" y="355"/>
                </a:lnTo>
                <a:lnTo>
                  <a:pt x="114846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204864" y="1487931"/>
            <a:ext cx="2087245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100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greet(name,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greeting=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"Hello"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):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f"{greeting},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{name}!"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02257" y="1821855"/>
            <a:ext cx="2076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03705" y="2125702"/>
            <a:ext cx="4495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Yo,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04864" y="1791766"/>
            <a:ext cx="1239520" cy="63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600"/>
              </a:lnSpc>
              <a:spcBef>
                <a:spcPts val="100"/>
              </a:spcBef>
            </a:pP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greet(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Hello,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Aarav!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,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B7E885"/>
                </a:solidFill>
                <a:latin typeface="Courier New"/>
                <a:cs typeface="Courier New"/>
              </a:rPr>
              <a:t>"Yo"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Aarav!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04864" y="2429537"/>
            <a:ext cx="17849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,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greeting=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"Hi"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17120" y="3998165"/>
            <a:ext cx="2376805" cy="635"/>
          </a:xfrm>
          <a:custGeom>
            <a:avLst/>
            <a:gdLst/>
            <a:ahLst/>
            <a:cxnLst/>
            <a:rect l="l" t="t" r="r" b="b"/>
            <a:pathLst>
              <a:path w="2376804" h="635">
                <a:moveTo>
                  <a:pt x="0" y="0"/>
                </a:moveTo>
                <a:lnTo>
                  <a:pt x="2376360" y="355"/>
                </a:lnTo>
              </a:path>
            </a:pathLst>
          </a:custGeom>
          <a:ln w="7199">
            <a:solidFill>
              <a:srgbClr val="E4DEC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104775" y="4056737"/>
            <a:ext cx="192532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35" i="1">
                <a:solidFill>
                  <a:srgbClr val="797E94"/>
                </a:solidFill>
                <a:latin typeface="Trebuchet MS"/>
                <a:cs typeface="Trebuchet MS"/>
              </a:rPr>
              <a:t>Optional</a:t>
            </a:r>
            <a:r>
              <a:rPr dirty="0" sz="65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20" i="1">
                <a:solidFill>
                  <a:srgbClr val="797E94"/>
                </a:solidFill>
                <a:latin typeface="Trebuchet MS"/>
                <a:cs typeface="Trebuchet MS"/>
              </a:rPr>
              <a:t>args</a:t>
            </a:r>
            <a:r>
              <a:rPr dirty="0" sz="650" spc="-1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45" i="1">
                <a:solidFill>
                  <a:srgbClr val="797E94"/>
                </a:solidFill>
                <a:latin typeface="Trebuchet MS"/>
                <a:cs typeface="Trebuchet MS"/>
              </a:rPr>
              <a:t>with</a:t>
            </a:r>
            <a:r>
              <a:rPr dirty="0" sz="650" spc="-2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40" i="1">
                <a:solidFill>
                  <a:srgbClr val="797E94"/>
                </a:solidFill>
                <a:latin typeface="Trebuchet MS"/>
                <a:cs typeface="Trebuchet MS"/>
              </a:rPr>
              <a:t>sensible</a:t>
            </a:r>
            <a:r>
              <a:rPr dirty="0" sz="650" spc="-2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50" i="1">
                <a:solidFill>
                  <a:srgbClr val="797E94"/>
                </a:solidFill>
                <a:latin typeface="Trebuchet MS"/>
                <a:cs typeface="Trebuchet MS"/>
              </a:rPr>
              <a:t>defaults.</a:t>
            </a:r>
            <a:r>
              <a:rPr dirty="0" sz="65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35" i="1">
                <a:solidFill>
                  <a:srgbClr val="797E94"/>
                </a:solidFill>
                <a:latin typeface="Trebuchet MS"/>
                <a:cs typeface="Trebuchet MS"/>
              </a:rPr>
              <a:t>Readable</a:t>
            </a:r>
            <a:r>
              <a:rPr dirty="0" sz="65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10" i="1">
                <a:solidFill>
                  <a:srgbClr val="797E94"/>
                </a:solidFill>
                <a:latin typeface="Trebuchet MS"/>
                <a:cs typeface="Trebuchet MS"/>
              </a:rPr>
              <a:t>+</a:t>
            </a:r>
            <a:r>
              <a:rPr dirty="0" sz="650" spc="-1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40" i="1">
                <a:solidFill>
                  <a:srgbClr val="797E94"/>
                </a:solidFill>
                <a:latin typeface="Trebuchet MS"/>
                <a:cs typeface="Trebuchet MS"/>
              </a:rPr>
              <a:t>flexible.</a:t>
            </a:r>
            <a:endParaRPr sz="65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14438" y="4385883"/>
            <a:ext cx="8115934" cy="357505"/>
            <a:chOff x="514438" y="4385883"/>
            <a:chExt cx="8115934" cy="357505"/>
          </a:xfrm>
        </p:grpSpPr>
        <p:sp>
          <p:nvSpPr>
            <p:cNvPr id="43" name="object 43"/>
            <p:cNvSpPr/>
            <p:nvPr/>
          </p:nvSpPr>
          <p:spPr>
            <a:xfrm>
              <a:off x="514438" y="4385883"/>
              <a:ext cx="8115934" cy="357505"/>
            </a:xfrm>
            <a:custGeom>
              <a:avLst/>
              <a:gdLst/>
              <a:ahLst/>
              <a:cxnLst/>
              <a:rect l="l" t="t" r="r" b="b"/>
              <a:pathLst>
                <a:path w="8115934" h="357504">
                  <a:moveTo>
                    <a:pt x="8115478" y="178562"/>
                  </a:moveTo>
                  <a:lnTo>
                    <a:pt x="8109394" y="132308"/>
                  </a:lnTo>
                  <a:lnTo>
                    <a:pt x="8091716" y="89281"/>
                  </a:lnTo>
                  <a:lnTo>
                    <a:pt x="8063141" y="52336"/>
                  </a:lnTo>
                  <a:lnTo>
                    <a:pt x="8026197" y="23761"/>
                  </a:lnTo>
                  <a:lnTo>
                    <a:pt x="7983169" y="6083"/>
                  </a:lnTo>
                  <a:lnTo>
                    <a:pt x="7936916" y="0"/>
                  </a:lnTo>
                  <a:lnTo>
                    <a:pt x="178562" y="0"/>
                  </a:lnTo>
                  <a:lnTo>
                    <a:pt x="132295" y="6083"/>
                  </a:lnTo>
                  <a:lnTo>
                    <a:pt x="89281" y="23761"/>
                  </a:lnTo>
                  <a:lnTo>
                    <a:pt x="52324" y="52336"/>
                  </a:lnTo>
                  <a:lnTo>
                    <a:pt x="23761" y="89281"/>
                  </a:lnTo>
                  <a:lnTo>
                    <a:pt x="6070" y="132308"/>
                  </a:lnTo>
                  <a:lnTo>
                    <a:pt x="0" y="178562"/>
                  </a:lnTo>
                  <a:lnTo>
                    <a:pt x="1524" y="201930"/>
                  </a:lnTo>
                  <a:lnTo>
                    <a:pt x="13512" y="246913"/>
                  </a:lnTo>
                  <a:lnTo>
                    <a:pt x="36880" y="287248"/>
                  </a:lnTo>
                  <a:lnTo>
                    <a:pt x="69875" y="320243"/>
                  </a:lnTo>
                  <a:lnTo>
                    <a:pt x="110210" y="343611"/>
                  </a:lnTo>
                  <a:lnTo>
                    <a:pt x="155194" y="355600"/>
                  </a:lnTo>
                  <a:lnTo>
                    <a:pt x="178562" y="357124"/>
                  </a:lnTo>
                  <a:lnTo>
                    <a:pt x="7936916" y="357124"/>
                  </a:lnTo>
                  <a:lnTo>
                    <a:pt x="7983169" y="351053"/>
                  </a:lnTo>
                  <a:lnTo>
                    <a:pt x="8026197" y="333362"/>
                  </a:lnTo>
                  <a:lnTo>
                    <a:pt x="8063141" y="304787"/>
                  </a:lnTo>
                  <a:lnTo>
                    <a:pt x="8091716" y="267843"/>
                  </a:lnTo>
                  <a:lnTo>
                    <a:pt x="8109394" y="224828"/>
                  </a:lnTo>
                  <a:lnTo>
                    <a:pt x="8115478" y="178562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188599" y="4513683"/>
              <a:ext cx="1133475" cy="121285"/>
            </a:xfrm>
            <a:custGeom>
              <a:avLst/>
              <a:gdLst/>
              <a:ahLst/>
              <a:cxnLst/>
              <a:rect l="l" t="t" r="r" b="b"/>
              <a:pathLst>
                <a:path w="1133475" h="121285">
                  <a:moveTo>
                    <a:pt x="1132916" y="19075"/>
                  </a:moveTo>
                  <a:lnTo>
                    <a:pt x="859802" y="19075"/>
                  </a:lnTo>
                  <a:lnTo>
                    <a:pt x="856437" y="13677"/>
                  </a:lnTo>
                  <a:lnTo>
                    <a:pt x="851763" y="8636"/>
                  </a:lnTo>
                  <a:lnTo>
                    <a:pt x="840244" y="2159"/>
                  </a:lnTo>
                  <a:lnTo>
                    <a:pt x="833755" y="355"/>
                  </a:lnTo>
                  <a:lnTo>
                    <a:pt x="31686" y="0"/>
                  </a:lnTo>
                  <a:lnTo>
                    <a:pt x="25196" y="1803"/>
                  </a:lnTo>
                  <a:lnTo>
                    <a:pt x="355" y="31318"/>
                  </a:lnTo>
                  <a:lnTo>
                    <a:pt x="355" y="38163"/>
                  </a:lnTo>
                  <a:lnTo>
                    <a:pt x="0" y="69481"/>
                  </a:lnTo>
                  <a:lnTo>
                    <a:pt x="0" y="76314"/>
                  </a:lnTo>
                  <a:lnTo>
                    <a:pt x="1803" y="82804"/>
                  </a:lnTo>
                  <a:lnTo>
                    <a:pt x="31318" y="107632"/>
                  </a:lnTo>
                  <a:lnTo>
                    <a:pt x="368274" y="107632"/>
                  </a:lnTo>
                  <a:lnTo>
                    <a:pt x="368274" y="120954"/>
                  </a:lnTo>
                  <a:lnTo>
                    <a:pt x="1132916" y="120954"/>
                  </a:lnTo>
                  <a:lnTo>
                    <a:pt x="1132916" y="190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59777" y="4494493"/>
            <a:ext cx="53632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COMBINING</a:t>
            </a:r>
            <a:r>
              <a:rPr dirty="0" sz="800" spc="1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THEM</a:t>
            </a:r>
            <a:r>
              <a:rPr dirty="0" sz="800" spc="254">
                <a:solidFill>
                  <a:srgbClr val="FF6A5A"/>
                </a:solidFill>
                <a:latin typeface="Calibri"/>
                <a:cs typeface="Calibri"/>
              </a:rPr>
              <a:t> 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Positional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first,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then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keyword,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then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defaults.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Python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enforces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this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30">
                <a:solidFill>
                  <a:srgbClr val="1A1E39"/>
                </a:solidFill>
                <a:latin typeface="Calibri"/>
                <a:cs typeface="Calibri"/>
              </a:rPr>
              <a:t>order.</a:t>
            </a:r>
            <a:r>
              <a:rPr dirty="0" baseline="3472" sz="1200" spc="7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42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baseline="3472" sz="1200" spc="-15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baseline="3472" sz="1200" spc="-179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5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baseline="3472" sz="1200" spc="12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79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baseline="3472" sz="1200" spc="-2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35">
                <a:solidFill>
                  <a:srgbClr val="FF6A5A"/>
                </a:solidFill>
                <a:latin typeface="Trebuchet MS"/>
                <a:cs typeface="Trebuchet MS"/>
              </a:rPr>
              <a:t>(</a:t>
            </a:r>
            <a:r>
              <a:rPr dirty="0" baseline="3472" sz="1200" spc="-23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baseline="3472" sz="1200" spc="-18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30">
                <a:solidFill>
                  <a:srgbClr val="FF6A5A"/>
                </a:solidFill>
                <a:latin typeface="Trebuchet MS"/>
                <a:cs typeface="Trebuchet MS"/>
              </a:rPr>
              <a:t>,</a:t>
            </a:r>
            <a:r>
              <a:rPr dirty="0" baseline="3472" sz="1200" spc="9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42">
                <a:solidFill>
                  <a:srgbClr val="FF6A5A"/>
                </a:solidFill>
                <a:latin typeface="Trebuchet MS"/>
                <a:cs typeface="Trebuchet MS"/>
              </a:rPr>
              <a:t>b</a:t>
            </a:r>
            <a:r>
              <a:rPr dirty="0" baseline="3472" sz="1200" spc="-15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>
                <a:solidFill>
                  <a:srgbClr val="FF6A5A"/>
                </a:solidFill>
                <a:latin typeface="Trebuchet MS"/>
                <a:cs typeface="Trebuchet MS"/>
              </a:rPr>
              <a:t>=</a:t>
            </a:r>
            <a:r>
              <a:rPr dirty="0" baseline="3472" sz="1200" spc="44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04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r>
              <a:rPr dirty="0" baseline="3472" sz="1200" spc="-1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30">
                <a:solidFill>
                  <a:srgbClr val="FF6A5A"/>
                </a:solidFill>
                <a:latin typeface="Trebuchet MS"/>
                <a:cs typeface="Trebuchet MS"/>
              </a:rPr>
              <a:t>,</a:t>
            </a:r>
            <a:r>
              <a:rPr dirty="0" baseline="3472" sz="1200" spc="8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 spc="-12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baseline="3472" sz="1200" spc="-20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>
                <a:solidFill>
                  <a:srgbClr val="FF6A5A"/>
                </a:solidFill>
                <a:latin typeface="Trebuchet MS"/>
                <a:cs typeface="Trebuchet MS"/>
              </a:rPr>
              <a:t>)</a:t>
            </a:r>
            <a:r>
              <a:rPr dirty="0" baseline="3472" sz="1200" spc="5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baseline="3472" sz="1200" spc="-22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aseline="3472" sz="1200" spc="-15" b="1">
                <a:solidFill>
                  <a:srgbClr val="FF6A5A"/>
                </a:solidFill>
                <a:latin typeface="Calibri"/>
                <a:cs typeface="Calibri"/>
              </a:rPr>
              <a:t>SyntaxError</a:t>
            </a:r>
            <a:r>
              <a:rPr dirty="0" baseline="3472" sz="1200" spc="-15">
                <a:solidFill>
                  <a:srgbClr val="1A1E39"/>
                </a:solidFill>
                <a:latin typeface="Calibri"/>
                <a:cs typeface="Calibri"/>
              </a:rPr>
              <a:t>.</a:t>
            </a:r>
            <a:endParaRPr baseline="3472"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6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383" y="436221"/>
            <a:ext cx="15741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FA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V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383" y="761303"/>
            <a:ext cx="588073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function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without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00" spc="-35" b="1">
                <a:solidFill>
                  <a:srgbClr val="FF6A5A"/>
                </a:solidFill>
                <a:latin typeface="Courier New"/>
                <a:cs typeface="Courier New"/>
              </a:rPr>
              <a:t>return</a:t>
            </a:r>
            <a:r>
              <a:rPr dirty="0" sz="1600" spc="-595" b="1">
                <a:solidFill>
                  <a:srgbClr val="FF6A5A"/>
                </a:solidFill>
                <a:latin typeface="Courier New"/>
                <a:cs typeface="Courier New"/>
              </a:rPr>
              <a:t> </a:t>
            </a:r>
            <a:r>
              <a:rPr dirty="0" sz="1650" spc="-20" b="1">
                <a:solidFill>
                  <a:srgbClr val="293183"/>
                </a:solidFill>
                <a:latin typeface="Calibri"/>
                <a:cs typeface="Calibri"/>
              </a:rPr>
              <a:t>doesn't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return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nothing.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It</a:t>
            </a:r>
            <a:r>
              <a:rPr dirty="0" sz="1650" spc="-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returns</a:t>
            </a:r>
            <a:r>
              <a:rPr dirty="0" sz="1650" spc="-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FF6A5A"/>
                </a:solidFill>
                <a:latin typeface="Courier New"/>
                <a:cs typeface="Courier New"/>
              </a:rPr>
              <a:t>None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6333" y="616013"/>
            <a:ext cx="175577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61594" marR="5080" indent="-49530">
              <a:lnSpc>
                <a:spcPct val="114599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This single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fact causes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more beginner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bugs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than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other.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Once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it,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can't</a:t>
            </a:r>
            <a:endParaRPr sz="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4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unsee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483" y="1133468"/>
            <a:ext cx="4008120" cy="3181350"/>
            <a:chOff x="510483" y="1133468"/>
            <a:chExt cx="4008120" cy="3181350"/>
          </a:xfrm>
        </p:grpSpPr>
        <p:sp>
          <p:nvSpPr>
            <p:cNvPr id="7" name="object 7"/>
            <p:cNvSpPr/>
            <p:nvPr/>
          </p:nvSpPr>
          <p:spPr>
            <a:xfrm>
              <a:off x="514438" y="1148043"/>
              <a:ext cx="4001135" cy="3152775"/>
            </a:xfrm>
            <a:custGeom>
              <a:avLst/>
              <a:gdLst/>
              <a:ahLst/>
              <a:cxnLst/>
              <a:rect l="l" t="t" r="r" b="b"/>
              <a:pathLst>
                <a:path w="4001135" h="3152775">
                  <a:moveTo>
                    <a:pt x="386712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83"/>
                  </a:lnTo>
                  <a:lnTo>
                    <a:pt x="0" y="133197"/>
                  </a:lnTo>
                  <a:lnTo>
                    <a:pt x="0" y="3019323"/>
                  </a:lnTo>
                  <a:lnTo>
                    <a:pt x="9953" y="3069936"/>
                  </a:lnTo>
                  <a:lnTo>
                    <a:pt x="38876" y="3113455"/>
                  </a:lnTo>
                  <a:lnTo>
                    <a:pt x="82223" y="3142341"/>
                  </a:lnTo>
                  <a:lnTo>
                    <a:pt x="133197" y="3152521"/>
                  </a:lnTo>
                  <a:lnTo>
                    <a:pt x="3867480" y="3152152"/>
                  </a:lnTo>
                  <a:lnTo>
                    <a:pt x="3918306" y="3142133"/>
                  </a:lnTo>
                  <a:lnTo>
                    <a:pt x="3961623" y="3113276"/>
                  </a:lnTo>
                  <a:lnTo>
                    <a:pt x="3990397" y="3070147"/>
                  </a:lnTo>
                  <a:lnTo>
                    <a:pt x="3990503" y="3069936"/>
                  </a:lnTo>
                  <a:lnTo>
                    <a:pt x="3996055" y="3053699"/>
                  </a:lnTo>
                  <a:lnTo>
                    <a:pt x="3996132" y="3053473"/>
                  </a:lnTo>
                  <a:lnTo>
                    <a:pt x="3999473" y="3036712"/>
                  </a:lnTo>
                  <a:lnTo>
                    <a:pt x="3999535" y="3036401"/>
                  </a:lnTo>
                  <a:lnTo>
                    <a:pt x="4000653" y="3019323"/>
                  </a:lnTo>
                  <a:lnTo>
                    <a:pt x="4000677" y="3018955"/>
                  </a:lnTo>
                  <a:lnTo>
                    <a:pt x="4000322" y="133197"/>
                  </a:lnTo>
                  <a:lnTo>
                    <a:pt x="3990297" y="82373"/>
                  </a:lnTo>
                  <a:lnTo>
                    <a:pt x="3961445" y="39058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147688"/>
              <a:ext cx="4001135" cy="3152775"/>
            </a:xfrm>
            <a:custGeom>
              <a:avLst/>
              <a:gdLst/>
              <a:ahLst/>
              <a:cxnLst/>
              <a:rect l="l" t="t" r="r" b="b"/>
              <a:pathLst>
                <a:path w="4001135" h="3152775">
                  <a:moveTo>
                    <a:pt x="0" y="3594"/>
                  </a:moveTo>
                  <a:lnTo>
                    <a:pt x="4000677" y="3949"/>
                  </a:lnTo>
                </a:path>
                <a:path w="4001135" h="3152775">
                  <a:moveTo>
                    <a:pt x="3997071" y="0"/>
                  </a:moveTo>
                  <a:lnTo>
                    <a:pt x="3997439" y="3152508"/>
                  </a:lnTo>
                </a:path>
                <a:path w="4001135" h="3152775">
                  <a:moveTo>
                    <a:pt x="0" y="3149269"/>
                  </a:moveTo>
                  <a:lnTo>
                    <a:pt x="4000677" y="3149638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147688"/>
              <a:ext cx="635" cy="3152775"/>
            </a:xfrm>
            <a:custGeom>
              <a:avLst/>
              <a:gdLst/>
              <a:ahLst/>
              <a:cxnLst/>
              <a:rect l="l" t="t" r="r" b="b"/>
              <a:pathLst>
                <a:path w="634" h="3152775">
                  <a:moveTo>
                    <a:pt x="0" y="0"/>
                  </a:moveTo>
                  <a:lnTo>
                    <a:pt x="355" y="3152508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44" y="1283400"/>
              <a:ext cx="185750" cy="1857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42124" y="1278358"/>
              <a:ext cx="532765" cy="196215"/>
            </a:xfrm>
            <a:custGeom>
              <a:avLst/>
              <a:gdLst/>
              <a:ahLst/>
              <a:cxnLst/>
              <a:rect l="l" t="t" r="r" b="b"/>
              <a:pathLst>
                <a:path w="532765" h="196215">
                  <a:moveTo>
                    <a:pt x="434162" y="0"/>
                  </a:moveTo>
                  <a:lnTo>
                    <a:pt x="98272" y="0"/>
                  </a:lnTo>
                  <a:lnTo>
                    <a:pt x="84716" y="867"/>
                  </a:lnTo>
                  <a:lnTo>
                    <a:pt x="85318" y="867"/>
                  </a:lnTo>
                  <a:lnTo>
                    <a:pt x="73121" y="3240"/>
                  </a:lnTo>
                  <a:lnTo>
                    <a:pt x="38684" y="20108"/>
                  </a:lnTo>
                  <a:lnTo>
                    <a:pt x="13677" y="48958"/>
                  </a:lnTo>
                  <a:lnTo>
                    <a:pt x="1222" y="85063"/>
                  </a:lnTo>
                  <a:lnTo>
                    <a:pt x="355" y="97929"/>
                  </a:lnTo>
                  <a:lnTo>
                    <a:pt x="0" y="98285"/>
                  </a:lnTo>
                  <a:lnTo>
                    <a:pt x="854" y="110789"/>
                  </a:lnTo>
                  <a:lnTo>
                    <a:pt x="865" y="110944"/>
                  </a:lnTo>
                  <a:lnTo>
                    <a:pt x="3416" y="123436"/>
                  </a:lnTo>
                  <a:lnTo>
                    <a:pt x="7533" y="135436"/>
                  </a:lnTo>
                  <a:lnTo>
                    <a:pt x="7586" y="135591"/>
                  </a:lnTo>
                  <a:lnTo>
                    <a:pt x="13309" y="147243"/>
                  </a:lnTo>
                  <a:lnTo>
                    <a:pt x="38528" y="175893"/>
                  </a:lnTo>
                  <a:lnTo>
                    <a:pt x="72850" y="192784"/>
                  </a:lnTo>
                  <a:lnTo>
                    <a:pt x="98272" y="196202"/>
                  </a:lnTo>
                  <a:lnTo>
                    <a:pt x="434517" y="196202"/>
                  </a:lnTo>
                  <a:lnTo>
                    <a:pt x="483476" y="182879"/>
                  </a:lnTo>
                  <a:lnTo>
                    <a:pt x="512126" y="157673"/>
                  </a:lnTo>
                  <a:lnTo>
                    <a:pt x="524764" y="135591"/>
                  </a:lnTo>
                  <a:lnTo>
                    <a:pt x="524842" y="135436"/>
                  </a:lnTo>
                  <a:lnTo>
                    <a:pt x="532410" y="97929"/>
                  </a:lnTo>
                  <a:lnTo>
                    <a:pt x="531569" y="85413"/>
                  </a:lnTo>
                  <a:lnTo>
                    <a:pt x="519112" y="48958"/>
                  </a:lnTo>
                  <a:lnTo>
                    <a:pt x="493905" y="20308"/>
                  </a:lnTo>
                  <a:lnTo>
                    <a:pt x="459579" y="3422"/>
                  </a:lnTo>
                  <a:lnTo>
                    <a:pt x="447021" y="867"/>
                  </a:lnTo>
                  <a:lnTo>
                    <a:pt x="43416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85444" y="1555205"/>
              <a:ext cx="3679190" cy="2409190"/>
            </a:xfrm>
            <a:custGeom>
              <a:avLst/>
              <a:gdLst/>
              <a:ahLst/>
              <a:cxnLst/>
              <a:rect l="l" t="t" r="r" b="b"/>
              <a:pathLst>
                <a:path w="3679190" h="2409190">
                  <a:moveTo>
                    <a:pt x="3564712" y="0"/>
                  </a:moveTo>
                  <a:lnTo>
                    <a:pt x="114109" y="0"/>
                  </a:lnTo>
                  <a:lnTo>
                    <a:pt x="98425" y="1000"/>
                  </a:lnTo>
                  <a:lnTo>
                    <a:pt x="99012" y="1000"/>
                  </a:lnTo>
                  <a:lnTo>
                    <a:pt x="84726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2294636"/>
                  </a:lnTo>
                  <a:lnTo>
                    <a:pt x="932" y="2309246"/>
                  </a:lnTo>
                  <a:lnTo>
                    <a:pt x="945" y="2309446"/>
                  </a:lnTo>
                  <a:lnTo>
                    <a:pt x="3745" y="2323842"/>
                  </a:lnTo>
                  <a:lnTo>
                    <a:pt x="3779" y="2324020"/>
                  </a:lnTo>
                  <a:lnTo>
                    <a:pt x="8450" y="2337968"/>
                  </a:lnTo>
                  <a:lnTo>
                    <a:pt x="8502" y="2338123"/>
                  </a:lnTo>
                  <a:lnTo>
                    <a:pt x="33296" y="2375369"/>
                  </a:lnTo>
                  <a:lnTo>
                    <a:pt x="70421" y="2399949"/>
                  </a:lnTo>
                  <a:lnTo>
                    <a:pt x="114109" y="2408758"/>
                  </a:lnTo>
                  <a:lnTo>
                    <a:pt x="3565080" y="2408389"/>
                  </a:lnTo>
                  <a:lnTo>
                    <a:pt x="3608390" y="2399949"/>
                  </a:lnTo>
                  <a:lnTo>
                    <a:pt x="3645803" y="2375093"/>
                  </a:lnTo>
                  <a:lnTo>
                    <a:pt x="3670310" y="2338123"/>
                  </a:lnTo>
                  <a:lnTo>
                    <a:pt x="3675171" y="2324020"/>
                  </a:lnTo>
                  <a:lnTo>
                    <a:pt x="3675232" y="2323842"/>
                  </a:lnTo>
                  <a:lnTo>
                    <a:pt x="3678148" y="2309446"/>
                  </a:lnTo>
                  <a:lnTo>
                    <a:pt x="3678189" y="2309246"/>
                  </a:lnTo>
                  <a:lnTo>
                    <a:pt x="3679166" y="2294636"/>
                  </a:lnTo>
                  <a:lnTo>
                    <a:pt x="3678834" y="114122"/>
                  </a:lnTo>
                  <a:lnTo>
                    <a:pt x="3670331" y="70627"/>
                  </a:lnTo>
                  <a:lnTo>
                    <a:pt x="3645536" y="33388"/>
                  </a:lnTo>
                  <a:lnTo>
                    <a:pt x="3608401" y="8808"/>
                  </a:lnTo>
                  <a:lnTo>
                    <a:pt x="3579683" y="1000"/>
                  </a:lnTo>
                  <a:lnTo>
                    <a:pt x="3564712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17660" y="1258825"/>
            <a:ext cx="4015740" cy="2919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130"/>
              </a:spcBef>
              <a:tabLst>
                <a:tab pos="460375" algn="l"/>
              </a:tabLst>
            </a:pPr>
            <a:r>
              <a:rPr dirty="0" baseline="-7575" sz="1650" spc="-75">
                <a:solidFill>
                  <a:srgbClr val="FF6A5A"/>
                </a:solidFill>
                <a:latin typeface="Segoe UI Symbol"/>
                <a:cs typeface="Segoe UI Symbol"/>
              </a:rPr>
              <a:t>✦</a:t>
            </a:r>
            <a:r>
              <a:rPr dirty="0" baseline="-7575" sz="1650">
                <a:solidFill>
                  <a:srgbClr val="FF6A5A"/>
                </a:solidFill>
                <a:latin typeface="Segoe UI Symbol"/>
                <a:cs typeface="Segoe UI Symbol"/>
              </a:rPr>
              <a:t>	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2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B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800">
              <a:latin typeface="Calibri"/>
              <a:cs typeface="Calibri"/>
            </a:endParaRPr>
          </a:p>
          <a:p>
            <a:pPr marL="281940" marR="2269490">
              <a:lnSpc>
                <a:spcPct val="1246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greet(name):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(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f"Hello,</a:t>
            </a:r>
            <a:r>
              <a:rPr dirty="0" sz="800" spc="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{name}!"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No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return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statement!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msg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greet(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81940">
              <a:lnSpc>
                <a:spcPct val="100000"/>
              </a:lnSpc>
              <a:spcBef>
                <a:spcPts val="24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prints: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Hello,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Aarav!</a:t>
            </a:r>
            <a:endParaRPr sz="800">
              <a:latin typeface="Courier New"/>
              <a:cs typeface="Courier New"/>
            </a:endParaRPr>
          </a:p>
          <a:p>
            <a:pPr marL="281940">
              <a:lnSpc>
                <a:spcPct val="100000"/>
              </a:lnSpc>
              <a:spcBef>
                <a:spcPts val="235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(msg)</a:t>
            </a:r>
            <a:endParaRPr sz="800">
              <a:latin typeface="Courier New"/>
              <a:cs typeface="Courier New"/>
            </a:endParaRPr>
          </a:p>
          <a:p>
            <a:pPr marL="281940">
              <a:lnSpc>
                <a:spcPct val="100000"/>
              </a:lnSpc>
              <a:spcBef>
                <a:spcPts val="23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prints: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A8FB4"/>
                </a:solidFill>
                <a:latin typeface="Courier New"/>
                <a:cs typeface="Courier New"/>
              </a:rPr>
              <a:t>None</a:t>
            </a:r>
            <a:endParaRPr sz="800">
              <a:latin typeface="Courier New"/>
              <a:cs typeface="Courier New"/>
            </a:endParaRPr>
          </a:p>
          <a:p>
            <a:pPr marL="281940">
              <a:lnSpc>
                <a:spcPct val="100000"/>
              </a:lnSpc>
              <a:spcBef>
                <a:spcPts val="235"/>
              </a:spcBef>
            </a:pP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msg.upper()</a:t>
            </a:r>
            <a:endParaRPr sz="800">
              <a:latin typeface="Courier New"/>
              <a:cs typeface="Courier New"/>
            </a:endParaRPr>
          </a:p>
          <a:p>
            <a:pPr marL="281940" marR="1462405">
              <a:lnSpc>
                <a:spcPts val="1200"/>
              </a:lnSpc>
              <a:spcBef>
                <a:spcPts val="80"/>
              </a:spcBef>
              <a:tabLst>
                <a:tab pos="523240" algn="l"/>
              </a:tabLst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50" spc="-375">
                <a:solidFill>
                  <a:srgbClr val="8A8FB4"/>
                </a:solidFill>
                <a:latin typeface="SimSun-ExtB"/>
                <a:cs typeface="SimSun-ExtB"/>
              </a:rPr>
              <a:t>✕</a:t>
            </a:r>
            <a:r>
              <a:rPr dirty="0" sz="850" spc="235">
                <a:solidFill>
                  <a:srgbClr val="8A8FB4"/>
                </a:solidFill>
                <a:latin typeface="SimSun-ExtB"/>
                <a:cs typeface="SimSun-ExtB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AttributeError: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'NoneType'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object </a:t>
            </a: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	has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no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attribute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'upper'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800">
              <a:latin typeface="Courier New"/>
              <a:cs typeface="Courier New"/>
            </a:endParaRPr>
          </a:p>
          <a:p>
            <a:pPr marL="167640">
              <a:lnSpc>
                <a:spcPct val="100000"/>
              </a:lnSpc>
            </a:pP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The</a:t>
            </a:r>
            <a:r>
              <a:rPr dirty="0" sz="8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function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looked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80" i="1">
                <a:solidFill>
                  <a:srgbClr val="797E94"/>
                </a:solidFill>
                <a:latin typeface="Trebuchet MS"/>
                <a:cs typeface="Trebuchet MS"/>
              </a:rPr>
              <a:t>like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80" i="1">
                <a:solidFill>
                  <a:srgbClr val="797E94"/>
                </a:solidFill>
                <a:latin typeface="Trebuchet MS"/>
                <a:cs typeface="Trebuchet MS"/>
              </a:rPr>
              <a:t>it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worked.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0" i="1">
                <a:solidFill>
                  <a:srgbClr val="797E94"/>
                </a:solidFill>
                <a:latin typeface="Trebuchet MS"/>
                <a:cs typeface="Trebuchet MS"/>
              </a:rPr>
              <a:t>Then</a:t>
            </a:r>
            <a:r>
              <a:rPr dirty="0" sz="80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the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65" i="1">
                <a:solidFill>
                  <a:srgbClr val="797E94"/>
                </a:solidFill>
                <a:latin typeface="Trebuchet MS"/>
                <a:cs typeface="Trebuchet MS"/>
              </a:rPr>
              <a:t>next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 i="1">
                <a:solidFill>
                  <a:srgbClr val="797E94"/>
                </a:solidFill>
                <a:latin typeface="Trebuchet MS"/>
                <a:cs typeface="Trebuchet MS"/>
              </a:rPr>
              <a:t>line</a:t>
            </a:r>
            <a:r>
              <a:rPr dirty="0" sz="8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10" i="1">
                <a:solidFill>
                  <a:srgbClr val="797E94"/>
                </a:solidFill>
                <a:latin typeface="Trebuchet MS"/>
                <a:cs typeface="Trebuchet MS"/>
              </a:rPr>
              <a:t>exploded.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25283" y="1133468"/>
            <a:ext cx="4008120" cy="3181350"/>
            <a:chOff x="4625283" y="1133468"/>
            <a:chExt cx="4008120" cy="3181350"/>
          </a:xfrm>
        </p:grpSpPr>
        <p:sp>
          <p:nvSpPr>
            <p:cNvPr id="15" name="object 15"/>
            <p:cNvSpPr/>
            <p:nvPr/>
          </p:nvSpPr>
          <p:spPr>
            <a:xfrm>
              <a:off x="4629238" y="1148043"/>
              <a:ext cx="4001135" cy="3152775"/>
            </a:xfrm>
            <a:custGeom>
              <a:avLst/>
              <a:gdLst/>
              <a:ahLst/>
              <a:cxnLst/>
              <a:rect l="l" t="t" r="r" b="b"/>
              <a:pathLst>
                <a:path w="4001134" h="3152775">
                  <a:moveTo>
                    <a:pt x="386712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83"/>
                  </a:lnTo>
                  <a:lnTo>
                    <a:pt x="0" y="133197"/>
                  </a:lnTo>
                  <a:lnTo>
                    <a:pt x="0" y="3019323"/>
                  </a:lnTo>
                  <a:lnTo>
                    <a:pt x="9953" y="3069936"/>
                  </a:lnTo>
                  <a:lnTo>
                    <a:pt x="38876" y="3113455"/>
                  </a:lnTo>
                  <a:lnTo>
                    <a:pt x="82223" y="3142341"/>
                  </a:lnTo>
                  <a:lnTo>
                    <a:pt x="133197" y="3152521"/>
                  </a:lnTo>
                  <a:lnTo>
                    <a:pt x="3867480" y="3152152"/>
                  </a:lnTo>
                  <a:lnTo>
                    <a:pt x="3918306" y="3142133"/>
                  </a:lnTo>
                  <a:lnTo>
                    <a:pt x="3961623" y="3113276"/>
                  </a:lnTo>
                  <a:lnTo>
                    <a:pt x="3990397" y="3070147"/>
                  </a:lnTo>
                  <a:lnTo>
                    <a:pt x="3999473" y="3036712"/>
                  </a:lnTo>
                  <a:lnTo>
                    <a:pt x="3999535" y="3036401"/>
                  </a:lnTo>
                  <a:lnTo>
                    <a:pt x="4000653" y="3019323"/>
                  </a:lnTo>
                  <a:lnTo>
                    <a:pt x="4000677" y="3018955"/>
                  </a:lnTo>
                  <a:lnTo>
                    <a:pt x="4000322" y="133197"/>
                  </a:lnTo>
                  <a:lnTo>
                    <a:pt x="3990297" y="82373"/>
                  </a:lnTo>
                  <a:lnTo>
                    <a:pt x="3961445" y="39058"/>
                  </a:lnTo>
                  <a:lnTo>
                    <a:pt x="3918098" y="10174"/>
                  </a:lnTo>
                  <a:lnTo>
                    <a:pt x="3884563" y="1142"/>
                  </a:lnTo>
                  <a:lnTo>
                    <a:pt x="3867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28883" y="1147688"/>
              <a:ext cx="4001135" cy="3152775"/>
            </a:xfrm>
            <a:custGeom>
              <a:avLst/>
              <a:gdLst/>
              <a:ahLst/>
              <a:cxnLst/>
              <a:rect l="l" t="t" r="r" b="b"/>
              <a:pathLst>
                <a:path w="4001134" h="3152775">
                  <a:moveTo>
                    <a:pt x="0" y="3594"/>
                  </a:moveTo>
                  <a:lnTo>
                    <a:pt x="4000677" y="3949"/>
                  </a:lnTo>
                </a:path>
                <a:path w="4001134" h="3152775">
                  <a:moveTo>
                    <a:pt x="3997070" y="0"/>
                  </a:moveTo>
                  <a:lnTo>
                    <a:pt x="3997439" y="3152508"/>
                  </a:lnTo>
                </a:path>
                <a:path w="4001134" h="3152775">
                  <a:moveTo>
                    <a:pt x="0" y="3149269"/>
                  </a:moveTo>
                  <a:lnTo>
                    <a:pt x="4000677" y="3149638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43284" y="1147688"/>
              <a:ext cx="635" cy="3152775"/>
            </a:xfrm>
            <a:custGeom>
              <a:avLst/>
              <a:gdLst/>
              <a:ahLst/>
              <a:cxnLst/>
              <a:rect l="l" t="t" r="r" b="b"/>
              <a:pathLst>
                <a:path w="635" h="3152775">
                  <a:moveTo>
                    <a:pt x="0" y="0"/>
                  </a:moveTo>
                  <a:lnTo>
                    <a:pt x="355" y="315250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244" y="1283400"/>
              <a:ext cx="185750" cy="1857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057279" y="1278358"/>
              <a:ext cx="487045" cy="196215"/>
            </a:xfrm>
            <a:custGeom>
              <a:avLst/>
              <a:gdLst/>
              <a:ahLst/>
              <a:cxnLst/>
              <a:rect l="l" t="t" r="r" b="b"/>
              <a:pathLst>
                <a:path w="487045" h="196215">
                  <a:moveTo>
                    <a:pt x="388442" y="0"/>
                  </a:moveTo>
                  <a:lnTo>
                    <a:pt x="98285" y="0"/>
                  </a:lnTo>
                  <a:lnTo>
                    <a:pt x="84501" y="867"/>
                  </a:lnTo>
                  <a:lnTo>
                    <a:pt x="85115" y="867"/>
                  </a:lnTo>
                  <a:lnTo>
                    <a:pt x="72812" y="3240"/>
                  </a:lnTo>
                  <a:lnTo>
                    <a:pt x="38328" y="20108"/>
                  </a:lnTo>
                  <a:lnTo>
                    <a:pt x="13322" y="48958"/>
                  </a:lnTo>
                  <a:lnTo>
                    <a:pt x="867" y="85063"/>
                  </a:lnTo>
                  <a:lnTo>
                    <a:pt x="0" y="97929"/>
                  </a:lnTo>
                  <a:lnTo>
                    <a:pt x="0" y="98285"/>
                  </a:lnTo>
                  <a:lnTo>
                    <a:pt x="799" y="110789"/>
                  </a:lnTo>
                  <a:lnTo>
                    <a:pt x="809" y="110944"/>
                  </a:lnTo>
                  <a:lnTo>
                    <a:pt x="12953" y="147243"/>
                  </a:lnTo>
                  <a:lnTo>
                    <a:pt x="38173" y="175893"/>
                  </a:lnTo>
                  <a:lnTo>
                    <a:pt x="72494" y="192784"/>
                  </a:lnTo>
                  <a:lnTo>
                    <a:pt x="97916" y="196202"/>
                  </a:lnTo>
                  <a:lnTo>
                    <a:pt x="388797" y="196202"/>
                  </a:lnTo>
                  <a:lnTo>
                    <a:pt x="437756" y="182879"/>
                  </a:lnTo>
                  <a:lnTo>
                    <a:pt x="466418" y="157673"/>
                  </a:lnTo>
                  <a:lnTo>
                    <a:pt x="479050" y="135591"/>
                  </a:lnTo>
                  <a:lnTo>
                    <a:pt x="479128" y="135436"/>
                  </a:lnTo>
                  <a:lnTo>
                    <a:pt x="486690" y="97929"/>
                  </a:lnTo>
                  <a:lnTo>
                    <a:pt x="485849" y="85413"/>
                  </a:lnTo>
                  <a:lnTo>
                    <a:pt x="473405" y="48958"/>
                  </a:lnTo>
                  <a:lnTo>
                    <a:pt x="448191" y="20308"/>
                  </a:lnTo>
                  <a:lnTo>
                    <a:pt x="413864" y="3422"/>
                  </a:lnTo>
                  <a:lnTo>
                    <a:pt x="401303" y="867"/>
                  </a:lnTo>
                  <a:lnTo>
                    <a:pt x="388442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800244" y="1555205"/>
              <a:ext cx="3679190" cy="2409190"/>
            </a:xfrm>
            <a:custGeom>
              <a:avLst/>
              <a:gdLst/>
              <a:ahLst/>
              <a:cxnLst/>
              <a:rect l="l" t="t" r="r" b="b"/>
              <a:pathLst>
                <a:path w="3679190" h="2409190">
                  <a:moveTo>
                    <a:pt x="3564712" y="0"/>
                  </a:moveTo>
                  <a:lnTo>
                    <a:pt x="114109" y="0"/>
                  </a:lnTo>
                  <a:lnTo>
                    <a:pt x="98425" y="1000"/>
                  </a:lnTo>
                  <a:lnTo>
                    <a:pt x="99012" y="1000"/>
                  </a:lnTo>
                  <a:lnTo>
                    <a:pt x="84726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2294636"/>
                  </a:lnTo>
                  <a:lnTo>
                    <a:pt x="932" y="2309246"/>
                  </a:lnTo>
                  <a:lnTo>
                    <a:pt x="945" y="2309446"/>
                  </a:lnTo>
                  <a:lnTo>
                    <a:pt x="3745" y="2323842"/>
                  </a:lnTo>
                  <a:lnTo>
                    <a:pt x="3779" y="2324020"/>
                  </a:lnTo>
                  <a:lnTo>
                    <a:pt x="8450" y="2337968"/>
                  </a:lnTo>
                  <a:lnTo>
                    <a:pt x="8502" y="2338123"/>
                  </a:lnTo>
                  <a:lnTo>
                    <a:pt x="33296" y="2375369"/>
                  </a:lnTo>
                  <a:lnTo>
                    <a:pt x="70421" y="2399949"/>
                  </a:lnTo>
                  <a:lnTo>
                    <a:pt x="114109" y="2408758"/>
                  </a:lnTo>
                  <a:lnTo>
                    <a:pt x="3565080" y="2408389"/>
                  </a:lnTo>
                  <a:lnTo>
                    <a:pt x="3608390" y="2399949"/>
                  </a:lnTo>
                  <a:lnTo>
                    <a:pt x="3645803" y="2375093"/>
                  </a:lnTo>
                  <a:lnTo>
                    <a:pt x="3670310" y="2338123"/>
                  </a:lnTo>
                  <a:lnTo>
                    <a:pt x="3679166" y="2294636"/>
                  </a:lnTo>
                  <a:lnTo>
                    <a:pt x="3679190" y="2294280"/>
                  </a:lnTo>
                  <a:lnTo>
                    <a:pt x="3678834" y="114122"/>
                  </a:lnTo>
                  <a:lnTo>
                    <a:pt x="3670331" y="70627"/>
                  </a:lnTo>
                  <a:lnTo>
                    <a:pt x="3645536" y="33388"/>
                  </a:lnTo>
                  <a:lnTo>
                    <a:pt x="3608401" y="8808"/>
                  </a:lnTo>
                  <a:lnTo>
                    <a:pt x="3579683" y="1000"/>
                  </a:lnTo>
                  <a:lnTo>
                    <a:pt x="3564712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657860" y="1300939"/>
            <a:ext cx="3964940" cy="2876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1959" indent="-266700">
              <a:lnSpc>
                <a:spcPct val="100000"/>
              </a:lnSpc>
              <a:spcBef>
                <a:spcPts val="100"/>
              </a:spcBef>
              <a:buSzPct val="137500"/>
              <a:buFont typeface="Segoe UI Symbol"/>
              <a:buChar char="✓"/>
              <a:tabLst>
                <a:tab pos="441959" algn="l"/>
              </a:tabLst>
            </a:pP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H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21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F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I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X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greet(name)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&gt;</a:t>
            </a:r>
            <a:r>
              <a:rPr dirty="0" sz="800" spc="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FFD47F"/>
                </a:solidFill>
                <a:latin typeface="Courier New"/>
                <a:cs typeface="Courier New"/>
              </a:rPr>
              <a:t>str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23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f"Hello,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{name}!"</a:t>
            </a:r>
            <a:endParaRPr sz="8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24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return,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not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print</a:t>
            </a:r>
            <a:endParaRPr sz="8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235"/>
              </a:spcBef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msg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greet(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"Aarav"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23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msg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now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"Hello,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Aarav!"</a:t>
            </a:r>
            <a:endParaRPr sz="800">
              <a:latin typeface="Courier New"/>
              <a:cs typeface="Courier New"/>
            </a:endParaRPr>
          </a:p>
          <a:p>
            <a:pPr marL="256540" marR="1337310">
              <a:lnSpc>
                <a:spcPct val="116799"/>
              </a:lnSpc>
              <a:spcBef>
                <a:spcPts val="75"/>
              </a:spcBef>
              <a:tabLst>
                <a:tab pos="1529715" algn="l"/>
                <a:tab pos="1590040" algn="l"/>
              </a:tabLst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(msg)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	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Hello,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Aarav! 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(msg.upper())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HELLO,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AARAV!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(msg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+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50">
                <a:solidFill>
                  <a:srgbClr val="B7E885"/>
                </a:solidFill>
                <a:latin typeface="Segoe UI Symbol"/>
                <a:cs typeface="Segoe UI Symbol"/>
              </a:rPr>
              <a:t>"</a:t>
            </a:r>
            <a:r>
              <a:rPr dirty="0" sz="800" spc="30">
                <a:solidFill>
                  <a:srgbClr val="B7E885"/>
                </a:solidFill>
                <a:latin typeface="Segoe UI Symbol"/>
                <a:cs typeface="Segoe UI Symbol"/>
              </a:rPr>
              <a:t> </a:t>
            </a:r>
            <a:r>
              <a:rPr dirty="0" sz="950" spc="195">
                <a:solidFill>
                  <a:srgbClr val="B7E885"/>
                </a:solidFill>
                <a:latin typeface="Cambria"/>
                <a:cs typeface="Cambria"/>
              </a:rPr>
              <a:t>👋</a:t>
            </a:r>
            <a:r>
              <a:rPr dirty="0" sz="800" spc="195">
                <a:solidFill>
                  <a:srgbClr val="B7E885"/>
                </a:solidFill>
                <a:latin typeface="Segoe UI Symbol"/>
                <a:cs typeface="Segoe UI Symbol"/>
              </a:rPr>
              <a:t>"</a:t>
            </a:r>
            <a:r>
              <a:rPr dirty="0" sz="800" spc="195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z="800" spc="-409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works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too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800">
              <a:latin typeface="Courier New"/>
              <a:cs typeface="Courier New"/>
            </a:endParaRPr>
          </a:p>
          <a:p>
            <a:pPr marL="142240">
              <a:lnSpc>
                <a:spcPct val="100000"/>
              </a:lnSpc>
            </a:pPr>
            <a:r>
              <a:rPr dirty="0" sz="700" spc="-25" i="1">
                <a:solidFill>
                  <a:srgbClr val="797E94"/>
                </a:solidFill>
                <a:latin typeface="Trebuchet MS"/>
                <a:cs typeface="Trebuchet MS"/>
              </a:rPr>
              <a:t>Now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you </a:t>
            </a:r>
            <a:r>
              <a:rPr dirty="0" sz="700" spc="-35" i="1">
                <a:solidFill>
                  <a:srgbClr val="797E94"/>
                </a:solidFill>
                <a:latin typeface="Trebuchet MS"/>
                <a:cs typeface="Trebuchet MS"/>
              </a:rPr>
              <a:t>can </a:t>
            </a:r>
            <a:r>
              <a:rPr dirty="0" sz="700" spc="-30" i="1">
                <a:solidFill>
                  <a:srgbClr val="797E94"/>
                </a:solidFill>
                <a:latin typeface="Trebuchet MS"/>
                <a:cs typeface="Trebuchet MS"/>
              </a:rPr>
              <a:t>do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anything</a:t>
            </a:r>
            <a:r>
              <a:rPr dirty="0" sz="7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55" i="1">
                <a:solidFill>
                  <a:srgbClr val="797E94"/>
                </a:solidFill>
                <a:latin typeface="Trebuchet MS"/>
                <a:cs typeface="Trebuchet MS"/>
              </a:rPr>
              <a:t>with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55" i="1">
                <a:solidFill>
                  <a:srgbClr val="797E94"/>
                </a:solidFill>
                <a:latin typeface="Trebuchet MS"/>
                <a:cs typeface="Trebuchet MS"/>
              </a:rPr>
              <a:t>the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55" i="1">
                <a:solidFill>
                  <a:srgbClr val="797E94"/>
                </a:solidFill>
                <a:latin typeface="Trebuchet MS"/>
                <a:cs typeface="Trebuchet MS"/>
              </a:rPr>
              <a:t>result</a:t>
            </a:r>
            <a:r>
              <a:rPr dirty="0" sz="7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125" i="1">
                <a:solidFill>
                  <a:srgbClr val="797E94"/>
                </a:solidFill>
                <a:latin typeface="Trebuchet MS"/>
                <a:cs typeface="Trebuchet MS"/>
              </a:rPr>
              <a:t>—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60" i="1">
                <a:solidFill>
                  <a:srgbClr val="797E94"/>
                </a:solidFill>
                <a:latin typeface="Trebuchet MS"/>
                <a:cs typeface="Trebuchet MS"/>
              </a:rPr>
              <a:t>print</a:t>
            </a:r>
            <a:r>
              <a:rPr dirty="0" sz="7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80" i="1">
                <a:solidFill>
                  <a:srgbClr val="797E94"/>
                </a:solidFill>
                <a:latin typeface="Trebuchet MS"/>
                <a:cs typeface="Trebuchet MS"/>
              </a:rPr>
              <a:t>it,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35" i="1">
                <a:solidFill>
                  <a:srgbClr val="797E94"/>
                </a:solidFill>
                <a:latin typeface="Trebuchet MS"/>
                <a:cs typeface="Trebuchet MS"/>
              </a:rPr>
              <a:t>save </a:t>
            </a:r>
            <a:r>
              <a:rPr dirty="0" sz="700" spc="-80" i="1">
                <a:solidFill>
                  <a:srgbClr val="797E94"/>
                </a:solidFill>
                <a:latin typeface="Trebuchet MS"/>
                <a:cs typeface="Trebuchet MS"/>
              </a:rPr>
              <a:t>it,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30" i="1">
                <a:solidFill>
                  <a:srgbClr val="797E94"/>
                </a:solidFill>
                <a:latin typeface="Trebuchet MS"/>
                <a:cs typeface="Trebuchet MS"/>
              </a:rPr>
              <a:t>pass</a:t>
            </a:r>
            <a:r>
              <a:rPr dirty="0" sz="70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70" i="1">
                <a:solidFill>
                  <a:srgbClr val="797E94"/>
                </a:solidFill>
                <a:latin typeface="Trebuchet MS"/>
                <a:cs typeface="Trebuchet MS"/>
              </a:rPr>
              <a:t>it</a:t>
            </a:r>
            <a:r>
              <a:rPr dirty="0" sz="70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700" spc="-25" i="1">
                <a:solidFill>
                  <a:srgbClr val="797E94"/>
                </a:solidFill>
                <a:latin typeface="Trebuchet MS"/>
                <a:cs typeface="Trebuchet MS"/>
              </a:rPr>
              <a:t>on.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4438" y="4385883"/>
            <a:ext cx="8115934" cy="357505"/>
          </a:xfrm>
          <a:custGeom>
            <a:avLst/>
            <a:gdLst/>
            <a:ahLst/>
            <a:cxnLst/>
            <a:rect l="l" t="t" r="r" b="b"/>
            <a:pathLst>
              <a:path w="8115934" h="357504">
                <a:moveTo>
                  <a:pt x="8115478" y="178562"/>
                </a:moveTo>
                <a:lnTo>
                  <a:pt x="8109394" y="132308"/>
                </a:lnTo>
                <a:lnTo>
                  <a:pt x="8091716" y="89281"/>
                </a:lnTo>
                <a:lnTo>
                  <a:pt x="8063141" y="52336"/>
                </a:lnTo>
                <a:lnTo>
                  <a:pt x="8026197" y="23761"/>
                </a:lnTo>
                <a:lnTo>
                  <a:pt x="7983169" y="6083"/>
                </a:lnTo>
                <a:lnTo>
                  <a:pt x="7936916" y="0"/>
                </a:lnTo>
                <a:lnTo>
                  <a:pt x="178562" y="0"/>
                </a:lnTo>
                <a:lnTo>
                  <a:pt x="132295" y="6083"/>
                </a:lnTo>
                <a:lnTo>
                  <a:pt x="89281" y="23761"/>
                </a:lnTo>
                <a:lnTo>
                  <a:pt x="52324" y="52336"/>
                </a:lnTo>
                <a:lnTo>
                  <a:pt x="23761" y="89281"/>
                </a:lnTo>
                <a:lnTo>
                  <a:pt x="6070" y="132308"/>
                </a:lnTo>
                <a:lnTo>
                  <a:pt x="0" y="178562"/>
                </a:lnTo>
                <a:lnTo>
                  <a:pt x="1524" y="201930"/>
                </a:lnTo>
                <a:lnTo>
                  <a:pt x="13512" y="246913"/>
                </a:lnTo>
                <a:lnTo>
                  <a:pt x="36880" y="287248"/>
                </a:lnTo>
                <a:lnTo>
                  <a:pt x="69875" y="320243"/>
                </a:lnTo>
                <a:lnTo>
                  <a:pt x="110210" y="343611"/>
                </a:lnTo>
                <a:lnTo>
                  <a:pt x="155194" y="355600"/>
                </a:lnTo>
                <a:lnTo>
                  <a:pt x="178562" y="357124"/>
                </a:lnTo>
                <a:lnTo>
                  <a:pt x="7936916" y="357124"/>
                </a:lnTo>
                <a:lnTo>
                  <a:pt x="7983169" y="351053"/>
                </a:lnTo>
                <a:lnTo>
                  <a:pt x="8026197" y="333362"/>
                </a:lnTo>
                <a:lnTo>
                  <a:pt x="8063141" y="304787"/>
                </a:lnTo>
                <a:lnTo>
                  <a:pt x="8091716" y="267843"/>
                </a:lnTo>
                <a:lnTo>
                  <a:pt x="8109394" y="224828"/>
                </a:lnTo>
                <a:lnTo>
                  <a:pt x="8115478" y="178562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64095" y="4494493"/>
            <a:ext cx="56102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RULE</a:t>
            </a:r>
            <a:r>
              <a:rPr dirty="0" sz="800" spc="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OF</a:t>
            </a:r>
            <a:r>
              <a:rPr dirty="0" sz="800" spc="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THUMB</a:t>
            </a:r>
            <a:r>
              <a:rPr dirty="0" sz="800" spc="295">
                <a:solidFill>
                  <a:srgbClr val="FF6A5A"/>
                </a:solidFill>
                <a:latin typeface="Calibri"/>
                <a:cs typeface="Calibri"/>
              </a:rPr>
              <a:t> 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function should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either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RETURN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value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or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DO</a:t>
            </a:r>
            <a:r>
              <a:rPr dirty="0" sz="800" spc="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something (print, write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file),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rarely both.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Pick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job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per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function.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7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85637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1738" y="441263"/>
            <a:ext cx="16611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6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X</a:t>
            </a:r>
            <a:r>
              <a:rPr dirty="0" sz="6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600" spc="-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6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600" spc="2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600" spc="2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600" spc="3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600" spc="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6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3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600" spc="2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6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6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6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6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6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30">
                <a:solidFill>
                  <a:srgbClr val="FF6A5A"/>
                </a:solidFill>
                <a:latin typeface="Trebuchet MS"/>
                <a:cs typeface="Trebuchet MS"/>
              </a:rPr>
              <a:t>L</a:t>
            </a:r>
            <a:r>
              <a:rPr dirty="0" sz="6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600" spc="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600" spc="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738" y="777864"/>
            <a:ext cx="493204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20" b="1">
                <a:solidFill>
                  <a:srgbClr val="293183"/>
                </a:solidFill>
                <a:latin typeface="Calibri"/>
                <a:cs typeface="Calibri"/>
              </a:rPr>
              <a:t>Write</a:t>
            </a:r>
            <a:r>
              <a:rPr dirty="0" sz="16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function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that</a:t>
            </a:r>
            <a:r>
              <a:rPr dirty="0" sz="16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20" b="1">
                <a:solidFill>
                  <a:srgbClr val="293183"/>
                </a:solidFill>
                <a:latin typeface="Calibri"/>
                <a:cs typeface="Calibri"/>
              </a:rPr>
              <a:t>extracts</a:t>
            </a:r>
            <a:r>
              <a:rPr dirty="0" sz="16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the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year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from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165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93183"/>
                </a:solidFill>
                <a:latin typeface="Calibri"/>
                <a:cs typeface="Calibri"/>
              </a:rPr>
              <a:t>date</a:t>
            </a:r>
            <a:r>
              <a:rPr dirty="0" sz="1650" spc="-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93183"/>
                </a:solidFill>
                <a:latin typeface="Calibri"/>
                <a:cs typeface="Calibri"/>
              </a:rPr>
              <a:t>string.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9020" y="616013"/>
            <a:ext cx="1642745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41910">
              <a:lnSpc>
                <a:spcPct val="114599"/>
              </a:lnSpc>
              <a:spcBef>
                <a:spcPts val="10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own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laptop,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Three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minutes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try,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two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minutes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compare</a:t>
            </a:r>
            <a:endParaRPr sz="8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4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 your neighbour.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273" y="1133400"/>
            <a:ext cx="4831715" cy="3624579"/>
            <a:chOff x="510273" y="1133400"/>
            <a:chExt cx="4831715" cy="3624579"/>
          </a:xfrm>
        </p:grpSpPr>
        <p:sp>
          <p:nvSpPr>
            <p:cNvPr id="7" name="object 7"/>
            <p:cNvSpPr/>
            <p:nvPr/>
          </p:nvSpPr>
          <p:spPr>
            <a:xfrm>
              <a:off x="514083" y="1147688"/>
              <a:ext cx="4823460" cy="3596004"/>
            </a:xfrm>
            <a:custGeom>
              <a:avLst/>
              <a:gdLst/>
              <a:ahLst/>
              <a:cxnLst/>
              <a:rect l="l" t="t" r="r" b="b"/>
              <a:pathLst>
                <a:path w="4823460" h="3596004">
                  <a:moveTo>
                    <a:pt x="4689716" y="0"/>
                  </a:moveTo>
                  <a:lnTo>
                    <a:pt x="133197" y="0"/>
                  </a:lnTo>
                  <a:lnTo>
                    <a:pt x="115774" y="1140"/>
                  </a:lnTo>
                  <a:lnTo>
                    <a:pt x="66598" y="17627"/>
                  </a:lnTo>
                  <a:lnTo>
                    <a:pt x="27613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462477"/>
                  </a:lnTo>
                  <a:lnTo>
                    <a:pt x="9953" y="3513090"/>
                  </a:lnTo>
                  <a:lnTo>
                    <a:pt x="38876" y="3556615"/>
                  </a:lnTo>
                  <a:lnTo>
                    <a:pt x="82216" y="3585500"/>
                  </a:lnTo>
                  <a:lnTo>
                    <a:pt x="133197" y="3595674"/>
                  </a:lnTo>
                  <a:lnTo>
                    <a:pt x="4690071" y="3595319"/>
                  </a:lnTo>
                  <a:lnTo>
                    <a:pt x="4740903" y="3585294"/>
                  </a:lnTo>
                  <a:lnTo>
                    <a:pt x="4784215" y="3556431"/>
                  </a:lnTo>
                  <a:lnTo>
                    <a:pt x="4812996" y="3513301"/>
                  </a:lnTo>
                  <a:lnTo>
                    <a:pt x="4813102" y="3513090"/>
                  </a:lnTo>
                  <a:lnTo>
                    <a:pt x="4818658" y="3496852"/>
                  </a:lnTo>
                  <a:lnTo>
                    <a:pt x="4818735" y="3496627"/>
                  </a:lnTo>
                  <a:lnTo>
                    <a:pt x="4822077" y="3479866"/>
                  </a:lnTo>
                  <a:lnTo>
                    <a:pt x="4822139" y="3479555"/>
                  </a:lnTo>
                  <a:lnTo>
                    <a:pt x="4823258" y="3462477"/>
                  </a:lnTo>
                  <a:lnTo>
                    <a:pt x="4823282" y="3462108"/>
                  </a:lnTo>
                  <a:lnTo>
                    <a:pt x="4822913" y="133197"/>
                  </a:lnTo>
                  <a:lnTo>
                    <a:pt x="4812889" y="82366"/>
                  </a:lnTo>
                  <a:lnTo>
                    <a:pt x="4784037" y="39054"/>
                  </a:lnTo>
                  <a:lnTo>
                    <a:pt x="4740697" y="10169"/>
                  </a:lnTo>
                  <a:lnTo>
                    <a:pt x="4707162" y="1140"/>
                  </a:lnTo>
                  <a:lnTo>
                    <a:pt x="46897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147688"/>
              <a:ext cx="4824095" cy="3596004"/>
            </a:xfrm>
            <a:custGeom>
              <a:avLst/>
              <a:gdLst/>
              <a:ahLst/>
              <a:cxnLst/>
              <a:rect l="l" t="t" r="r" b="b"/>
              <a:pathLst>
                <a:path w="4824095" h="3596004">
                  <a:moveTo>
                    <a:pt x="0" y="3594"/>
                  </a:moveTo>
                  <a:lnTo>
                    <a:pt x="4823637" y="3949"/>
                  </a:lnTo>
                </a:path>
                <a:path w="4824095" h="3596004">
                  <a:moveTo>
                    <a:pt x="4820031" y="0"/>
                  </a:moveTo>
                  <a:lnTo>
                    <a:pt x="4820399" y="3595674"/>
                  </a:lnTo>
                </a:path>
                <a:path w="4824095" h="3596004">
                  <a:moveTo>
                    <a:pt x="0" y="3592067"/>
                  </a:moveTo>
                  <a:lnTo>
                    <a:pt x="4823637" y="359243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147688"/>
              <a:ext cx="635" cy="3596004"/>
            </a:xfrm>
            <a:custGeom>
              <a:avLst/>
              <a:gdLst/>
              <a:ahLst/>
              <a:cxnLst/>
              <a:rect l="l" t="t" r="r" b="b"/>
              <a:pathLst>
                <a:path w="634" h="3596004">
                  <a:moveTo>
                    <a:pt x="0" y="0"/>
                  </a:moveTo>
                  <a:lnTo>
                    <a:pt x="355" y="3595674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076" y="1283400"/>
              <a:ext cx="4502785" cy="572770"/>
            </a:xfrm>
            <a:custGeom>
              <a:avLst/>
              <a:gdLst/>
              <a:ahLst/>
              <a:cxnLst/>
              <a:rect l="l" t="t" r="r" b="b"/>
              <a:pathLst>
                <a:path w="4502785" h="572769">
                  <a:moveTo>
                    <a:pt x="798842" y="541096"/>
                  </a:moveTo>
                  <a:lnTo>
                    <a:pt x="798741" y="474840"/>
                  </a:lnTo>
                  <a:lnTo>
                    <a:pt x="774001" y="445681"/>
                  </a:lnTo>
                  <a:lnTo>
                    <a:pt x="31686" y="443522"/>
                  </a:lnTo>
                  <a:lnTo>
                    <a:pt x="25209" y="445325"/>
                  </a:lnTo>
                  <a:lnTo>
                    <a:pt x="368" y="474840"/>
                  </a:lnTo>
                  <a:lnTo>
                    <a:pt x="368" y="481685"/>
                  </a:lnTo>
                  <a:lnTo>
                    <a:pt x="0" y="534250"/>
                  </a:lnTo>
                  <a:lnTo>
                    <a:pt x="0" y="541096"/>
                  </a:lnTo>
                  <a:lnTo>
                    <a:pt x="1803" y="547560"/>
                  </a:lnTo>
                  <a:lnTo>
                    <a:pt x="31318" y="572414"/>
                  </a:lnTo>
                  <a:lnTo>
                    <a:pt x="767524" y="572414"/>
                  </a:lnTo>
                  <a:lnTo>
                    <a:pt x="797039" y="547560"/>
                  </a:lnTo>
                  <a:lnTo>
                    <a:pt x="798842" y="541096"/>
                  </a:lnTo>
                  <a:close/>
                </a:path>
                <a:path w="4502785" h="572769">
                  <a:moveTo>
                    <a:pt x="2179447" y="379806"/>
                  </a:moveTo>
                  <a:lnTo>
                    <a:pt x="2179345" y="313563"/>
                  </a:lnTo>
                  <a:lnTo>
                    <a:pt x="2154605" y="284403"/>
                  </a:lnTo>
                  <a:lnTo>
                    <a:pt x="817918" y="282244"/>
                  </a:lnTo>
                  <a:lnTo>
                    <a:pt x="811441" y="284035"/>
                  </a:lnTo>
                  <a:lnTo>
                    <a:pt x="786790" y="312851"/>
                  </a:lnTo>
                  <a:lnTo>
                    <a:pt x="767880" y="312851"/>
                  </a:lnTo>
                  <a:lnTo>
                    <a:pt x="767880" y="428764"/>
                  </a:lnTo>
                  <a:lnTo>
                    <a:pt x="2100237" y="428764"/>
                  </a:lnTo>
                  <a:lnTo>
                    <a:pt x="2100237" y="411124"/>
                  </a:lnTo>
                  <a:lnTo>
                    <a:pt x="2148128" y="411124"/>
                  </a:lnTo>
                  <a:lnTo>
                    <a:pt x="2177643" y="386283"/>
                  </a:lnTo>
                  <a:lnTo>
                    <a:pt x="2179447" y="379806"/>
                  </a:lnTo>
                  <a:close/>
                </a:path>
                <a:path w="4502785" h="572769">
                  <a:moveTo>
                    <a:pt x="4287964" y="379806"/>
                  </a:moveTo>
                  <a:lnTo>
                    <a:pt x="4287863" y="313563"/>
                  </a:lnTo>
                  <a:lnTo>
                    <a:pt x="4263123" y="284403"/>
                  </a:lnTo>
                  <a:lnTo>
                    <a:pt x="3520808" y="282244"/>
                  </a:lnTo>
                  <a:lnTo>
                    <a:pt x="3514318" y="284035"/>
                  </a:lnTo>
                  <a:lnTo>
                    <a:pt x="3489490" y="313563"/>
                  </a:lnTo>
                  <a:lnTo>
                    <a:pt x="3489490" y="320395"/>
                  </a:lnTo>
                  <a:lnTo>
                    <a:pt x="3489452" y="325437"/>
                  </a:lnTo>
                  <a:lnTo>
                    <a:pt x="3373564" y="325437"/>
                  </a:lnTo>
                  <a:lnTo>
                    <a:pt x="3373564" y="427316"/>
                  </a:lnTo>
                  <a:lnTo>
                    <a:pt x="4051795" y="427316"/>
                  </a:lnTo>
                  <a:lnTo>
                    <a:pt x="4051795" y="411124"/>
                  </a:lnTo>
                  <a:lnTo>
                    <a:pt x="4256646" y="411124"/>
                  </a:lnTo>
                  <a:lnTo>
                    <a:pt x="4286161" y="386283"/>
                  </a:lnTo>
                  <a:lnTo>
                    <a:pt x="4287964" y="379806"/>
                  </a:lnTo>
                  <a:close/>
                </a:path>
                <a:path w="4502785" h="572769">
                  <a:moveTo>
                    <a:pt x="4502518" y="87477"/>
                  </a:moveTo>
                  <a:lnTo>
                    <a:pt x="4490644" y="43561"/>
                  </a:lnTo>
                  <a:lnTo>
                    <a:pt x="4458970" y="11887"/>
                  </a:lnTo>
                  <a:lnTo>
                    <a:pt x="4415040" y="0"/>
                  </a:lnTo>
                  <a:lnTo>
                    <a:pt x="88201" y="0"/>
                  </a:lnTo>
                  <a:lnTo>
                    <a:pt x="44640" y="11887"/>
                  </a:lnTo>
                  <a:lnTo>
                    <a:pt x="12598" y="43561"/>
                  </a:lnTo>
                  <a:lnTo>
                    <a:pt x="723" y="87477"/>
                  </a:lnTo>
                  <a:lnTo>
                    <a:pt x="1460" y="99009"/>
                  </a:lnTo>
                  <a:lnTo>
                    <a:pt x="18923" y="140766"/>
                  </a:lnTo>
                  <a:lnTo>
                    <a:pt x="54737" y="168287"/>
                  </a:lnTo>
                  <a:lnTo>
                    <a:pt x="88201" y="174955"/>
                  </a:lnTo>
                  <a:lnTo>
                    <a:pt x="4415040" y="174955"/>
                  </a:lnTo>
                  <a:lnTo>
                    <a:pt x="4458970" y="163080"/>
                  </a:lnTo>
                  <a:lnTo>
                    <a:pt x="4490644" y="131406"/>
                  </a:lnTo>
                  <a:lnTo>
                    <a:pt x="4502518" y="87477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85800" y="1769048"/>
            <a:ext cx="673735" cy="102235"/>
          </a:xfrm>
          <a:prstGeom prst="rect">
            <a:avLst/>
          </a:prstGeom>
          <a:solidFill>
            <a:srgbClr val="E7E9F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0"/>
              </a:lnSpc>
            </a:pP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"</a:t>
            </a:r>
            <a:r>
              <a:rPr dirty="0" sz="800" spc="-1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9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293183"/>
                </a:solidFill>
                <a:latin typeface="Trebuchet MS"/>
                <a:cs typeface="Trebuchet MS"/>
              </a:rPr>
              <a:t>/</a:t>
            </a:r>
            <a:r>
              <a:rPr dirty="0" sz="800" spc="-16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7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293183"/>
                </a:solidFill>
                <a:latin typeface="Trebuchet MS"/>
                <a:cs typeface="Trebuchet MS"/>
              </a:rPr>
              <a:t>/</a:t>
            </a:r>
            <a:r>
              <a:rPr dirty="0" sz="800" spc="-1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6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Trebuchet MS"/>
                <a:cs typeface="Trebuchet MS"/>
              </a:rPr>
              <a:t>"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85800" y="2191679"/>
            <a:ext cx="4502150" cy="1364615"/>
            <a:chOff x="685800" y="2191679"/>
            <a:chExt cx="4502150" cy="1364615"/>
          </a:xfrm>
        </p:grpSpPr>
        <p:sp>
          <p:nvSpPr>
            <p:cNvPr id="13" name="object 13"/>
            <p:cNvSpPr/>
            <p:nvPr/>
          </p:nvSpPr>
          <p:spPr>
            <a:xfrm>
              <a:off x="1322285" y="2191679"/>
              <a:ext cx="1277620" cy="527050"/>
            </a:xfrm>
            <a:custGeom>
              <a:avLst/>
              <a:gdLst/>
              <a:ahLst/>
              <a:cxnLst/>
              <a:rect l="l" t="t" r="r" b="b"/>
              <a:pathLst>
                <a:path w="1277620" h="527050">
                  <a:moveTo>
                    <a:pt x="230759" y="481317"/>
                  </a:moveTo>
                  <a:lnTo>
                    <a:pt x="230644" y="429120"/>
                  </a:lnTo>
                  <a:lnTo>
                    <a:pt x="205917" y="399961"/>
                  </a:lnTo>
                  <a:lnTo>
                    <a:pt x="199428" y="398157"/>
                  </a:lnTo>
                  <a:lnTo>
                    <a:pt x="192595" y="398157"/>
                  </a:lnTo>
                  <a:lnTo>
                    <a:pt x="38519" y="397802"/>
                  </a:lnTo>
                  <a:lnTo>
                    <a:pt x="31673" y="397802"/>
                  </a:lnTo>
                  <a:lnTo>
                    <a:pt x="25196" y="399605"/>
                  </a:lnTo>
                  <a:lnTo>
                    <a:pt x="355" y="429120"/>
                  </a:lnTo>
                  <a:lnTo>
                    <a:pt x="355" y="435965"/>
                  </a:lnTo>
                  <a:lnTo>
                    <a:pt x="0" y="474484"/>
                  </a:lnTo>
                  <a:lnTo>
                    <a:pt x="0" y="481317"/>
                  </a:lnTo>
                  <a:lnTo>
                    <a:pt x="1790" y="487807"/>
                  </a:lnTo>
                  <a:lnTo>
                    <a:pt x="25908" y="511149"/>
                  </a:lnTo>
                  <a:lnTo>
                    <a:pt x="25908" y="527037"/>
                  </a:lnTo>
                  <a:lnTo>
                    <a:pt x="207352" y="527037"/>
                  </a:lnTo>
                  <a:lnTo>
                    <a:pt x="207352" y="510044"/>
                  </a:lnTo>
                  <a:lnTo>
                    <a:pt x="211670" y="507606"/>
                  </a:lnTo>
                  <a:lnTo>
                    <a:pt x="217436" y="503999"/>
                  </a:lnTo>
                  <a:lnTo>
                    <a:pt x="222110" y="499325"/>
                  </a:lnTo>
                  <a:lnTo>
                    <a:pt x="225717" y="493560"/>
                  </a:lnTo>
                  <a:lnTo>
                    <a:pt x="228955" y="487807"/>
                  </a:lnTo>
                  <a:lnTo>
                    <a:pt x="230759" y="481317"/>
                  </a:lnTo>
                  <a:close/>
                </a:path>
                <a:path w="1277620" h="527050">
                  <a:moveTo>
                    <a:pt x="1277277" y="13322"/>
                  </a:moveTo>
                  <a:lnTo>
                    <a:pt x="1195552" y="13322"/>
                  </a:lnTo>
                  <a:lnTo>
                    <a:pt x="1191234" y="9004"/>
                  </a:lnTo>
                  <a:lnTo>
                    <a:pt x="1185468" y="5397"/>
                  </a:lnTo>
                  <a:lnTo>
                    <a:pt x="1179715" y="2159"/>
                  </a:lnTo>
                  <a:lnTo>
                    <a:pt x="1173238" y="368"/>
                  </a:lnTo>
                  <a:lnTo>
                    <a:pt x="528472" y="0"/>
                  </a:lnTo>
                  <a:lnTo>
                    <a:pt x="521995" y="1803"/>
                  </a:lnTo>
                  <a:lnTo>
                    <a:pt x="497154" y="31318"/>
                  </a:lnTo>
                  <a:lnTo>
                    <a:pt x="497154" y="38163"/>
                  </a:lnTo>
                  <a:lnTo>
                    <a:pt x="496798" y="76682"/>
                  </a:lnTo>
                  <a:lnTo>
                    <a:pt x="496798" y="83527"/>
                  </a:lnTo>
                  <a:lnTo>
                    <a:pt x="498589" y="90004"/>
                  </a:lnTo>
                  <a:lnTo>
                    <a:pt x="528116" y="114846"/>
                  </a:lnTo>
                  <a:lnTo>
                    <a:pt x="550799" y="114846"/>
                  </a:lnTo>
                  <a:lnTo>
                    <a:pt x="550799" y="129247"/>
                  </a:lnTo>
                  <a:lnTo>
                    <a:pt x="1277277" y="129247"/>
                  </a:lnTo>
                  <a:lnTo>
                    <a:pt x="1277277" y="13322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5800" y="3001685"/>
              <a:ext cx="4502150" cy="554355"/>
            </a:xfrm>
            <a:custGeom>
              <a:avLst/>
              <a:gdLst/>
              <a:ahLst/>
              <a:cxnLst/>
              <a:rect l="l" t="t" r="r" b="b"/>
              <a:pathLst>
                <a:path w="4502150" h="554354">
                  <a:moveTo>
                    <a:pt x="4387316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439915"/>
                  </a:lnTo>
                  <a:lnTo>
                    <a:pt x="932" y="454525"/>
                  </a:lnTo>
                  <a:lnTo>
                    <a:pt x="945" y="454725"/>
                  </a:lnTo>
                  <a:lnTo>
                    <a:pt x="3746" y="469122"/>
                  </a:lnTo>
                  <a:lnTo>
                    <a:pt x="3781" y="469299"/>
                  </a:lnTo>
                  <a:lnTo>
                    <a:pt x="23468" y="509398"/>
                  </a:lnTo>
                  <a:lnTo>
                    <a:pt x="56883" y="538556"/>
                  </a:lnTo>
                  <a:lnTo>
                    <a:pt x="99151" y="553036"/>
                  </a:lnTo>
                  <a:lnTo>
                    <a:pt x="114122" y="554037"/>
                  </a:lnTo>
                  <a:lnTo>
                    <a:pt x="4387684" y="553681"/>
                  </a:lnTo>
                  <a:lnTo>
                    <a:pt x="4431001" y="545229"/>
                  </a:lnTo>
                  <a:lnTo>
                    <a:pt x="4468407" y="520372"/>
                  </a:lnTo>
                  <a:lnTo>
                    <a:pt x="4492914" y="483402"/>
                  </a:lnTo>
                  <a:lnTo>
                    <a:pt x="4492991" y="483247"/>
                  </a:lnTo>
                  <a:lnTo>
                    <a:pt x="4497775" y="469299"/>
                  </a:lnTo>
                  <a:lnTo>
                    <a:pt x="4497836" y="469122"/>
                  </a:lnTo>
                  <a:lnTo>
                    <a:pt x="4500753" y="454725"/>
                  </a:lnTo>
                  <a:lnTo>
                    <a:pt x="4500793" y="454525"/>
                  </a:lnTo>
                  <a:lnTo>
                    <a:pt x="4501770" y="439915"/>
                  </a:lnTo>
                  <a:lnTo>
                    <a:pt x="4501794" y="439559"/>
                  </a:lnTo>
                  <a:lnTo>
                    <a:pt x="4501438" y="114122"/>
                  </a:lnTo>
                  <a:lnTo>
                    <a:pt x="4492935" y="70629"/>
                  </a:lnTo>
                  <a:lnTo>
                    <a:pt x="4468140" y="33388"/>
                  </a:lnTo>
                  <a:lnTo>
                    <a:pt x="4431005" y="8808"/>
                  </a:lnTo>
                  <a:lnTo>
                    <a:pt x="4402287" y="1000"/>
                  </a:lnTo>
                  <a:lnTo>
                    <a:pt x="4387316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17660" y="1295541"/>
            <a:ext cx="4838700" cy="2201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BR</a:t>
            </a:r>
            <a:r>
              <a:rPr dirty="0" sz="800" spc="-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I</a:t>
            </a:r>
            <a:r>
              <a:rPr dirty="0" sz="800" spc="-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293183"/>
                </a:solidFill>
                <a:latin typeface="Calibri"/>
                <a:cs typeface="Calibri"/>
              </a:rPr>
              <a:t>EF</a:t>
            </a:r>
            <a:endParaRPr sz="800">
              <a:latin typeface="Calibri"/>
              <a:cs typeface="Calibri"/>
            </a:endParaRPr>
          </a:p>
          <a:p>
            <a:pPr marL="867410" marR="485140" indent="-699770">
              <a:lnSpc>
                <a:spcPct val="116799"/>
              </a:lnSpc>
              <a:spcBef>
                <a:spcPts val="894"/>
              </a:spcBef>
            </a:pPr>
            <a:r>
              <a:rPr dirty="0" sz="900" spc="-20">
                <a:solidFill>
                  <a:srgbClr val="1A1E39"/>
                </a:solidFill>
                <a:latin typeface="Calibri"/>
                <a:cs typeface="Calibri"/>
              </a:rPr>
              <a:t>Write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 a </a:t>
            </a:r>
            <a:r>
              <a:rPr dirty="0" sz="900" spc="-10">
                <a:solidFill>
                  <a:srgbClr val="1A1E39"/>
                </a:solidFill>
                <a:latin typeface="Calibri"/>
                <a:cs typeface="Calibri"/>
              </a:rPr>
              <a:t>function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extract_year(date_str)</a:t>
            </a:r>
            <a:r>
              <a:rPr dirty="0" sz="800" spc="-254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that</a:t>
            </a:r>
            <a:r>
              <a:rPr dirty="0" sz="9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E39"/>
                </a:solidFill>
                <a:latin typeface="Calibri"/>
                <a:cs typeface="Calibri"/>
              </a:rPr>
              <a:t>takes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 a </a:t>
            </a:r>
            <a:r>
              <a:rPr dirty="0" sz="900" spc="-10">
                <a:solidFill>
                  <a:srgbClr val="1A1E39"/>
                </a:solidFill>
                <a:latin typeface="Calibri"/>
                <a:cs typeface="Calibri"/>
              </a:rPr>
              <a:t>date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E39"/>
                </a:solidFill>
                <a:latin typeface="Calibri"/>
                <a:cs typeface="Calibri"/>
              </a:rPr>
              <a:t>string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E39"/>
                </a:solidFill>
                <a:latin typeface="Calibri"/>
                <a:cs typeface="Calibri"/>
              </a:rPr>
              <a:t>like</a:t>
            </a:r>
            <a:r>
              <a:rPr dirty="0" sz="9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40">
                <a:solidFill>
                  <a:srgbClr val="293183"/>
                </a:solidFill>
                <a:latin typeface="Trebuchet MS"/>
                <a:cs typeface="Trebuchet MS"/>
              </a:rPr>
              <a:t>"</a:t>
            </a:r>
            <a:r>
              <a:rPr dirty="0" sz="800" spc="-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8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6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-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0</a:t>
            </a:r>
            <a:r>
              <a:rPr dirty="0" sz="800" spc="-8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7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293183"/>
                </a:solidFill>
                <a:latin typeface="Trebuchet MS"/>
                <a:cs typeface="Trebuchet MS"/>
              </a:rPr>
              <a:t>-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800" spc="-9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293183"/>
                </a:solidFill>
                <a:latin typeface="Trebuchet MS"/>
                <a:cs typeface="Trebuchet MS"/>
              </a:rPr>
              <a:t>9</a:t>
            </a:r>
            <a:r>
              <a:rPr dirty="0" sz="8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"</a:t>
            </a:r>
            <a:r>
              <a:rPr dirty="0" sz="800" spc="13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9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9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E39"/>
                </a:solidFill>
                <a:latin typeface="Calibri"/>
                <a:cs typeface="Calibri"/>
              </a:rPr>
              <a:t>returns</a:t>
            </a:r>
            <a:r>
              <a:rPr dirty="0" sz="9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just</a:t>
            </a:r>
            <a:r>
              <a:rPr dirty="0" sz="9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9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E39"/>
                </a:solidFill>
                <a:latin typeface="Calibri"/>
                <a:cs typeface="Calibri"/>
              </a:rPr>
              <a:t>year</a:t>
            </a:r>
            <a:r>
              <a:rPr dirty="0" sz="9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as</a:t>
            </a:r>
            <a:r>
              <a:rPr dirty="0" sz="9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E39"/>
                </a:solidFill>
                <a:latin typeface="Calibri"/>
                <a:cs typeface="Calibri"/>
              </a:rPr>
              <a:t>an</a:t>
            </a:r>
            <a:r>
              <a:rPr dirty="0" sz="9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E39"/>
                </a:solidFill>
                <a:latin typeface="Calibri"/>
                <a:cs typeface="Calibri"/>
              </a:rPr>
              <a:t>integer.</a:t>
            </a:r>
            <a:endParaRPr sz="9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  <a:spcBef>
                <a:spcPts val="770"/>
              </a:spcBef>
            </a:pPr>
            <a:r>
              <a:rPr dirty="0" sz="800" spc="65" b="1">
                <a:solidFill>
                  <a:srgbClr val="797E94"/>
                </a:solidFill>
                <a:latin typeface="Calibri"/>
                <a:cs typeface="Calibri"/>
              </a:rPr>
              <a:t>REQU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I</a:t>
            </a:r>
            <a:r>
              <a:rPr dirty="0" sz="800" spc="-6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R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EM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797E94"/>
                </a:solidFill>
                <a:latin typeface="Calibri"/>
                <a:cs typeface="Calibri"/>
              </a:rPr>
              <a:t>EN</a:t>
            </a:r>
            <a:r>
              <a:rPr dirty="0" sz="800" spc="-6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797E94"/>
                </a:solidFill>
                <a:latin typeface="Calibri"/>
                <a:cs typeface="Calibri"/>
              </a:rPr>
              <a:t>TS</a:t>
            </a:r>
            <a:endParaRPr sz="800">
              <a:latin typeface="Calibri"/>
              <a:cs typeface="Calibri"/>
            </a:endParaRPr>
          </a:p>
          <a:p>
            <a:pPr marL="365760" indent="-200660">
              <a:lnSpc>
                <a:spcPct val="100000"/>
              </a:lnSpc>
              <a:spcBef>
                <a:spcPts val="819"/>
              </a:spcBef>
              <a:buClr>
                <a:srgbClr val="FF6A5A"/>
              </a:buClr>
              <a:buSzPct val="156250"/>
              <a:buFont typeface="Segoe UI Symbol"/>
              <a:buChar char="✓"/>
              <a:tabLst>
                <a:tab pos="365760" algn="l"/>
              </a:tabLst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Function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name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must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extract_year</a:t>
            </a:r>
            <a:endParaRPr sz="800">
              <a:latin typeface="Courier New"/>
              <a:cs typeface="Courier New"/>
            </a:endParaRPr>
          </a:p>
          <a:p>
            <a:pPr marL="365760" indent="-200660">
              <a:lnSpc>
                <a:spcPct val="100000"/>
              </a:lnSpc>
              <a:spcBef>
                <a:spcPts val="620"/>
              </a:spcBef>
              <a:buClr>
                <a:srgbClr val="FF6A5A"/>
              </a:buClr>
              <a:buSzPct val="156250"/>
              <a:buFont typeface="Segoe UI Symbol"/>
              <a:buChar char="✓"/>
              <a:tabLst>
                <a:tab pos="365760" algn="l"/>
              </a:tabLst>
            </a:pP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Takes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argument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(a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string)</a:t>
            </a:r>
            <a:endParaRPr sz="800">
              <a:latin typeface="Calibri"/>
              <a:cs typeface="Calibri"/>
            </a:endParaRPr>
          </a:p>
          <a:p>
            <a:pPr marL="365760" indent="-200660">
              <a:lnSpc>
                <a:spcPct val="100000"/>
              </a:lnSpc>
              <a:spcBef>
                <a:spcPts val="595"/>
              </a:spcBef>
              <a:buClr>
                <a:srgbClr val="FF6A5A"/>
              </a:buClr>
              <a:buSzPct val="156250"/>
              <a:buFont typeface="Segoe UI Symbol"/>
              <a:buChar char="✓"/>
              <a:tabLst>
                <a:tab pos="365760" algn="l"/>
              </a:tabLst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Returns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an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int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not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string</a:t>
            </a:r>
            <a:endParaRPr sz="800">
              <a:latin typeface="Calibri"/>
              <a:cs typeface="Calibri"/>
            </a:endParaRPr>
          </a:p>
          <a:p>
            <a:pPr marL="167640">
              <a:lnSpc>
                <a:spcPct val="100000"/>
              </a:lnSpc>
              <a:spcBef>
                <a:spcPts val="894"/>
              </a:spcBef>
            </a:pPr>
            <a:r>
              <a:rPr dirty="0" sz="800" spc="60" b="1">
                <a:solidFill>
                  <a:srgbClr val="797E94"/>
                </a:solidFill>
                <a:latin typeface="Calibri"/>
                <a:cs typeface="Calibri"/>
              </a:rPr>
              <a:t>EXA</a:t>
            </a:r>
            <a:r>
              <a:rPr dirty="0" sz="800" spc="-8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797E94"/>
                </a:solidFill>
                <a:latin typeface="Calibri"/>
                <a:cs typeface="Calibri"/>
              </a:rPr>
              <a:t>M</a:t>
            </a:r>
            <a:r>
              <a:rPr dirty="0" sz="800" spc="-7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P</a:t>
            </a:r>
            <a:r>
              <a:rPr dirty="0" sz="800" spc="-85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797E94"/>
                </a:solidFill>
                <a:latin typeface="Calibri"/>
                <a:cs typeface="Calibri"/>
              </a:rPr>
              <a:t>L</a:t>
            </a:r>
            <a:r>
              <a:rPr dirty="0" sz="800" spc="-80" b="1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797E94"/>
                </a:solidFill>
                <a:latin typeface="Calibri"/>
                <a:cs typeface="Calibri"/>
              </a:rPr>
              <a:t>ES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800">
              <a:latin typeface="Calibri"/>
              <a:cs typeface="Calibri"/>
            </a:endParaRPr>
          </a:p>
          <a:p>
            <a:pPr marL="253365">
              <a:lnSpc>
                <a:spcPct val="100000"/>
              </a:lnSpc>
              <a:spcBef>
                <a:spcPts val="5"/>
              </a:spcBef>
              <a:tabLst>
                <a:tab pos="2024380" algn="l"/>
              </a:tabLst>
            </a:pP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extract_year(</a:t>
            </a:r>
            <a:r>
              <a:rPr dirty="0" sz="800" spc="-1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6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B7E885"/>
                </a:solidFill>
                <a:latin typeface="Trebuchet MS"/>
                <a:cs typeface="Trebuchet MS"/>
              </a:rPr>
              <a:t>-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7</a:t>
            </a:r>
            <a:r>
              <a:rPr dirty="0" sz="80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B7E885"/>
                </a:solidFill>
                <a:latin typeface="Trebuchet MS"/>
                <a:cs typeface="Trebuchet MS"/>
              </a:rPr>
              <a:t>-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9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6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2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120"/>
              </a:spcBef>
              <a:tabLst>
                <a:tab pos="2019300" algn="l"/>
              </a:tabLst>
            </a:pP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extract_year(</a:t>
            </a:r>
            <a:r>
              <a:rPr dirty="0" sz="800" spc="-1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9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B7E885"/>
                </a:solidFill>
                <a:latin typeface="Trebuchet MS"/>
                <a:cs typeface="Trebuchet MS"/>
              </a:rPr>
              <a:t>/</a:t>
            </a:r>
            <a:r>
              <a:rPr dirty="0" sz="800" spc="-15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7</a:t>
            </a:r>
            <a:r>
              <a:rPr dirty="0" sz="80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B7E885"/>
                </a:solidFill>
                <a:latin typeface="Trebuchet MS"/>
                <a:cs typeface="Trebuchet MS"/>
              </a:rPr>
              <a:t>/</a:t>
            </a:r>
            <a:r>
              <a:rPr dirty="0" sz="800" spc="-15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6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7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2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120"/>
              </a:spcBef>
            </a:pP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extract_year(</a:t>
            </a:r>
            <a:r>
              <a:rPr dirty="0" sz="800" spc="-1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114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125">
                <a:solidFill>
                  <a:srgbClr val="B7E885"/>
                </a:solidFill>
                <a:latin typeface="Trebuchet MS"/>
                <a:cs typeface="Trebuchet MS"/>
              </a:rPr>
              <a:t>Ju</a:t>
            </a:r>
            <a:r>
              <a:rPr dirty="0" sz="800" spc="-11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B7E885"/>
                </a:solidFill>
                <a:latin typeface="Trebuchet MS"/>
                <a:cs typeface="Trebuchet MS"/>
              </a:rPr>
              <a:t>ly</a:t>
            </a:r>
            <a:r>
              <a:rPr dirty="0" sz="800" spc="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9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B7E885"/>
                </a:solidFill>
                <a:latin typeface="Trebuchet MS"/>
                <a:cs typeface="Trebuchet MS"/>
              </a:rPr>
              <a:t>,</a:t>
            </a:r>
            <a:r>
              <a:rPr dirty="0" sz="800" spc="6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6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 spc="-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3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6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48243" y="1133468"/>
            <a:ext cx="3185160" cy="3624579"/>
            <a:chOff x="5448243" y="1133468"/>
            <a:chExt cx="3185160" cy="3624579"/>
          </a:xfrm>
        </p:grpSpPr>
        <p:sp>
          <p:nvSpPr>
            <p:cNvPr id="17" name="object 17"/>
            <p:cNvSpPr/>
            <p:nvPr/>
          </p:nvSpPr>
          <p:spPr>
            <a:xfrm>
              <a:off x="5451843" y="1147688"/>
              <a:ext cx="3177540" cy="3596004"/>
            </a:xfrm>
            <a:custGeom>
              <a:avLst/>
              <a:gdLst/>
              <a:ahLst/>
              <a:cxnLst/>
              <a:rect l="l" t="t" r="r" b="b"/>
              <a:pathLst>
                <a:path w="3177540" h="3596004">
                  <a:moveTo>
                    <a:pt x="3043796" y="0"/>
                  </a:moveTo>
                  <a:lnTo>
                    <a:pt x="133197" y="0"/>
                  </a:lnTo>
                  <a:lnTo>
                    <a:pt x="115774" y="1140"/>
                  </a:lnTo>
                  <a:lnTo>
                    <a:pt x="66598" y="17627"/>
                  </a:lnTo>
                  <a:lnTo>
                    <a:pt x="27613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462477"/>
                  </a:lnTo>
                  <a:lnTo>
                    <a:pt x="9953" y="3513090"/>
                  </a:lnTo>
                  <a:lnTo>
                    <a:pt x="38876" y="3556615"/>
                  </a:lnTo>
                  <a:lnTo>
                    <a:pt x="82216" y="3585500"/>
                  </a:lnTo>
                  <a:lnTo>
                    <a:pt x="133197" y="3595674"/>
                  </a:lnTo>
                  <a:lnTo>
                    <a:pt x="3044151" y="3595319"/>
                  </a:lnTo>
                  <a:lnTo>
                    <a:pt x="3094983" y="3585294"/>
                  </a:lnTo>
                  <a:lnTo>
                    <a:pt x="3138295" y="3556431"/>
                  </a:lnTo>
                  <a:lnTo>
                    <a:pt x="3167076" y="3513301"/>
                  </a:lnTo>
                  <a:lnTo>
                    <a:pt x="3176157" y="3479866"/>
                  </a:lnTo>
                  <a:lnTo>
                    <a:pt x="3176219" y="3479555"/>
                  </a:lnTo>
                  <a:lnTo>
                    <a:pt x="3177338" y="3462477"/>
                  </a:lnTo>
                  <a:lnTo>
                    <a:pt x="3177362" y="3462108"/>
                  </a:lnTo>
                  <a:lnTo>
                    <a:pt x="3176993" y="133197"/>
                  </a:lnTo>
                  <a:lnTo>
                    <a:pt x="3166969" y="82366"/>
                  </a:lnTo>
                  <a:lnTo>
                    <a:pt x="3138117" y="39054"/>
                  </a:lnTo>
                  <a:lnTo>
                    <a:pt x="3094777" y="10169"/>
                  </a:lnTo>
                  <a:lnTo>
                    <a:pt x="3061242" y="1140"/>
                  </a:lnTo>
                  <a:lnTo>
                    <a:pt x="3043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451843" y="1147688"/>
              <a:ext cx="3177540" cy="3596004"/>
            </a:xfrm>
            <a:custGeom>
              <a:avLst/>
              <a:gdLst/>
              <a:ahLst/>
              <a:cxnLst/>
              <a:rect l="l" t="t" r="r" b="b"/>
              <a:pathLst>
                <a:path w="3177540" h="3596004">
                  <a:moveTo>
                    <a:pt x="0" y="3594"/>
                  </a:moveTo>
                  <a:lnTo>
                    <a:pt x="3177362" y="3949"/>
                  </a:lnTo>
                </a:path>
                <a:path w="3177540" h="3596004">
                  <a:moveTo>
                    <a:pt x="3174110" y="0"/>
                  </a:moveTo>
                  <a:lnTo>
                    <a:pt x="3174479" y="3595674"/>
                  </a:lnTo>
                </a:path>
                <a:path w="3177540" h="3596004">
                  <a:moveTo>
                    <a:pt x="0" y="3592067"/>
                  </a:moveTo>
                  <a:lnTo>
                    <a:pt x="3177362" y="359243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466245" y="1147688"/>
              <a:ext cx="635" cy="3596004"/>
            </a:xfrm>
            <a:custGeom>
              <a:avLst/>
              <a:gdLst/>
              <a:ahLst/>
              <a:cxnLst/>
              <a:rect l="l" t="t" r="r" b="b"/>
              <a:pathLst>
                <a:path w="635" h="3596004">
                  <a:moveTo>
                    <a:pt x="0" y="0"/>
                  </a:moveTo>
                  <a:lnTo>
                    <a:pt x="355" y="3595674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623560" y="1283400"/>
              <a:ext cx="2856230" cy="175260"/>
            </a:xfrm>
            <a:custGeom>
              <a:avLst/>
              <a:gdLst/>
              <a:ahLst/>
              <a:cxnLst/>
              <a:rect l="l" t="t" r="r" b="b"/>
              <a:pathLst>
                <a:path w="2856229" h="175259">
                  <a:moveTo>
                    <a:pt x="2768396" y="0"/>
                  </a:moveTo>
                  <a:lnTo>
                    <a:pt x="87477" y="0"/>
                  </a:lnTo>
                  <a:lnTo>
                    <a:pt x="75957" y="742"/>
                  </a:lnTo>
                  <a:lnTo>
                    <a:pt x="34204" y="18208"/>
                  </a:lnTo>
                  <a:lnTo>
                    <a:pt x="6681" y="54016"/>
                  </a:lnTo>
                  <a:lnTo>
                    <a:pt x="0" y="87477"/>
                  </a:lnTo>
                  <a:lnTo>
                    <a:pt x="742" y="98999"/>
                  </a:lnTo>
                  <a:lnTo>
                    <a:pt x="18195" y="140758"/>
                  </a:lnTo>
                  <a:lnTo>
                    <a:pt x="53866" y="168279"/>
                  </a:lnTo>
                  <a:lnTo>
                    <a:pt x="87477" y="174955"/>
                  </a:lnTo>
                  <a:lnTo>
                    <a:pt x="2768396" y="174955"/>
                  </a:lnTo>
                  <a:lnTo>
                    <a:pt x="2812326" y="163080"/>
                  </a:lnTo>
                  <a:lnTo>
                    <a:pt x="2843999" y="131406"/>
                  </a:lnTo>
                  <a:lnTo>
                    <a:pt x="2855874" y="87477"/>
                  </a:lnTo>
                  <a:lnTo>
                    <a:pt x="2855133" y="75963"/>
                  </a:lnTo>
                  <a:lnTo>
                    <a:pt x="2837684" y="34359"/>
                  </a:lnTo>
                  <a:lnTo>
                    <a:pt x="2802018" y="6686"/>
                  </a:lnTo>
                  <a:lnTo>
                    <a:pt x="276839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623560" y="1572846"/>
              <a:ext cx="2856230" cy="2311400"/>
            </a:xfrm>
            <a:custGeom>
              <a:avLst/>
              <a:gdLst/>
              <a:ahLst/>
              <a:cxnLst/>
              <a:rect l="l" t="t" r="r" b="b"/>
              <a:pathLst>
                <a:path w="2856229" h="2311400">
                  <a:moveTo>
                    <a:pt x="2741396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3"/>
                  </a:lnTo>
                  <a:lnTo>
                    <a:pt x="0" y="114109"/>
                  </a:lnTo>
                  <a:lnTo>
                    <a:pt x="0" y="2196719"/>
                  </a:lnTo>
                  <a:lnTo>
                    <a:pt x="932" y="2211323"/>
                  </a:lnTo>
                  <a:lnTo>
                    <a:pt x="945" y="2211528"/>
                  </a:lnTo>
                  <a:lnTo>
                    <a:pt x="3746" y="2225922"/>
                  </a:lnTo>
                  <a:lnTo>
                    <a:pt x="3781" y="2226102"/>
                  </a:lnTo>
                  <a:lnTo>
                    <a:pt x="8455" y="2240045"/>
                  </a:lnTo>
                  <a:lnTo>
                    <a:pt x="33299" y="2277441"/>
                  </a:lnTo>
                  <a:lnTo>
                    <a:pt x="70432" y="2302027"/>
                  </a:lnTo>
                  <a:lnTo>
                    <a:pt x="114122" y="2310841"/>
                  </a:lnTo>
                  <a:lnTo>
                    <a:pt x="2741764" y="2310472"/>
                  </a:lnTo>
                  <a:lnTo>
                    <a:pt x="2785075" y="2302027"/>
                  </a:lnTo>
                  <a:lnTo>
                    <a:pt x="2822487" y="2277175"/>
                  </a:lnTo>
                  <a:lnTo>
                    <a:pt x="2846994" y="2240201"/>
                  </a:lnTo>
                  <a:lnTo>
                    <a:pt x="2855849" y="2196719"/>
                  </a:lnTo>
                  <a:lnTo>
                    <a:pt x="2855874" y="2196350"/>
                  </a:lnTo>
                  <a:lnTo>
                    <a:pt x="2855518" y="114109"/>
                  </a:lnTo>
                  <a:lnTo>
                    <a:pt x="2847015" y="70627"/>
                  </a:lnTo>
                  <a:lnTo>
                    <a:pt x="2822220" y="33388"/>
                  </a:lnTo>
                  <a:lnTo>
                    <a:pt x="2785085" y="8808"/>
                  </a:lnTo>
                  <a:lnTo>
                    <a:pt x="2756367" y="1000"/>
                  </a:lnTo>
                  <a:lnTo>
                    <a:pt x="2741396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623204" y="3955328"/>
              <a:ext cx="2856230" cy="343535"/>
            </a:xfrm>
            <a:custGeom>
              <a:avLst/>
              <a:gdLst/>
              <a:ahLst/>
              <a:cxnLst/>
              <a:rect l="l" t="t" r="r" b="b"/>
              <a:pathLst>
                <a:path w="2856229" h="343535">
                  <a:moveTo>
                    <a:pt x="2856204" y="171348"/>
                  </a:moveTo>
                  <a:lnTo>
                    <a:pt x="2850235" y="127215"/>
                  </a:lnTo>
                  <a:lnTo>
                    <a:pt x="2833192" y="85674"/>
                  </a:lnTo>
                  <a:lnTo>
                    <a:pt x="2805874" y="50304"/>
                  </a:lnTo>
                  <a:lnTo>
                    <a:pt x="2770200" y="23037"/>
                  </a:lnTo>
                  <a:lnTo>
                    <a:pt x="2728963" y="5854"/>
                  </a:lnTo>
                  <a:lnTo>
                    <a:pt x="2684513" y="0"/>
                  </a:lnTo>
                  <a:lnTo>
                    <a:pt x="171716" y="0"/>
                  </a:lnTo>
                  <a:lnTo>
                    <a:pt x="127381" y="5854"/>
                  </a:lnTo>
                  <a:lnTo>
                    <a:pt x="86029" y="22669"/>
                  </a:lnTo>
                  <a:lnTo>
                    <a:pt x="50660" y="49999"/>
                  </a:lnTo>
                  <a:lnTo>
                    <a:pt x="23393" y="85674"/>
                  </a:lnTo>
                  <a:lnTo>
                    <a:pt x="6197" y="126898"/>
                  </a:lnTo>
                  <a:lnTo>
                    <a:pt x="355" y="171348"/>
                  </a:lnTo>
                  <a:lnTo>
                    <a:pt x="0" y="171716"/>
                  </a:lnTo>
                  <a:lnTo>
                    <a:pt x="1511" y="193865"/>
                  </a:lnTo>
                  <a:lnTo>
                    <a:pt x="1524" y="194017"/>
                  </a:lnTo>
                  <a:lnTo>
                    <a:pt x="5981" y="215912"/>
                  </a:lnTo>
                  <a:lnTo>
                    <a:pt x="13157" y="236969"/>
                  </a:lnTo>
                  <a:lnTo>
                    <a:pt x="13208" y="237121"/>
                  </a:lnTo>
                  <a:lnTo>
                    <a:pt x="23037" y="257390"/>
                  </a:lnTo>
                  <a:lnTo>
                    <a:pt x="35458" y="275844"/>
                  </a:lnTo>
                  <a:lnTo>
                    <a:pt x="35560" y="275996"/>
                  </a:lnTo>
                  <a:lnTo>
                    <a:pt x="67221" y="307517"/>
                  </a:lnTo>
                  <a:lnTo>
                    <a:pt x="106095" y="330022"/>
                  </a:lnTo>
                  <a:lnTo>
                    <a:pt x="149212" y="341604"/>
                  </a:lnTo>
                  <a:lnTo>
                    <a:pt x="171716" y="343077"/>
                  </a:lnTo>
                  <a:lnTo>
                    <a:pt x="2684881" y="343077"/>
                  </a:lnTo>
                  <a:lnTo>
                    <a:pt x="2706433" y="341604"/>
                  </a:lnTo>
                  <a:lnTo>
                    <a:pt x="2706928" y="341604"/>
                  </a:lnTo>
                  <a:lnTo>
                    <a:pt x="2750274" y="329869"/>
                  </a:lnTo>
                  <a:lnTo>
                    <a:pt x="2789136" y="307517"/>
                  </a:lnTo>
                  <a:lnTo>
                    <a:pt x="2820670" y="275844"/>
                  </a:lnTo>
                  <a:lnTo>
                    <a:pt x="2843085" y="237121"/>
                  </a:lnTo>
                  <a:lnTo>
                    <a:pt x="2843161" y="236969"/>
                  </a:lnTo>
                  <a:lnTo>
                    <a:pt x="2850350" y="215912"/>
                  </a:lnTo>
                  <a:lnTo>
                    <a:pt x="2854718" y="194017"/>
                  </a:lnTo>
                  <a:lnTo>
                    <a:pt x="2854756" y="193865"/>
                  </a:lnTo>
                  <a:lnTo>
                    <a:pt x="2856204" y="171716"/>
                  </a:lnTo>
                  <a:lnTo>
                    <a:pt x="2856204" y="171348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480820" y="1295541"/>
            <a:ext cx="3141980" cy="290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SA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FF6A5A"/>
                </a:solidFill>
                <a:latin typeface="Calibri"/>
                <a:cs typeface="Calibri"/>
              </a:rPr>
              <a:t>SO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LU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FF6A5A"/>
                </a:solidFill>
                <a:latin typeface="Calibri"/>
                <a:cs typeface="Calibri"/>
              </a:rPr>
              <a:t>IO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00">
              <a:latin typeface="Calibri"/>
              <a:cs typeface="Calibri"/>
            </a:endParaRPr>
          </a:p>
          <a:p>
            <a:pPr marL="242570" marR="524510">
              <a:lnSpc>
                <a:spcPct val="112200"/>
              </a:lnSpc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def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extract_year(date_str:</a:t>
            </a:r>
            <a:r>
              <a:rPr dirty="0" sz="800" spc="2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D47F"/>
                </a:solidFill>
                <a:latin typeface="Courier New"/>
                <a:cs typeface="Courier New"/>
              </a:rPr>
              <a:t>str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&gt;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FFD47F"/>
                </a:solidFill>
                <a:latin typeface="Courier New"/>
                <a:cs typeface="Courier New"/>
              </a:rPr>
              <a:t>int</a:t>
            </a:r>
            <a:r>
              <a:rPr dirty="0" sz="800" spc="-20">
                <a:solidFill>
                  <a:srgbClr val="E7E9F4"/>
                </a:solidFill>
                <a:latin typeface="Courier New"/>
                <a:cs typeface="Courier New"/>
              </a:rPr>
              <a:t>: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"""Pull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the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4-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digit year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out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of a</a:t>
            </a:r>
            <a:r>
              <a:rPr dirty="0" sz="800" spc="-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B7E885"/>
                </a:solidFill>
                <a:latin typeface="Courier New"/>
                <a:cs typeface="Courier New"/>
              </a:rPr>
              <a:t>date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string."""</a:t>
            </a:r>
            <a:endParaRPr sz="800">
              <a:latin typeface="Courier New"/>
              <a:cs typeface="Courier New"/>
            </a:endParaRPr>
          </a:p>
          <a:p>
            <a:pPr marL="242570" marR="828040">
              <a:lnSpc>
                <a:spcPct val="112200"/>
              </a:lnSpc>
            </a:pP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digits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[ch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for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ch</a:t>
            </a:r>
            <a:r>
              <a:rPr dirty="0" sz="800" spc="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in</a:t>
            </a:r>
            <a:r>
              <a:rPr dirty="0" sz="800" spc="-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date_str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if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ch.isdigit()]</a:t>
            </a:r>
            <a:endParaRPr sz="800">
              <a:latin typeface="Courier New"/>
              <a:cs typeface="Courier New"/>
            </a:endParaRPr>
          </a:p>
          <a:p>
            <a:pPr marL="242570">
              <a:lnSpc>
                <a:spcPct val="100000"/>
              </a:lnSpc>
              <a:spcBef>
                <a:spcPts val="120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3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Fo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800" spc="1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65" i="1">
                <a:solidFill>
                  <a:srgbClr val="8A8FB4"/>
                </a:solidFill>
                <a:latin typeface="Arial"/>
                <a:cs typeface="Arial"/>
              </a:rPr>
              <a:t>"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 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6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-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7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-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9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"</a:t>
            </a:r>
            <a:endParaRPr sz="800">
              <a:latin typeface="Arial"/>
              <a:cs typeface="Arial"/>
            </a:endParaRPr>
          </a:p>
          <a:p>
            <a:pPr marL="242570">
              <a:lnSpc>
                <a:spcPct val="100000"/>
              </a:lnSpc>
              <a:spcBef>
                <a:spcPts val="114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['2','0','2','6',</a:t>
            </a:r>
            <a:endParaRPr sz="800">
              <a:latin typeface="Courier New"/>
              <a:cs typeface="Courier New"/>
            </a:endParaRPr>
          </a:p>
          <a:p>
            <a:pPr marL="242570">
              <a:lnSpc>
                <a:spcPct val="100000"/>
              </a:lnSpc>
              <a:spcBef>
                <a:spcPts val="120"/>
              </a:spcBef>
              <a:tabLst>
                <a:tab pos="544830" algn="l"/>
              </a:tabLst>
            </a:pPr>
            <a:r>
              <a:rPr dirty="0" sz="8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	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'0','7','2','9']</a:t>
            </a:r>
            <a:endParaRPr sz="800">
              <a:latin typeface="Courier New"/>
              <a:cs typeface="Courier New"/>
            </a:endParaRPr>
          </a:p>
          <a:p>
            <a:pPr marL="242570" marR="1373505">
              <a:lnSpc>
                <a:spcPct val="112200"/>
              </a:lnSpc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1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Ta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ke</a:t>
            </a:r>
            <a:r>
              <a:rPr dirty="0" sz="800" spc="1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h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45" i="1">
                <a:solidFill>
                  <a:srgbClr val="8A8FB4"/>
                </a:solidFill>
                <a:latin typeface="Arial"/>
                <a:cs typeface="Arial"/>
              </a:rPr>
              <a:t>fi</a:t>
            </a:r>
            <a:r>
              <a:rPr dirty="0" sz="800" spc="-6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800" spc="-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800" spc="-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1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4</a:t>
            </a:r>
            <a:r>
              <a:rPr dirty="0" sz="800" spc="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y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year_str</a:t>
            </a:r>
            <a:r>
              <a:rPr dirty="0" sz="800" spc="1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800" spc="2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45">
                <a:solidFill>
                  <a:srgbClr val="B7E885"/>
                </a:solidFill>
                <a:latin typeface="Courier New"/>
                <a:cs typeface="Courier New"/>
              </a:rPr>
              <a:t>''</a:t>
            </a:r>
            <a:r>
              <a:rPr dirty="0" sz="800" spc="-45">
                <a:solidFill>
                  <a:srgbClr val="E7E9F4"/>
                </a:solidFill>
                <a:latin typeface="Trebuchet MS"/>
                <a:cs typeface="Trebuchet MS"/>
              </a:rPr>
              <a:t>.jo</a:t>
            </a:r>
            <a:r>
              <a:rPr dirty="0" sz="800" spc="-11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in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(</a:t>
            </a:r>
            <a:r>
              <a:rPr dirty="0" sz="800" spc="-15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E7E9F4"/>
                </a:solidFill>
                <a:latin typeface="Trebuchet MS"/>
                <a:cs typeface="Trebuchet MS"/>
              </a:rPr>
              <a:t>d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E7E9F4"/>
                </a:solidFill>
                <a:latin typeface="Trebuchet MS"/>
                <a:cs typeface="Trebuchet MS"/>
              </a:rPr>
              <a:t>ig</a:t>
            </a:r>
            <a:r>
              <a:rPr dirty="0" sz="800" spc="-1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i</a:t>
            </a:r>
            <a:r>
              <a:rPr dirty="0" sz="800" spc="-16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E7E9F4"/>
                </a:solidFill>
                <a:latin typeface="Trebuchet MS"/>
                <a:cs typeface="Trebuchet MS"/>
              </a:rPr>
              <a:t>t</a:t>
            </a:r>
            <a:r>
              <a:rPr dirty="0" sz="800" spc="-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s</a:t>
            </a:r>
            <a:r>
              <a:rPr dirty="0" sz="800" spc="-15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[</a:t>
            </a:r>
            <a:r>
              <a:rPr dirty="0" sz="800" spc="-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:</a:t>
            </a:r>
            <a:r>
              <a:rPr dirty="0" sz="800" spc="-165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E7E9F4"/>
                </a:solidFill>
                <a:latin typeface="Trebuchet MS"/>
                <a:cs typeface="Trebuchet MS"/>
              </a:rPr>
              <a:t>4</a:t>
            </a:r>
            <a:r>
              <a:rPr dirty="0" sz="800" spc="-9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120">
                <a:solidFill>
                  <a:srgbClr val="E7E9F4"/>
                </a:solidFill>
                <a:latin typeface="Trebuchet MS"/>
                <a:cs typeface="Trebuchet MS"/>
              </a:rPr>
              <a:t>]</a:t>
            </a:r>
            <a:r>
              <a:rPr dirty="0" sz="800" spc="-114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E7E9F4"/>
                </a:solidFill>
                <a:latin typeface="Trebuchet MS"/>
                <a:cs typeface="Trebuchet MS"/>
              </a:rPr>
              <a:t>)</a:t>
            </a:r>
            <a:r>
              <a:rPr dirty="0" sz="800">
                <a:solidFill>
                  <a:srgbClr val="E7E9F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800" spc="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Courier New"/>
                <a:cs typeface="Courier New"/>
              </a:rPr>
              <a:t>int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(year_str)</a:t>
            </a:r>
            <a:endParaRPr sz="800">
              <a:latin typeface="Courier New"/>
              <a:cs typeface="Courier New"/>
            </a:endParaRPr>
          </a:p>
          <a:p>
            <a:pPr marL="242570">
              <a:lnSpc>
                <a:spcPct val="100000"/>
              </a:lnSpc>
              <a:spcBef>
                <a:spcPts val="114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Try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5" i="1">
                <a:solidFill>
                  <a:srgbClr val="8A8FB4"/>
                </a:solidFill>
                <a:latin typeface="Courier New"/>
                <a:cs typeface="Courier New"/>
              </a:rPr>
              <a:t>it:</a:t>
            </a:r>
            <a:endParaRPr sz="800">
              <a:latin typeface="Courier New"/>
              <a:cs typeface="Courier New"/>
            </a:endParaRPr>
          </a:p>
          <a:p>
            <a:pPr marL="242570">
              <a:lnSpc>
                <a:spcPct val="100000"/>
              </a:lnSpc>
              <a:spcBef>
                <a:spcPts val="120"/>
              </a:spcBef>
              <a:tabLst>
                <a:tab pos="2437765" algn="l"/>
              </a:tabLst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(extract_year(</a:t>
            </a:r>
            <a:r>
              <a:rPr dirty="0" sz="800" spc="-1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0 2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6</a:t>
            </a:r>
            <a:r>
              <a:rPr dirty="0" sz="800" spc="-7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B7E885"/>
                </a:solidFill>
                <a:latin typeface="Trebuchet MS"/>
                <a:cs typeface="Trebuchet MS"/>
              </a:rPr>
              <a:t>-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7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30">
                <a:solidFill>
                  <a:srgbClr val="B7E885"/>
                </a:solidFill>
                <a:latin typeface="Trebuchet MS"/>
                <a:cs typeface="Trebuchet MS"/>
              </a:rPr>
              <a:t>-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2 9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6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E7E9F4"/>
                </a:solidFill>
                <a:latin typeface="Courier New"/>
                <a:cs typeface="Courier New"/>
              </a:rPr>
              <a:t>))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#</a:t>
            </a:r>
            <a:r>
              <a:rPr dirty="0" sz="800" spc="254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D47F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  <a:p>
            <a:pPr marL="242570">
              <a:lnSpc>
                <a:spcPct val="100000"/>
              </a:lnSpc>
              <a:spcBef>
                <a:spcPts val="114"/>
              </a:spcBef>
              <a:tabLst>
                <a:tab pos="2433320" algn="l"/>
              </a:tabLst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(extract_year(</a:t>
            </a:r>
            <a:r>
              <a:rPr dirty="0" sz="800" spc="-1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9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B7E885"/>
                </a:solidFill>
                <a:latin typeface="Trebuchet MS"/>
                <a:cs typeface="Trebuchet MS"/>
              </a:rPr>
              <a:t>/</a:t>
            </a:r>
            <a:r>
              <a:rPr dirty="0" sz="800" spc="-15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7</a:t>
            </a:r>
            <a:r>
              <a:rPr dirty="0" sz="80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54">
                <a:solidFill>
                  <a:srgbClr val="B7E885"/>
                </a:solidFill>
                <a:latin typeface="Trebuchet MS"/>
                <a:cs typeface="Trebuchet MS"/>
              </a:rPr>
              <a:t>/</a:t>
            </a:r>
            <a:r>
              <a:rPr dirty="0" sz="800" spc="-14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7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6</a:t>
            </a:r>
            <a:r>
              <a:rPr dirty="0" sz="800" spc="-7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5">
                <a:solidFill>
                  <a:srgbClr val="E7E9F4"/>
                </a:solidFill>
                <a:latin typeface="Courier New"/>
                <a:cs typeface="Courier New"/>
              </a:rPr>
              <a:t>))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	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#</a:t>
            </a:r>
            <a:r>
              <a:rPr dirty="0" sz="800" spc="254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D47F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  <a:p>
            <a:pPr marL="242570">
              <a:lnSpc>
                <a:spcPct val="100000"/>
              </a:lnSpc>
              <a:spcBef>
                <a:spcPts val="120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(extract_year(</a:t>
            </a:r>
            <a:r>
              <a:rPr dirty="0" sz="800" spc="-1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114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125">
                <a:solidFill>
                  <a:srgbClr val="B7E885"/>
                </a:solidFill>
                <a:latin typeface="Trebuchet MS"/>
                <a:cs typeface="Trebuchet MS"/>
              </a:rPr>
              <a:t>Ju</a:t>
            </a:r>
            <a:r>
              <a:rPr dirty="0" sz="800" spc="-11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B7E885"/>
                </a:solidFill>
                <a:latin typeface="Trebuchet MS"/>
                <a:cs typeface="Trebuchet MS"/>
              </a:rPr>
              <a:t>ly</a:t>
            </a:r>
            <a:r>
              <a:rPr dirty="0" sz="800" spc="14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9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B7E885"/>
                </a:solidFill>
                <a:latin typeface="Trebuchet MS"/>
                <a:cs typeface="Trebuchet MS"/>
              </a:rPr>
              <a:t>,</a:t>
            </a:r>
            <a:r>
              <a:rPr dirty="0" sz="800" spc="7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B7E885"/>
                </a:solidFill>
                <a:latin typeface="Trebuchet MS"/>
                <a:cs typeface="Trebuchet MS"/>
              </a:rPr>
              <a:t>6</a:t>
            </a:r>
            <a:r>
              <a:rPr dirty="0" sz="800" spc="-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80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</a:rPr>
              <a:t>)) 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#</a:t>
            </a:r>
            <a:r>
              <a:rPr dirty="0" sz="800" spc="3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0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D47F"/>
                </a:solidFill>
                <a:latin typeface="Trebuchet MS"/>
                <a:cs typeface="Trebuchet MS"/>
              </a:rPr>
              <a:t>6</a:t>
            </a: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800">
              <a:latin typeface="Trebuchet MS"/>
              <a:cs typeface="Trebuchet MS"/>
            </a:endParaRPr>
          </a:p>
          <a:p>
            <a:pPr marL="280670">
              <a:lnSpc>
                <a:spcPct val="100000"/>
              </a:lnSpc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DON'T</a:t>
            </a:r>
            <a:r>
              <a:rPr dirty="0" sz="800" spc="9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PEEK</a:t>
            </a:r>
            <a:r>
              <a:rPr dirty="0" sz="800" spc="10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YET</a:t>
            </a:r>
            <a:r>
              <a:rPr dirty="0" sz="800" spc="335">
                <a:solidFill>
                  <a:srgbClr val="FF6A5A"/>
                </a:solidFill>
                <a:latin typeface="Calibri"/>
                <a:cs typeface="Calibri"/>
              </a:rPr>
              <a:t>  </a:t>
            </a:r>
            <a:r>
              <a:rPr dirty="0" sz="700" spc="-75" i="1">
                <a:solidFill>
                  <a:srgbClr val="1A1E39"/>
                </a:solidFill>
                <a:latin typeface="Trebuchet MS"/>
                <a:cs typeface="Trebuchet MS"/>
              </a:rPr>
              <a:t>Try</a:t>
            </a:r>
            <a:r>
              <a:rPr dirty="0" sz="700" spc="-35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65" i="1">
                <a:solidFill>
                  <a:srgbClr val="1A1E39"/>
                </a:solidFill>
                <a:latin typeface="Trebuchet MS"/>
                <a:cs typeface="Trebuchet MS"/>
              </a:rPr>
              <a:t>it</a:t>
            </a:r>
            <a:r>
              <a:rPr dirty="0" sz="700" spc="-40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45" i="1">
                <a:solidFill>
                  <a:srgbClr val="1A1E39"/>
                </a:solidFill>
                <a:latin typeface="Trebuchet MS"/>
                <a:cs typeface="Trebuchet MS"/>
              </a:rPr>
              <a:t>yourself</a:t>
            </a:r>
            <a:r>
              <a:rPr dirty="0" sz="700" spc="-35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70" i="1">
                <a:solidFill>
                  <a:srgbClr val="1A1E39"/>
                </a:solidFill>
                <a:latin typeface="Trebuchet MS"/>
                <a:cs typeface="Trebuchet MS"/>
              </a:rPr>
              <a:t>first.</a:t>
            </a:r>
            <a:r>
              <a:rPr dirty="0" sz="700" spc="-35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60" i="1">
                <a:solidFill>
                  <a:srgbClr val="1A1E39"/>
                </a:solidFill>
                <a:latin typeface="Trebuchet MS"/>
                <a:cs typeface="Trebuchet MS"/>
              </a:rPr>
              <a:t>The</a:t>
            </a:r>
            <a:r>
              <a:rPr dirty="0" sz="700" spc="-40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50" i="1">
                <a:solidFill>
                  <a:srgbClr val="1A1E39"/>
                </a:solidFill>
                <a:latin typeface="Trebuchet MS"/>
                <a:cs typeface="Trebuchet MS"/>
              </a:rPr>
              <a:t>solution</a:t>
            </a:r>
            <a:r>
              <a:rPr dirty="0" sz="700" spc="-35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45" i="1">
                <a:solidFill>
                  <a:srgbClr val="1A1E39"/>
                </a:solidFill>
                <a:latin typeface="Trebuchet MS"/>
                <a:cs typeface="Trebuchet MS"/>
              </a:rPr>
              <a:t>is</a:t>
            </a:r>
            <a:r>
              <a:rPr dirty="0" sz="700" spc="-35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50" i="1">
                <a:solidFill>
                  <a:srgbClr val="1A1E39"/>
                </a:solidFill>
                <a:latin typeface="Trebuchet MS"/>
                <a:cs typeface="Trebuchet MS"/>
              </a:rPr>
              <a:t>here</a:t>
            </a:r>
            <a:r>
              <a:rPr dirty="0" sz="700" spc="-40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60" i="1">
                <a:solidFill>
                  <a:srgbClr val="1A1E39"/>
                </a:solidFill>
                <a:latin typeface="Trebuchet MS"/>
                <a:cs typeface="Trebuchet MS"/>
              </a:rPr>
              <a:t>for</a:t>
            </a:r>
            <a:r>
              <a:rPr dirty="0" sz="700" spc="-35" i="1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700" spc="-20" i="1">
                <a:solidFill>
                  <a:srgbClr val="1A1E39"/>
                </a:solidFill>
                <a:latin typeface="Trebuchet MS"/>
                <a:cs typeface="Trebuchet MS"/>
              </a:rPr>
              <a:t>aker.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8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20558" y="437402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5196" y="0"/>
                </a:move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34"/>
                </a:lnTo>
                <a:lnTo>
                  <a:pt x="0" y="24841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17640"/>
                </a:lnTo>
                <a:lnTo>
                  <a:pt x="28803" y="723"/>
                </a:lnTo>
                <a:lnTo>
                  <a:pt x="25196" y="0"/>
                </a:lnTo>
                <a:close/>
              </a:path>
            </a:pathLst>
          </a:custGeom>
          <a:solidFill>
            <a:srgbClr val="797E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07223" y="383300"/>
            <a:ext cx="11614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E</a:t>
            </a:r>
            <a:r>
              <a:rPr dirty="0" sz="800" spc="-6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C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T</a:t>
            </a:r>
            <a:r>
              <a:rPr dirty="0" sz="800" spc="-4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I</a:t>
            </a:r>
            <a:r>
              <a:rPr dirty="0" sz="800" spc="-8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O</a:t>
            </a:r>
            <a:r>
              <a:rPr dirty="0" sz="800" spc="-6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N</a:t>
            </a:r>
            <a:r>
              <a:rPr dirty="0" sz="800" spc="2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 spc="-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2</a:t>
            </a:r>
            <a:r>
              <a:rPr dirty="0" sz="800" spc="32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O</a:t>
            </a:r>
            <a:r>
              <a:rPr dirty="0" sz="800" spc="-2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F</a:t>
            </a:r>
            <a:r>
              <a:rPr dirty="0" sz="800" spc="24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 spc="-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4438" y="100943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80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795" y="7569"/>
                </a:lnTo>
                <a:lnTo>
                  <a:pt x="35280" y="4686"/>
                </a:lnTo>
                <a:lnTo>
                  <a:pt x="28803" y="1092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01738" y="960744"/>
            <a:ext cx="20656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2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r>
              <a:rPr dirty="0" sz="800" spc="3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800" spc="2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r>
              <a:rPr dirty="0" sz="800" spc="3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L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29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&amp;</a:t>
            </a:r>
            <a:r>
              <a:rPr dirty="0" sz="800" spc="39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738" y="1386981"/>
            <a:ext cx="41275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10">
                <a:solidFill>
                  <a:srgbClr val="FF6A5A"/>
                </a:solidFill>
                <a:latin typeface="Arial Black"/>
                <a:cs typeface="Arial Black"/>
              </a:rPr>
              <a:t>0</a:t>
            </a:r>
            <a:r>
              <a:rPr dirty="0" sz="1200" spc="5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1200">
                <a:solidFill>
                  <a:srgbClr val="FF6A5A"/>
                </a:solidFill>
                <a:latin typeface="Arial Black"/>
                <a:cs typeface="Arial Black"/>
              </a:rPr>
              <a:t>2</a:t>
            </a:r>
            <a:r>
              <a:rPr dirty="0" sz="1200" spc="6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1200" spc="-50" b="1">
                <a:solidFill>
                  <a:srgbClr val="FEB9B2"/>
                </a:solidFill>
                <a:latin typeface="Calibri"/>
                <a:cs typeface="Calibri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4083" y="1716838"/>
            <a:ext cx="686435" cy="28575"/>
          </a:xfrm>
          <a:custGeom>
            <a:avLst/>
            <a:gdLst/>
            <a:ahLst/>
            <a:cxnLst/>
            <a:rect l="l" t="t" r="r" b="b"/>
            <a:pathLst>
              <a:path w="686435" h="28575">
                <a:moveTo>
                  <a:pt x="674281" y="0"/>
                </a:moveTo>
                <a:lnTo>
                  <a:pt x="12242" y="0"/>
                </a:lnTo>
                <a:lnTo>
                  <a:pt x="9715" y="368"/>
                </a:lnTo>
                <a:lnTo>
                  <a:pt x="7556" y="1803"/>
                </a:lnTo>
                <a:lnTo>
                  <a:pt x="5397" y="2882"/>
                </a:lnTo>
                <a:lnTo>
                  <a:pt x="3594" y="4686"/>
                </a:lnTo>
                <a:lnTo>
                  <a:pt x="2159" y="6845"/>
                </a:lnTo>
                <a:lnTo>
                  <a:pt x="1079" y="9004"/>
                </a:lnTo>
                <a:lnTo>
                  <a:pt x="355" y="11518"/>
                </a:lnTo>
                <a:lnTo>
                  <a:pt x="355" y="14046"/>
                </a:lnTo>
                <a:lnTo>
                  <a:pt x="0" y="14401"/>
                </a:lnTo>
                <a:lnTo>
                  <a:pt x="0" y="16560"/>
                </a:lnTo>
                <a:lnTo>
                  <a:pt x="711" y="19088"/>
                </a:lnTo>
                <a:lnTo>
                  <a:pt x="2159" y="21247"/>
                </a:lnTo>
                <a:lnTo>
                  <a:pt x="3238" y="23406"/>
                </a:lnTo>
                <a:lnTo>
                  <a:pt x="5041" y="25209"/>
                </a:lnTo>
                <a:lnTo>
                  <a:pt x="7200" y="26644"/>
                </a:lnTo>
                <a:lnTo>
                  <a:pt x="9359" y="27724"/>
                </a:lnTo>
                <a:lnTo>
                  <a:pt x="11874" y="28448"/>
                </a:lnTo>
                <a:lnTo>
                  <a:pt x="674281" y="28448"/>
                </a:lnTo>
                <a:lnTo>
                  <a:pt x="676795" y="27724"/>
                </a:lnTo>
                <a:lnTo>
                  <a:pt x="678954" y="26288"/>
                </a:lnTo>
                <a:lnTo>
                  <a:pt x="681113" y="25209"/>
                </a:lnTo>
                <a:lnTo>
                  <a:pt x="682917" y="23406"/>
                </a:lnTo>
                <a:lnTo>
                  <a:pt x="684352" y="21247"/>
                </a:lnTo>
                <a:lnTo>
                  <a:pt x="685431" y="19088"/>
                </a:lnTo>
                <a:lnTo>
                  <a:pt x="686155" y="16560"/>
                </a:lnTo>
                <a:lnTo>
                  <a:pt x="686155" y="14401"/>
                </a:lnTo>
                <a:lnTo>
                  <a:pt x="685800" y="14401"/>
                </a:lnTo>
                <a:lnTo>
                  <a:pt x="685746" y="11518"/>
                </a:lnTo>
                <a:lnTo>
                  <a:pt x="685431" y="9359"/>
                </a:lnTo>
                <a:lnTo>
                  <a:pt x="683996" y="7200"/>
                </a:lnTo>
                <a:lnTo>
                  <a:pt x="682917" y="5041"/>
                </a:lnTo>
                <a:lnTo>
                  <a:pt x="681113" y="3238"/>
                </a:lnTo>
                <a:lnTo>
                  <a:pt x="678954" y="1803"/>
                </a:lnTo>
                <a:lnTo>
                  <a:pt x="676795" y="723"/>
                </a:lnTo>
                <a:lnTo>
                  <a:pt x="674281" y="0"/>
                </a:lnTo>
                <a:close/>
              </a:path>
              <a:path w="686435" h="28575">
                <a:moveTo>
                  <a:pt x="686155" y="14046"/>
                </a:moveTo>
                <a:lnTo>
                  <a:pt x="685800" y="14401"/>
                </a:lnTo>
                <a:lnTo>
                  <a:pt x="686155" y="14401"/>
                </a:lnTo>
                <a:lnTo>
                  <a:pt x="686155" y="14046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01383" y="1823671"/>
            <a:ext cx="7303134" cy="1795145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2700" marR="5080">
              <a:lnSpc>
                <a:spcPts val="4820"/>
              </a:lnSpc>
              <a:spcBef>
                <a:spcPts val="975"/>
              </a:spcBef>
            </a:pPr>
            <a:r>
              <a:rPr dirty="0" sz="4700" spc="-95" b="1">
                <a:solidFill>
                  <a:srgbClr val="293183"/>
                </a:solidFill>
                <a:latin typeface="Calibri"/>
                <a:cs typeface="Calibri"/>
              </a:rPr>
              <a:t>Files</a:t>
            </a:r>
            <a:r>
              <a:rPr dirty="0" sz="4700" spc="-2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4700" spc="-120" b="1">
                <a:solidFill>
                  <a:srgbClr val="293183"/>
                </a:solidFill>
                <a:latin typeface="Calibri"/>
                <a:cs typeface="Calibri"/>
              </a:rPr>
              <a:t>remember</a:t>
            </a:r>
            <a:r>
              <a:rPr dirty="0" sz="4700" spc="-2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4700" spc="-90" b="1">
                <a:solidFill>
                  <a:srgbClr val="293183"/>
                </a:solidFill>
                <a:latin typeface="Calibri"/>
                <a:cs typeface="Calibri"/>
              </a:rPr>
              <a:t>what</a:t>
            </a:r>
            <a:r>
              <a:rPr dirty="0" sz="4700" spc="-1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4700" spc="-70" b="1" i="1">
                <a:solidFill>
                  <a:srgbClr val="FF6A5A"/>
                </a:solidFill>
                <a:latin typeface="Calibri"/>
                <a:cs typeface="Calibri"/>
              </a:rPr>
              <a:t>variables </a:t>
            </a:r>
            <a:r>
              <a:rPr dirty="0" sz="4700" spc="-10" b="1" i="1">
                <a:solidFill>
                  <a:srgbClr val="FF6A5A"/>
                </a:solidFill>
                <a:latin typeface="Calibri"/>
                <a:cs typeface="Calibri"/>
              </a:rPr>
              <a:t>forget.</a:t>
            </a:r>
            <a:endParaRPr sz="4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project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from</a:t>
            </a:r>
            <a:r>
              <a:rPr dirty="0" sz="12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9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onward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needs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save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data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between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runs.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start</a:t>
            </a:r>
            <a:r>
              <a:rPr dirty="0" sz="1200" spc="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94E69"/>
                </a:solidFill>
                <a:latin typeface="Calibri"/>
                <a:cs typeface="Calibri"/>
              </a:rPr>
              <a:t>habit</a:t>
            </a:r>
            <a:r>
              <a:rPr dirty="0" sz="12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494E69"/>
                </a:solidFill>
                <a:latin typeface="Calibri"/>
                <a:cs typeface="Calibri"/>
              </a:rPr>
              <a:t>today.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0838" y="3903125"/>
            <a:ext cx="1212215" cy="290195"/>
            <a:chOff x="510838" y="3903125"/>
            <a:chExt cx="1212215" cy="290195"/>
          </a:xfrm>
        </p:grpSpPr>
        <p:sp>
          <p:nvSpPr>
            <p:cNvPr id="10" name="object 10"/>
            <p:cNvSpPr/>
            <p:nvPr/>
          </p:nvSpPr>
          <p:spPr>
            <a:xfrm>
              <a:off x="514438" y="3906725"/>
              <a:ext cx="1205230" cy="283210"/>
            </a:xfrm>
            <a:custGeom>
              <a:avLst/>
              <a:gdLst/>
              <a:ahLst/>
              <a:cxnLst/>
              <a:rect l="l" t="t" r="r" b="b"/>
              <a:pathLst>
                <a:path w="1205230" h="283210">
                  <a:moveTo>
                    <a:pt x="1063447" y="0"/>
                  </a:moveTo>
                  <a:lnTo>
                    <a:pt x="141478" y="0"/>
                  </a:lnTo>
                  <a:lnTo>
                    <a:pt x="122926" y="1208"/>
                  </a:lnTo>
                  <a:lnTo>
                    <a:pt x="70561" y="18719"/>
                  </a:lnTo>
                  <a:lnTo>
                    <a:pt x="29298" y="55118"/>
                  </a:lnTo>
                  <a:lnTo>
                    <a:pt x="4813" y="104489"/>
                  </a:lnTo>
                  <a:lnTo>
                    <a:pt x="0" y="141122"/>
                  </a:lnTo>
                  <a:lnTo>
                    <a:pt x="0" y="141478"/>
                  </a:lnTo>
                  <a:lnTo>
                    <a:pt x="10576" y="195180"/>
                  </a:lnTo>
                  <a:lnTo>
                    <a:pt x="41263" y="241152"/>
                  </a:lnTo>
                  <a:lnTo>
                    <a:pt x="87051" y="271809"/>
                  </a:lnTo>
                  <a:lnTo>
                    <a:pt x="141122" y="282600"/>
                  </a:lnTo>
                  <a:lnTo>
                    <a:pt x="1063802" y="282600"/>
                  </a:lnTo>
                  <a:lnTo>
                    <a:pt x="1081388" y="281389"/>
                  </a:lnTo>
                  <a:lnTo>
                    <a:pt x="1081870" y="281389"/>
                  </a:lnTo>
                  <a:lnTo>
                    <a:pt x="1134364" y="263512"/>
                  </a:lnTo>
                  <a:lnTo>
                    <a:pt x="1175620" y="227113"/>
                  </a:lnTo>
                  <a:lnTo>
                    <a:pt x="1200074" y="177834"/>
                  </a:lnTo>
                  <a:lnTo>
                    <a:pt x="1204901" y="141478"/>
                  </a:lnTo>
                  <a:lnTo>
                    <a:pt x="1204900" y="141122"/>
                  </a:lnTo>
                  <a:lnTo>
                    <a:pt x="1193984" y="87256"/>
                  </a:lnTo>
                  <a:lnTo>
                    <a:pt x="1163293" y="41441"/>
                  </a:lnTo>
                  <a:lnTo>
                    <a:pt x="1117505" y="10779"/>
                  </a:lnTo>
                  <a:lnTo>
                    <a:pt x="1081958" y="1208"/>
                  </a:lnTo>
                  <a:lnTo>
                    <a:pt x="10634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14438" y="3906725"/>
              <a:ext cx="1205230" cy="283210"/>
            </a:xfrm>
            <a:custGeom>
              <a:avLst/>
              <a:gdLst/>
              <a:ahLst/>
              <a:cxnLst/>
              <a:rect l="l" t="t" r="r" b="b"/>
              <a:pathLst>
                <a:path w="1205230" h="283210">
                  <a:moveTo>
                    <a:pt x="0" y="141122"/>
                  </a:moveTo>
                  <a:lnTo>
                    <a:pt x="1208" y="122603"/>
                  </a:lnTo>
                  <a:lnTo>
                    <a:pt x="4813" y="104489"/>
                  </a:lnTo>
                  <a:lnTo>
                    <a:pt x="29298" y="55118"/>
                  </a:lnTo>
                  <a:lnTo>
                    <a:pt x="70561" y="18719"/>
                  </a:lnTo>
                  <a:lnTo>
                    <a:pt x="122955" y="1203"/>
                  </a:lnTo>
                  <a:lnTo>
                    <a:pt x="141478" y="0"/>
                  </a:lnTo>
                  <a:lnTo>
                    <a:pt x="1063447" y="0"/>
                  </a:lnTo>
                  <a:lnTo>
                    <a:pt x="1117505" y="10779"/>
                  </a:lnTo>
                  <a:lnTo>
                    <a:pt x="1163293" y="41441"/>
                  </a:lnTo>
                  <a:lnTo>
                    <a:pt x="1193984" y="87256"/>
                  </a:lnTo>
                  <a:lnTo>
                    <a:pt x="1204925" y="141478"/>
                  </a:lnTo>
                  <a:lnTo>
                    <a:pt x="1204925" y="141122"/>
                  </a:lnTo>
                  <a:lnTo>
                    <a:pt x="1203714" y="159634"/>
                  </a:lnTo>
                  <a:lnTo>
                    <a:pt x="1200105" y="177744"/>
                  </a:lnTo>
                  <a:lnTo>
                    <a:pt x="1175620" y="227113"/>
                  </a:lnTo>
                  <a:lnTo>
                    <a:pt x="1134364" y="263512"/>
                  </a:lnTo>
                  <a:lnTo>
                    <a:pt x="1082114" y="281339"/>
                  </a:lnTo>
                  <a:lnTo>
                    <a:pt x="1063802" y="282600"/>
                  </a:lnTo>
                  <a:lnTo>
                    <a:pt x="141122" y="282600"/>
                  </a:lnTo>
                  <a:lnTo>
                    <a:pt x="87051" y="271809"/>
                  </a:lnTo>
                  <a:lnTo>
                    <a:pt x="41263" y="241152"/>
                  </a:lnTo>
                  <a:lnTo>
                    <a:pt x="10629" y="195341"/>
                  </a:lnTo>
                  <a:lnTo>
                    <a:pt x="0" y="141478"/>
                  </a:lnTo>
                  <a:lnTo>
                    <a:pt x="0" y="141122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85774" y="3968904"/>
            <a:ext cx="111633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0416" sz="1200" spc="-104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baseline="10416" sz="1200" spc="-11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10416" sz="120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baseline="10416" sz="1200" spc="127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2923" sz="1425" spc="165">
                <a:solidFill>
                  <a:srgbClr val="293183"/>
                </a:solidFill>
                <a:latin typeface="Segoe UI Symbol"/>
                <a:cs typeface="Segoe UI Symbol"/>
              </a:rPr>
              <a:t>▤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P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</a:t>
            </a:r>
            <a:r>
              <a:rPr dirty="0" sz="800" spc="204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&amp;</a:t>
            </a:r>
            <a:r>
              <a:rPr dirty="0" sz="800" spc="19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</a:t>
            </a:r>
            <a:r>
              <a:rPr dirty="0" sz="800" spc="-8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15116" y="3903125"/>
            <a:ext cx="1385570" cy="290195"/>
            <a:chOff x="1815116" y="3903125"/>
            <a:chExt cx="1385570" cy="290195"/>
          </a:xfrm>
        </p:grpSpPr>
        <p:sp>
          <p:nvSpPr>
            <p:cNvPr id="14" name="object 14"/>
            <p:cNvSpPr/>
            <p:nvPr/>
          </p:nvSpPr>
          <p:spPr>
            <a:xfrm>
              <a:off x="1818716" y="3906725"/>
              <a:ext cx="1378585" cy="283210"/>
            </a:xfrm>
            <a:custGeom>
              <a:avLst/>
              <a:gdLst/>
              <a:ahLst/>
              <a:cxnLst/>
              <a:rect l="l" t="t" r="r" b="b"/>
              <a:pathLst>
                <a:path w="1378585" h="283210">
                  <a:moveTo>
                    <a:pt x="1236599" y="0"/>
                  </a:moveTo>
                  <a:lnTo>
                    <a:pt x="141478" y="0"/>
                  </a:lnTo>
                  <a:lnTo>
                    <a:pt x="123138" y="1208"/>
                  </a:lnTo>
                  <a:lnTo>
                    <a:pt x="70929" y="18719"/>
                  </a:lnTo>
                  <a:lnTo>
                    <a:pt x="29665" y="55118"/>
                  </a:lnTo>
                  <a:lnTo>
                    <a:pt x="5181" y="104489"/>
                  </a:lnTo>
                  <a:lnTo>
                    <a:pt x="368" y="141122"/>
                  </a:lnTo>
                  <a:lnTo>
                    <a:pt x="0" y="141478"/>
                  </a:lnTo>
                  <a:lnTo>
                    <a:pt x="10885" y="195180"/>
                  </a:lnTo>
                  <a:lnTo>
                    <a:pt x="41632" y="241152"/>
                  </a:lnTo>
                  <a:lnTo>
                    <a:pt x="87419" y="271809"/>
                  </a:lnTo>
                  <a:lnTo>
                    <a:pt x="141478" y="282600"/>
                  </a:lnTo>
                  <a:lnTo>
                    <a:pt x="1236967" y="282600"/>
                  </a:lnTo>
                  <a:lnTo>
                    <a:pt x="1254552" y="281389"/>
                  </a:lnTo>
                  <a:lnTo>
                    <a:pt x="1255034" y="281389"/>
                  </a:lnTo>
                  <a:lnTo>
                    <a:pt x="1307528" y="263512"/>
                  </a:lnTo>
                  <a:lnTo>
                    <a:pt x="1348780" y="227113"/>
                  </a:lnTo>
                  <a:lnTo>
                    <a:pt x="1373239" y="177834"/>
                  </a:lnTo>
                  <a:lnTo>
                    <a:pt x="1378066" y="141478"/>
                  </a:lnTo>
                  <a:lnTo>
                    <a:pt x="1377721" y="141478"/>
                  </a:lnTo>
                  <a:lnTo>
                    <a:pt x="1376518" y="122953"/>
                  </a:lnTo>
                  <a:lnTo>
                    <a:pt x="1359001" y="70561"/>
                  </a:lnTo>
                  <a:lnTo>
                    <a:pt x="1322602" y="29297"/>
                  </a:lnTo>
                  <a:lnTo>
                    <a:pt x="1273232" y="4813"/>
                  </a:lnTo>
                  <a:lnTo>
                    <a:pt x="1255117" y="1208"/>
                  </a:lnTo>
                  <a:lnTo>
                    <a:pt x="1236599" y="0"/>
                  </a:lnTo>
                  <a:close/>
                </a:path>
                <a:path w="1378585" h="283210">
                  <a:moveTo>
                    <a:pt x="1378089" y="141122"/>
                  </a:moveTo>
                  <a:lnTo>
                    <a:pt x="1377721" y="141478"/>
                  </a:lnTo>
                  <a:lnTo>
                    <a:pt x="1378066" y="141478"/>
                  </a:lnTo>
                  <a:lnTo>
                    <a:pt x="1378089" y="1411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18716" y="3906725"/>
              <a:ext cx="1378585" cy="283210"/>
            </a:xfrm>
            <a:custGeom>
              <a:avLst/>
              <a:gdLst/>
              <a:ahLst/>
              <a:cxnLst/>
              <a:rect l="l" t="t" r="r" b="b"/>
              <a:pathLst>
                <a:path w="1378585" h="283210">
                  <a:moveTo>
                    <a:pt x="368" y="141122"/>
                  </a:moveTo>
                  <a:lnTo>
                    <a:pt x="1577" y="122603"/>
                  </a:lnTo>
                  <a:lnTo>
                    <a:pt x="5181" y="104489"/>
                  </a:lnTo>
                  <a:lnTo>
                    <a:pt x="29665" y="55118"/>
                  </a:lnTo>
                  <a:lnTo>
                    <a:pt x="70929" y="18719"/>
                  </a:lnTo>
                  <a:lnTo>
                    <a:pt x="123166" y="1203"/>
                  </a:lnTo>
                  <a:lnTo>
                    <a:pt x="141478" y="0"/>
                  </a:lnTo>
                  <a:lnTo>
                    <a:pt x="1236599" y="0"/>
                  </a:lnTo>
                  <a:lnTo>
                    <a:pt x="1290670" y="10779"/>
                  </a:lnTo>
                  <a:lnTo>
                    <a:pt x="1336457" y="41441"/>
                  </a:lnTo>
                  <a:lnTo>
                    <a:pt x="1367091" y="87256"/>
                  </a:lnTo>
                  <a:lnTo>
                    <a:pt x="1377721" y="141478"/>
                  </a:lnTo>
                  <a:lnTo>
                    <a:pt x="1378089" y="141122"/>
                  </a:lnTo>
                  <a:lnTo>
                    <a:pt x="1376878" y="159634"/>
                  </a:lnTo>
                  <a:lnTo>
                    <a:pt x="1373270" y="177744"/>
                  </a:lnTo>
                  <a:lnTo>
                    <a:pt x="1348780" y="227113"/>
                  </a:lnTo>
                  <a:lnTo>
                    <a:pt x="1307528" y="263512"/>
                  </a:lnTo>
                  <a:lnTo>
                    <a:pt x="1255279" y="281339"/>
                  </a:lnTo>
                  <a:lnTo>
                    <a:pt x="1236967" y="282600"/>
                  </a:lnTo>
                  <a:lnTo>
                    <a:pt x="141478" y="282600"/>
                  </a:lnTo>
                  <a:lnTo>
                    <a:pt x="87419" y="271809"/>
                  </a:lnTo>
                  <a:lnTo>
                    <a:pt x="41632" y="241152"/>
                  </a:lnTo>
                  <a:lnTo>
                    <a:pt x="10940" y="195341"/>
                  </a:lnTo>
                  <a:lnTo>
                    <a:pt x="0" y="141478"/>
                  </a:lnTo>
                  <a:lnTo>
                    <a:pt x="368" y="141122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90776" y="3968904"/>
            <a:ext cx="130873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0416" sz="1200" spc="-104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baseline="10416" sz="1200" spc="-11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10416" sz="1200">
                <a:solidFill>
                  <a:srgbClr val="FF6A5A"/>
                </a:solidFill>
                <a:latin typeface="Trebuchet MS"/>
                <a:cs typeface="Trebuchet MS"/>
              </a:rPr>
              <a:t>2</a:t>
            </a:r>
            <a:r>
              <a:rPr dirty="0" baseline="10416" sz="1200" spc="89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2923" sz="1425">
                <a:solidFill>
                  <a:srgbClr val="293183"/>
                </a:solidFill>
                <a:latin typeface="Segoe UI Symbol"/>
                <a:cs typeface="Segoe UI Symbol"/>
              </a:rPr>
              <a:t>✎</a:t>
            </a:r>
            <a:r>
              <a:rPr dirty="0" baseline="2923" sz="1425" spc="217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</a:t>
            </a:r>
            <a:r>
              <a:rPr dirty="0" sz="800" spc="1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&amp;</a:t>
            </a:r>
            <a:r>
              <a:rPr dirty="0" sz="800" spc="18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P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P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96520" y="3919317"/>
            <a:ext cx="2303145" cy="257810"/>
            <a:chOff x="3296520" y="3919317"/>
            <a:chExt cx="2303145" cy="257810"/>
          </a:xfrm>
        </p:grpSpPr>
        <p:sp>
          <p:nvSpPr>
            <p:cNvPr id="18" name="object 18"/>
            <p:cNvSpPr/>
            <p:nvPr/>
          </p:nvSpPr>
          <p:spPr>
            <a:xfrm>
              <a:off x="3300120" y="3922917"/>
              <a:ext cx="2295525" cy="250825"/>
            </a:xfrm>
            <a:custGeom>
              <a:avLst/>
              <a:gdLst/>
              <a:ahLst/>
              <a:cxnLst/>
              <a:rect l="l" t="t" r="r" b="b"/>
              <a:pathLst>
                <a:path w="2295525" h="250825">
                  <a:moveTo>
                    <a:pt x="125285" y="0"/>
                  </a:moveTo>
                  <a:lnTo>
                    <a:pt x="77388" y="9724"/>
                  </a:lnTo>
                  <a:lnTo>
                    <a:pt x="36676" y="36812"/>
                  </a:lnTo>
                  <a:lnTo>
                    <a:pt x="9569" y="77395"/>
                  </a:lnTo>
                  <a:lnTo>
                    <a:pt x="0" y="125285"/>
                  </a:lnTo>
                  <a:lnTo>
                    <a:pt x="1069" y="141653"/>
                  </a:lnTo>
                  <a:lnTo>
                    <a:pt x="16560" y="187921"/>
                  </a:lnTo>
                  <a:lnTo>
                    <a:pt x="36333" y="213753"/>
                  </a:lnTo>
                  <a:lnTo>
                    <a:pt x="36453" y="213891"/>
                  </a:lnTo>
                  <a:lnTo>
                    <a:pt x="77027" y="240994"/>
                  </a:lnTo>
                  <a:lnTo>
                    <a:pt x="124917" y="250558"/>
                  </a:lnTo>
                  <a:lnTo>
                    <a:pt x="2170074" y="250558"/>
                  </a:lnTo>
                  <a:lnTo>
                    <a:pt x="2185719" y="249484"/>
                  </a:lnTo>
                  <a:lnTo>
                    <a:pt x="2186203" y="249484"/>
                  </a:lnTo>
                  <a:lnTo>
                    <a:pt x="2232723" y="233641"/>
                  </a:lnTo>
                  <a:lnTo>
                    <a:pt x="2269377" y="201600"/>
                  </a:lnTo>
                  <a:lnTo>
                    <a:pt x="2291083" y="157684"/>
                  </a:lnTo>
                  <a:lnTo>
                    <a:pt x="2295359" y="125285"/>
                  </a:lnTo>
                  <a:lnTo>
                    <a:pt x="2294234" y="109122"/>
                  </a:lnTo>
                  <a:lnTo>
                    <a:pt x="2278443" y="63004"/>
                  </a:lnTo>
                  <a:lnTo>
                    <a:pt x="2246344" y="26300"/>
                  </a:lnTo>
                  <a:lnTo>
                    <a:pt x="2202480" y="4640"/>
                  </a:lnTo>
                  <a:lnTo>
                    <a:pt x="2170074" y="368"/>
                  </a:lnTo>
                  <a:lnTo>
                    <a:pt x="125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00120" y="3922917"/>
              <a:ext cx="2295525" cy="250825"/>
            </a:xfrm>
            <a:custGeom>
              <a:avLst/>
              <a:gdLst/>
              <a:ahLst/>
              <a:cxnLst/>
              <a:rect l="l" t="t" r="r" b="b"/>
              <a:pathLst>
                <a:path w="2295525" h="250825">
                  <a:moveTo>
                    <a:pt x="0" y="125285"/>
                  </a:moveTo>
                  <a:lnTo>
                    <a:pt x="1075" y="108917"/>
                  </a:lnTo>
                  <a:lnTo>
                    <a:pt x="4276" y="92886"/>
                  </a:lnTo>
                  <a:lnTo>
                    <a:pt x="25937" y="49020"/>
                  </a:lnTo>
                  <a:lnTo>
                    <a:pt x="62636" y="16929"/>
                  </a:lnTo>
                  <a:lnTo>
                    <a:pt x="108911" y="1125"/>
                  </a:lnTo>
                  <a:lnTo>
                    <a:pt x="125285" y="0"/>
                  </a:lnTo>
                  <a:lnTo>
                    <a:pt x="2170074" y="368"/>
                  </a:lnTo>
                  <a:lnTo>
                    <a:pt x="2217971" y="9931"/>
                  </a:lnTo>
                  <a:lnTo>
                    <a:pt x="2258550" y="37039"/>
                  </a:lnTo>
                  <a:lnTo>
                    <a:pt x="2285640" y="77745"/>
                  </a:lnTo>
                  <a:lnTo>
                    <a:pt x="2295359" y="125285"/>
                  </a:lnTo>
                  <a:lnTo>
                    <a:pt x="2294284" y="141653"/>
                  </a:lnTo>
                  <a:lnTo>
                    <a:pt x="2291083" y="157684"/>
                  </a:lnTo>
                  <a:lnTo>
                    <a:pt x="2269422" y="201548"/>
                  </a:lnTo>
                  <a:lnTo>
                    <a:pt x="2232723" y="233641"/>
                  </a:lnTo>
                  <a:lnTo>
                    <a:pt x="2186448" y="249434"/>
                  </a:lnTo>
                  <a:lnTo>
                    <a:pt x="2170074" y="250558"/>
                  </a:lnTo>
                  <a:lnTo>
                    <a:pt x="124917" y="250558"/>
                  </a:lnTo>
                  <a:lnTo>
                    <a:pt x="77027" y="240994"/>
                  </a:lnTo>
                  <a:lnTo>
                    <a:pt x="36453" y="213891"/>
                  </a:lnTo>
                  <a:lnTo>
                    <a:pt x="9419" y="173175"/>
                  </a:lnTo>
                  <a:lnTo>
                    <a:pt x="0" y="125285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835336" y="4049181"/>
            <a:ext cx="19716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</a:t>
            </a:r>
            <a:r>
              <a:rPr dirty="0" sz="800" spc="-6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</a:t>
            </a:r>
            <a:r>
              <a:rPr dirty="0" sz="800" spc="229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</a:t>
            </a:r>
            <a:r>
              <a:rPr dirty="0" sz="800" spc="-6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LO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</a:t>
            </a:r>
            <a:r>
              <a:rPr dirty="0" sz="800" spc="-6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K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</a:t>
            </a:r>
            <a:r>
              <a:rPr dirty="0" sz="800" spc="2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X</a:t>
            </a:r>
            <a:r>
              <a:rPr dirty="0" sz="800" spc="-6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</a:t>
            </a:r>
            <a:r>
              <a:rPr dirty="0" sz="800" spc="2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6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N</a:t>
            </a:r>
            <a:r>
              <a:rPr dirty="0" sz="800" spc="-6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7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</a:t>
            </a:r>
            <a:r>
              <a:rPr dirty="0" sz="800" spc="-7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RS</a:t>
            </a:r>
            <a:r>
              <a:rPr dirty="0" sz="800" spc="-6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9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68217" y="3960624"/>
            <a:ext cx="343535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6944" sz="1200" spc="-104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baseline="6944" sz="1200" spc="-112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baseline="6944" sz="120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r>
              <a:rPr dirty="0" baseline="6944" sz="1200" spc="2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293183"/>
                </a:solidFill>
                <a:latin typeface="Segoe UI Symbol"/>
                <a:cs typeface="Segoe UI Symbol"/>
              </a:rPr>
              <a:t>⚿</a:t>
            </a:r>
            <a:endParaRPr sz="9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99963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23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7261" y="350534"/>
            <a:ext cx="17894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K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Three</a:t>
            </a:r>
            <a:r>
              <a:rPr dirty="0" spc="-80"/>
              <a:t> </a:t>
            </a:r>
            <a:r>
              <a:rPr dirty="0" spc="-45"/>
              <a:t>ways</a:t>
            </a:r>
            <a:r>
              <a:rPr dirty="0" spc="-60"/>
              <a:t> </a:t>
            </a:r>
            <a:r>
              <a:rPr dirty="0" spc="-20"/>
              <a:t>to</a:t>
            </a:r>
            <a:r>
              <a:rPr dirty="0" spc="-65"/>
              <a:t> </a:t>
            </a:r>
            <a:r>
              <a:rPr dirty="0" spc="-25"/>
              <a:t>read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 spc="-20"/>
              <a:t>file.</a:t>
            </a:r>
            <a:r>
              <a:rPr dirty="0" spc="-65"/>
              <a:t> </a:t>
            </a:r>
            <a:r>
              <a:rPr dirty="0" spc="-20"/>
              <a:t>Pick</a:t>
            </a:r>
            <a:r>
              <a:rPr dirty="0" spc="-65"/>
              <a:t> </a:t>
            </a:r>
            <a:r>
              <a:rPr dirty="0" spc="-20"/>
              <a:t>the</a:t>
            </a:r>
            <a:r>
              <a:rPr dirty="0" spc="-65"/>
              <a:t> </a:t>
            </a:r>
            <a:r>
              <a:rPr dirty="0" spc="-10"/>
              <a:t>one</a:t>
            </a:r>
            <a:r>
              <a:rPr dirty="0" spc="-70"/>
              <a:t> </a:t>
            </a:r>
            <a:r>
              <a:rPr dirty="0" spc="-25"/>
              <a:t>that</a:t>
            </a:r>
            <a:r>
              <a:rPr dirty="0" spc="-70"/>
              <a:t> </a:t>
            </a:r>
            <a:r>
              <a:rPr dirty="0" spc="-35"/>
              <a:t>matches</a:t>
            </a:r>
            <a:r>
              <a:rPr dirty="0" spc="-65"/>
              <a:t> </a:t>
            </a:r>
            <a:r>
              <a:rPr dirty="0" spc="-25"/>
              <a:t>your</a:t>
            </a:r>
            <a:r>
              <a:rPr dirty="0" spc="-65"/>
              <a:t> </a:t>
            </a:r>
            <a:r>
              <a:rPr dirty="0" spc="-10"/>
              <a:t>data.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905" y="880099"/>
            <a:ext cx="485521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All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three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work.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right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choice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depends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whether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want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big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string,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list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lines,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line-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by-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line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processing.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6151" y="1103873"/>
            <a:ext cx="2731770" cy="3168015"/>
            <a:chOff x="396151" y="1103873"/>
            <a:chExt cx="2731770" cy="3168015"/>
          </a:xfrm>
        </p:grpSpPr>
        <p:sp>
          <p:nvSpPr>
            <p:cNvPr id="7" name="object 7"/>
            <p:cNvSpPr/>
            <p:nvPr/>
          </p:nvSpPr>
          <p:spPr>
            <a:xfrm>
              <a:off x="399961" y="1117805"/>
              <a:ext cx="2724150" cy="3139440"/>
            </a:xfrm>
            <a:custGeom>
              <a:avLst/>
              <a:gdLst/>
              <a:ahLst/>
              <a:cxnLst/>
              <a:rect l="l" t="t" r="r" b="b"/>
              <a:pathLst>
                <a:path w="2724150" h="3139440">
                  <a:moveTo>
                    <a:pt x="2590558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006001"/>
                  </a:lnTo>
                  <a:lnTo>
                    <a:pt x="1116" y="3023079"/>
                  </a:lnTo>
                  <a:lnTo>
                    <a:pt x="1136" y="3023390"/>
                  </a:lnTo>
                  <a:lnTo>
                    <a:pt x="17640" y="3072599"/>
                  </a:lnTo>
                  <a:lnTo>
                    <a:pt x="51960" y="3111577"/>
                  </a:lnTo>
                  <a:lnTo>
                    <a:pt x="98683" y="3134653"/>
                  </a:lnTo>
                  <a:lnTo>
                    <a:pt x="133197" y="3139198"/>
                  </a:lnTo>
                  <a:lnTo>
                    <a:pt x="2590914" y="3138843"/>
                  </a:lnTo>
                  <a:lnTo>
                    <a:pt x="2641745" y="3128818"/>
                  </a:lnTo>
                  <a:lnTo>
                    <a:pt x="2685057" y="3099955"/>
                  </a:lnTo>
                  <a:lnTo>
                    <a:pt x="2713838" y="3056825"/>
                  </a:lnTo>
                  <a:lnTo>
                    <a:pt x="2724100" y="3006001"/>
                  </a:lnTo>
                  <a:lnTo>
                    <a:pt x="2724124" y="3005632"/>
                  </a:lnTo>
                  <a:lnTo>
                    <a:pt x="2723756" y="133197"/>
                  </a:lnTo>
                  <a:lnTo>
                    <a:pt x="2713731" y="82371"/>
                  </a:lnTo>
                  <a:lnTo>
                    <a:pt x="2684880" y="39054"/>
                  </a:lnTo>
                  <a:lnTo>
                    <a:pt x="2641540" y="10174"/>
                  </a:lnTo>
                  <a:lnTo>
                    <a:pt x="2608004" y="1142"/>
                  </a:lnTo>
                  <a:lnTo>
                    <a:pt x="2590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9961" y="1118160"/>
              <a:ext cx="2724150" cy="3139440"/>
            </a:xfrm>
            <a:custGeom>
              <a:avLst/>
              <a:gdLst/>
              <a:ahLst/>
              <a:cxnLst/>
              <a:rect l="l" t="t" r="r" b="b"/>
              <a:pathLst>
                <a:path w="2724150" h="3139440">
                  <a:moveTo>
                    <a:pt x="0" y="3606"/>
                  </a:moveTo>
                  <a:lnTo>
                    <a:pt x="2724124" y="3962"/>
                  </a:lnTo>
                </a:path>
                <a:path w="2724150" h="3139440">
                  <a:moveTo>
                    <a:pt x="2720517" y="0"/>
                  </a:moveTo>
                  <a:lnTo>
                    <a:pt x="2720873" y="3139198"/>
                  </a:lnTo>
                </a:path>
                <a:path w="2724150" h="3139440">
                  <a:moveTo>
                    <a:pt x="0" y="3135604"/>
                  </a:moveTo>
                  <a:lnTo>
                    <a:pt x="2724124" y="31359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3994" y="1118160"/>
              <a:ext cx="635" cy="3139440"/>
            </a:xfrm>
            <a:custGeom>
              <a:avLst/>
              <a:gdLst/>
              <a:ahLst/>
              <a:cxnLst/>
              <a:rect l="l" t="t" r="r" b="b"/>
              <a:pathLst>
                <a:path w="634" h="3139440">
                  <a:moveTo>
                    <a:pt x="0" y="0"/>
                  </a:moveTo>
                  <a:lnTo>
                    <a:pt x="368" y="313919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33514" y="1242366"/>
              <a:ext cx="1119505" cy="206375"/>
            </a:xfrm>
            <a:custGeom>
              <a:avLst/>
              <a:gdLst/>
              <a:ahLst/>
              <a:cxnLst/>
              <a:rect l="l" t="t" r="r" b="b"/>
              <a:pathLst>
                <a:path w="1119505" h="206375">
                  <a:moveTo>
                    <a:pt x="76682" y="0"/>
                  </a:moveTo>
                  <a:lnTo>
                    <a:pt x="38531" y="10439"/>
                  </a:lnTo>
                  <a:lnTo>
                    <a:pt x="10439" y="38150"/>
                  </a:lnTo>
                  <a:lnTo>
                    <a:pt x="368" y="76314"/>
                  </a:lnTo>
                  <a:lnTo>
                    <a:pt x="0" y="129959"/>
                  </a:lnTo>
                  <a:lnTo>
                    <a:pt x="660" y="139920"/>
                  </a:lnTo>
                  <a:lnTo>
                    <a:pt x="670" y="140070"/>
                  </a:lnTo>
                  <a:lnTo>
                    <a:pt x="2630" y="149710"/>
                  </a:lnTo>
                  <a:lnTo>
                    <a:pt x="2657" y="149844"/>
                  </a:lnTo>
                  <a:lnTo>
                    <a:pt x="5925" y="159212"/>
                  </a:lnTo>
                  <a:lnTo>
                    <a:pt x="29884" y="190541"/>
                  </a:lnTo>
                  <a:lnTo>
                    <a:pt x="66363" y="205610"/>
                  </a:lnTo>
                  <a:lnTo>
                    <a:pt x="76326" y="206273"/>
                  </a:lnTo>
                  <a:lnTo>
                    <a:pt x="1042924" y="206273"/>
                  </a:lnTo>
                  <a:lnTo>
                    <a:pt x="1081087" y="195834"/>
                  </a:lnTo>
                  <a:lnTo>
                    <a:pt x="1109167" y="168109"/>
                  </a:lnTo>
                  <a:lnTo>
                    <a:pt x="1118556" y="140070"/>
                  </a:lnTo>
                  <a:lnTo>
                    <a:pt x="1118586" y="139920"/>
                  </a:lnTo>
                  <a:lnTo>
                    <a:pt x="1119251" y="129959"/>
                  </a:lnTo>
                  <a:lnTo>
                    <a:pt x="1119227" y="76314"/>
                  </a:lnTo>
                  <a:lnTo>
                    <a:pt x="1118580" y="66558"/>
                  </a:lnTo>
                  <a:lnTo>
                    <a:pt x="1103361" y="30232"/>
                  </a:lnTo>
                  <a:lnTo>
                    <a:pt x="1072138" y="6125"/>
                  </a:lnTo>
                  <a:lnTo>
                    <a:pt x="1042924" y="355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04355" y="1268173"/>
            <a:ext cx="11880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60" b="1">
                <a:solidFill>
                  <a:srgbClr val="293183"/>
                </a:solidFill>
                <a:latin typeface="Calibri"/>
                <a:cs typeface="Calibri"/>
              </a:rPr>
              <a:t>WHOLE</a:t>
            </a:r>
            <a:r>
              <a:rPr dirty="0" sz="800" spc="19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293183"/>
                </a:solidFill>
                <a:latin typeface="Calibri"/>
                <a:cs typeface="Calibri"/>
              </a:rPr>
              <a:t>FILE</a:t>
            </a:r>
            <a:r>
              <a:rPr dirty="0" sz="800" spc="19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AS</a:t>
            </a:r>
            <a:r>
              <a:rPr dirty="0" sz="800" spc="18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STRING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0276" y="1297344"/>
            <a:ext cx="9842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00" spc="-4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600" spc="-7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7276" y="1523887"/>
            <a:ext cx="2431415" cy="2328545"/>
          </a:xfrm>
          <a:custGeom>
            <a:avLst/>
            <a:gdLst/>
            <a:ahLst/>
            <a:cxnLst/>
            <a:rect l="l" t="t" r="r" b="b"/>
            <a:pathLst>
              <a:path w="2431415" h="2328545">
                <a:moveTo>
                  <a:pt x="2316607" y="0"/>
                </a:moveTo>
                <a:lnTo>
                  <a:pt x="114122" y="0"/>
                </a:lnTo>
                <a:lnTo>
                  <a:pt x="98411" y="1000"/>
                </a:lnTo>
                <a:lnTo>
                  <a:pt x="99016" y="1000"/>
                </a:lnTo>
                <a:lnTo>
                  <a:pt x="84737" y="3775"/>
                </a:lnTo>
                <a:lnTo>
                  <a:pt x="44640" y="23462"/>
                </a:lnTo>
                <a:lnTo>
                  <a:pt x="15481" y="56870"/>
                </a:lnTo>
                <a:lnTo>
                  <a:pt x="1002" y="99143"/>
                </a:lnTo>
                <a:lnTo>
                  <a:pt x="0" y="114109"/>
                </a:lnTo>
                <a:lnTo>
                  <a:pt x="0" y="2213991"/>
                </a:lnTo>
                <a:lnTo>
                  <a:pt x="8456" y="2257323"/>
                </a:lnTo>
                <a:lnTo>
                  <a:pt x="8508" y="2257478"/>
                </a:lnTo>
                <a:lnTo>
                  <a:pt x="33304" y="2294724"/>
                </a:lnTo>
                <a:lnTo>
                  <a:pt x="70434" y="2319304"/>
                </a:lnTo>
                <a:lnTo>
                  <a:pt x="114122" y="2328113"/>
                </a:lnTo>
                <a:lnTo>
                  <a:pt x="2316962" y="2327757"/>
                </a:lnTo>
                <a:lnTo>
                  <a:pt x="2360284" y="2319304"/>
                </a:lnTo>
                <a:lnTo>
                  <a:pt x="2397696" y="2294453"/>
                </a:lnTo>
                <a:lnTo>
                  <a:pt x="2422199" y="2257478"/>
                </a:lnTo>
                <a:lnTo>
                  <a:pt x="2422276" y="2257323"/>
                </a:lnTo>
                <a:lnTo>
                  <a:pt x="2427064" y="2243375"/>
                </a:lnTo>
                <a:lnTo>
                  <a:pt x="2427125" y="2243197"/>
                </a:lnTo>
                <a:lnTo>
                  <a:pt x="2430043" y="2228801"/>
                </a:lnTo>
                <a:lnTo>
                  <a:pt x="2430083" y="2228601"/>
                </a:lnTo>
                <a:lnTo>
                  <a:pt x="2431061" y="2213991"/>
                </a:lnTo>
                <a:lnTo>
                  <a:pt x="2431084" y="2213635"/>
                </a:lnTo>
                <a:lnTo>
                  <a:pt x="2430729" y="114109"/>
                </a:lnTo>
                <a:lnTo>
                  <a:pt x="2422220" y="70627"/>
                </a:lnTo>
                <a:lnTo>
                  <a:pt x="2397420" y="33386"/>
                </a:lnTo>
                <a:lnTo>
                  <a:pt x="2360294" y="8802"/>
                </a:lnTo>
                <a:lnTo>
                  <a:pt x="2331572" y="1000"/>
                </a:lnTo>
                <a:lnTo>
                  <a:pt x="2316607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1042" y="1638974"/>
            <a:ext cx="14497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'poem.txt''r'</a:t>
            </a:r>
            <a:r>
              <a:rPr dirty="0" sz="800" spc="8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398" y="2033170"/>
            <a:ext cx="142621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content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one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big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string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1042" y="2167610"/>
            <a:ext cx="487680" cy="296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11000"/>
              </a:lnSpc>
              <a:spcBef>
                <a:spcPts val="100"/>
              </a:spcBef>
            </a:pPr>
            <a:r>
              <a:rPr dirty="0" sz="800" spc="-20">
                <a:solidFill>
                  <a:srgbClr val="FF8B7E"/>
                </a:solidFill>
                <a:latin typeface="Courier New"/>
                <a:cs typeface="Courier New"/>
              </a:rPr>
              <a:t>printlen 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5196" y="2133080"/>
            <a:ext cx="1080135" cy="33083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r" marR="49530">
              <a:lnSpc>
                <a:spcPct val="100000"/>
              </a:lnSpc>
              <a:spcBef>
                <a:spcPts val="380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total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chars</a:t>
            </a:r>
            <a:endParaRPr sz="7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320"/>
              </a:spcBef>
            </a:pP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'\n'</a:t>
            </a:r>
            <a:r>
              <a:rPr dirty="0" sz="800" spc="29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line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20" i="1">
                <a:solidFill>
                  <a:srgbClr val="8A8FB4"/>
                </a:solidFill>
                <a:latin typeface="Courier New"/>
                <a:cs typeface="Courier New"/>
              </a:rPr>
              <a:t>count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6920" y="3940926"/>
            <a:ext cx="2432050" cy="635"/>
          </a:xfrm>
          <a:custGeom>
            <a:avLst/>
            <a:gdLst/>
            <a:ahLst/>
            <a:cxnLst/>
            <a:rect l="l" t="t" r="r" b="b"/>
            <a:pathLst>
              <a:path w="2432050" h="635">
                <a:moveTo>
                  <a:pt x="0" y="0"/>
                </a:moveTo>
                <a:lnTo>
                  <a:pt x="2431440" y="355"/>
                </a:lnTo>
              </a:path>
            </a:pathLst>
          </a:custGeom>
          <a:ln w="7199">
            <a:solidFill>
              <a:srgbClr val="E4DEC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9079" y="4025419"/>
            <a:ext cx="175641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4940" indent="-154940">
              <a:lnSpc>
                <a:spcPct val="100000"/>
              </a:lnSpc>
              <a:spcBef>
                <a:spcPts val="114"/>
              </a:spcBef>
              <a:buClr>
                <a:srgbClr val="FF6A5A"/>
              </a:buClr>
              <a:buSzPct val="146153"/>
              <a:buFont typeface="Segoe UI Symbol"/>
              <a:buChar char="◆"/>
              <a:tabLst>
                <a:tab pos="154940" algn="l"/>
              </a:tabLst>
            </a:pP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Small files. When</a:t>
            </a:r>
            <a:r>
              <a:rPr dirty="0" baseline="4273" sz="975" spc="7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you need everything at </a:t>
            </a:r>
            <a:r>
              <a:rPr dirty="0" baseline="4273" sz="975" spc="-30">
                <a:solidFill>
                  <a:srgbClr val="797E94"/>
                </a:solidFill>
                <a:latin typeface="Calibri"/>
                <a:cs typeface="Calibri"/>
              </a:rPr>
              <a:t>once.</a:t>
            </a:r>
            <a:endParaRPr baseline="4273" sz="975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05949" y="1103873"/>
            <a:ext cx="2731770" cy="3168015"/>
            <a:chOff x="3205949" y="1103873"/>
            <a:chExt cx="2731770" cy="3168015"/>
          </a:xfrm>
        </p:grpSpPr>
        <p:sp>
          <p:nvSpPr>
            <p:cNvPr id="21" name="object 21"/>
            <p:cNvSpPr/>
            <p:nvPr/>
          </p:nvSpPr>
          <p:spPr>
            <a:xfrm>
              <a:off x="3209759" y="1117805"/>
              <a:ext cx="2724150" cy="3139440"/>
            </a:xfrm>
            <a:custGeom>
              <a:avLst/>
              <a:gdLst/>
              <a:ahLst/>
              <a:cxnLst/>
              <a:rect l="l" t="t" r="r" b="b"/>
              <a:pathLst>
                <a:path w="2724150" h="3139440">
                  <a:moveTo>
                    <a:pt x="2590558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006001"/>
                  </a:lnTo>
                  <a:lnTo>
                    <a:pt x="1116" y="3023079"/>
                  </a:lnTo>
                  <a:lnTo>
                    <a:pt x="1136" y="3023390"/>
                  </a:lnTo>
                  <a:lnTo>
                    <a:pt x="17640" y="3072599"/>
                  </a:lnTo>
                  <a:lnTo>
                    <a:pt x="51960" y="3111577"/>
                  </a:lnTo>
                  <a:lnTo>
                    <a:pt x="98688" y="3134653"/>
                  </a:lnTo>
                  <a:lnTo>
                    <a:pt x="133197" y="3139198"/>
                  </a:lnTo>
                  <a:lnTo>
                    <a:pt x="2590914" y="3138843"/>
                  </a:lnTo>
                  <a:lnTo>
                    <a:pt x="2641751" y="3128818"/>
                  </a:lnTo>
                  <a:lnTo>
                    <a:pt x="2685059" y="3099955"/>
                  </a:lnTo>
                  <a:lnTo>
                    <a:pt x="2713838" y="3056825"/>
                  </a:lnTo>
                  <a:lnTo>
                    <a:pt x="2724100" y="3006001"/>
                  </a:lnTo>
                  <a:lnTo>
                    <a:pt x="2724124" y="3005632"/>
                  </a:lnTo>
                  <a:lnTo>
                    <a:pt x="2723756" y="133197"/>
                  </a:lnTo>
                  <a:lnTo>
                    <a:pt x="2713731" y="82371"/>
                  </a:lnTo>
                  <a:lnTo>
                    <a:pt x="2684880" y="39054"/>
                  </a:lnTo>
                  <a:lnTo>
                    <a:pt x="2641540" y="10174"/>
                  </a:lnTo>
                  <a:lnTo>
                    <a:pt x="2608004" y="1142"/>
                  </a:lnTo>
                  <a:lnTo>
                    <a:pt x="2590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09759" y="1118160"/>
              <a:ext cx="2724150" cy="3139440"/>
            </a:xfrm>
            <a:custGeom>
              <a:avLst/>
              <a:gdLst/>
              <a:ahLst/>
              <a:cxnLst/>
              <a:rect l="l" t="t" r="r" b="b"/>
              <a:pathLst>
                <a:path w="2724150" h="3139440">
                  <a:moveTo>
                    <a:pt x="0" y="3606"/>
                  </a:moveTo>
                  <a:lnTo>
                    <a:pt x="2724124" y="3962"/>
                  </a:lnTo>
                </a:path>
                <a:path w="2724150" h="3139440">
                  <a:moveTo>
                    <a:pt x="2720517" y="0"/>
                  </a:moveTo>
                  <a:lnTo>
                    <a:pt x="2720886" y="3139198"/>
                  </a:lnTo>
                </a:path>
                <a:path w="2724150" h="3139440">
                  <a:moveTo>
                    <a:pt x="0" y="3135604"/>
                  </a:moveTo>
                  <a:lnTo>
                    <a:pt x="2724124" y="31359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24161" y="1118160"/>
              <a:ext cx="635" cy="3139440"/>
            </a:xfrm>
            <a:custGeom>
              <a:avLst/>
              <a:gdLst/>
              <a:ahLst/>
              <a:cxnLst/>
              <a:rect l="l" t="t" r="r" b="b"/>
              <a:pathLst>
                <a:path w="635" h="3139440">
                  <a:moveTo>
                    <a:pt x="0" y="0"/>
                  </a:moveTo>
                  <a:lnTo>
                    <a:pt x="355" y="3139198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43681" y="1242366"/>
              <a:ext cx="904875" cy="206375"/>
            </a:xfrm>
            <a:custGeom>
              <a:avLst/>
              <a:gdLst/>
              <a:ahLst/>
              <a:cxnLst/>
              <a:rect l="l" t="t" r="r" b="b"/>
              <a:pathLst>
                <a:path w="904875" h="206375">
                  <a:moveTo>
                    <a:pt x="76682" y="0"/>
                  </a:moveTo>
                  <a:lnTo>
                    <a:pt x="38519" y="10439"/>
                  </a:lnTo>
                  <a:lnTo>
                    <a:pt x="10439" y="38150"/>
                  </a:lnTo>
                  <a:lnTo>
                    <a:pt x="355" y="76314"/>
                  </a:lnTo>
                  <a:lnTo>
                    <a:pt x="0" y="129959"/>
                  </a:lnTo>
                  <a:lnTo>
                    <a:pt x="658" y="139920"/>
                  </a:lnTo>
                  <a:lnTo>
                    <a:pt x="15883" y="176401"/>
                  </a:lnTo>
                  <a:lnTo>
                    <a:pt x="47112" y="200503"/>
                  </a:lnTo>
                  <a:lnTo>
                    <a:pt x="76314" y="206273"/>
                  </a:lnTo>
                  <a:lnTo>
                    <a:pt x="828001" y="206273"/>
                  </a:lnTo>
                  <a:lnTo>
                    <a:pt x="866152" y="195834"/>
                  </a:lnTo>
                  <a:lnTo>
                    <a:pt x="894232" y="168109"/>
                  </a:lnTo>
                  <a:lnTo>
                    <a:pt x="903623" y="140070"/>
                  </a:lnTo>
                  <a:lnTo>
                    <a:pt x="903653" y="139920"/>
                  </a:lnTo>
                  <a:lnTo>
                    <a:pt x="904316" y="129959"/>
                  </a:lnTo>
                  <a:lnTo>
                    <a:pt x="904292" y="76314"/>
                  </a:lnTo>
                  <a:lnTo>
                    <a:pt x="903647" y="66558"/>
                  </a:lnTo>
                  <a:lnTo>
                    <a:pt x="888434" y="30232"/>
                  </a:lnTo>
                  <a:lnTo>
                    <a:pt x="857205" y="6125"/>
                  </a:lnTo>
                  <a:lnTo>
                    <a:pt x="828001" y="355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346919" y="1268173"/>
            <a:ext cx="908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50" b="1">
                <a:solidFill>
                  <a:srgbClr val="FF6A5A"/>
                </a:solidFill>
                <a:latin typeface="Calibri"/>
                <a:cs typeface="Calibri"/>
              </a:rPr>
              <a:t>ALL</a:t>
            </a:r>
            <a:r>
              <a:rPr dirty="0" sz="800" spc="1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LINES</a:t>
            </a:r>
            <a:r>
              <a:rPr dirty="0" sz="800" spc="19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AS</a:t>
            </a:r>
            <a:r>
              <a:rPr dirty="0" sz="800" spc="19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35" b="1">
                <a:solidFill>
                  <a:srgbClr val="FF6A5A"/>
                </a:solidFill>
                <a:latin typeface="Calibri"/>
                <a:cs typeface="Calibri"/>
              </a:rPr>
              <a:t>LIST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80075" y="1297344"/>
            <a:ext cx="9842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00" spc="-4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600" spc="-7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797E94"/>
                </a:solidFill>
                <a:latin typeface="Trebuchet MS"/>
                <a:cs typeface="Trebuchet MS"/>
              </a:rPr>
              <a:t>2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67074" y="1523887"/>
            <a:ext cx="2431415" cy="2328545"/>
          </a:xfrm>
          <a:custGeom>
            <a:avLst/>
            <a:gdLst/>
            <a:ahLst/>
            <a:cxnLst/>
            <a:rect l="l" t="t" r="r" b="b"/>
            <a:pathLst>
              <a:path w="2431415" h="2328545">
                <a:moveTo>
                  <a:pt x="2316606" y="0"/>
                </a:moveTo>
                <a:lnTo>
                  <a:pt x="114122" y="0"/>
                </a:lnTo>
                <a:lnTo>
                  <a:pt x="98411" y="1000"/>
                </a:lnTo>
                <a:lnTo>
                  <a:pt x="99016" y="1000"/>
                </a:lnTo>
                <a:lnTo>
                  <a:pt x="84737" y="3775"/>
                </a:lnTo>
                <a:lnTo>
                  <a:pt x="44645" y="23462"/>
                </a:lnTo>
                <a:lnTo>
                  <a:pt x="15481" y="56870"/>
                </a:lnTo>
                <a:lnTo>
                  <a:pt x="1002" y="99143"/>
                </a:lnTo>
                <a:lnTo>
                  <a:pt x="0" y="114109"/>
                </a:lnTo>
                <a:lnTo>
                  <a:pt x="0" y="2213991"/>
                </a:lnTo>
                <a:lnTo>
                  <a:pt x="932" y="2228601"/>
                </a:lnTo>
                <a:lnTo>
                  <a:pt x="945" y="2228801"/>
                </a:lnTo>
                <a:lnTo>
                  <a:pt x="3746" y="2243197"/>
                </a:lnTo>
                <a:lnTo>
                  <a:pt x="3781" y="2243375"/>
                </a:lnTo>
                <a:lnTo>
                  <a:pt x="8456" y="2257323"/>
                </a:lnTo>
                <a:lnTo>
                  <a:pt x="8508" y="2257478"/>
                </a:lnTo>
                <a:lnTo>
                  <a:pt x="33308" y="2294724"/>
                </a:lnTo>
                <a:lnTo>
                  <a:pt x="70434" y="2319304"/>
                </a:lnTo>
                <a:lnTo>
                  <a:pt x="114122" y="2328113"/>
                </a:lnTo>
                <a:lnTo>
                  <a:pt x="2316962" y="2327757"/>
                </a:lnTo>
                <a:lnTo>
                  <a:pt x="2360284" y="2319304"/>
                </a:lnTo>
                <a:lnTo>
                  <a:pt x="2397696" y="2294453"/>
                </a:lnTo>
                <a:lnTo>
                  <a:pt x="2422199" y="2257478"/>
                </a:lnTo>
                <a:lnTo>
                  <a:pt x="2422276" y="2257323"/>
                </a:lnTo>
                <a:lnTo>
                  <a:pt x="2427064" y="2243375"/>
                </a:lnTo>
                <a:lnTo>
                  <a:pt x="2427125" y="2243197"/>
                </a:lnTo>
                <a:lnTo>
                  <a:pt x="2430043" y="2228801"/>
                </a:lnTo>
                <a:lnTo>
                  <a:pt x="2430083" y="2228601"/>
                </a:lnTo>
                <a:lnTo>
                  <a:pt x="2431061" y="2213991"/>
                </a:lnTo>
                <a:lnTo>
                  <a:pt x="2431084" y="2213635"/>
                </a:lnTo>
                <a:lnTo>
                  <a:pt x="2430729" y="114109"/>
                </a:lnTo>
                <a:lnTo>
                  <a:pt x="2422220" y="70627"/>
                </a:lnTo>
                <a:lnTo>
                  <a:pt x="2397425" y="33386"/>
                </a:lnTo>
                <a:lnTo>
                  <a:pt x="2360294" y="8802"/>
                </a:lnTo>
                <a:lnTo>
                  <a:pt x="2331572" y="1000"/>
                </a:lnTo>
                <a:lnTo>
                  <a:pt x="2316606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80841" y="1638974"/>
            <a:ext cx="145034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'poem.txt''r'</a:t>
            </a:r>
            <a:r>
              <a:rPr dirty="0" sz="800" spc="8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80841" y="1981721"/>
            <a:ext cx="2043430" cy="31940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5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lines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list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of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strings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each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ends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with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'\n'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(except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maybe</a:t>
            </a:r>
            <a:r>
              <a:rPr dirty="0" sz="6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last)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81196" y="2316494"/>
            <a:ext cx="1949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for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50195" y="2252916"/>
            <a:ext cx="1748155" cy="34671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15290">
              <a:lnSpc>
                <a:spcPct val="100000"/>
              </a:lnSpc>
              <a:spcBef>
                <a:spcPts val="405"/>
              </a:spcBef>
            </a:pPr>
            <a:r>
              <a:rPr dirty="0" baseline="-13888" sz="1200">
                <a:solidFill>
                  <a:srgbClr val="FF8B7E"/>
                </a:solidFill>
                <a:latin typeface="Courier New"/>
                <a:cs typeface="Courier New"/>
              </a:rPr>
              <a:t>in</a:t>
            </a:r>
            <a:r>
              <a:rPr dirty="0" baseline="-13888" sz="1200" spc="-427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enumerate</a:t>
            </a:r>
            <a:endParaRPr sz="7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300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f"{i}:</a:t>
            </a:r>
            <a:r>
              <a:rPr dirty="0" sz="800" spc="-8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{line.rstrip()}"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366719" y="3940926"/>
            <a:ext cx="2432050" cy="635"/>
          </a:xfrm>
          <a:custGeom>
            <a:avLst/>
            <a:gdLst/>
            <a:ahLst/>
            <a:cxnLst/>
            <a:rect l="l" t="t" r="r" b="b"/>
            <a:pathLst>
              <a:path w="2432050" h="635">
                <a:moveTo>
                  <a:pt x="0" y="0"/>
                </a:moveTo>
                <a:lnTo>
                  <a:pt x="2431440" y="355"/>
                </a:lnTo>
              </a:path>
            </a:pathLst>
          </a:custGeom>
          <a:ln w="7199">
            <a:solidFill>
              <a:srgbClr val="E4DEC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368878" y="4025419"/>
            <a:ext cx="180340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4940" indent="-154940">
              <a:lnSpc>
                <a:spcPct val="100000"/>
              </a:lnSpc>
              <a:spcBef>
                <a:spcPts val="114"/>
              </a:spcBef>
              <a:buClr>
                <a:srgbClr val="FF6A5A"/>
              </a:buClr>
              <a:buSzPct val="146153"/>
              <a:buFont typeface="Segoe UI Symbol"/>
              <a:buChar char="◆"/>
              <a:tabLst>
                <a:tab pos="154940" algn="l"/>
              </a:tabLst>
            </a:pP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When</a:t>
            </a:r>
            <a:r>
              <a:rPr dirty="0" baseline="4273" sz="975" spc="7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you</a:t>
            </a:r>
            <a:r>
              <a:rPr dirty="0" baseline="4273" sz="975" spc="7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need</a:t>
            </a:r>
            <a:r>
              <a:rPr dirty="0" baseline="4273" sz="975" spc="7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line</a:t>
            </a:r>
            <a:r>
              <a:rPr dirty="0" baseline="4273" sz="975" spc="7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numbers</a:t>
            </a:r>
            <a:r>
              <a:rPr dirty="0" baseline="4273" sz="975" spc="7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or</a:t>
            </a:r>
            <a:r>
              <a:rPr dirty="0" baseline="4273" sz="975" spc="7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797E94"/>
                </a:solidFill>
                <a:latin typeface="Calibri"/>
                <a:cs typeface="Calibri"/>
              </a:rPr>
              <a:t>random</a:t>
            </a:r>
            <a:r>
              <a:rPr dirty="0" baseline="4273" sz="975" spc="15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4273" sz="975" spc="-15">
                <a:solidFill>
                  <a:srgbClr val="797E94"/>
                </a:solidFill>
                <a:latin typeface="Calibri"/>
                <a:cs typeface="Calibri"/>
              </a:rPr>
              <a:t>access.</a:t>
            </a:r>
            <a:endParaRPr baseline="4273" sz="975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015748" y="1103873"/>
            <a:ext cx="2731770" cy="3168015"/>
            <a:chOff x="6015748" y="1103873"/>
            <a:chExt cx="2731770" cy="3168015"/>
          </a:xfrm>
        </p:grpSpPr>
        <p:sp>
          <p:nvSpPr>
            <p:cNvPr id="35" name="object 35"/>
            <p:cNvSpPr/>
            <p:nvPr/>
          </p:nvSpPr>
          <p:spPr>
            <a:xfrm>
              <a:off x="6019558" y="1117805"/>
              <a:ext cx="2724150" cy="3139440"/>
            </a:xfrm>
            <a:custGeom>
              <a:avLst/>
              <a:gdLst/>
              <a:ahLst/>
              <a:cxnLst/>
              <a:rect l="l" t="t" r="r" b="b"/>
              <a:pathLst>
                <a:path w="2724150" h="3139440">
                  <a:moveTo>
                    <a:pt x="2590558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0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006001"/>
                  </a:lnTo>
                  <a:lnTo>
                    <a:pt x="9953" y="3056614"/>
                  </a:lnTo>
                  <a:lnTo>
                    <a:pt x="38881" y="3100135"/>
                  </a:lnTo>
                  <a:lnTo>
                    <a:pt x="82223" y="3129024"/>
                  </a:lnTo>
                  <a:lnTo>
                    <a:pt x="133197" y="3139198"/>
                  </a:lnTo>
                  <a:lnTo>
                    <a:pt x="2590927" y="3138843"/>
                  </a:lnTo>
                  <a:lnTo>
                    <a:pt x="2641751" y="3128818"/>
                  </a:lnTo>
                  <a:lnTo>
                    <a:pt x="2685059" y="3099955"/>
                  </a:lnTo>
                  <a:lnTo>
                    <a:pt x="2713838" y="3056825"/>
                  </a:lnTo>
                  <a:lnTo>
                    <a:pt x="2713944" y="3056614"/>
                  </a:lnTo>
                  <a:lnTo>
                    <a:pt x="2719500" y="3040376"/>
                  </a:lnTo>
                  <a:lnTo>
                    <a:pt x="2719578" y="3040151"/>
                  </a:lnTo>
                  <a:lnTo>
                    <a:pt x="2722920" y="3023390"/>
                  </a:lnTo>
                  <a:lnTo>
                    <a:pt x="2722982" y="3023079"/>
                  </a:lnTo>
                  <a:lnTo>
                    <a:pt x="2724100" y="3006001"/>
                  </a:lnTo>
                  <a:lnTo>
                    <a:pt x="2724124" y="3005632"/>
                  </a:lnTo>
                  <a:lnTo>
                    <a:pt x="2723756" y="133197"/>
                  </a:lnTo>
                  <a:lnTo>
                    <a:pt x="2713737" y="82371"/>
                  </a:lnTo>
                  <a:lnTo>
                    <a:pt x="2684880" y="39054"/>
                  </a:lnTo>
                  <a:lnTo>
                    <a:pt x="2641540" y="10174"/>
                  </a:lnTo>
                  <a:lnTo>
                    <a:pt x="2608004" y="1142"/>
                  </a:lnTo>
                  <a:lnTo>
                    <a:pt x="2590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019558" y="1118160"/>
              <a:ext cx="2724150" cy="3139440"/>
            </a:xfrm>
            <a:custGeom>
              <a:avLst/>
              <a:gdLst/>
              <a:ahLst/>
              <a:cxnLst/>
              <a:rect l="l" t="t" r="r" b="b"/>
              <a:pathLst>
                <a:path w="2724150" h="3139440">
                  <a:moveTo>
                    <a:pt x="0" y="3606"/>
                  </a:moveTo>
                  <a:lnTo>
                    <a:pt x="2724124" y="3962"/>
                  </a:lnTo>
                </a:path>
                <a:path w="2724150" h="3139440">
                  <a:moveTo>
                    <a:pt x="2720517" y="0"/>
                  </a:moveTo>
                  <a:lnTo>
                    <a:pt x="2720886" y="3139198"/>
                  </a:lnTo>
                </a:path>
                <a:path w="2724150" h="3139440">
                  <a:moveTo>
                    <a:pt x="0" y="3135604"/>
                  </a:moveTo>
                  <a:lnTo>
                    <a:pt x="2724124" y="31359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033960" y="1118160"/>
              <a:ext cx="635" cy="3139440"/>
            </a:xfrm>
            <a:custGeom>
              <a:avLst/>
              <a:gdLst/>
              <a:ahLst/>
              <a:cxnLst/>
              <a:rect l="l" t="t" r="r" b="b"/>
              <a:pathLst>
                <a:path w="635" h="3139440">
                  <a:moveTo>
                    <a:pt x="0" y="0"/>
                  </a:moveTo>
                  <a:lnTo>
                    <a:pt x="355" y="313919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153835" y="1242366"/>
              <a:ext cx="702945" cy="206375"/>
            </a:xfrm>
            <a:custGeom>
              <a:avLst/>
              <a:gdLst/>
              <a:ahLst/>
              <a:cxnLst/>
              <a:rect l="l" t="t" r="r" b="b"/>
              <a:pathLst>
                <a:path w="702945" h="206375">
                  <a:moveTo>
                    <a:pt x="76682" y="0"/>
                  </a:moveTo>
                  <a:lnTo>
                    <a:pt x="38519" y="10439"/>
                  </a:lnTo>
                  <a:lnTo>
                    <a:pt x="10439" y="38150"/>
                  </a:lnTo>
                  <a:lnTo>
                    <a:pt x="368" y="76314"/>
                  </a:lnTo>
                  <a:lnTo>
                    <a:pt x="0" y="129959"/>
                  </a:lnTo>
                  <a:lnTo>
                    <a:pt x="660" y="139920"/>
                  </a:lnTo>
                  <a:lnTo>
                    <a:pt x="670" y="140070"/>
                  </a:lnTo>
                  <a:lnTo>
                    <a:pt x="15889" y="176401"/>
                  </a:lnTo>
                  <a:lnTo>
                    <a:pt x="47112" y="200503"/>
                  </a:lnTo>
                  <a:lnTo>
                    <a:pt x="76327" y="206273"/>
                  </a:lnTo>
                  <a:lnTo>
                    <a:pt x="626402" y="206273"/>
                  </a:lnTo>
                  <a:lnTo>
                    <a:pt x="664565" y="195834"/>
                  </a:lnTo>
                  <a:lnTo>
                    <a:pt x="692645" y="168109"/>
                  </a:lnTo>
                  <a:lnTo>
                    <a:pt x="702729" y="129959"/>
                  </a:lnTo>
                  <a:lnTo>
                    <a:pt x="702705" y="76314"/>
                  </a:lnTo>
                  <a:lnTo>
                    <a:pt x="692289" y="38519"/>
                  </a:lnTo>
                  <a:lnTo>
                    <a:pt x="664565" y="10439"/>
                  </a:lnTo>
                  <a:lnTo>
                    <a:pt x="626402" y="355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183719" y="1268173"/>
            <a:ext cx="654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60" b="1">
                <a:solidFill>
                  <a:srgbClr val="293183"/>
                </a:solidFill>
                <a:latin typeface="Calibri"/>
                <a:cs typeface="Calibri"/>
              </a:rPr>
              <a:t>LINE</a:t>
            </a:r>
            <a:r>
              <a:rPr dirty="0" sz="800" spc="1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BY</a:t>
            </a:r>
            <a:r>
              <a:rPr dirty="0" sz="800" spc="1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40" b="1">
                <a:solidFill>
                  <a:srgbClr val="293183"/>
                </a:solidFill>
                <a:latin typeface="Calibri"/>
                <a:cs typeface="Calibri"/>
              </a:rPr>
              <a:t>LINE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89874" y="1297344"/>
            <a:ext cx="9842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00" spc="-40">
                <a:solidFill>
                  <a:srgbClr val="797E94"/>
                </a:solidFill>
                <a:latin typeface="Trebuchet MS"/>
                <a:cs typeface="Trebuchet MS"/>
              </a:rPr>
              <a:t>0</a:t>
            </a:r>
            <a:r>
              <a:rPr dirty="0" sz="600" spc="-7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00" spc="-50">
                <a:solidFill>
                  <a:srgbClr val="797E94"/>
                </a:solidFill>
                <a:latin typeface="Trebuchet MS"/>
                <a:cs typeface="Trebuchet MS"/>
              </a:rPr>
              <a:t>3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176517" y="1523887"/>
            <a:ext cx="2432050" cy="2328545"/>
          </a:xfrm>
          <a:custGeom>
            <a:avLst/>
            <a:gdLst/>
            <a:ahLst/>
            <a:cxnLst/>
            <a:rect l="l" t="t" r="r" b="b"/>
            <a:pathLst>
              <a:path w="2432050" h="2328545">
                <a:moveTo>
                  <a:pt x="2316962" y="0"/>
                </a:moveTo>
                <a:lnTo>
                  <a:pt x="114122" y="0"/>
                </a:lnTo>
                <a:lnTo>
                  <a:pt x="98411" y="1000"/>
                </a:lnTo>
                <a:lnTo>
                  <a:pt x="99016" y="1000"/>
                </a:lnTo>
                <a:lnTo>
                  <a:pt x="84737" y="3775"/>
                </a:lnTo>
                <a:lnTo>
                  <a:pt x="44638" y="23462"/>
                </a:lnTo>
                <a:lnTo>
                  <a:pt x="15481" y="56870"/>
                </a:lnTo>
                <a:lnTo>
                  <a:pt x="1000" y="99143"/>
                </a:lnTo>
                <a:lnTo>
                  <a:pt x="0" y="114109"/>
                </a:lnTo>
                <a:lnTo>
                  <a:pt x="0" y="2213991"/>
                </a:lnTo>
                <a:lnTo>
                  <a:pt x="932" y="2228601"/>
                </a:lnTo>
                <a:lnTo>
                  <a:pt x="945" y="2228801"/>
                </a:lnTo>
                <a:lnTo>
                  <a:pt x="3746" y="2243197"/>
                </a:lnTo>
                <a:lnTo>
                  <a:pt x="3781" y="2243375"/>
                </a:lnTo>
                <a:lnTo>
                  <a:pt x="8456" y="2257323"/>
                </a:lnTo>
                <a:lnTo>
                  <a:pt x="8508" y="2257478"/>
                </a:lnTo>
                <a:lnTo>
                  <a:pt x="33299" y="2294724"/>
                </a:lnTo>
                <a:lnTo>
                  <a:pt x="70434" y="2319304"/>
                </a:lnTo>
                <a:lnTo>
                  <a:pt x="114122" y="2328113"/>
                </a:lnTo>
                <a:lnTo>
                  <a:pt x="2317318" y="2327757"/>
                </a:lnTo>
                <a:lnTo>
                  <a:pt x="2360640" y="2319304"/>
                </a:lnTo>
                <a:lnTo>
                  <a:pt x="2398052" y="2294453"/>
                </a:lnTo>
                <a:lnTo>
                  <a:pt x="2422555" y="2257478"/>
                </a:lnTo>
                <a:lnTo>
                  <a:pt x="2431416" y="2213991"/>
                </a:lnTo>
                <a:lnTo>
                  <a:pt x="2431440" y="2213635"/>
                </a:lnTo>
                <a:lnTo>
                  <a:pt x="2431084" y="114109"/>
                </a:lnTo>
                <a:lnTo>
                  <a:pt x="2422576" y="70627"/>
                </a:lnTo>
                <a:lnTo>
                  <a:pt x="2397785" y="33386"/>
                </a:lnTo>
                <a:lnTo>
                  <a:pt x="2360650" y="8802"/>
                </a:lnTo>
                <a:lnTo>
                  <a:pt x="2331928" y="1000"/>
                </a:lnTo>
                <a:lnTo>
                  <a:pt x="231696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265595" y="1625078"/>
            <a:ext cx="1484630" cy="29718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04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'poem.txt''r'</a:t>
            </a:r>
            <a:r>
              <a:rPr dirty="0" sz="800" spc="8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baseline="15873" sz="1050" spc="-37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baseline="15873" sz="1050">
              <a:latin typeface="Courier New"/>
              <a:cs typeface="Courier New"/>
            </a:endParaRPr>
          </a:p>
          <a:p>
            <a:pPr marL="220345">
              <a:lnSpc>
                <a:spcPct val="100000"/>
              </a:lnSpc>
              <a:spcBef>
                <a:spcPts val="110"/>
              </a:spcBef>
              <a:tabLst>
                <a:tab pos="658495" algn="l"/>
              </a:tabLst>
            </a:pP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for</a:t>
            </a: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	</a:t>
            </a: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in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90995" y="2159454"/>
            <a:ext cx="1525270" cy="44005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3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Courier New"/>
                <a:cs typeface="Courier New"/>
              </a:rPr>
              <a:t>Memory-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friendly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only</a:t>
            </a:r>
            <a:r>
              <a:rPr dirty="0" sz="600" spc="-3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one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Courier New"/>
                <a:cs typeface="Courier New"/>
              </a:rPr>
              <a:t>line</a:t>
            </a:r>
            <a:endParaRPr sz="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in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memory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at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time.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Use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this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for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big</a:t>
            </a:r>
            <a:r>
              <a:rPr dirty="0" sz="800" spc="-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files.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76886" y="3940926"/>
            <a:ext cx="2431415" cy="635"/>
          </a:xfrm>
          <a:custGeom>
            <a:avLst/>
            <a:gdLst/>
            <a:ahLst/>
            <a:cxnLst/>
            <a:rect l="l" t="t" r="r" b="b"/>
            <a:pathLst>
              <a:path w="2431415" h="635">
                <a:moveTo>
                  <a:pt x="0" y="0"/>
                </a:moveTo>
                <a:lnTo>
                  <a:pt x="2431072" y="355"/>
                </a:lnTo>
              </a:path>
            </a:pathLst>
          </a:custGeom>
          <a:ln w="7199">
            <a:solidFill>
              <a:srgbClr val="E4DEC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178677" y="4008858"/>
            <a:ext cx="17475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940" indent="-154940">
              <a:lnSpc>
                <a:spcPct val="100000"/>
              </a:lnSpc>
              <a:spcBef>
                <a:spcPts val="100"/>
              </a:spcBef>
              <a:buClr>
                <a:srgbClr val="FF6A5A"/>
              </a:buClr>
              <a:buSzPct val="118750"/>
              <a:buFont typeface="Segoe UI Symbol"/>
              <a:buChar char="◆"/>
              <a:tabLst>
                <a:tab pos="154940" algn="l"/>
              </a:tabLst>
            </a:pPr>
            <a:r>
              <a:rPr dirty="0" baseline="3472" sz="1200">
                <a:solidFill>
                  <a:srgbClr val="797E94"/>
                </a:solidFill>
                <a:latin typeface="Calibri"/>
                <a:cs typeface="Calibri"/>
              </a:rPr>
              <a:t>Big</a:t>
            </a:r>
            <a:r>
              <a:rPr dirty="0" baseline="3472" sz="1200" spc="-30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797E94"/>
                </a:solidFill>
                <a:latin typeface="Calibri"/>
                <a:cs typeface="Calibri"/>
              </a:rPr>
              <a:t>files.</a:t>
            </a:r>
            <a:r>
              <a:rPr dirty="0" baseline="3472" sz="1200" spc="-22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797E94"/>
                </a:solidFill>
                <a:latin typeface="Calibri"/>
                <a:cs typeface="Calibri"/>
              </a:rPr>
              <a:t>When</a:t>
            </a:r>
            <a:r>
              <a:rPr dirty="0" baseline="3472" sz="1200" spc="-22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797E94"/>
                </a:solidFill>
                <a:latin typeface="Calibri"/>
                <a:cs typeface="Calibri"/>
              </a:rPr>
              <a:t>you</a:t>
            </a:r>
            <a:r>
              <a:rPr dirty="0" baseline="3472" sz="1200" spc="-22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797E94"/>
                </a:solidFill>
                <a:latin typeface="Calibri"/>
                <a:cs typeface="Calibri"/>
              </a:rPr>
              <a:t>process</a:t>
            </a:r>
            <a:r>
              <a:rPr dirty="0" baseline="3472" sz="1200" spc="-22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797E94"/>
                </a:solidFill>
                <a:latin typeface="Calibri"/>
                <a:cs typeface="Calibri"/>
              </a:rPr>
              <a:t>and</a:t>
            </a:r>
            <a:r>
              <a:rPr dirty="0" baseline="3472" sz="1200" spc="-22">
                <a:solidFill>
                  <a:srgbClr val="797E94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797E94"/>
                </a:solidFill>
                <a:latin typeface="Calibri"/>
                <a:cs typeface="Calibri"/>
              </a:rPr>
              <a:t>forget.</a:t>
            </a:r>
            <a:endParaRPr baseline="3472" sz="12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99237" y="4329114"/>
            <a:ext cx="8344534" cy="400050"/>
            <a:chOff x="399237" y="4329114"/>
            <a:chExt cx="8344534" cy="400050"/>
          </a:xfrm>
        </p:grpSpPr>
        <p:sp>
          <p:nvSpPr>
            <p:cNvPr id="47" name="object 47"/>
            <p:cNvSpPr/>
            <p:nvPr/>
          </p:nvSpPr>
          <p:spPr>
            <a:xfrm>
              <a:off x="399237" y="4342678"/>
              <a:ext cx="8344534" cy="372110"/>
            </a:xfrm>
            <a:custGeom>
              <a:avLst/>
              <a:gdLst/>
              <a:ahLst/>
              <a:cxnLst/>
              <a:rect l="l" t="t" r="r" b="b"/>
              <a:pathLst>
                <a:path w="8344534" h="372110">
                  <a:moveTo>
                    <a:pt x="114846" y="0"/>
                  </a:moveTo>
                  <a:lnTo>
                    <a:pt x="71001" y="8813"/>
                  </a:lnTo>
                  <a:lnTo>
                    <a:pt x="33674" y="33756"/>
                  </a:lnTo>
                  <a:lnTo>
                    <a:pt x="9171" y="70790"/>
                  </a:lnTo>
                  <a:lnTo>
                    <a:pt x="368" y="114477"/>
                  </a:lnTo>
                  <a:lnTo>
                    <a:pt x="0" y="257403"/>
                  </a:lnTo>
                  <a:lnTo>
                    <a:pt x="1000" y="272419"/>
                  </a:lnTo>
                  <a:lnTo>
                    <a:pt x="3932" y="286966"/>
                  </a:lnTo>
                  <a:lnTo>
                    <a:pt x="3959" y="287099"/>
                  </a:lnTo>
                  <a:lnTo>
                    <a:pt x="8756" y="301091"/>
                  </a:lnTo>
                  <a:lnTo>
                    <a:pt x="8808" y="301241"/>
                  </a:lnTo>
                  <a:lnTo>
                    <a:pt x="15481" y="314642"/>
                  </a:lnTo>
                  <a:lnTo>
                    <a:pt x="44845" y="348257"/>
                  </a:lnTo>
                  <a:lnTo>
                    <a:pt x="84915" y="367922"/>
                  </a:lnTo>
                  <a:lnTo>
                    <a:pt x="114477" y="371881"/>
                  </a:lnTo>
                  <a:lnTo>
                    <a:pt x="8229968" y="371881"/>
                  </a:lnTo>
                  <a:lnTo>
                    <a:pt x="8273805" y="363073"/>
                  </a:lnTo>
                  <a:lnTo>
                    <a:pt x="8311053" y="338226"/>
                  </a:lnTo>
                  <a:lnTo>
                    <a:pt x="8335563" y="301241"/>
                  </a:lnTo>
                  <a:lnTo>
                    <a:pt x="8344446" y="257403"/>
                  </a:lnTo>
                  <a:lnTo>
                    <a:pt x="8344421" y="114477"/>
                  </a:lnTo>
                  <a:lnTo>
                    <a:pt x="8335637" y="71001"/>
                  </a:lnTo>
                  <a:lnTo>
                    <a:pt x="8310781" y="33756"/>
                  </a:lnTo>
                  <a:lnTo>
                    <a:pt x="8273655" y="9176"/>
                  </a:lnTo>
                  <a:lnTo>
                    <a:pt x="8229968" y="368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13994" y="4343401"/>
              <a:ext cx="635" cy="371475"/>
            </a:xfrm>
            <a:custGeom>
              <a:avLst/>
              <a:gdLst/>
              <a:ahLst/>
              <a:cxnLst/>
              <a:rect l="l" t="t" r="r" b="b"/>
              <a:pathLst>
                <a:path w="634" h="371475">
                  <a:moveTo>
                    <a:pt x="0" y="0"/>
                  </a:moveTo>
                  <a:lnTo>
                    <a:pt x="368" y="371157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613702" y="4424656"/>
            <a:ext cx="86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0">
                <a:solidFill>
                  <a:srgbClr val="1A1E39"/>
                </a:solidFill>
                <a:latin typeface="Segoe UI Symbol"/>
                <a:cs typeface="Segoe UI Symbol"/>
              </a:rPr>
              <a:t>!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402918" y="4475875"/>
            <a:ext cx="4105910" cy="107950"/>
          </a:xfrm>
          <a:custGeom>
            <a:avLst/>
            <a:gdLst/>
            <a:ahLst/>
            <a:cxnLst/>
            <a:rect l="l" t="t" r="r" b="b"/>
            <a:pathLst>
              <a:path w="4105910" h="107950">
                <a:moveTo>
                  <a:pt x="297726" y="76327"/>
                </a:moveTo>
                <a:lnTo>
                  <a:pt x="297624" y="31330"/>
                </a:lnTo>
                <a:lnTo>
                  <a:pt x="272884" y="2171"/>
                </a:lnTo>
                <a:lnTo>
                  <a:pt x="31686" y="0"/>
                </a:lnTo>
                <a:lnTo>
                  <a:pt x="25196" y="1803"/>
                </a:lnTo>
                <a:lnTo>
                  <a:pt x="355" y="31330"/>
                </a:lnTo>
                <a:lnTo>
                  <a:pt x="355" y="38163"/>
                </a:lnTo>
                <a:lnTo>
                  <a:pt x="0" y="69481"/>
                </a:lnTo>
                <a:lnTo>
                  <a:pt x="0" y="76327"/>
                </a:lnTo>
                <a:lnTo>
                  <a:pt x="1803" y="82804"/>
                </a:lnTo>
                <a:lnTo>
                  <a:pt x="31318" y="107645"/>
                </a:lnTo>
                <a:lnTo>
                  <a:pt x="266407" y="107645"/>
                </a:lnTo>
                <a:lnTo>
                  <a:pt x="295922" y="82804"/>
                </a:lnTo>
                <a:lnTo>
                  <a:pt x="297726" y="76327"/>
                </a:lnTo>
                <a:close/>
              </a:path>
              <a:path w="4105910" h="107950">
                <a:moveTo>
                  <a:pt x="2721241" y="76327"/>
                </a:moveTo>
                <a:lnTo>
                  <a:pt x="2721140" y="31330"/>
                </a:lnTo>
                <a:lnTo>
                  <a:pt x="2696400" y="2171"/>
                </a:lnTo>
                <a:lnTo>
                  <a:pt x="2689923" y="368"/>
                </a:lnTo>
                <a:lnTo>
                  <a:pt x="2683078" y="368"/>
                </a:lnTo>
                <a:lnTo>
                  <a:pt x="2493365" y="0"/>
                </a:lnTo>
                <a:lnTo>
                  <a:pt x="2486520" y="0"/>
                </a:lnTo>
                <a:lnTo>
                  <a:pt x="2480043" y="1803"/>
                </a:lnTo>
                <a:lnTo>
                  <a:pt x="2455202" y="31330"/>
                </a:lnTo>
                <a:lnTo>
                  <a:pt x="2455202" y="38163"/>
                </a:lnTo>
                <a:lnTo>
                  <a:pt x="2454846" y="69481"/>
                </a:lnTo>
                <a:lnTo>
                  <a:pt x="2454846" y="76327"/>
                </a:lnTo>
                <a:lnTo>
                  <a:pt x="2456637" y="82804"/>
                </a:lnTo>
                <a:lnTo>
                  <a:pt x="2486164" y="107645"/>
                </a:lnTo>
                <a:lnTo>
                  <a:pt x="2689923" y="107645"/>
                </a:lnTo>
                <a:lnTo>
                  <a:pt x="2719438" y="82804"/>
                </a:lnTo>
                <a:lnTo>
                  <a:pt x="2721241" y="76327"/>
                </a:lnTo>
                <a:close/>
              </a:path>
              <a:path w="4105910" h="107950">
                <a:moveTo>
                  <a:pt x="4105440" y="76327"/>
                </a:moveTo>
                <a:lnTo>
                  <a:pt x="4105338" y="31330"/>
                </a:lnTo>
                <a:lnTo>
                  <a:pt x="4080599" y="2171"/>
                </a:lnTo>
                <a:lnTo>
                  <a:pt x="3627005" y="0"/>
                </a:lnTo>
                <a:lnTo>
                  <a:pt x="3620516" y="1803"/>
                </a:lnTo>
                <a:lnTo>
                  <a:pt x="3595687" y="31330"/>
                </a:lnTo>
                <a:lnTo>
                  <a:pt x="3595687" y="38163"/>
                </a:lnTo>
                <a:lnTo>
                  <a:pt x="3595319" y="69481"/>
                </a:lnTo>
                <a:lnTo>
                  <a:pt x="3595319" y="76327"/>
                </a:lnTo>
                <a:lnTo>
                  <a:pt x="3597122" y="82804"/>
                </a:lnTo>
                <a:lnTo>
                  <a:pt x="3626637" y="107645"/>
                </a:lnTo>
                <a:lnTo>
                  <a:pt x="4074122" y="107645"/>
                </a:lnTo>
                <a:lnTo>
                  <a:pt x="4103636" y="82804"/>
                </a:lnTo>
                <a:lnTo>
                  <a:pt x="4105440" y="76327"/>
                </a:lnTo>
                <a:close/>
              </a:path>
            </a:pathLst>
          </a:custGeom>
          <a:solidFill>
            <a:srgbClr val="FFFFFF">
              <a:alpha val="6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830059" y="4457778"/>
            <a:ext cx="6172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ALWAYS</a:t>
            </a:r>
            <a:r>
              <a:rPr dirty="0" sz="800" spc="2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FF6A5A"/>
                </a:solidFill>
                <a:latin typeface="Calibri"/>
                <a:cs typeface="Calibri"/>
              </a:rPr>
              <a:t>USE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73479" y="4487038"/>
            <a:ext cx="278130" cy="11620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30"/>
              </a:lnSpc>
            </a:pPr>
            <a:r>
              <a:rPr dirty="0" sz="800" spc="-20" b="1">
                <a:solidFill>
                  <a:srgbClr val="293183"/>
                </a:solidFill>
                <a:latin typeface="Courier New"/>
                <a:cs typeface="Courier New"/>
              </a:rPr>
              <a:t>WITH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210926" y="4487038"/>
            <a:ext cx="1788160" cy="116205"/>
          </a:xfrm>
          <a:custGeom>
            <a:avLst/>
            <a:gdLst/>
            <a:ahLst/>
            <a:cxnLst/>
            <a:rect l="l" t="t" r="r" b="b"/>
            <a:pathLst>
              <a:path w="1788160" h="116204">
                <a:moveTo>
                  <a:pt x="242646" y="0"/>
                </a:moveTo>
                <a:lnTo>
                  <a:pt x="0" y="0"/>
                </a:lnTo>
                <a:lnTo>
                  <a:pt x="0" y="115925"/>
                </a:lnTo>
                <a:lnTo>
                  <a:pt x="242646" y="115925"/>
                </a:lnTo>
                <a:lnTo>
                  <a:pt x="242646" y="0"/>
                </a:lnTo>
                <a:close/>
              </a:path>
              <a:path w="1788160" h="116204">
                <a:moveTo>
                  <a:pt x="1788096" y="0"/>
                </a:moveTo>
                <a:lnTo>
                  <a:pt x="1243431" y="0"/>
                </a:lnTo>
                <a:lnTo>
                  <a:pt x="1243431" y="115925"/>
                </a:lnTo>
                <a:lnTo>
                  <a:pt x="1788096" y="115925"/>
                </a:lnTo>
                <a:lnTo>
                  <a:pt x="17880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764896" y="4457778"/>
            <a:ext cx="50761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—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auto-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closes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file even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if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your code crashes.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Without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with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have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remember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f.close()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,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 you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will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forget.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10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99963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23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7261" y="350534"/>
            <a:ext cx="17849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K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254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W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Four</a:t>
            </a:r>
            <a:r>
              <a:rPr dirty="0" spc="-70"/>
              <a:t> </a:t>
            </a:r>
            <a:r>
              <a:rPr dirty="0" spc="-25"/>
              <a:t>modes.</a:t>
            </a:r>
            <a:r>
              <a:rPr dirty="0" spc="-75"/>
              <a:t> </a:t>
            </a:r>
            <a:r>
              <a:rPr dirty="0" spc="-20"/>
              <a:t>Pick</a:t>
            </a:r>
            <a:r>
              <a:rPr dirty="0" spc="-75"/>
              <a:t> </a:t>
            </a:r>
            <a:r>
              <a:rPr dirty="0"/>
              <a:t>by</a:t>
            </a:r>
            <a:r>
              <a:rPr dirty="0" spc="-70"/>
              <a:t> </a:t>
            </a:r>
            <a:r>
              <a:rPr dirty="0" spc="-25"/>
              <a:t>what</a:t>
            </a:r>
            <a:r>
              <a:rPr dirty="0" spc="-75"/>
              <a:t> </a:t>
            </a:r>
            <a:r>
              <a:rPr dirty="0" spc="-20"/>
              <a:t>you</a:t>
            </a:r>
            <a:r>
              <a:rPr dirty="0" spc="-75"/>
              <a:t> </a:t>
            </a:r>
            <a:r>
              <a:rPr dirty="0" spc="-30"/>
              <a:t>want</a:t>
            </a:r>
            <a:r>
              <a:rPr dirty="0" spc="-70"/>
              <a:t> </a:t>
            </a:r>
            <a:r>
              <a:rPr dirty="0" spc="-20"/>
              <a:t>to</a:t>
            </a:r>
            <a:r>
              <a:rPr dirty="0" spc="-75"/>
              <a:t> </a:t>
            </a:r>
            <a:r>
              <a:rPr dirty="0" spc="-25"/>
              <a:t>happen</a:t>
            </a:r>
            <a:r>
              <a:rPr dirty="0" spc="-75"/>
              <a:t> </a:t>
            </a:r>
            <a:r>
              <a:rPr dirty="0" spc="-20"/>
              <a:t>to</a:t>
            </a:r>
            <a:r>
              <a:rPr dirty="0" spc="-70"/>
              <a:t> </a:t>
            </a:r>
            <a:r>
              <a:rPr dirty="0" spc="-20"/>
              <a:t>the</a:t>
            </a:r>
            <a:r>
              <a:rPr dirty="0" spc="-75"/>
              <a:t> </a:t>
            </a:r>
            <a:r>
              <a:rPr dirty="0" spc="-10"/>
              <a:t>file.</a:t>
            </a:r>
          </a:p>
        </p:txBody>
      </p:sp>
      <p:sp>
        <p:nvSpPr>
          <p:cNvPr id="5" name="object 5"/>
          <p:cNvSpPr/>
          <p:nvPr/>
        </p:nvSpPr>
        <p:spPr>
          <a:xfrm>
            <a:off x="729005" y="890640"/>
            <a:ext cx="231140" cy="137160"/>
          </a:xfrm>
          <a:custGeom>
            <a:avLst/>
            <a:gdLst/>
            <a:ahLst/>
            <a:cxnLst/>
            <a:rect l="l" t="t" r="r" b="b"/>
            <a:pathLst>
              <a:path w="231140" h="137159">
                <a:moveTo>
                  <a:pt x="230759" y="83527"/>
                </a:moveTo>
                <a:lnTo>
                  <a:pt x="230644" y="31318"/>
                </a:lnTo>
                <a:lnTo>
                  <a:pt x="205917" y="2159"/>
                </a:lnTo>
                <a:lnTo>
                  <a:pt x="199440" y="355"/>
                </a:lnTo>
                <a:lnTo>
                  <a:pt x="192595" y="355"/>
                </a:lnTo>
                <a:lnTo>
                  <a:pt x="38519" y="0"/>
                </a:lnTo>
                <a:lnTo>
                  <a:pt x="31673" y="0"/>
                </a:lnTo>
                <a:lnTo>
                  <a:pt x="25196" y="1803"/>
                </a:lnTo>
                <a:lnTo>
                  <a:pt x="4165" y="21247"/>
                </a:lnTo>
                <a:lnTo>
                  <a:pt x="355" y="21247"/>
                </a:lnTo>
                <a:lnTo>
                  <a:pt x="355" y="31318"/>
                </a:lnTo>
                <a:lnTo>
                  <a:pt x="355" y="38163"/>
                </a:lnTo>
                <a:lnTo>
                  <a:pt x="0" y="76682"/>
                </a:lnTo>
                <a:lnTo>
                  <a:pt x="0" y="83527"/>
                </a:lnTo>
                <a:lnTo>
                  <a:pt x="355" y="84823"/>
                </a:lnTo>
                <a:lnTo>
                  <a:pt x="355" y="137160"/>
                </a:lnTo>
                <a:lnTo>
                  <a:pt x="181800" y="137160"/>
                </a:lnTo>
                <a:lnTo>
                  <a:pt x="181800" y="114846"/>
                </a:lnTo>
                <a:lnTo>
                  <a:pt x="199440" y="114846"/>
                </a:lnTo>
                <a:lnTo>
                  <a:pt x="228955" y="90004"/>
                </a:lnTo>
                <a:lnTo>
                  <a:pt x="230759" y="83527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43279" y="890640"/>
            <a:ext cx="278765" cy="137160"/>
          </a:xfrm>
          <a:custGeom>
            <a:avLst/>
            <a:gdLst/>
            <a:ahLst/>
            <a:cxnLst/>
            <a:rect l="l" t="t" r="r" b="b"/>
            <a:pathLst>
              <a:path w="278765" h="137159">
                <a:moveTo>
                  <a:pt x="278282" y="83527"/>
                </a:moveTo>
                <a:lnTo>
                  <a:pt x="278168" y="31318"/>
                </a:lnTo>
                <a:lnTo>
                  <a:pt x="253441" y="2159"/>
                </a:lnTo>
                <a:lnTo>
                  <a:pt x="246964" y="355"/>
                </a:lnTo>
                <a:lnTo>
                  <a:pt x="240118" y="355"/>
                </a:lnTo>
                <a:lnTo>
                  <a:pt x="86042" y="0"/>
                </a:lnTo>
                <a:lnTo>
                  <a:pt x="79197" y="0"/>
                </a:lnTo>
                <a:lnTo>
                  <a:pt x="72720" y="1803"/>
                </a:lnTo>
                <a:lnTo>
                  <a:pt x="51689" y="21247"/>
                </a:lnTo>
                <a:lnTo>
                  <a:pt x="0" y="21247"/>
                </a:lnTo>
                <a:lnTo>
                  <a:pt x="0" y="137160"/>
                </a:lnTo>
                <a:lnTo>
                  <a:pt x="181444" y="137160"/>
                </a:lnTo>
                <a:lnTo>
                  <a:pt x="181444" y="114846"/>
                </a:lnTo>
                <a:lnTo>
                  <a:pt x="246964" y="114846"/>
                </a:lnTo>
                <a:lnTo>
                  <a:pt x="276479" y="90004"/>
                </a:lnTo>
                <a:lnTo>
                  <a:pt x="278282" y="83527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86905" y="880099"/>
            <a:ext cx="361315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Getting</a:t>
            </a:r>
            <a:r>
              <a:rPr dirty="0" sz="800" spc="-4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'w'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'a'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wrong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most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common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way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lose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data.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Read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slide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twice.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6151" y="1103873"/>
            <a:ext cx="3710940" cy="3625215"/>
            <a:chOff x="396151" y="1103873"/>
            <a:chExt cx="3710940" cy="3625215"/>
          </a:xfrm>
        </p:grpSpPr>
        <p:sp>
          <p:nvSpPr>
            <p:cNvPr id="9" name="object 9"/>
            <p:cNvSpPr/>
            <p:nvPr/>
          </p:nvSpPr>
          <p:spPr>
            <a:xfrm>
              <a:off x="399961" y="1117805"/>
              <a:ext cx="3703320" cy="3596640"/>
            </a:xfrm>
            <a:custGeom>
              <a:avLst/>
              <a:gdLst/>
              <a:ahLst/>
              <a:cxnLst/>
              <a:rect l="l" t="t" r="r" b="b"/>
              <a:pathLst>
                <a:path w="3703320" h="3596640">
                  <a:moveTo>
                    <a:pt x="3569754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463201"/>
                  </a:lnTo>
                  <a:lnTo>
                    <a:pt x="9953" y="3513814"/>
                  </a:lnTo>
                  <a:lnTo>
                    <a:pt x="38876" y="3557335"/>
                  </a:lnTo>
                  <a:lnTo>
                    <a:pt x="82218" y="3586224"/>
                  </a:lnTo>
                  <a:lnTo>
                    <a:pt x="133197" y="3596398"/>
                  </a:lnTo>
                  <a:lnTo>
                    <a:pt x="3570122" y="3596043"/>
                  </a:lnTo>
                  <a:lnTo>
                    <a:pt x="3620946" y="3586018"/>
                  </a:lnTo>
                  <a:lnTo>
                    <a:pt x="3664261" y="3557155"/>
                  </a:lnTo>
                  <a:lnTo>
                    <a:pt x="3693039" y="3514025"/>
                  </a:lnTo>
                  <a:lnTo>
                    <a:pt x="3693145" y="3513814"/>
                  </a:lnTo>
                  <a:lnTo>
                    <a:pt x="3698697" y="3497576"/>
                  </a:lnTo>
                  <a:lnTo>
                    <a:pt x="3698774" y="3497351"/>
                  </a:lnTo>
                  <a:lnTo>
                    <a:pt x="3702115" y="3480590"/>
                  </a:lnTo>
                  <a:lnTo>
                    <a:pt x="3702177" y="3480279"/>
                  </a:lnTo>
                  <a:lnTo>
                    <a:pt x="3703295" y="3463201"/>
                  </a:lnTo>
                  <a:lnTo>
                    <a:pt x="3703320" y="3462832"/>
                  </a:lnTo>
                  <a:lnTo>
                    <a:pt x="3702964" y="133197"/>
                  </a:lnTo>
                  <a:lnTo>
                    <a:pt x="3692939" y="82371"/>
                  </a:lnTo>
                  <a:lnTo>
                    <a:pt x="3664077" y="39054"/>
                  </a:lnTo>
                  <a:lnTo>
                    <a:pt x="3620735" y="10174"/>
                  </a:lnTo>
                  <a:lnTo>
                    <a:pt x="3587200" y="1142"/>
                  </a:lnTo>
                  <a:lnTo>
                    <a:pt x="3569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9961" y="1118160"/>
              <a:ext cx="3703320" cy="3596640"/>
            </a:xfrm>
            <a:custGeom>
              <a:avLst/>
              <a:gdLst/>
              <a:ahLst/>
              <a:cxnLst/>
              <a:rect l="l" t="t" r="r" b="b"/>
              <a:pathLst>
                <a:path w="3703320" h="3596640">
                  <a:moveTo>
                    <a:pt x="0" y="3606"/>
                  </a:moveTo>
                  <a:lnTo>
                    <a:pt x="3703320" y="3962"/>
                  </a:lnTo>
                </a:path>
                <a:path w="3703320" h="3596640">
                  <a:moveTo>
                    <a:pt x="3699713" y="0"/>
                  </a:moveTo>
                  <a:lnTo>
                    <a:pt x="3700081" y="3596398"/>
                  </a:lnTo>
                </a:path>
                <a:path w="3703320" h="3596640">
                  <a:moveTo>
                    <a:pt x="0" y="3592804"/>
                  </a:moveTo>
                  <a:lnTo>
                    <a:pt x="3703320" y="35931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3994" y="1118160"/>
              <a:ext cx="635" cy="3596640"/>
            </a:xfrm>
            <a:custGeom>
              <a:avLst/>
              <a:gdLst/>
              <a:ahLst/>
              <a:cxnLst/>
              <a:rect l="l" t="t" r="r" b="b"/>
              <a:pathLst>
                <a:path w="634" h="3596640">
                  <a:moveTo>
                    <a:pt x="0" y="0"/>
                  </a:moveTo>
                  <a:lnTo>
                    <a:pt x="368" y="359639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1322" y="1446836"/>
              <a:ext cx="3382010" cy="635"/>
            </a:xfrm>
            <a:custGeom>
              <a:avLst/>
              <a:gdLst/>
              <a:ahLst/>
              <a:cxnLst/>
              <a:rect l="l" t="t" r="r" b="b"/>
              <a:pathLst>
                <a:path w="3382010" h="634">
                  <a:moveTo>
                    <a:pt x="0" y="0"/>
                  </a:moveTo>
                  <a:lnTo>
                    <a:pt x="3381832" y="368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1322" y="1931036"/>
              <a:ext cx="3382010" cy="635"/>
            </a:xfrm>
            <a:custGeom>
              <a:avLst/>
              <a:gdLst/>
              <a:ahLst/>
              <a:cxnLst/>
              <a:rect l="l" t="t" r="r" b="b"/>
              <a:pathLst>
                <a:path w="3382010" h="635">
                  <a:moveTo>
                    <a:pt x="0" y="0"/>
                  </a:moveTo>
                  <a:lnTo>
                    <a:pt x="3381832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1322" y="1587248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57594" y="0"/>
                  </a:moveTo>
                  <a:lnTo>
                    <a:pt x="17005" y="16692"/>
                  </a:lnTo>
                  <a:lnTo>
                    <a:pt x="355" y="57238"/>
                  </a:lnTo>
                  <a:lnTo>
                    <a:pt x="0" y="179273"/>
                  </a:lnTo>
                  <a:lnTo>
                    <a:pt x="523" y="186761"/>
                  </a:lnTo>
                  <a:lnTo>
                    <a:pt x="2025" y="194079"/>
                  </a:lnTo>
                  <a:lnTo>
                    <a:pt x="4352" y="201040"/>
                  </a:lnTo>
                  <a:lnTo>
                    <a:pt x="4404" y="201195"/>
                  </a:lnTo>
                  <a:lnTo>
                    <a:pt x="7556" y="208076"/>
                  </a:lnTo>
                  <a:lnTo>
                    <a:pt x="11632" y="214118"/>
                  </a:lnTo>
                  <a:lnTo>
                    <a:pt x="11737" y="214273"/>
                  </a:lnTo>
                  <a:lnTo>
                    <a:pt x="49756" y="236040"/>
                  </a:lnTo>
                  <a:lnTo>
                    <a:pt x="57238" y="236512"/>
                  </a:lnTo>
                  <a:lnTo>
                    <a:pt x="343077" y="236512"/>
                  </a:lnTo>
                  <a:lnTo>
                    <a:pt x="349825" y="236040"/>
                  </a:lnTo>
                  <a:lnTo>
                    <a:pt x="350313" y="236040"/>
                  </a:lnTo>
                  <a:lnTo>
                    <a:pt x="388585" y="214118"/>
                  </a:lnTo>
                  <a:lnTo>
                    <a:pt x="395990" y="201195"/>
                  </a:lnTo>
                  <a:lnTo>
                    <a:pt x="396067" y="201040"/>
                  </a:lnTo>
                  <a:lnTo>
                    <a:pt x="398413" y="194079"/>
                  </a:lnTo>
                  <a:lnTo>
                    <a:pt x="399843" y="186761"/>
                  </a:lnTo>
                  <a:lnTo>
                    <a:pt x="400316" y="179273"/>
                  </a:lnTo>
                  <a:lnTo>
                    <a:pt x="400291" y="57238"/>
                  </a:lnTo>
                  <a:lnTo>
                    <a:pt x="383622" y="17003"/>
                  </a:lnTo>
                  <a:lnTo>
                    <a:pt x="343077" y="355"/>
                  </a:lnTo>
                  <a:lnTo>
                    <a:pt x="57594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1322" y="1587248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355" y="57238"/>
                  </a:moveTo>
                  <a:lnTo>
                    <a:pt x="829" y="49756"/>
                  </a:lnTo>
                  <a:lnTo>
                    <a:pt x="2247" y="42476"/>
                  </a:lnTo>
                  <a:lnTo>
                    <a:pt x="28803" y="7556"/>
                  </a:lnTo>
                  <a:lnTo>
                    <a:pt x="57594" y="0"/>
                  </a:lnTo>
                  <a:lnTo>
                    <a:pt x="343077" y="355"/>
                  </a:lnTo>
                  <a:lnTo>
                    <a:pt x="383622" y="17003"/>
                  </a:lnTo>
                  <a:lnTo>
                    <a:pt x="400316" y="57594"/>
                  </a:lnTo>
                  <a:lnTo>
                    <a:pt x="400316" y="179273"/>
                  </a:lnTo>
                  <a:lnTo>
                    <a:pt x="399845" y="186755"/>
                  </a:lnTo>
                  <a:lnTo>
                    <a:pt x="398429" y="194033"/>
                  </a:lnTo>
                  <a:lnTo>
                    <a:pt x="371881" y="228955"/>
                  </a:lnTo>
                  <a:lnTo>
                    <a:pt x="343077" y="236512"/>
                  </a:lnTo>
                  <a:lnTo>
                    <a:pt x="57238" y="236512"/>
                  </a:lnTo>
                  <a:lnTo>
                    <a:pt x="16694" y="219863"/>
                  </a:lnTo>
                  <a:lnTo>
                    <a:pt x="0" y="179273"/>
                  </a:lnTo>
                  <a:lnTo>
                    <a:pt x="355" y="57238"/>
                  </a:lnTo>
                  <a:close/>
                </a:path>
              </a:pathLst>
            </a:custGeom>
            <a:ln w="71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71322" y="2329563"/>
              <a:ext cx="3382010" cy="635"/>
            </a:xfrm>
            <a:custGeom>
              <a:avLst/>
              <a:gdLst/>
              <a:ahLst/>
              <a:cxnLst/>
              <a:rect l="l" t="t" r="r" b="b"/>
              <a:pathLst>
                <a:path w="3382010" h="635">
                  <a:moveTo>
                    <a:pt x="0" y="0"/>
                  </a:moveTo>
                  <a:lnTo>
                    <a:pt x="3381832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71322" y="1985761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57594" y="0"/>
                  </a:moveTo>
                  <a:lnTo>
                    <a:pt x="17005" y="16694"/>
                  </a:lnTo>
                  <a:lnTo>
                    <a:pt x="355" y="57238"/>
                  </a:lnTo>
                  <a:lnTo>
                    <a:pt x="0" y="179285"/>
                  </a:lnTo>
                  <a:lnTo>
                    <a:pt x="523" y="186768"/>
                  </a:lnTo>
                  <a:lnTo>
                    <a:pt x="2025" y="194086"/>
                  </a:lnTo>
                  <a:lnTo>
                    <a:pt x="4353" y="201051"/>
                  </a:lnTo>
                  <a:lnTo>
                    <a:pt x="4404" y="201201"/>
                  </a:lnTo>
                  <a:lnTo>
                    <a:pt x="7556" y="208076"/>
                  </a:lnTo>
                  <a:lnTo>
                    <a:pt x="11636" y="214130"/>
                  </a:lnTo>
                  <a:lnTo>
                    <a:pt x="11737" y="214280"/>
                  </a:lnTo>
                  <a:lnTo>
                    <a:pt x="49756" y="236051"/>
                  </a:lnTo>
                  <a:lnTo>
                    <a:pt x="57238" y="236524"/>
                  </a:lnTo>
                  <a:lnTo>
                    <a:pt x="343077" y="236524"/>
                  </a:lnTo>
                  <a:lnTo>
                    <a:pt x="349851" y="236051"/>
                  </a:lnTo>
                  <a:lnTo>
                    <a:pt x="350322" y="236051"/>
                  </a:lnTo>
                  <a:lnTo>
                    <a:pt x="388585" y="214130"/>
                  </a:lnTo>
                  <a:lnTo>
                    <a:pt x="400316" y="179285"/>
                  </a:lnTo>
                  <a:lnTo>
                    <a:pt x="400291" y="57238"/>
                  </a:lnTo>
                  <a:lnTo>
                    <a:pt x="383622" y="17011"/>
                  </a:lnTo>
                  <a:lnTo>
                    <a:pt x="343077" y="355"/>
                  </a:lnTo>
                  <a:lnTo>
                    <a:pt x="57594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1322" y="1985761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355" y="57238"/>
                  </a:moveTo>
                  <a:lnTo>
                    <a:pt x="829" y="49756"/>
                  </a:lnTo>
                  <a:lnTo>
                    <a:pt x="2247" y="42478"/>
                  </a:lnTo>
                  <a:lnTo>
                    <a:pt x="28803" y="7556"/>
                  </a:lnTo>
                  <a:lnTo>
                    <a:pt x="57594" y="0"/>
                  </a:lnTo>
                  <a:lnTo>
                    <a:pt x="343077" y="355"/>
                  </a:lnTo>
                  <a:lnTo>
                    <a:pt x="383622" y="17011"/>
                  </a:lnTo>
                  <a:lnTo>
                    <a:pt x="400316" y="57594"/>
                  </a:lnTo>
                  <a:lnTo>
                    <a:pt x="400316" y="179285"/>
                  </a:lnTo>
                  <a:lnTo>
                    <a:pt x="399845" y="186763"/>
                  </a:lnTo>
                  <a:lnTo>
                    <a:pt x="398429" y="194041"/>
                  </a:lnTo>
                  <a:lnTo>
                    <a:pt x="371881" y="228955"/>
                  </a:lnTo>
                  <a:lnTo>
                    <a:pt x="343077" y="236524"/>
                  </a:lnTo>
                  <a:lnTo>
                    <a:pt x="57238" y="236524"/>
                  </a:lnTo>
                  <a:lnTo>
                    <a:pt x="16694" y="219873"/>
                  </a:lnTo>
                  <a:lnTo>
                    <a:pt x="0" y="179285"/>
                  </a:lnTo>
                  <a:lnTo>
                    <a:pt x="355" y="57238"/>
                  </a:lnTo>
                  <a:close/>
                </a:path>
              </a:pathLst>
            </a:custGeom>
            <a:ln w="71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1322" y="2728444"/>
              <a:ext cx="3382010" cy="635"/>
            </a:xfrm>
            <a:custGeom>
              <a:avLst/>
              <a:gdLst/>
              <a:ahLst/>
              <a:cxnLst/>
              <a:rect l="l" t="t" r="r" b="b"/>
              <a:pathLst>
                <a:path w="3382010" h="635">
                  <a:moveTo>
                    <a:pt x="0" y="0"/>
                  </a:moveTo>
                  <a:lnTo>
                    <a:pt x="3381832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71322" y="2384287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57594" y="0"/>
                  </a:moveTo>
                  <a:lnTo>
                    <a:pt x="17005" y="16692"/>
                  </a:lnTo>
                  <a:lnTo>
                    <a:pt x="355" y="57238"/>
                  </a:lnTo>
                  <a:lnTo>
                    <a:pt x="0" y="179273"/>
                  </a:lnTo>
                  <a:lnTo>
                    <a:pt x="523" y="186761"/>
                  </a:lnTo>
                  <a:lnTo>
                    <a:pt x="22394" y="224780"/>
                  </a:lnTo>
                  <a:lnTo>
                    <a:pt x="57238" y="236512"/>
                  </a:lnTo>
                  <a:lnTo>
                    <a:pt x="343077" y="236512"/>
                  </a:lnTo>
                  <a:lnTo>
                    <a:pt x="349825" y="236040"/>
                  </a:lnTo>
                  <a:lnTo>
                    <a:pt x="350313" y="236040"/>
                  </a:lnTo>
                  <a:lnTo>
                    <a:pt x="388585" y="214118"/>
                  </a:lnTo>
                  <a:lnTo>
                    <a:pt x="395990" y="201195"/>
                  </a:lnTo>
                  <a:lnTo>
                    <a:pt x="396067" y="201040"/>
                  </a:lnTo>
                  <a:lnTo>
                    <a:pt x="398413" y="194079"/>
                  </a:lnTo>
                  <a:lnTo>
                    <a:pt x="399843" y="186761"/>
                  </a:lnTo>
                  <a:lnTo>
                    <a:pt x="400316" y="179273"/>
                  </a:lnTo>
                  <a:lnTo>
                    <a:pt x="400291" y="57238"/>
                  </a:lnTo>
                  <a:lnTo>
                    <a:pt x="383622" y="17003"/>
                  </a:lnTo>
                  <a:lnTo>
                    <a:pt x="343077" y="355"/>
                  </a:lnTo>
                  <a:lnTo>
                    <a:pt x="57594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71322" y="2384287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355" y="57238"/>
                  </a:moveTo>
                  <a:lnTo>
                    <a:pt x="829" y="49756"/>
                  </a:lnTo>
                  <a:lnTo>
                    <a:pt x="2247" y="42476"/>
                  </a:lnTo>
                  <a:lnTo>
                    <a:pt x="28803" y="7556"/>
                  </a:lnTo>
                  <a:lnTo>
                    <a:pt x="57594" y="0"/>
                  </a:lnTo>
                  <a:lnTo>
                    <a:pt x="343077" y="355"/>
                  </a:lnTo>
                  <a:lnTo>
                    <a:pt x="383622" y="17003"/>
                  </a:lnTo>
                  <a:lnTo>
                    <a:pt x="400316" y="57594"/>
                  </a:lnTo>
                  <a:lnTo>
                    <a:pt x="400316" y="179273"/>
                  </a:lnTo>
                  <a:lnTo>
                    <a:pt x="399845" y="186755"/>
                  </a:lnTo>
                  <a:lnTo>
                    <a:pt x="398429" y="194033"/>
                  </a:lnTo>
                  <a:lnTo>
                    <a:pt x="371881" y="228955"/>
                  </a:lnTo>
                  <a:lnTo>
                    <a:pt x="343077" y="236512"/>
                  </a:lnTo>
                  <a:lnTo>
                    <a:pt x="57238" y="236512"/>
                  </a:lnTo>
                  <a:lnTo>
                    <a:pt x="16694" y="219863"/>
                  </a:lnTo>
                  <a:lnTo>
                    <a:pt x="0" y="179273"/>
                  </a:lnTo>
                  <a:lnTo>
                    <a:pt x="355" y="57238"/>
                  </a:lnTo>
                  <a:close/>
                </a:path>
              </a:pathLst>
            </a:custGeom>
            <a:ln w="71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71322" y="2782800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57594" y="0"/>
                  </a:moveTo>
                  <a:lnTo>
                    <a:pt x="17005" y="16694"/>
                  </a:lnTo>
                  <a:lnTo>
                    <a:pt x="355" y="57238"/>
                  </a:lnTo>
                  <a:lnTo>
                    <a:pt x="0" y="179285"/>
                  </a:lnTo>
                  <a:lnTo>
                    <a:pt x="523" y="186768"/>
                  </a:lnTo>
                  <a:lnTo>
                    <a:pt x="2025" y="194086"/>
                  </a:lnTo>
                  <a:lnTo>
                    <a:pt x="4353" y="201051"/>
                  </a:lnTo>
                  <a:lnTo>
                    <a:pt x="4404" y="201201"/>
                  </a:lnTo>
                  <a:lnTo>
                    <a:pt x="7556" y="208076"/>
                  </a:lnTo>
                  <a:lnTo>
                    <a:pt x="11636" y="214130"/>
                  </a:lnTo>
                  <a:lnTo>
                    <a:pt x="11737" y="214280"/>
                  </a:lnTo>
                  <a:lnTo>
                    <a:pt x="49756" y="236051"/>
                  </a:lnTo>
                  <a:lnTo>
                    <a:pt x="57238" y="236524"/>
                  </a:lnTo>
                  <a:lnTo>
                    <a:pt x="343077" y="236524"/>
                  </a:lnTo>
                  <a:lnTo>
                    <a:pt x="349851" y="236051"/>
                  </a:lnTo>
                  <a:lnTo>
                    <a:pt x="350322" y="236051"/>
                  </a:lnTo>
                  <a:lnTo>
                    <a:pt x="388585" y="214130"/>
                  </a:lnTo>
                  <a:lnTo>
                    <a:pt x="400316" y="179285"/>
                  </a:lnTo>
                  <a:lnTo>
                    <a:pt x="400290" y="57238"/>
                  </a:lnTo>
                  <a:lnTo>
                    <a:pt x="383622" y="17016"/>
                  </a:lnTo>
                  <a:lnTo>
                    <a:pt x="343077" y="355"/>
                  </a:lnTo>
                  <a:lnTo>
                    <a:pt x="57594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71322" y="2782800"/>
              <a:ext cx="400685" cy="236854"/>
            </a:xfrm>
            <a:custGeom>
              <a:avLst/>
              <a:gdLst/>
              <a:ahLst/>
              <a:cxnLst/>
              <a:rect l="l" t="t" r="r" b="b"/>
              <a:pathLst>
                <a:path w="400684" h="236855">
                  <a:moveTo>
                    <a:pt x="355" y="57238"/>
                  </a:moveTo>
                  <a:lnTo>
                    <a:pt x="829" y="49756"/>
                  </a:lnTo>
                  <a:lnTo>
                    <a:pt x="2247" y="42478"/>
                  </a:lnTo>
                  <a:lnTo>
                    <a:pt x="28803" y="7556"/>
                  </a:lnTo>
                  <a:lnTo>
                    <a:pt x="57594" y="0"/>
                  </a:lnTo>
                  <a:lnTo>
                    <a:pt x="343077" y="355"/>
                  </a:lnTo>
                  <a:lnTo>
                    <a:pt x="383622" y="17016"/>
                  </a:lnTo>
                  <a:lnTo>
                    <a:pt x="400316" y="57607"/>
                  </a:lnTo>
                  <a:lnTo>
                    <a:pt x="400316" y="179285"/>
                  </a:lnTo>
                  <a:lnTo>
                    <a:pt x="399845" y="186763"/>
                  </a:lnTo>
                  <a:lnTo>
                    <a:pt x="398429" y="194041"/>
                  </a:lnTo>
                  <a:lnTo>
                    <a:pt x="371881" y="228955"/>
                  </a:lnTo>
                  <a:lnTo>
                    <a:pt x="343077" y="236524"/>
                  </a:lnTo>
                  <a:lnTo>
                    <a:pt x="57238" y="236524"/>
                  </a:lnTo>
                  <a:lnTo>
                    <a:pt x="16694" y="219873"/>
                  </a:lnTo>
                  <a:lnTo>
                    <a:pt x="0" y="179285"/>
                  </a:lnTo>
                  <a:lnTo>
                    <a:pt x="355" y="57238"/>
                  </a:lnTo>
                  <a:close/>
                </a:path>
              </a:pathLst>
            </a:custGeom>
            <a:ln w="71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35482" y="1195465"/>
            <a:ext cx="3201035" cy="18764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-7575" sz="1650" spc="165">
                <a:solidFill>
                  <a:srgbClr val="293183"/>
                </a:solidFill>
                <a:latin typeface="Segoe UI Symbol"/>
                <a:cs typeface="Segoe UI Symbol"/>
              </a:rPr>
              <a:t>▤</a:t>
            </a:r>
            <a:r>
              <a:rPr dirty="0" baseline="-7575" sz="1650" spc="217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MO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D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ES</a:t>
            </a:r>
            <a:r>
              <a:rPr dirty="0" sz="800" spc="2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C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H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EAT-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SH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-5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293183"/>
                </a:solidFill>
                <a:latin typeface="Calibri"/>
                <a:cs typeface="Calibri"/>
              </a:rPr>
              <a:t>ET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80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tabLst>
                <a:tab pos="521334" algn="l"/>
              </a:tabLst>
            </a:pPr>
            <a:r>
              <a:rPr dirty="0" baseline="-31250" sz="1200" spc="-37">
                <a:solidFill>
                  <a:srgbClr val="FF6A5A"/>
                </a:solidFill>
                <a:latin typeface="Courier New"/>
                <a:cs typeface="Courier New"/>
              </a:rPr>
              <a:t>'r'</a:t>
            </a:r>
            <a:r>
              <a:rPr dirty="0" baseline="-31250" sz="1200">
                <a:solidFill>
                  <a:srgbClr val="FF6A5A"/>
                </a:solidFill>
                <a:latin typeface="Courier New"/>
                <a:cs typeface="Courier New"/>
              </a:rPr>
              <a:t>	</a:t>
            </a:r>
            <a:r>
              <a:rPr dirty="0" sz="800" spc="35" b="1">
                <a:solidFill>
                  <a:srgbClr val="1A1E39"/>
                </a:solidFill>
                <a:latin typeface="Calibri"/>
                <a:cs typeface="Calibri"/>
              </a:rPr>
              <a:t>READ</a:t>
            </a:r>
            <a:endParaRPr sz="800">
              <a:latin typeface="Calibri"/>
              <a:cs typeface="Calibri"/>
            </a:endParaRPr>
          </a:p>
          <a:p>
            <a:pPr marL="521334">
              <a:lnSpc>
                <a:spcPct val="100000"/>
              </a:lnSpc>
              <a:spcBef>
                <a:spcPts val="375"/>
              </a:spcBef>
            </a:pP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Open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existing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reading.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Default.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must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exist,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else</a:t>
            </a:r>
            <a:r>
              <a:rPr dirty="0" sz="650" spc="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FF6A5A"/>
                </a:solidFill>
                <a:latin typeface="Calibri"/>
                <a:cs typeface="Calibri"/>
              </a:rPr>
              <a:t>FileNotFoundError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65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tabLst>
                <a:tab pos="521334" algn="l"/>
              </a:tabLst>
            </a:pPr>
            <a:r>
              <a:rPr dirty="0" baseline="-31250" sz="1200" spc="-37">
                <a:solidFill>
                  <a:srgbClr val="FF6A5A"/>
                </a:solidFill>
                <a:latin typeface="Courier New"/>
                <a:cs typeface="Courier New"/>
              </a:rPr>
              <a:t>'w'</a:t>
            </a:r>
            <a:r>
              <a:rPr dirty="0" baseline="-31250" sz="1200">
                <a:solidFill>
                  <a:srgbClr val="FF6A5A"/>
                </a:solidFill>
                <a:latin typeface="Courier New"/>
                <a:cs typeface="Courier New"/>
              </a:rPr>
              <a:t>	</a:t>
            </a:r>
            <a:r>
              <a:rPr dirty="0" sz="800" spc="50" b="1">
                <a:solidFill>
                  <a:srgbClr val="1A1E39"/>
                </a:solidFill>
                <a:latin typeface="Calibri"/>
                <a:cs typeface="Calibri"/>
              </a:rPr>
              <a:t>WRITE</a:t>
            </a:r>
            <a:endParaRPr sz="800">
              <a:latin typeface="Calibri"/>
              <a:cs typeface="Calibri"/>
            </a:endParaRPr>
          </a:p>
          <a:p>
            <a:pPr marL="521334">
              <a:lnSpc>
                <a:spcPct val="100000"/>
              </a:lnSpc>
              <a:spcBef>
                <a:spcPts val="375"/>
              </a:spcBef>
            </a:pP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Create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or</a:t>
            </a:r>
            <a:r>
              <a:rPr dirty="0" sz="65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FF6A5A"/>
                </a:solidFill>
                <a:latin typeface="Calibri"/>
                <a:cs typeface="Calibri"/>
              </a:rPr>
              <a:t>OVERWRITE</a:t>
            </a:r>
            <a:r>
              <a:rPr dirty="0" sz="650" spc="1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5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file. Existing</a:t>
            </a:r>
            <a:r>
              <a:rPr dirty="0" sz="65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content is GONE.</a:t>
            </a:r>
            <a:r>
              <a:rPr dirty="0" sz="65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Use with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care.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650">
              <a:latin typeface="Calibri"/>
              <a:cs typeface="Calibri"/>
            </a:endParaRPr>
          </a:p>
          <a:p>
            <a:pPr marL="144780">
              <a:lnSpc>
                <a:spcPct val="100000"/>
              </a:lnSpc>
              <a:tabLst>
                <a:tab pos="521334" algn="l"/>
              </a:tabLst>
            </a:pPr>
            <a:r>
              <a:rPr dirty="0" baseline="-31250" sz="1200" spc="-37">
                <a:solidFill>
                  <a:srgbClr val="FF6A5A"/>
                </a:solidFill>
                <a:latin typeface="Courier New"/>
                <a:cs typeface="Courier New"/>
              </a:rPr>
              <a:t>'a'</a:t>
            </a:r>
            <a:r>
              <a:rPr dirty="0" baseline="-31250" sz="1200">
                <a:solidFill>
                  <a:srgbClr val="FF6A5A"/>
                </a:solidFill>
                <a:latin typeface="Courier New"/>
                <a:cs typeface="Courier New"/>
              </a:rPr>
              <a:t>	</a:t>
            </a:r>
            <a:r>
              <a:rPr dirty="0" sz="800" spc="55" b="1">
                <a:solidFill>
                  <a:srgbClr val="1A1E39"/>
                </a:solidFill>
                <a:latin typeface="Calibri"/>
                <a:cs typeface="Calibri"/>
              </a:rPr>
              <a:t>APPEND</a:t>
            </a:r>
            <a:endParaRPr sz="800">
              <a:latin typeface="Calibri"/>
              <a:cs typeface="Calibri"/>
            </a:endParaRPr>
          </a:p>
          <a:p>
            <a:pPr marL="521334">
              <a:lnSpc>
                <a:spcPct val="100000"/>
              </a:lnSpc>
              <a:spcBef>
                <a:spcPts val="375"/>
              </a:spcBef>
            </a:pP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Create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or</a:t>
            </a:r>
            <a:r>
              <a:rPr dirty="0" sz="65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FF6A5A"/>
                </a:solidFill>
                <a:latin typeface="Calibri"/>
                <a:cs typeface="Calibri"/>
              </a:rPr>
              <a:t>ADD</a:t>
            </a:r>
            <a:r>
              <a:rPr dirty="0" sz="650" spc="-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FF6A5A"/>
                </a:solidFill>
                <a:latin typeface="Calibri"/>
                <a:cs typeface="Calibri"/>
              </a:rPr>
              <a:t>TO</a:t>
            </a:r>
            <a:r>
              <a:rPr dirty="0" sz="650" spc="1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 end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of the file.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Existing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content is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preserved.</a:t>
            </a:r>
            <a:endParaRPr sz="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650">
              <a:latin typeface="Calibri"/>
              <a:cs typeface="Calibri"/>
            </a:endParaRPr>
          </a:p>
          <a:p>
            <a:pPr marL="114300">
              <a:lnSpc>
                <a:spcPct val="100000"/>
              </a:lnSpc>
              <a:tabLst>
                <a:tab pos="521334" algn="l"/>
              </a:tabLst>
            </a:pPr>
            <a:r>
              <a:rPr dirty="0" baseline="-31250" sz="1200" spc="-30">
                <a:solidFill>
                  <a:srgbClr val="FF6A5A"/>
                </a:solidFill>
                <a:latin typeface="Courier New"/>
                <a:cs typeface="Courier New"/>
              </a:rPr>
              <a:t>'r+'</a:t>
            </a:r>
            <a:r>
              <a:rPr dirty="0" baseline="-31250" sz="1200">
                <a:solidFill>
                  <a:srgbClr val="FF6A5A"/>
                </a:solidFill>
                <a:latin typeface="Courier New"/>
                <a:cs typeface="Courier New"/>
              </a:rPr>
              <a:t>	</a:t>
            </a:r>
            <a:r>
              <a:rPr dirty="0" sz="800" spc="55" b="1">
                <a:solidFill>
                  <a:srgbClr val="1A1E39"/>
                </a:solidFill>
                <a:latin typeface="Calibri"/>
                <a:cs typeface="Calibri"/>
              </a:rPr>
              <a:t>READ+WRITE</a:t>
            </a:r>
            <a:endParaRPr sz="800">
              <a:latin typeface="Calibri"/>
              <a:cs typeface="Calibri"/>
            </a:endParaRPr>
          </a:p>
          <a:p>
            <a:pPr marL="521334">
              <a:lnSpc>
                <a:spcPct val="100000"/>
              </a:lnSpc>
              <a:spcBef>
                <a:spcPts val="375"/>
              </a:spcBef>
            </a:pP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Open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existing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file for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both.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File must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exist.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control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position.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70953" y="4160517"/>
            <a:ext cx="3382645" cy="429259"/>
            <a:chOff x="570953" y="4160517"/>
            <a:chExt cx="3382645" cy="429259"/>
          </a:xfrm>
        </p:grpSpPr>
        <p:sp>
          <p:nvSpPr>
            <p:cNvPr id="26" name="object 26"/>
            <p:cNvSpPr/>
            <p:nvPr/>
          </p:nvSpPr>
          <p:spPr>
            <a:xfrm>
              <a:off x="570953" y="4170961"/>
              <a:ext cx="3382645" cy="408305"/>
            </a:xfrm>
            <a:custGeom>
              <a:avLst/>
              <a:gdLst/>
              <a:ahLst/>
              <a:cxnLst/>
              <a:rect l="l" t="t" r="r" b="b"/>
              <a:pathLst>
                <a:path w="3382645" h="408304">
                  <a:moveTo>
                    <a:pt x="95770" y="0"/>
                  </a:moveTo>
                  <a:lnTo>
                    <a:pt x="47891" y="12966"/>
                  </a:lnTo>
                  <a:lnTo>
                    <a:pt x="12966" y="47878"/>
                  </a:lnTo>
                  <a:lnTo>
                    <a:pt x="368" y="95402"/>
                  </a:lnTo>
                  <a:lnTo>
                    <a:pt x="0" y="312483"/>
                  </a:lnTo>
                  <a:lnTo>
                    <a:pt x="847" y="324870"/>
                  </a:lnTo>
                  <a:lnTo>
                    <a:pt x="861" y="325075"/>
                  </a:lnTo>
                  <a:lnTo>
                    <a:pt x="3314" y="337054"/>
                  </a:lnTo>
                  <a:lnTo>
                    <a:pt x="3378" y="337365"/>
                  </a:lnTo>
                  <a:lnTo>
                    <a:pt x="7326" y="348834"/>
                  </a:lnTo>
                  <a:lnTo>
                    <a:pt x="37523" y="388201"/>
                  </a:lnTo>
                  <a:lnTo>
                    <a:pt x="83015" y="407079"/>
                  </a:lnTo>
                  <a:lnTo>
                    <a:pt x="95402" y="407885"/>
                  </a:lnTo>
                  <a:lnTo>
                    <a:pt x="3286810" y="407885"/>
                  </a:lnTo>
                  <a:lnTo>
                    <a:pt x="3298591" y="407079"/>
                  </a:lnTo>
                  <a:lnTo>
                    <a:pt x="3299131" y="407079"/>
                  </a:lnTo>
                  <a:lnTo>
                    <a:pt x="3345006" y="387994"/>
                  </a:lnTo>
                  <a:lnTo>
                    <a:pt x="3375063" y="348834"/>
                  </a:lnTo>
                  <a:lnTo>
                    <a:pt x="3378902" y="337365"/>
                  </a:lnTo>
                  <a:lnTo>
                    <a:pt x="3379006" y="337054"/>
                  </a:lnTo>
                  <a:lnTo>
                    <a:pt x="3381356" y="325075"/>
                  </a:lnTo>
                  <a:lnTo>
                    <a:pt x="3381396" y="324870"/>
                  </a:lnTo>
                  <a:lnTo>
                    <a:pt x="3382200" y="312483"/>
                  </a:lnTo>
                  <a:lnTo>
                    <a:pt x="3382176" y="95402"/>
                  </a:lnTo>
                  <a:lnTo>
                    <a:pt x="3369246" y="47878"/>
                  </a:lnTo>
                  <a:lnTo>
                    <a:pt x="3334321" y="12966"/>
                  </a:lnTo>
                  <a:lnTo>
                    <a:pt x="3286810" y="355"/>
                  </a:lnTo>
                  <a:lnTo>
                    <a:pt x="95770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82117" y="4171317"/>
              <a:ext cx="635" cy="407670"/>
            </a:xfrm>
            <a:custGeom>
              <a:avLst/>
              <a:gdLst/>
              <a:ahLst/>
              <a:cxnLst/>
              <a:rect l="l" t="t" r="r" b="b"/>
              <a:pathLst>
                <a:path w="634" h="407670">
                  <a:moveTo>
                    <a:pt x="0" y="0"/>
                  </a:moveTo>
                  <a:lnTo>
                    <a:pt x="368" y="407530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2797" y="4257004"/>
              <a:ext cx="220687" cy="1072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454122" y="4257004"/>
              <a:ext cx="1080135" cy="107314"/>
            </a:xfrm>
            <a:custGeom>
              <a:avLst/>
              <a:gdLst/>
              <a:ahLst/>
              <a:cxnLst/>
              <a:rect l="l" t="t" r="r" b="b"/>
              <a:pathLst>
                <a:path w="1080135" h="107314">
                  <a:moveTo>
                    <a:pt x="1055877" y="0"/>
                  </a:moveTo>
                  <a:lnTo>
                    <a:pt x="23761" y="0"/>
                  </a:lnTo>
                  <a:lnTo>
                    <a:pt x="18719" y="1079"/>
                  </a:lnTo>
                  <a:lnTo>
                    <a:pt x="10071" y="6121"/>
                  </a:lnTo>
                  <a:lnTo>
                    <a:pt x="6476" y="9715"/>
                  </a:lnTo>
                  <a:lnTo>
                    <a:pt x="1435" y="18364"/>
                  </a:lnTo>
                  <a:lnTo>
                    <a:pt x="0" y="23393"/>
                  </a:lnTo>
                  <a:lnTo>
                    <a:pt x="0" y="83515"/>
                  </a:lnTo>
                  <a:lnTo>
                    <a:pt x="23393" y="107276"/>
                  </a:lnTo>
                  <a:lnTo>
                    <a:pt x="1055877" y="106921"/>
                  </a:lnTo>
                  <a:lnTo>
                    <a:pt x="1079639" y="83515"/>
                  </a:lnTo>
                  <a:lnTo>
                    <a:pt x="1079639" y="78473"/>
                  </a:lnTo>
                  <a:lnTo>
                    <a:pt x="1079271" y="28435"/>
                  </a:lnTo>
                  <a:lnTo>
                    <a:pt x="1055877" y="0"/>
                  </a:ln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92797" y="4268878"/>
              <a:ext cx="2745740" cy="240665"/>
            </a:xfrm>
            <a:custGeom>
              <a:avLst/>
              <a:gdLst/>
              <a:ahLst/>
              <a:cxnLst/>
              <a:rect l="l" t="t" r="r" b="b"/>
              <a:pathLst>
                <a:path w="2745740" h="240664">
                  <a:moveTo>
                    <a:pt x="192963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192963" y="115925"/>
                  </a:lnTo>
                  <a:lnTo>
                    <a:pt x="192963" y="0"/>
                  </a:lnTo>
                  <a:close/>
                </a:path>
                <a:path w="2745740" h="240664">
                  <a:moveTo>
                    <a:pt x="242646" y="124193"/>
                  </a:moveTo>
                  <a:lnTo>
                    <a:pt x="0" y="124193"/>
                  </a:lnTo>
                  <a:lnTo>
                    <a:pt x="0" y="240118"/>
                  </a:lnTo>
                  <a:lnTo>
                    <a:pt x="242646" y="240118"/>
                  </a:lnTo>
                  <a:lnTo>
                    <a:pt x="242646" y="124193"/>
                  </a:lnTo>
                  <a:close/>
                </a:path>
                <a:path w="2745740" h="240664">
                  <a:moveTo>
                    <a:pt x="2745702" y="0"/>
                  </a:moveTo>
                  <a:lnTo>
                    <a:pt x="1778038" y="0"/>
                  </a:lnTo>
                  <a:lnTo>
                    <a:pt x="1778038" y="115925"/>
                  </a:lnTo>
                  <a:lnTo>
                    <a:pt x="2745702" y="115925"/>
                  </a:lnTo>
                  <a:lnTo>
                    <a:pt x="27457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47344" y="4180943"/>
            <a:ext cx="3140710" cy="454659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45110" marR="17780" indent="-207645">
              <a:lnSpc>
                <a:spcPct val="97300"/>
              </a:lnSpc>
              <a:spcBef>
                <a:spcPts val="150"/>
              </a:spcBef>
            </a:pPr>
            <a:r>
              <a:rPr dirty="0" baseline="-11111" sz="1875" spc="75">
                <a:solidFill>
                  <a:srgbClr val="FF6A5A"/>
                </a:solidFill>
                <a:latin typeface="Segoe UI Symbol"/>
                <a:cs typeface="Segoe UI Symbol"/>
              </a:rPr>
              <a:t>⚠</a:t>
            </a:r>
            <a:r>
              <a:rPr dirty="0" baseline="-11111" sz="1875" spc="36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293183"/>
                </a:solidFill>
                <a:latin typeface="Courier New"/>
                <a:cs typeface="Courier New"/>
              </a:rPr>
              <a:t>'W'</a:t>
            </a:r>
            <a:r>
              <a:rPr dirty="0" sz="800" spc="-165" b="1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IS</a:t>
            </a:r>
            <a:r>
              <a:rPr dirty="0" sz="800" spc="12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DESTRUCTIVE</a:t>
            </a:r>
            <a:r>
              <a:rPr dirty="0" sz="800" spc="12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—</a:t>
            </a:r>
            <a:r>
              <a:rPr dirty="0" sz="800" spc="10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If</a:t>
            </a:r>
            <a:r>
              <a:rPr dirty="0" sz="800" spc="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file</a:t>
            </a:r>
            <a:r>
              <a:rPr dirty="0" sz="800" spc="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exists,</a:t>
            </a:r>
            <a:r>
              <a:rPr dirty="0" sz="800" spc="3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open("file.txt",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"w")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wipes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instantly.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No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confirmation.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No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undo.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Be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sure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before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run</a:t>
            </a:r>
            <a:r>
              <a:rPr dirty="0" sz="800" spc="-4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it.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213803" y="1103941"/>
            <a:ext cx="4533900" cy="3625215"/>
            <a:chOff x="4213803" y="1103941"/>
            <a:chExt cx="4533900" cy="3625215"/>
          </a:xfrm>
        </p:grpSpPr>
        <p:sp>
          <p:nvSpPr>
            <p:cNvPr id="33" name="object 33"/>
            <p:cNvSpPr/>
            <p:nvPr/>
          </p:nvSpPr>
          <p:spPr>
            <a:xfrm>
              <a:off x="4217758" y="1117805"/>
              <a:ext cx="4526280" cy="3596640"/>
            </a:xfrm>
            <a:custGeom>
              <a:avLst/>
              <a:gdLst/>
              <a:ahLst/>
              <a:cxnLst/>
              <a:rect l="l" t="t" r="r" b="b"/>
              <a:pathLst>
                <a:path w="4526280" h="3596640">
                  <a:moveTo>
                    <a:pt x="4392726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463201"/>
                  </a:lnTo>
                  <a:lnTo>
                    <a:pt x="9953" y="3513814"/>
                  </a:lnTo>
                  <a:lnTo>
                    <a:pt x="38876" y="3557335"/>
                  </a:lnTo>
                  <a:lnTo>
                    <a:pt x="82223" y="3586224"/>
                  </a:lnTo>
                  <a:lnTo>
                    <a:pt x="133197" y="3596398"/>
                  </a:lnTo>
                  <a:lnTo>
                    <a:pt x="4393082" y="3596043"/>
                  </a:lnTo>
                  <a:lnTo>
                    <a:pt x="4443906" y="3586018"/>
                  </a:lnTo>
                  <a:lnTo>
                    <a:pt x="4487221" y="3557155"/>
                  </a:lnTo>
                  <a:lnTo>
                    <a:pt x="4515999" y="3514025"/>
                  </a:lnTo>
                  <a:lnTo>
                    <a:pt x="4525075" y="3480590"/>
                  </a:lnTo>
                  <a:lnTo>
                    <a:pt x="4525137" y="3480279"/>
                  </a:lnTo>
                  <a:lnTo>
                    <a:pt x="4526255" y="3463201"/>
                  </a:lnTo>
                  <a:lnTo>
                    <a:pt x="4526279" y="3462832"/>
                  </a:lnTo>
                  <a:lnTo>
                    <a:pt x="4525924" y="133197"/>
                  </a:lnTo>
                  <a:lnTo>
                    <a:pt x="4515899" y="82371"/>
                  </a:lnTo>
                  <a:lnTo>
                    <a:pt x="4487038" y="39054"/>
                  </a:lnTo>
                  <a:lnTo>
                    <a:pt x="4443701" y="10174"/>
                  </a:lnTo>
                  <a:lnTo>
                    <a:pt x="4410165" y="1142"/>
                  </a:lnTo>
                  <a:lnTo>
                    <a:pt x="4392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217403" y="1118160"/>
              <a:ext cx="4526280" cy="3596640"/>
            </a:xfrm>
            <a:custGeom>
              <a:avLst/>
              <a:gdLst/>
              <a:ahLst/>
              <a:cxnLst/>
              <a:rect l="l" t="t" r="r" b="b"/>
              <a:pathLst>
                <a:path w="4526280" h="3596640">
                  <a:moveTo>
                    <a:pt x="0" y="3606"/>
                  </a:moveTo>
                  <a:lnTo>
                    <a:pt x="4526280" y="3962"/>
                  </a:lnTo>
                </a:path>
                <a:path w="4526280" h="3596640">
                  <a:moveTo>
                    <a:pt x="4522673" y="0"/>
                  </a:moveTo>
                  <a:lnTo>
                    <a:pt x="4523041" y="3596398"/>
                  </a:lnTo>
                </a:path>
                <a:path w="4526280" h="3596640">
                  <a:moveTo>
                    <a:pt x="0" y="3592804"/>
                  </a:moveTo>
                  <a:lnTo>
                    <a:pt x="4526280" y="35931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231805" y="1118160"/>
              <a:ext cx="635" cy="3596640"/>
            </a:xfrm>
            <a:custGeom>
              <a:avLst/>
              <a:gdLst/>
              <a:ahLst/>
              <a:cxnLst/>
              <a:rect l="l" t="t" r="r" b="b"/>
              <a:pathLst>
                <a:path w="635" h="3596640">
                  <a:moveTo>
                    <a:pt x="0" y="0"/>
                  </a:moveTo>
                  <a:lnTo>
                    <a:pt x="355" y="3596398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388764" y="1446836"/>
              <a:ext cx="4205605" cy="635"/>
            </a:xfrm>
            <a:custGeom>
              <a:avLst/>
              <a:gdLst/>
              <a:ahLst/>
              <a:cxnLst/>
              <a:rect l="l" t="t" r="r" b="b"/>
              <a:pathLst>
                <a:path w="4205605" h="634">
                  <a:moveTo>
                    <a:pt x="0" y="0"/>
                  </a:moveTo>
                  <a:lnTo>
                    <a:pt x="4205160" y="368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388764" y="1536117"/>
              <a:ext cx="4204970" cy="3043555"/>
            </a:xfrm>
            <a:custGeom>
              <a:avLst/>
              <a:gdLst/>
              <a:ahLst/>
              <a:cxnLst/>
              <a:rect l="l" t="t" r="r" b="b"/>
              <a:pathLst>
                <a:path w="4204970" h="3043554">
                  <a:moveTo>
                    <a:pt x="4090314" y="0"/>
                  </a:moveTo>
                  <a:lnTo>
                    <a:pt x="114109" y="0"/>
                  </a:lnTo>
                  <a:lnTo>
                    <a:pt x="98401" y="1002"/>
                  </a:lnTo>
                  <a:lnTo>
                    <a:pt x="99004" y="1002"/>
                  </a:lnTo>
                  <a:lnTo>
                    <a:pt x="84726" y="3781"/>
                  </a:lnTo>
                  <a:lnTo>
                    <a:pt x="44638" y="23473"/>
                  </a:lnTo>
                  <a:lnTo>
                    <a:pt x="15481" y="56883"/>
                  </a:lnTo>
                  <a:lnTo>
                    <a:pt x="1000" y="99156"/>
                  </a:lnTo>
                  <a:lnTo>
                    <a:pt x="0" y="114122"/>
                  </a:lnTo>
                  <a:lnTo>
                    <a:pt x="0" y="2928962"/>
                  </a:lnTo>
                  <a:lnTo>
                    <a:pt x="932" y="2943573"/>
                  </a:lnTo>
                  <a:lnTo>
                    <a:pt x="945" y="2943773"/>
                  </a:lnTo>
                  <a:lnTo>
                    <a:pt x="3745" y="2958169"/>
                  </a:lnTo>
                  <a:lnTo>
                    <a:pt x="3779" y="2958347"/>
                  </a:lnTo>
                  <a:lnTo>
                    <a:pt x="8450" y="2972294"/>
                  </a:lnTo>
                  <a:lnTo>
                    <a:pt x="8502" y="2972450"/>
                  </a:lnTo>
                  <a:lnTo>
                    <a:pt x="33296" y="3009696"/>
                  </a:lnTo>
                  <a:lnTo>
                    <a:pt x="70421" y="3034276"/>
                  </a:lnTo>
                  <a:lnTo>
                    <a:pt x="114109" y="3043085"/>
                  </a:lnTo>
                  <a:lnTo>
                    <a:pt x="4090670" y="3042729"/>
                  </a:lnTo>
                  <a:lnTo>
                    <a:pt x="4133997" y="3034276"/>
                  </a:lnTo>
                  <a:lnTo>
                    <a:pt x="4171403" y="3009420"/>
                  </a:lnTo>
                  <a:lnTo>
                    <a:pt x="4195907" y="2972450"/>
                  </a:lnTo>
                  <a:lnTo>
                    <a:pt x="4204768" y="2928962"/>
                  </a:lnTo>
                  <a:lnTo>
                    <a:pt x="4204792" y="2928607"/>
                  </a:lnTo>
                  <a:lnTo>
                    <a:pt x="4204436" y="114122"/>
                  </a:lnTo>
                  <a:lnTo>
                    <a:pt x="4195928" y="70634"/>
                  </a:lnTo>
                  <a:lnTo>
                    <a:pt x="4171137" y="33393"/>
                  </a:lnTo>
                  <a:lnTo>
                    <a:pt x="4134002" y="8813"/>
                  </a:lnTo>
                  <a:lnTo>
                    <a:pt x="4105280" y="1002"/>
                  </a:lnTo>
                  <a:lnTo>
                    <a:pt x="4090314" y="0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4220980" y="1195465"/>
            <a:ext cx="4541520" cy="29654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64465">
              <a:lnSpc>
                <a:spcPct val="100000"/>
              </a:lnSpc>
              <a:spcBef>
                <a:spcPts val="130"/>
              </a:spcBef>
            </a:pPr>
            <a:r>
              <a:rPr dirty="0" baseline="-7575" sz="1650">
                <a:solidFill>
                  <a:srgbClr val="FF6A5A"/>
                </a:solidFill>
                <a:latin typeface="Segoe UI Symbol"/>
                <a:cs typeface="Segoe UI Symbol"/>
              </a:rPr>
              <a:t>✦</a:t>
            </a:r>
            <a:r>
              <a:rPr dirty="0" baseline="-7575" sz="1650" spc="21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W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FF6A5A"/>
                </a:solidFill>
                <a:latin typeface="Calibri"/>
                <a:cs typeface="Calibri"/>
              </a:rPr>
              <a:t>RI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TE</a:t>
            </a:r>
            <a:r>
              <a:rPr dirty="0" sz="800" spc="22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&amp;</a:t>
            </a:r>
            <a:r>
              <a:rPr dirty="0" sz="800" spc="2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FF6A5A"/>
                </a:solidFill>
                <a:latin typeface="Calibri"/>
                <a:cs typeface="Calibri"/>
              </a:rPr>
              <a:t>EN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21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EXA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alibri"/>
              <a:cs typeface="Calibri"/>
            </a:endParaRPr>
          </a:p>
          <a:p>
            <a:pPr marL="296545">
              <a:lnSpc>
                <a:spcPct val="100000"/>
              </a:lnSpc>
              <a:spcBef>
                <a:spcPts val="5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WRITE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creates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log.txt,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or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wipes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5" i="1">
                <a:solidFill>
                  <a:srgbClr val="8A8FB4"/>
                </a:solidFill>
                <a:latin typeface="Courier New"/>
                <a:cs typeface="Courier New"/>
              </a:rPr>
              <a:t>it</a:t>
            </a:r>
            <a:endParaRPr sz="700">
              <a:latin typeface="Courier New"/>
              <a:cs typeface="Courier New"/>
            </a:endParaRPr>
          </a:p>
          <a:p>
            <a:pPr marL="295910">
              <a:lnSpc>
                <a:spcPct val="100000"/>
              </a:lnSpc>
              <a:spcBef>
                <a:spcPts val="415"/>
              </a:spcBef>
            </a:pPr>
            <a:r>
              <a:rPr dirty="0" sz="800" spc="1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 spc="10">
                <a:solidFill>
                  <a:srgbClr val="B7E885"/>
                </a:solidFill>
                <a:latin typeface="Courier New"/>
                <a:cs typeface="Courier New"/>
              </a:rPr>
              <a:t>'log.txt'</a:t>
            </a:r>
            <a:r>
              <a:rPr dirty="0" sz="800" spc="-37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10">
                <a:solidFill>
                  <a:srgbClr val="B7E885"/>
                </a:solidFill>
                <a:latin typeface="Courier New"/>
                <a:cs typeface="Courier New"/>
              </a:rPr>
              <a:t>'w'</a:t>
            </a:r>
            <a:r>
              <a:rPr dirty="0" sz="800" spc="9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baseline="15873" sz="1050" spc="-37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baseline="15873" sz="1050">
              <a:latin typeface="Courier New"/>
              <a:cs typeface="Courier New"/>
            </a:endParaRPr>
          </a:p>
          <a:p>
            <a:pPr marL="906780">
              <a:lnSpc>
                <a:spcPct val="100000"/>
              </a:lnSpc>
              <a:spcBef>
                <a:spcPts val="80"/>
              </a:spcBef>
            </a:pP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"Session</a:t>
            </a:r>
            <a:r>
              <a:rPr dirty="0" sz="700" spc="-8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start\n"</a:t>
            </a:r>
            <a:endParaRPr sz="700">
              <a:latin typeface="Courier New"/>
              <a:cs typeface="Courier New"/>
            </a:endParaRPr>
          </a:p>
          <a:p>
            <a:pPr marL="906780">
              <a:lnSpc>
                <a:spcPct val="100000"/>
              </a:lnSpc>
              <a:spcBef>
                <a:spcPts val="585"/>
              </a:spcBef>
            </a:pPr>
            <a:r>
              <a:rPr dirty="0" sz="650" spc="-25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65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B7E885"/>
                </a:solidFill>
                <a:latin typeface="Trebuchet MS"/>
                <a:cs typeface="Trebuchet MS"/>
              </a:rPr>
              <a:t>D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B7E885"/>
                </a:solidFill>
                <a:latin typeface="Trebuchet MS"/>
                <a:cs typeface="Trebuchet MS"/>
              </a:rPr>
              <a:t>a</a:t>
            </a:r>
            <a:r>
              <a:rPr dirty="0" sz="65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B7E885"/>
                </a:solidFill>
                <a:latin typeface="Trebuchet MS"/>
                <a:cs typeface="Trebuchet MS"/>
              </a:rPr>
              <a:t>y</a:t>
            </a:r>
            <a:r>
              <a:rPr dirty="0" sz="650" spc="10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650" spc="12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70">
                <a:solidFill>
                  <a:srgbClr val="B7E885"/>
                </a:solidFill>
                <a:latin typeface="Trebuchet MS"/>
                <a:cs typeface="Trebuchet MS"/>
              </a:rPr>
              <a:t>—</a:t>
            </a:r>
            <a:r>
              <a:rPr dirty="0" sz="650" spc="12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B7E885"/>
                </a:solidFill>
                <a:latin typeface="Trebuchet MS"/>
                <a:cs typeface="Trebuchet MS"/>
              </a:rPr>
              <a:t>Py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120">
                <a:solidFill>
                  <a:srgbClr val="B7E885"/>
                </a:solidFill>
                <a:latin typeface="Trebuchet MS"/>
                <a:cs typeface="Trebuchet MS"/>
              </a:rPr>
              <a:t>t</a:t>
            </a:r>
            <a:r>
              <a:rPr dirty="0" sz="65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h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o</a:t>
            </a:r>
            <a:r>
              <a:rPr dirty="0" sz="65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n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B7E885"/>
                </a:solidFill>
                <a:latin typeface="Trebuchet MS"/>
                <a:cs typeface="Trebuchet MS"/>
              </a:rPr>
              <a:t>,</a:t>
            </a:r>
            <a:r>
              <a:rPr dirty="0" sz="650" spc="6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B7E885"/>
                </a:solidFill>
                <a:latin typeface="Trebuchet MS"/>
                <a:cs typeface="Trebuchet MS"/>
              </a:rPr>
              <a:t>Pro</a:t>
            </a:r>
            <a:r>
              <a:rPr dirty="0" sz="650" spc="-10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65">
                <a:solidFill>
                  <a:srgbClr val="B7E885"/>
                </a:solidFill>
                <a:latin typeface="Trebuchet MS"/>
                <a:cs typeface="Trebuchet MS"/>
              </a:rPr>
              <a:t>p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z="650" spc="-9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75">
                <a:solidFill>
                  <a:srgbClr val="B7E885"/>
                </a:solidFill>
                <a:latin typeface="Trebuchet MS"/>
                <a:cs typeface="Trebuchet MS"/>
              </a:rPr>
              <a:t>r</a:t>
            </a:r>
            <a:r>
              <a:rPr dirty="0" sz="650" spc="-114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B7E885"/>
                </a:solidFill>
                <a:latin typeface="Trebuchet MS"/>
                <a:cs typeface="Trebuchet MS"/>
              </a:rPr>
              <a:t>ly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\</a:t>
            </a:r>
            <a:r>
              <a:rPr dirty="0" sz="650" spc="-1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n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endParaRPr sz="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650">
              <a:latin typeface="Trebuchet MS"/>
              <a:cs typeface="Trebuchet MS"/>
            </a:endParaRPr>
          </a:p>
          <a:p>
            <a:pPr marL="295910">
              <a:lnSpc>
                <a:spcPct val="100000"/>
              </a:lnSpc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APPEND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adds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to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end,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keeps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existing</a:t>
            </a:r>
            <a:endParaRPr sz="600">
              <a:latin typeface="Courier New"/>
              <a:cs typeface="Courier New"/>
            </a:endParaRPr>
          </a:p>
          <a:p>
            <a:pPr marL="295910">
              <a:lnSpc>
                <a:spcPct val="100000"/>
              </a:lnSpc>
              <a:spcBef>
                <a:spcPts val="415"/>
              </a:spcBef>
            </a:pPr>
            <a:r>
              <a:rPr dirty="0" sz="800" spc="1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 spc="10">
                <a:solidFill>
                  <a:srgbClr val="B7E885"/>
                </a:solidFill>
                <a:latin typeface="Courier New"/>
                <a:cs typeface="Courier New"/>
              </a:rPr>
              <a:t>'log.txt'</a:t>
            </a:r>
            <a:r>
              <a:rPr dirty="0" sz="800" spc="-37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10">
                <a:solidFill>
                  <a:srgbClr val="B7E885"/>
                </a:solidFill>
                <a:latin typeface="Courier New"/>
                <a:cs typeface="Courier New"/>
              </a:rPr>
              <a:t>'a'</a:t>
            </a:r>
            <a:r>
              <a:rPr dirty="0" sz="800" spc="9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baseline="15873" sz="1050" spc="-37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baseline="15873" sz="1050">
              <a:latin typeface="Courier New"/>
              <a:cs typeface="Courier New"/>
            </a:endParaRPr>
          </a:p>
          <a:p>
            <a:pPr marL="906144">
              <a:lnSpc>
                <a:spcPct val="100000"/>
              </a:lnSpc>
              <a:spcBef>
                <a:spcPts val="200"/>
              </a:spcBef>
            </a:pP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"Closing</a:t>
            </a:r>
            <a:r>
              <a:rPr dirty="0" sz="600" spc="-3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exercise</a:t>
            </a:r>
            <a:r>
              <a:rPr dirty="0" sz="600" spc="-3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completed\n"</a:t>
            </a:r>
            <a:endParaRPr sz="600">
              <a:latin typeface="Courier New"/>
              <a:cs typeface="Courier New"/>
            </a:endParaRPr>
          </a:p>
          <a:p>
            <a:pPr marL="906780">
              <a:lnSpc>
                <a:spcPct val="100000"/>
              </a:lnSpc>
              <a:spcBef>
                <a:spcPts val="585"/>
              </a:spcBef>
            </a:pPr>
            <a:r>
              <a:rPr dirty="0" sz="650" spc="-95">
                <a:solidFill>
                  <a:srgbClr val="B7E885"/>
                </a:solidFill>
                <a:latin typeface="Trebuchet MS"/>
                <a:cs typeface="Trebuchet MS"/>
              </a:rPr>
              <a:t>f</a:t>
            </a:r>
            <a:r>
              <a:rPr dirty="0" sz="650" spc="-12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r>
              <a:rPr dirty="0" sz="650" spc="-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B7E885"/>
                </a:solidFill>
                <a:latin typeface="Trebuchet MS"/>
                <a:cs typeface="Trebuchet MS"/>
              </a:rPr>
              <a:t>St</a:t>
            </a:r>
            <a:r>
              <a:rPr dirty="0" sz="65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u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65">
                <a:solidFill>
                  <a:srgbClr val="B7E885"/>
                </a:solidFill>
                <a:latin typeface="Trebuchet MS"/>
                <a:cs typeface="Trebuchet MS"/>
              </a:rPr>
              <a:t>d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e</a:t>
            </a:r>
            <a:r>
              <a:rPr dirty="0" sz="65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n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120">
                <a:solidFill>
                  <a:srgbClr val="B7E885"/>
                </a:solidFill>
                <a:latin typeface="Trebuchet MS"/>
                <a:cs typeface="Trebuchet MS"/>
              </a:rPr>
              <a:t>t</a:t>
            </a:r>
            <a:r>
              <a:rPr dirty="0" sz="65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B7E885"/>
                </a:solidFill>
                <a:latin typeface="Trebuchet MS"/>
                <a:cs typeface="Trebuchet MS"/>
              </a:rPr>
              <a:t>s</a:t>
            </a:r>
            <a:r>
              <a:rPr dirty="0" sz="650" spc="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65">
                <a:solidFill>
                  <a:srgbClr val="B7E885"/>
                </a:solidFill>
                <a:latin typeface="Trebuchet MS"/>
                <a:cs typeface="Trebuchet MS"/>
              </a:rPr>
              <a:t>p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B7E885"/>
                </a:solidFill>
                <a:latin typeface="Trebuchet MS"/>
                <a:cs typeface="Trebuchet MS"/>
              </a:rPr>
              <a:t>re</a:t>
            </a:r>
            <a:r>
              <a:rPr dirty="0" sz="65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B7E885"/>
                </a:solidFill>
                <a:latin typeface="Trebuchet MS"/>
                <a:cs typeface="Trebuchet MS"/>
              </a:rPr>
              <a:t>se</a:t>
            </a:r>
            <a:r>
              <a:rPr dirty="0" sz="65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n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120">
                <a:solidFill>
                  <a:srgbClr val="B7E885"/>
                </a:solidFill>
                <a:latin typeface="Trebuchet MS"/>
                <a:cs typeface="Trebuchet MS"/>
              </a:rPr>
              <a:t>t</a:t>
            </a:r>
            <a:r>
              <a:rPr dirty="0" sz="650" spc="-9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B7E885"/>
                </a:solidFill>
                <a:latin typeface="Trebuchet MS"/>
                <a:cs typeface="Trebuchet MS"/>
              </a:rPr>
              <a:t>:</a:t>
            </a:r>
            <a:r>
              <a:rPr dirty="0" sz="650" spc="85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B7E885"/>
                </a:solidFill>
                <a:latin typeface="Trebuchet MS"/>
                <a:cs typeface="Trebuchet MS"/>
              </a:rPr>
              <a:t>2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B7E885"/>
                </a:solidFill>
                <a:latin typeface="Trebuchet MS"/>
                <a:cs typeface="Trebuchet MS"/>
              </a:rPr>
              <a:t>8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\</a:t>
            </a:r>
            <a:r>
              <a:rPr dirty="0" sz="650" spc="-13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5">
                <a:solidFill>
                  <a:srgbClr val="B7E885"/>
                </a:solidFill>
                <a:latin typeface="Trebuchet MS"/>
                <a:cs typeface="Trebuchet MS"/>
              </a:rPr>
              <a:t>n</a:t>
            </a:r>
            <a:r>
              <a:rPr dirty="0" sz="650" spc="-80">
                <a:solidFill>
                  <a:srgbClr val="B7E885"/>
                </a:solidFill>
                <a:latin typeface="Trebuchet MS"/>
                <a:cs typeface="Trebuchet MS"/>
              </a:rPr>
              <a:t> </a:t>
            </a:r>
            <a:r>
              <a:rPr dirty="0" sz="650" spc="-50">
                <a:solidFill>
                  <a:srgbClr val="B7E885"/>
                </a:solidFill>
                <a:latin typeface="Trebuchet MS"/>
                <a:cs typeface="Trebuchet MS"/>
              </a:rPr>
              <a:t>"</a:t>
            </a:r>
            <a:endParaRPr sz="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650">
              <a:latin typeface="Trebuchet MS"/>
              <a:cs typeface="Trebuchet MS"/>
            </a:endParaRPr>
          </a:p>
          <a:p>
            <a:pPr marL="296545">
              <a:lnSpc>
                <a:spcPct val="100000"/>
              </a:lnSpc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READ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verify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what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we</a:t>
            </a:r>
            <a:r>
              <a:rPr dirty="0" sz="7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wrote</a:t>
            </a:r>
            <a:endParaRPr sz="700">
              <a:latin typeface="Courier New"/>
              <a:cs typeface="Courier New"/>
            </a:endParaRPr>
          </a:p>
          <a:p>
            <a:pPr marL="499109" marR="2809240" indent="-203835">
              <a:lnSpc>
                <a:spcPct val="108100"/>
              </a:lnSpc>
              <a:spcBef>
                <a:spcPts val="340"/>
              </a:spcBef>
            </a:pPr>
            <a:r>
              <a:rPr dirty="0" sz="800" spc="1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 spc="10">
                <a:solidFill>
                  <a:srgbClr val="B7E885"/>
                </a:solidFill>
                <a:latin typeface="Courier New"/>
                <a:cs typeface="Courier New"/>
              </a:rPr>
              <a:t>'log.txt'</a:t>
            </a:r>
            <a:r>
              <a:rPr dirty="0" sz="800" spc="-37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10">
                <a:solidFill>
                  <a:srgbClr val="B7E885"/>
                </a:solidFill>
                <a:latin typeface="Courier New"/>
                <a:cs typeface="Courier New"/>
              </a:rPr>
              <a:t>'r'</a:t>
            </a:r>
            <a:r>
              <a:rPr dirty="0" sz="800" spc="9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baseline="15873" sz="1050" spc="-37">
                <a:solidFill>
                  <a:srgbClr val="FF8B7E"/>
                </a:solidFill>
                <a:latin typeface="Courier New"/>
                <a:cs typeface="Courier New"/>
              </a:rPr>
              <a:t>as </a:t>
            </a:r>
            <a:r>
              <a:rPr dirty="0" sz="700" spc="-20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endParaRPr sz="700">
              <a:latin typeface="Courier New"/>
              <a:cs typeface="Courier New"/>
            </a:endParaRPr>
          </a:p>
          <a:p>
            <a:pPr marL="296545">
              <a:lnSpc>
                <a:spcPct val="100000"/>
              </a:lnSpc>
              <a:spcBef>
                <a:spcPts val="305"/>
              </a:spcBef>
            </a:pPr>
            <a:r>
              <a:rPr dirty="0" sz="700">
                <a:solidFill>
                  <a:srgbClr val="FFD47F"/>
                </a:solidFill>
                <a:latin typeface="Courier New"/>
                <a:cs typeface="Courier New"/>
              </a:rPr>
              <a:t>#</a:t>
            </a:r>
            <a:r>
              <a:rPr dirty="0" sz="700" spc="-45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D47F"/>
                </a:solidFill>
                <a:latin typeface="Courier New"/>
                <a:cs typeface="Courier New"/>
              </a:rPr>
              <a:t>→</a:t>
            </a:r>
            <a:r>
              <a:rPr dirty="0" sz="700" spc="-40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FFD47F"/>
                </a:solidFill>
                <a:latin typeface="Courier New"/>
                <a:cs typeface="Courier New"/>
              </a:rPr>
              <a:t>Session</a:t>
            </a:r>
            <a:r>
              <a:rPr dirty="0" sz="700" spc="-45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FFD47F"/>
                </a:solidFill>
                <a:latin typeface="Courier New"/>
                <a:cs typeface="Courier New"/>
              </a:rPr>
              <a:t>start</a:t>
            </a:r>
            <a:endParaRPr sz="700">
              <a:latin typeface="Courier New"/>
              <a:cs typeface="Courier New"/>
            </a:endParaRPr>
          </a:p>
          <a:p>
            <a:pPr marL="296545">
              <a:lnSpc>
                <a:spcPct val="100000"/>
              </a:lnSpc>
              <a:spcBef>
                <a:spcPts val="305"/>
              </a:spcBef>
            </a:pPr>
            <a:r>
              <a:rPr dirty="0" sz="700">
                <a:solidFill>
                  <a:srgbClr val="FFD47F"/>
                </a:solidFill>
                <a:latin typeface="Trebuchet MS"/>
                <a:cs typeface="Trebuchet MS"/>
              </a:rPr>
              <a:t>#</a:t>
            </a:r>
            <a:r>
              <a:rPr dirty="0" sz="700" spc="195">
                <a:solidFill>
                  <a:srgbClr val="FFD47F"/>
                </a:solidFill>
                <a:latin typeface="Trebuchet MS"/>
                <a:cs typeface="Trebuchet MS"/>
              </a:rPr>
              <a:t>  </a:t>
            </a:r>
            <a:r>
              <a:rPr dirty="0" sz="700" spc="-20">
                <a:solidFill>
                  <a:srgbClr val="FFD47F"/>
                </a:solidFill>
                <a:latin typeface="Trebuchet MS"/>
                <a:cs typeface="Trebuchet MS"/>
              </a:rPr>
              <a:t>D</a:t>
            </a:r>
            <a:r>
              <a:rPr dirty="0" sz="700" spc="-9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FFD47F"/>
                </a:solidFill>
                <a:latin typeface="Trebuchet MS"/>
                <a:cs typeface="Trebuchet MS"/>
              </a:rPr>
              <a:t>a</a:t>
            </a:r>
            <a:r>
              <a:rPr dirty="0" sz="700" spc="-11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D47F"/>
                </a:solidFill>
                <a:latin typeface="Trebuchet MS"/>
                <a:cs typeface="Trebuchet MS"/>
              </a:rPr>
              <a:t>y</a:t>
            </a:r>
            <a:r>
              <a:rPr dirty="0" sz="700" spc="11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700" spc="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60">
                <a:solidFill>
                  <a:srgbClr val="FFD47F"/>
                </a:solidFill>
                <a:latin typeface="Trebuchet MS"/>
                <a:cs typeface="Trebuchet MS"/>
              </a:rPr>
              <a:t>—</a:t>
            </a:r>
            <a:r>
              <a:rPr dirty="0" sz="700" spc="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30">
                <a:solidFill>
                  <a:srgbClr val="FFD47F"/>
                </a:solidFill>
                <a:latin typeface="Trebuchet MS"/>
                <a:cs typeface="Trebuchet MS"/>
              </a:rPr>
              <a:t>Py</a:t>
            </a:r>
            <a:r>
              <a:rPr dirty="0" sz="700" spc="-9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125">
                <a:solidFill>
                  <a:srgbClr val="FFD47F"/>
                </a:solidFill>
                <a:latin typeface="Trebuchet MS"/>
                <a:cs typeface="Trebuchet MS"/>
              </a:rPr>
              <a:t>t</a:t>
            </a:r>
            <a:r>
              <a:rPr dirty="0" sz="7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FFD47F"/>
                </a:solidFill>
                <a:latin typeface="Trebuchet MS"/>
                <a:cs typeface="Trebuchet MS"/>
              </a:rPr>
              <a:t>h</a:t>
            </a:r>
            <a:r>
              <a:rPr dirty="0" sz="7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65">
                <a:solidFill>
                  <a:srgbClr val="FFD47F"/>
                </a:solidFill>
                <a:latin typeface="Trebuchet MS"/>
                <a:cs typeface="Trebuchet MS"/>
              </a:rPr>
              <a:t>o</a:t>
            </a:r>
            <a:r>
              <a:rPr dirty="0" sz="700" spc="-11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FFD47F"/>
                </a:solidFill>
                <a:latin typeface="Trebuchet MS"/>
                <a:cs typeface="Trebuchet MS"/>
              </a:rPr>
              <a:t>n</a:t>
            </a:r>
            <a:r>
              <a:rPr dirty="0" sz="700" spc="-10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20">
                <a:solidFill>
                  <a:srgbClr val="FFD47F"/>
                </a:solidFill>
                <a:latin typeface="Trebuchet MS"/>
                <a:cs typeface="Trebuchet MS"/>
              </a:rPr>
              <a:t>,</a:t>
            </a:r>
            <a:r>
              <a:rPr dirty="0" sz="700" spc="4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30">
                <a:solidFill>
                  <a:srgbClr val="FFD47F"/>
                </a:solidFill>
                <a:latin typeface="Trebuchet MS"/>
                <a:cs typeface="Trebuchet MS"/>
              </a:rPr>
              <a:t>Pro</a:t>
            </a:r>
            <a:r>
              <a:rPr dirty="0" sz="700" spc="-114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FFD47F"/>
                </a:solidFill>
                <a:latin typeface="Trebuchet MS"/>
                <a:cs typeface="Trebuchet MS"/>
              </a:rPr>
              <a:t>p</a:t>
            </a:r>
            <a:r>
              <a:rPr dirty="0" sz="700" spc="-9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FFD47F"/>
                </a:solidFill>
                <a:latin typeface="Trebuchet MS"/>
                <a:cs typeface="Trebuchet MS"/>
              </a:rPr>
              <a:t>e</a:t>
            </a:r>
            <a:r>
              <a:rPr dirty="0" sz="700" spc="-11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95">
                <a:solidFill>
                  <a:srgbClr val="FFD47F"/>
                </a:solidFill>
                <a:latin typeface="Trebuchet MS"/>
                <a:cs typeface="Trebuchet MS"/>
              </a:rPr>
              <a:t>r</a:t>
            </a:r>
            <a:r>
              <a:rPr dirty="0" sz="700" spc="-12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25">
                <a:solidFill>
                  <a:srgbClr val="FFD47F"/>
                </a:solidFill>
                <a:latin typeface="Trebuchet MS"/>
                <a:cs typeface="Trebuchet MS"/>
              </a:rPr>
              <a:t>ly</a:t>
            </a:r>
            <a:endParaRPr sz="700">
              <a:latin typeface="Trebuchet MS"/>
              <a:cs typeface="Trebuchet MS"/>
            </a:endParaRPr>
          </a:p>
          <a:p>
            <a:pPr marL="295910">
              <a:lnSpc>
                <a:spcPct val="100000"/>
              </a:lnSpc>
              <a:spcBef>
                <a:spcPts val="310"/>
              </a:spcBef>
              <a:tabLst>
                <a:tab pos="504825" algn="l"/>
              </a:tabLst>
            </a:pPr>
            <a:r>
              <a:rPr dirty="0" sz="700" spc="-50">
                <a:solidFill>
                  <a:srgbClr val="FFD47F"/>
                </a:solidFill>
                <a:latin typeface="Courier New"/>
                <a:cs typeface="Courier New"/>
              </a:rPr>
              <a:t>#</a:t>
            </a:r>
            <a:r>
              <a:rPr dirty="0" sz="700">
                <a:solidFill>
                  <a:srgbClr val="FFD47F"/>
                </a:solidFill>
                <a:latin typeface="Courier New"/>
                <a:cs typeface="Courier New"/>
              </a:rPr>
              <a:t>	</a:t>
            </a:r>
            <a:r>
              <a:rPr dirty="0" sz="700" spc="-10">
                <a:solidFill>
                  <a:srgbClr val="FFD47F"/>
                </a:solidFill>
                <a:latin typeface="Courier New"/>
                <a:cs typeface="Courier New"/>
              </a:rPr>
              <a:t>Closing</a:t>
            </a:r>
            <a:r>
              <a:rPr dirty="0" sz="700" spc="-75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FFD47F"/>
                </a:solidFill>
                <a:latin typeface="Courier New"/>
                <a:cs typeface="Courier New"/>
              </a:rPr>
              <a:t>exercise</a:t>
            </a:r>
            <a:r>
              <a:rPr dirty="0" sz="700" spc="-75">
                <a:solidFill>
                  <a:srgbClr val="FFD47F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FFD47F"/>
                </a:solidFill>
                <a:latin typeface="Courier New"/>
                <a:cs typeface="Courier New"/>
              </a:rPr>
              <a:t>completed</a:t>
            </a:r>
            <a:endParaRPr sz="700">
              <a:latin typeface="Courier New"/>
              <a:cs typeface="Courier New"/>
            </a:endParaRPr>
          </a:p>
          <a:p>
            <a:pPr marL="296545">
              <a:lnSpc>
                <a:spcPct val="100000"/>
              </a:lnSpc>
              <a:spcBef>
                <a:spcPts val="415"/>
              </a:spcBef>
              <a:tabLst>
                <a:tab pos="475615" algn="l"/>
              </a:tabLst>
            </a:pPr>
            <a:r>
              <a:rPr dirty="0" sz="800" spc="-50">
                <a:solidFill>
                  <a:srgbClr val="FFD47F"/>
                </a:solidFill>
                <a:latin typeface="Trebuchet MS"/>
                <a:cs typeface="Trebuchet MS"/>
              </a:rPr>
              <a:t>#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	</a:t>
            </a:r>
            <a:r>
              <a:rPr dirty="0" sz="800" spc="-10">
                <a:solidFill>
                  <a:srgbClr val="FFD47F"/>
                </a:solidFill>
                <a:latin typeface="Trebuchet MS"/>
                <a:cs typeface="Trebuchet MS"/>
              </a:rPr>
              <a:t>St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FFD47F"/>
                </a:solidFill>
                <a:latin typeface="Trebuchet MS"/>
                <a:cs typeface="Trebuchet MS"/>
              </a:rPr>
              <a:t>u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FFD47F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FFD47F"/>
                </a:solidFill>
                <a:latin typeface="Trebuchet MS"/>
                <a:cs typeface="Trebuchet MS"/>
              </a:rPr>
              <a:t>e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FFD47F"/>
                </a:solidFill>
                <a:latin typeface="Trebuchet MS"/>
                <a:cs typeface="Trebuchet MS"/>
              </a:rPr>
              <a:t>n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FFD47F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s</a:t>
            </a:r>
            <a:r>
              <a:rPr dirty="0" sz="800" spc="6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95">
                <a:solidFill>
                  <a:srgbClr val="FFD47F"/>
                </a:solidFill>
                <a:latin typeface="Trebuchet MS"/>
                <a:cs typeface="Trebuchet MS"/>
              </a:rPr>
              <a:t>p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D47F"/>
                </a:solidFill>
                <a:latin typeface="Trebuchet MS"/>
                <a:cs typeface="Trebuchet MS"/>
              </a:rPr>
              <a:t>re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D47F"/>
                </a:solidFill>
                <a:latin typeface="Trebuchet MS"/>
                <a:cs typeface="Trebuchet MS"/>
              </a:rPr>
              <a:t>se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FFD47F"/>
                </a:solidFill>
                <a:latin typeface="Trebuchet MS"/>
                <a:cs typeface="Trebuchet MS"/>
              </a:rPr>
              <a:t>n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FFD47F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FFD47F"/>
                </a:solidFill>
                <a:latin typeface="Trebuchet MS"/>
                <a:cs typeface="Trebuchet MS"/>
              </a:rPr>
              <a:t>:</a:t>
            </a:r>
            <a:r>
              <a:rPr dirty="0" sz="800" spc="8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800" spc="-105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D47F"/>
                </a:solidFill>
                <a:latin typeface="Trebuchet MS"/>
                <a:cs typeface="Trebuchet MS"/>
              </a:rPr>
              <a:t>8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11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3077" y="31427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47" y="0"/>
                </a:lnTo>
                <a:lnTo>
                  <a:pt x="21602" y="0"/>
                </a:ln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5209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21247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46"/>
                </a:lnTo>
                <a:lnTo>
                  <a:pt x="39966" y="10807"/>
                </a:lnTo>
                <a:lnTo>
                  <a:pt x="37807" y="7569"/>
                </a:lnTo>
                <a:lnTo>
                  <a:pt x="35280" y="4686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0377" y="264860"/>
            <a:ext cx="17849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3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T</a:t>
            </a:r>
            <a:r>
              <a:rPr dirty="0" sz="800" spc="-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800" spc="-1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L L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28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1</a:t>
            </a:r>
            <a:r>
              <a:rPr dirty="0" sz="8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3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30377" y="419305"/>
            <a:ext cx="4233545" cy="28321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/>
              <a:t>Five</a:t>
            </a:r>
            <a:r>
              <a:rPr dirty="0" sz="1650" spc="-80"/>
              <a:t> </a:t>
            </a:r>
            <a:r>
              <a:rPr dirty="0" sz="1650" spc="-10"/>
              <a:t>traps</a:t>
            </a:r>
            <a:r>
              <a:rPr dirty="0" sz="1650" spc="-75"/>
              <a:t> </a:t>
            </a:r>
            <a:r>
              <a:rPr dirty="0" sz="1650"/>
              <a:t>every</a:t>
            </a:r>
            <a:r>
              <a:rPr dirty="0" sz="1650" spc="-70"/>
              <a:t> </a:t>
            </a:r>
            <a:r>
              <a:rPr dirty="0" sz="1650"/>
              <a:t>Python</a:t>
            </a:r>
            <a:r>
              <a:rPr dirty="0" sz="1650" spc="-80"/>
              <a:t> </a:t>
            </a:r>
            <a:r>
              <a:rPr dirty="0" sz="1650"/>
              <a:t>beginner</a:t>
            </a:r>
            <a:r>
              <a:rPr dirty="0" sz="1650" spc="-70"/>
              <a:t> </a:t>
            </a:r>
            <a:r>
              <a:rPr dirty="0" sz="1650" spc="-10"/>
              <a:t>falls</a:t>
            </a:r>
            <a:r>
              <a:rPr dirty="0" sz="1650" spc="-80"/>
              <a:t> </a:t>
            </a:r>
            <a:r>
              <a:rPr dirty="0" sz="1650" spc="-10"/>
              <a:t>into.</a:t>
            </a:r>
            <a:r>
              <a:rPr dirty="0" sz="1650" spc="-75"/>
              <a:t> </a:t>
            </a:r>
            <a:r>
              <a:rPr dirty="0" sz="1650" spc="-10"/>
              <a:t>Once.</a:t>
            </a:r>
            <a:endParaRPr sz="1650"/>
          </a:p>
        </p:txBody>
      </p:sp>
      <p:sp>
        <p:nvSpPr>
          <p:cNvPr id="5" name="object 5"/>
          <p:cNvSpPr txBox="1"/>
          <p:nvPr/>
        </p:nvSpPr>
        <p:spPr>
          <a:xfrm>
            <a:off x="330022" y="737173"/>
            <a:ext cx="395160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will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hit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these.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Best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slide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first,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recognise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own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later.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506" y="957035"/>
            <a:ext cx="2762885" cy="1644014"/>
            <a:chOff x="342506" y="957035"/>
            <a:chExt cx="2762885" cy="1644014"/>
          </a:xfrm>
        </p:grpSpPr>
        <p:sp>
          <p:nvSpPr>
            <p:cNvPr id="7" name="object 7"/>
            <p:cNvSpPr/>
            <p:nvPr/>
          </p:nvSpPr>
          <p:spPr>
            <a:xfrm>
              <a:off x="346316" y="960845"/>
              <a:ext cx="2755265" cy="1636395"/>
            </a:xfrm>
            <a:custGeom>
              <a:avLst/>
              <a:gdLst/>
              <a:ahLst/>
              <a:cxnLst/>
              <a:rect l="l" t="t" r="r" b="b"/>
              <a:pathLst>
                <a:path w="2755265" h="1636395">
                  <a:moveTo>
                    <a:pt x="2640609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40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1521714"/>
                  </a:lnTo>
                  <a:lnTo>
                    <a:pt x="932" y="1536324"/>
                  </a:lnTo>
                  <a:lnTo>
                    <a:pt x="945" y="1536524"/>
                  </a:lnTo>
                  <a:lnTo>
                    <a:pt x="3746" y="1550920"/>
                  </a:lnTo>
                  <a:lnTo>
                    <a:pt x="3781" y="1551098"/>
                  </a:lnTo>
                  <a:lnTo>
                    <a:pt x="8456" y="1565046"/>
                  </a:lnTo>
                  <a:lnTo>
                    <a:pt x="8508" y="1565201"/>
                  </a:lnTo>
                  <a:lnTo>
                    <a:pt x="33304" y="1602447"/>
                  </a:lnTo>
                  <a:lnTo>
                    <a:pt x="70434" y="1627027"/>
                  </a:lnTo>
                  <a:lnTo>
                    <a:pt x="114122" y="1635836"/>
                  </a:lnTo>
                  <a:lnTo>
                    <a:pt x="2640965" y="1635480"/>
                  </a:lnTo>
                  <a:lnTo>
                    <a:pt x="2684286" y="1627027"/>
                  </a:lnTo>
                  <a:lnTo>
                    <a:pt x="2721694" y="1602176"/>
                  </a:lnTo>
                  <a:lnTo>
                    <a:pt x="2746202" y="1565201"/>
                  </a:lnTo>
                  <a:lnTo>
                    <a:pt x="2746278" y="1565046"/>
                  </a:lnTo>
                  <a:lnTo>
                    <a:pt x="2751066" y="1551098"/>
                  </a:lnTo>
                  <a:lnTo>
                    <a:pt x="2751127" y="1550920"/>
                  </a:lnTo>
                  <a:lnTo>
                    <a:pt x="2754045" y="1536524"/>
                  </a:lnTo>
                  <a:lnTo>
                    <a:pt x="2754086" y="1536324"/>
                  </a:lnTo>
                  <a:lnTo>
                    <a:pt x="2755063" y="1521714"/>
                  </a:lnTo>
                  <a:lnTo>
                    <a:pt x="2755087" y="1521358"/>
                  </a:lnTo>
                  <a:lnTo>
                    <a:pt x="2754718" y="114122"/>
                  </a:lnTo>
                  <a:lnTo>
                    <a:pt x="2746221" y="70627"/>
                  </a:lnTo>
                  <a:lnTo>
                    <a:pt x="2721422" y="33388"/>
                  </a:lnTo>
                  <a:lnTo>
                    <a:pt x="2684297" y="8808"/>
                  </a:lnTo>
                  <a:lnTo>
                    <a:pt x="2655575" y="1000"/>
                  </a:lnTo>
                  <a:lnTo>
                    <a:pt x="26406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46316" y="960845"/>
              <a:ext cx="2755265" cy="1636395"/>
            </a:xfrm>
            <a:custGeom>
              <a:avLst/>
              <a:gdLst/>
              <a:ahLst/>
              <a:cxnLst/>
              <a:rect l="l" t="t" r="r" b="b"/>
              <a:pathLst>
                <a:path w="2755265" h="1636395">
                  <a:moveTo>
                    <a:pt x="0" y="114122"/>
                  </a:moveTo>
                  <a:lnTo>
                    <a:pt x="1000" y="99149"/>
                  </a:lnTo>
                  <a:lnTo>
                    <a:pt x="3959" y="84548"/>
                  </a:lnTo>
                  <a:lnTo>
                    <a:pt x="23629" y="44477"/>
                  </a:lnTo>
                  <a:lnTo>
                    <a:pt x="57238" y="15113"/>
                  </a:lnTo>
                  <a:lnTo>
                    <a:pt x="99312" y="945"/>
                  </a:lnTo>
                  <a:lnTo>
                    <a:pt x="114122" y="0"/>
                  </a:lnTo>
                  <a:lnTo>
                    <a:pt x="2640609" y="0"/>
                  </a:lnTo>
                  <a:lnTo>
                    <a:pt x="2684297" y="8808"/>
                  </a:lnTo>
                  <a:lnTo>
                    <a:pt x="2721422" y="33388"/>
                  </a:lnTo>
                  <a:lnTo>
                    <a:pt x="2746221" y="70627"/>
                  </a:lnTo>
                  <a:lnTo>
                    <a:pt x="2754718" y="114122"/>
                  </a:lnTo>
                  <a:lnTo>
                    <a:pt x="2755087" y="1521358"/>
                  </a:lnTo>
                  <a:lnTo>
                    <a:pt x="2754086" y="1536324"/>
                  </a:lnTo>
                  <a:lnTo>
                    <a:pt x="2751127" y="1550920"/>
                  </a:lnTo>
                  <a:lnTo>
                    <a:pt x="2731457" y="1590995"/>
                  </a:lnTo>
                  <a:lnTo>
                    <a:pt x="2697848" y="1620354"/>
                  </a:lnTo>
                  <a:lnTo>
                    <a:pt x="2655775" y="1634535"/>
                  </a:lnTo>
                  <a:lnTo>
                    <a:pt x="114122" y="1635836"/>
                  </a:lnTo>
                  <a:lnTo>
                    <a:pt x="70434" y="1627027"/>
                  </a:lnTo>
                  <a:lnTo>
                    <a:pt x="33304" y="1602447"/>
                  </a:lnTo>
                  <a:lnTo>
                    <a:pt x="8508" y="1565201"/>
                  </a:lnTo>
                  <a:lnTo>
                    <a:pt x="0" y="1521714"/>
                  </a:lnTo>
                  <a:lnTo>
                    <a:pt x="0" y="114122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643" y="1050126"/>
              <a:ext cx="185750" cy="1857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75462" y="1067652"/>
            <a:ext cx="13119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dirty="0" sz="800" spc="3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baseline="3472" sz="1200">
                <a:solidFill>
                  <a:srgbClr val="293183"/>
                </a:solidFill>
                <a:latin typeface="Calibri"/>
                <a:cs typeface="Calibri"/>
              </a:rPr>
              <a:t>MUTABLE</a:t>
            </a:r>
            <a:r>
              <a:rPr dirty="0" baseline="3472" sz="1200" spc="-7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293183"/>
                </a:solidFill>
                <a:latin typeface="Calibri"/>
                <a:cs typeface="Calibri"/>
              </a:rPr>
              <a:t>DEFAULT </a:t>
            </a:r>
            <a:r>
              <a:rPr dirty="0" baseline="3472" sz="1200" spc="-30">
                <a:solidFill>
                  <a:srgbClr val="293183"/>
                </a:solidFill>
                <a:latin typeface="Calibri"/>
                <a:cs typeface="Calibri"/>
              </a:rPr>
              <a:t>ARGS</a:t>
            </a:r>
            <a:endParaRPr baseline="3472"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9643" y="1285559"/>
            <a:ext cx="2548255" cy="1021080"/>
          </a:xfrm>
          <a:custGeom>
            <a:avLst/>
            <a:gdLst/>
            <a:ahLst/>
            <a:cxnLst/>
            <a:rect l="l" t="t" r="r" b="b"/>
            <a:pathLst>
              <a:path w="2548255" h="1021080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55" y="76326"/>
                </a:lnTo>
                <a:lnTo>
                  <a:pt x="0" y="944283"/>
                </a:lnTo>
                <a:lnTo>
                  <a:pt x="658" y="954246"/>
                </a:lnTo>
                <a:lnTo>
                  <a:pt x="668" y="954396"/>
                </a:lnTo>
                <a:lnTo>
                  <a:pt x="15881" y="990730"/>
                </a:lnTo>
                <a:lnTo>
                  <a:pt x="47105" y="1014832"/>
                </a:lnTo>
                <a:lnTo>
                  <a:pt x="76314" y="1020597"/>
                </a:lnTo>
                <a:lnTo>
                  <a:pt x="2471750" y="1020597"/>
                </a:lnTo>
                <a:lnTo>
                  <a:pt x="2509913" y="1010157"/>
                </a:lnTo>
                <a:lnTo>
                  <a:pt x="2537993" y="982446"/>
                </a:lnTo>
                <a:lnTo>
                  <a:pt x="2547382" y="954396"/>
                </a:lnTo>
                <a:lnTo>
                  <a:pt x="2547412" y="954246"/>
                </a:lnTo>
                <a:lnTo>
                  <a:pt x="2548077" y="944283"/>
                </a:lnTo>
                <a:lnTo>
                  <a:pt x="2548053" y="76326"/>
                </a:lnTo>
                <a:lnTo>
                  <a:pt x="2547406" y="66569"/>
                </a:lnTo>
                <a:lnTo>
                  <a:pt x="2532193" y="30234"/>
                </a:lnTo>
                <a:lnTo>
                  <a:pt x="2500964" y="6133"/>
                </a:lnTo>
                <a:lnTo>
                  <a:pt x="2471750" y="368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2986" y="1348703"/>
            <a:ext cx="1532890" cy="122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75">
                <a:solidFill>
                  <a:srgbClr val="8A8FB4"/>
                </a:solidFill>
                <a:latin typeface="SimSun-ExtB"/>
                <a:cs typeface="SimSun-ExtB"/>
              </a:rPr>
              <a:t>✕</a:t>
            </a:r>
            <a:r>
              <a:rPr dirty="0" sz="600" spc="140">
                <a:solidFill>
                  <a:srgbClr val="8A8FB4"/>
                </a:solidFill>
                <a:latin typeface="SimSun-ExtB"/>
                <a:cs typeface="SimSun-ExtB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Bug</a:t>
            </a:r>
            <a:r>
              <a:rPr dirty="0" sz="6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—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default</a:t>
            </a:r>
            <a:r>
              <a:rPr dirty="0" sz="6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list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6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shared!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902" y="1452132"/>
            <a:ext cx="2076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def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413" y="1666343"/>
            <a:ext cx="3892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2337" y="1867871"/>
            <a:ext cx="920750" cy="26733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700" spc="229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17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700" spc="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[</a:t>
            </a:r>
            <a:r>
              <a:rPr dirty="0" sz="7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1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]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2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[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1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,</a:t>
            </a:r>
            <a:r>
              <a:rPr dirty="0" sz="800" spc="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]</a:t>
            </a:r>
            <a:r>
              <a:rPr dirty="0" sz="800" spc="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1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[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]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!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6399" y="2356557"/>
            <a:ext cx="2555240" cy="160020"/>
            <a:chOff x="446399" y="2356557"/>
            <a:chExt cx="2555240" cy="160020"/>
          </a:xfrm>
        </p:grpSpPr>
        <p:sp>
          <p:nvSpPr>
            <p:cNvPr id="17" name="object 17"/>
            <p:cNvSpPr/>
            <p:nvPr/>
          </p:nvSpPr>
          <p:spPr>
            <a:xfrm>
              <a:off x="449999" y="2360157"/>
              <a:ext cx="2548255" cy="635"/>
            </a:xfrm>
            <a:custGeom>
              <a:avLst/>
              <a:gdLst/>
              <a:ahLst/>
              <a:cxnLst/>
              <a:rect l="l" t="t" r="r" b="b"/>
              <a:pathLst>
                <a:path w="2548255" h="635">
                  <a:moveTo>
                    <a:pt x="0" y="0"/>
                  </a:moveTo>
                  <a:lnTo>
                    <a:pt x="2547721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38885" y="2413446"/>
              <a:ext cx="429895" cy="102870"/>
            </a:xfrm>
            <a:custGeom>
              <a:avLst/>
              <a:gdLst/>
              <a:ahLst/>
              <a:cxnLst/>
              <a:rect l="l" t="t" r="r" b="b"/>
              <a:pathLst>
                <a:path w="429894" h="102869">
                  <a:moveTo>
                    <a:pt x="429475" y="56870"/>
                  </a:moveTo>
                  <a:lnTo>
                    <a:pt x="429120" y="28435"/>
                  </a:lnTo>
                  <a:lnTo>
                    <a:pt x="429120" y="23393"/>
                  </a:lnTo>
                  <a:lnTo>
                    <a:pt x="428028" y="18719"/>
                  </a:lnTo>
                  <a:lnTo>
                    <a:pt x="422998" y="10071"/>
                  </a:lnTo>
                  <a:lnTo>
                    <a:pt x="419392" y="6477"/>
                  </a:lnTo>
                  <a:lnTo>
                    <a:pt x="410756" y="1435"/>
                  </a:lnTo>
                  <a:lnTo>
                    <a:pt x="405714" y="0"/>
                  </a:lnTo>
                  <a:lnTo>
                    <a:pt x="40309" y="0"/>
                  </a:lnTo>
                  <a:lnTo>
                    <a:pt x="35636" y="1079"/>
                  </a:lnTo>
                  <a:lnTo>
                    <a:pt x="27000" y="6121"/>
                  </a:lnTo>
                  <a:lnTo>
                    <a:pt x="23393" y="9715"/>
                  </a:lnTo>
                  <a:lnTo>
                    <a:pt x="19812" y="15836"/>
                  </a:lnTo>
                  <a:lnTo>
                    <a:pt x="0" y="15836"/>
                  </a:lnTo>
                  <a:lnTo>
                    <a:pt x="0" y="102590"/>
                  </a:lnTo>
                  <a:lnTo>
                    <a:pt x="360705" y="102590"/>
                  </a:lnTo>
                  <a:lnTo>
                    <a:pt x="360705" y="85369"/>
                  </a:lnTo>
                  <a:lnTo>
                    <a:pt x="406069" y="85318"/>
                  </a:lnTo>
                  <a:lnTo>
                    <a:pt x="429361" y="62280"/>
                  </a:lnTo>
                  <a:lnTo>
                    <a:pt x="429475" y="5687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06145" y="2362938"/>
            <a:ext cx="187198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6172" sz="1350" spc="172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r>
              <a:rPr dirty="0" baseline="-6172" sz="1350" spc="9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FIX</a:t>
            </a:r>
            <a:r>
              <a:rPr dirty="0" sz="600" spc="9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600" spc="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20">
                <a:solidFill>
                  <a:srgbClr val="293183"/>
                </a:solidFill>
                <a:latin typeface="Courier New"/>
                <a:cs typeface="Courier New"/>
              </a:rPr>
              <a:t>lst=None</a:t>
            </a:r>
            <a:r>
              <a:rPr dirty="0" sz="600" spc="-22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and </a:t>
            </a:r>
            <a:r>
              <a:rPr dirty="0" sz="600" spc="-20">
                <a:solidFill>
                  <a:srgbClr val="494E69"/>
                </a:solidFill>
                <a:latin typeface="Calibri"/>
                <a:cs typeface="Calibri"/>
              </a:rPr>
              <a:t>create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inside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function.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90468" y="957035"/>
            <a:ext cx="2762885" cy="1644014"/>
            <a:chOff x="3190468" y="957035"/>
            <a:chExt cx="2762885" cy="1644014"/>
          </a:xfrm>
        </p:grpSpPr>
        <p:sp>
          <p:nvSpPr>
            <p:cNvPr id="21" name="object 21"/>
            <p:cNvSpPr/>
            <p:nvPr/>
          </p:nvSpPr>
          <p:spPr>
            <a:xfrm>
              <a:off x="3194278" y="960845"/>
              <a:ext cx="2755265" cy="1636395"/>
            </a:xfrm>
            <a:custGeom>
              <a:avLst/>
              <a:gdLst/>
              <a:ahLst/>
              <a:cxnLst/>
              <a:rect l="l" t="t" r="r" b="b"/>
              <a:pathLst>
                <a:path w="2755265" h="1636395">
                  <a:moveTo>
                    <a:pt x="2640596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1521714"/>
                  </a:lnTo>
                  <a:lnTo>
                    <a:pt x="932" y="1536324"/>
                  </a:lnTo>
                  <a:lnTo>
                    <a:pt x="945" y="1536524"/>
                  </a:lnTo>
                  <a:lnTo>
                    <a:pt x="15125" y="1578597"/>
                  </a:lnTo>
                  <a:lnTo>
                    <a:pt x="44482" y="1612212"/>
                  </a:lnTo>
                  <a:lnTo>
                    <a:pt x="84559" y="1631876"/>
                  </a:lnTo>
                  <a:lnTo>
                    <a:pt x="114122" y="1635836"/>
                  </a:lnTo>
                  <a:lnTo>
                    <a:pt x="2640965" y="1635480"/>
                  </a:lnTo>
                  <a:lnTo>
                    <a:pt x="2684281" y="1627027"/>
                  </a:lnTo>
                  <a:lnTo>
                    <a:pt x="2721687" y="1602176"/>
                  </a:lnTo>
                  <a:lnTo>
                    <a:pt x="2746197" y="1565201"/>
                  </a:lnTo>
                  <a:lnTo>
                    <a:pt x="2754043" y="1536524"/>
                  </a:lnTo>
                  <a:lnTo>
                    <a:pt x="2754084" y="1536324"/>
                  </a:lnTo>
                  <a:lnTo>
                    <a:pt x="2755063" y="1521714"/>
                  </a:lnTo>
                  <a:lnTo>
                    <a:pt x="2755087" y="1521358"/>
                  </a:lnTo>
                  <a:lnTo>
                    <a:pt x="2754718" y="114122"/>
                  </a:lnTo>
                  <a:lnTo>
                    <a:pt x="2746216" y="70627"/>
                  </a:lnTo>
                  <a:lnTo>
                    <a:pt x="2721421" y="33388"/>
                  </a:lnTo>
                  <a:lnTo>
                    <a:pt x="2684286" y="8808"/>
                  </a:lnTo>
                  <a:lnTo>
                    <a:pt x="2655567" y="1000"/>
                  </a:lnTo>
                  <a:lnTo>
                    <a:pt x="26405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94278" y="960845"/>
              <a:ext cx="2755265" cy="1636395"/>
            </a:xfrm>
            <a:custGeom>
              <a:avLst/>
              <a:gdLst/>
              <a:ahLst/>
              <a:cxnLst/>
              <a:rect l="l" t="t" r="r" b="b"/>
              <a:pathLst>
                <a:path w="2755265" h="1636395">
                  <a:moveTo>
                    <a:pt x="0" y="114122"/>
                  </a:moveTo>
                  <a:lnTo>
                    <a:pt x="1000" y="99149"/>
                  </a:lnTo>
                  <a:lnTo>
                    <a:pt x="3959" y="84548"/>
                  </a:lnTo>
                  <a:lnTo>
                    <a:pt x="23623" y="44477"/>
                  </a:lnTo>
                  <a:lnTo>
                    <a:pt x="57238" y="15113"/>
                  </a:lnTo>
                  <a:lnTo>
                    <a:pt x="99312" y="945"/>
                  </a:lnTo>
                  <a:lnTo>
                    <a:pt x="114122" y="0"/>
                  </a:lnTo>
                  <a:lnTo>
                    <a:pt x="2640596" y="0"/>
                  </a:lnTo>
                  <a:lnTo>
                    <a:pt x="2684286" y="8808"/>
                  </a:lnTo>
                  <a:lnTo>
                    <a:pt x="2721421" y="33388"/>
                  </a:lnTo>
                  <a:lnTo>
                    <a:pt x="2746216" y="70627"/>
                  </a:lnTo>
                  <a:lnTo>
                    <a:pt x="2754718" y="114122"/>
                  </a:lnTo>
                  <a:lnTo>
                    <a:pt x="2755087" y="1521358"/>
                  </a:lnTo>
                  <a:lnTo>
                    <a:pt x="2754084" y="1536324"/>
                  </a:lnTo>
                  <a:lnTo>
                    <a:pt x="2751123" y="1550920"/>
                  </a:lnTo>
                  <a:lnTo>
                    <a:pt x="2731455" y="1590995"/>
                  </a:lnTo>
                  <a:lnTo>
                    <a:pt x="2697835" y="1620354"/>
                  </a:lnTo>
                  <a:lnTo>
                    <a:pt x="2655774" y="1634535"/>
                  </a:lnTo>
                  <a:lnTo>
                    <a:pt x="114122" y="1635836"/>
                  </a:lnTo>
                  <a:lnTo>
                    <a:pt x="70434" y="1627027"/>
                  </a:lnTo>
                  <a:lnTo>
                    <a:pt x="33299" y="1602447"/>
                  </a:lnTo>
                  <a:lnTo>
                    <a:pt x="8508" y="1565201"/>
                  </a:lnTo>
                  <a:lnTo>
                    <a:pt x="0" y="1521714"/>
                  </a:lnTo>
                  <a:lnTo>
                    <a:pt x="0" y="114122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7605" y="1050126"/>
              <a:ext cx="185750" cy="1857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323425" y="1067652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42296" y="1064414"/>
            <a:ext cx="3613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==</a:t>
            </a:r>
            <a:r>
              <a:rPr dirty="0" sz="800" spc="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VS</a:t>
            </a:r>
            <a:r>
              <a:rPr dirty="0" sz="800" spc="4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293183"/>
                </a:solidFill>
                <a:latin typeface="Calibri"/>
                <a:cs typeface="Calibri"/>
              </a:rPr>
              <a:t>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97237" y="1285559"/>
            <a:ext cx="2548890" cy="1021080"/>
          </a:xfrm>
          <a:custGeom>
            <a:avLst/>
            <a:gdLst/>
            <a:ahLst/>
            <a:cxnLst/>
            <a:rect l="l" t="t" r="r" b="b"/>
            <a:pathLst>
              <a:path w="2548890" h="1021080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68" y="76326"/>
                </a:lnTo>
                <a:lnTo>
                  <a:pt x="0" y="944283"/>
                </a:lnTo>
                <a:lnTo>
                  <a:pt x="660" y="954246"/>
                </a:lnTo>
                <a:lnTo>
                  <a:pt x="670" y="954396"/>
                </a:lnTo>
                <a:lnTo>
                  <a:pt x="15883" y="990730"/>
                </a:lnTo>
                <a:lnTo>
                  <a:pt x="47112" y="1014832"/>
                </a:lnTo>
                <a:lnTo>
                  <a:pt x="76326" y="1020597"/>
                </a:lnTo>
                <a:lnTo>
                  <a:pt x="2472118" y="1020597"/>
                </a:lnTo>
                <a:lnTo>
                  <a:pt x="2510282" y="1010157"/>
                </a:lnTo>
                <a:lnTo>
                  <a:pt x="2538361" y="982446"/>
                </a:lnTo>
                <a:lnTo>
                  <a:pt x="2548445" y="944283"/>
                </a:lnTo>
                <a:lnTo>
                  <a:pt x="2548421" y="76326"/>
                </a:lnTo>
                <a:lnTo>
                  <a:pt x="2538006" y="38519"/>
                </a:lnTo>
                <a:lnTo>
                  <a:pt x="2510282" y="10439"/>
                </a:lnTo>
                <a:lnTo>
                  <a:pt x="2472118" y="368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443300" y="1666343"/>
            <a:ext cx="1473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is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51097" y="1509119"/>
            <a:ext cx="1334770" cy="30480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True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(same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values)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False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(different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objects)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70579" y="1851888"/>
            <a:ext cx="1650364" cy="28321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Use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==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for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value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comparison.</a:t>
            </a:r>
            <a:endParaRPr sz="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Use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only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for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None,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True,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False.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972953" y="2429283"/>
            <a:ext cx="90170" cy="86995"/>
          </a:xfrm>
          <a:custGeom>
            <a:avLst/>
            <a:gdLst/>
            <a:ahLst/>
            <a:cxnLst/>
            <a:rect l="l" t="t" r="r" b="b"/>
            <a:pathLst>
              <a:path w="90170" h="86994">
                <a:moveTo>
                  <a:pt x="90004" y="0"/>
                </a:moveTo>
                <a:lnTo>
                  <a:pt x="0" y="0"/>
                </a:lnTo>
                <a:lnTo>
                  <a:pt x="0" y="86753"/>
                </a:lnTo>
                <a:lnTo>
                  <a:pt x="90004" y="86753"/>
                </a:lnTo>
                <a:lnTo>
                  <a:pt x="90004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55274" y="2429283"/>
            <a:ext cx="90170" cy="86995"/>
          </a:xfrm>
          <a:custGeom>
            <a:avLst/>
            <a:gdLst/>
            <a:ahLst/>
            <a:cxnLst/>
            <a:rect l="l" t="t" r="r" b="b"/>
            <a:pathLst>
              <a:path w="90170" h="86994">
                <a:moveTo>
                  <a:pt x="90004" y="0"/>
                </a:moveTo>
                <a:lnTo>
                  <a:pt x="0" y="0"/>
                </a:lnTo>
                <a:lnTo>
                  <a:pt x="0" y="86753"/>
                </a:lnTo>
                <a:lnTo>
                  <a:pt x="90004" y="86753"/>
                </a:lnTo>
                <a:lnTo>
                  <a:pt x="90004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/>
          <p:cNvGrpSpPr/>
          <p:nvPr/>
        </p:nvGrpSpPr>
        <p:grpSpPr>
          <a:xfrm>
            <a:off x="3294005" y="2356557"/>
            <a:ext cx="2555875" cy="160020"/>
            <a:chOff x="3294005" y="2356557"/>
            <a:chExt cx="2555875" cy="160020"/>
          </a:xfrm>
        </p:grpSpPr>
        <p:sp>
          <p:nvSpPr>
            <p:cNvPr id="33" name="object 33"/>
            <p:cNvSpPr/>
            <p:nvPr/>
          </p:nvSpPr>
          <p:spPr>
            <a:xfrm>
              <a:off x="3297605" y="2360157"/>
              <a:ext cx="2548255" cy="635"/>
            </a:xfrm>
            <a:custGeom>
              <a:avLst/>
              <a:gdLst/>
              <a:ahLst/>
              <a:cxnLst/>
              <a:rect l="l" t="t" r="r" b="b"/>
              <a:pathLst>
                <a:path w="2548254" h="635">
                  <a:moveTo>
                    <a:pt x="0" y="0"/>
                  </a:moveTo>
                  <a:lnTo>
                    <a:pt x="2548077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7355" y="2413446"/>
              <a:ext cx="146164" cy="856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0793" y="2413446"/>
              <a:ext cx="146164" cy="856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565878" y="2413446"/>
              <a:ext cx="487680" cy="102870"/>
            </a:xfrm>
            <a:custGeom>
              <a:avLst/>
              <a:gdLst/>
              <a:ahLst/>
              <a:cxnLst/>
              <a:rect l="l" t="t" r="r" b="b"/>
              <a:pathLst>
                <a:path w="487679" h="102869">
                  <a:moveTo>
                    <a:pt x="487083" y="56870"/>
                  </a:moveTo>
                  <a:lnTo>
                    <a:pt x="486727" y="28435"/>
                  </a:lnTo>
                  <a:lnTo>
                    <a:pt x="486727" y="23393"/>
                  </a:lnTo>
                  <a:lnTo>
                    <a:pt x="485635" y="18719"/>
                  </a:lnTo>
                  <a:lnTo>
                    <a:pt x="480606" y="10071"/>
                  </a:lnTo>
                  <a:lnTo>
                    <a:pt x="476999" y="6477"/>
                  </a:lnTo>
                  <a:lnTo>
                    <a:pt x="468363" y="1435"/>
                  </a:lnTo>
                  <a:lnTo>
                    <a:pt x="463321" y="0"/>
                  </a:lnTo>
                  <a:lnTo>
                    <a:pt x="142557" y="0"/>
                  </a:lnTo>
                  <a:lnTo>
                    <a:pt x="137883" y="1079"/>
                  </a:lnTo>
                  <a:lnTo>
                    <a:pt x="129235" y="6121"/>
                  </a:lnTo>
                  <a:lnTo>
                    <a:pt x="125641" y="9715"/>
                  </a:lnTo>
                  <a:lnTo>
                    <a:pt x="122059" y="15836"/>
                  </a:lnTo>
                  <a:lnTo>
                    <a:pt x="0" y="15836"/>
                  </a:lnTo>
                  <a:lnTo>
                    <a:pt x="0" y="102590"/>
                  </a:lnTo>
                  <a:lnTo>
                    <a:pt x="314985" y="102590"/>
                  </a:lnTo>
                  <a:lnTo>
                    <a:pt x="314985" y="85483"/>
                  </a:lnTo>
                  <a:lnTo>
                    <a:pt x="463677" y="85318"/>
                  </a:lnTo>
                  <a:lnTo>
                    <a:pt x="486968" y="62280"/>
                  </a:lnTo>
                  <a:lnTo>
                    <a:pt x="487083" y="5687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254095" y="2362938"/>
            <a:ext cx="190373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6172" sz="1350" spc="172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r>
              <a:rPr dirty="0" baseline="-6172" sz="1350" spc="6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FIX</a:t>
            </a:r>
            <a:r>
              <a:rPr dirty="0" sz="600" spc="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600" spc="3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Default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293183"/>
                </a:solidFill>
                <a:latin typeface="Courier New"/>
                <a:cs typeface="Courier New"/>
              </a:rPr>
              <a:t>==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. Reserve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293183"/>
                </a:solidFill>
                <a:latin typeface="Courier New"/>
                <a:cs typeface="Courier New"/>
              </a:rPr>
              <a:t>is</a:t>
            </a:r>
            <a:r>
              <a:rPr dirty="0" sz="600" spc="-229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293183"/>
                </a:solidFill>
                <a:latin typeface="Courier New"/>
                <a:cs typeface="Courier New"/>
              </a:rPr>
              <a:t>is</a:t>
            </a:r>
            <a:r>
              <a:rPr dirty="0" sz="600" spc="-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00" spc="-20">
                <a:solidFill>
                  <a:srgbClr val="293183"/>
                </a:solidFill>
                <a:latin typeface="Courier New"/>
                <a:cs typeface="Courier New"/>
              </a:rPr>
              <a:t>None</a:t>
            </a:r>
            <a:r>
              <a:rPr dirty="0" sz="600" spc="-23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checks.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38431" y="957035"/>
            <a:ext cx="2762885" cy="1644014"/>
            <a:chOff x="6038431" y="957035"/>
            <a:chExt cx="2762885" cy="1644014"/>
          </a:xfrm>
        </p:grpSpPr>
        <p:sp>
          <p:nvSpPr>
            <p:cNvPr id="39" name="object 39"/>
            <p:cNvSpPr/>
            <p:nvPr/>
          </p:nvSpPr>
          <p:spPr>
            <a:xfrm>
              <a:off x="6042241" y="960845"/>
              <a:ext cx="2755265" cy="1636395"/>
            </a:xfrm>
            <a:custGeom>
              <a:avLst/>
              <a:gdLst/>
              <a:ahLst/>
              <a:cxnLst/>
              <a:rect l="l" t="t" r="r" b="b"/>
              <a:pathLst>
                <a:path w="2755265" h="1636395">
                  <a:moveTo>
                    <a:pt x="2640596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1521714"/>
                  </a:lnTo>
                  <a:lnTo>
                    <a:pt x="932" y="1536324"/>
                  </a:lnTo>
                  <a:lnTo>
                    <a:pt x="945" y="1536524"/>
                  </a:lnTo>
                  <a:lnTo>
                    <a:pt x="3745" y="1550920"/>
                  </a:lnTo>
                  <a:lnTo>
                    <a:pt x="3779" y="1551098"/>
                  </a:lnTo>
                  <a:lnTo>
                    <a:pt x="8450" y="1565046"/>
                  </a:lnTo>
                  <a:lnTo>
                    <a:pt x="8502" y="1565201"/>
                  </a:lnTo>
                  <a:lnTo>
                    <a:pt x="33297" y="1602447"/>
                  </a:lnTo>
                  <a:lnTo>
                    <a:pt x="70432" y="1627027"/>
                  </a:lnTo>
                  <a:lnTo>
                    <a:pt x="114122" y="1635836"/>
                  </a:lnTo>
                  <a:lnTo>
                    <a:pt x="2640965" y="1635480"/>
                  </a:lnTo>
                  <a:lnTo>
                    <a:pt x="2684281" y="1627027"/>
                  </a:lnTo>
                  <a:lnTo>
                    <a:pt x="2721686" y="1602176"/>
                  </a:lnTo>
                  <a:lnTo>
                    <a:pt x="2746189" y="1565201"/>
                  </a:lnTo>
                  <a:lnTo>
                    <a:pt x="2751054" y="1551098"/>
                  </a:lnTo>
                  <a:lnTo>
                    <a:pt x="2751115" y="1550920"/>
                  </a:lnTo>
                  <a:lnTo>
                    <a:pt x="2754033" y="1536524"/>
                  </a:lnTo>
                  <a:lnTo>
                    <a:pt x="2754073" y="1536324"/>
                  </a:lnTo>
                  <a:lnTo>
                    <a:pt x="2755050" y="1521714"/>
                  </a:lnTo>
                  <a:lnTo>
                    <a:pt x="2755074" y="1521358"/>
                  </a:lnTo>
                  <a:lnTo>
                    <a:pt x="2754718" y="114122"/>
                  </a:lnTo>
                  <a:lnTo>
                    <a:pt x="2746210" y="70627"/>
                  </a:lnTo>
                  <a:lnTo>
                    <a:pt x="2721419" y="33388"/>
                  </a:lnTo>
                  <a:lnTo>
                    <a:pt x="2684286" y="8808"/>
                  </a:lnTo>
                  <a:lnTo>
                    <a:pt x="2655567" y="1000"/>
                  </a:lnTo>
                  <a:lnTo>
                    <a:pt x="26405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042241" y="960845"/>
              <a:ext cx="2755265" cy="1636395"/>
            </a:xfrm>
            <a:custGeom>
              <a:avLst/>
              <a:gdLst/>
              <a:ahLst/>
              <a:cxnLst/>
              <a:rect l="l" t="t" r="r" b="b"/>
              <a:pathLst>
                <a:path w="2755265" h="1636395">
                  <a:moveTo>
                    <a:pt x="0" y="114122"/>
                  </a:moveTo>
                  <a:lnTo>
                    <a:pt x="1000" y="99149"/>
                  </a:lnTo>
                  <a:lnTo>
                    <a:pt x="3959" y="84548"/>
                  </a:lnTo>
                  <a:lnTo>
                    <a:pt x="23623" y="44477"/>
                  </a:lnTo>
                  <a:lnTo>
                    <a:pt x="57238" y="15113"/>
                  </a:lnTo>
                  <a:lnTo>
                    <a:pt x="99312" y="945"/>
                  </a:lnTo>
                  <a:lnTo>
                    <a:pt x="114122" y="0"/>
                  </a:lnTo>
                  <a:lnTo>
                    <a:pt x="2640596" y="0"/>
                  </a:lnTo>
                  <a:lnTo>
                    <a:pt x="2684286" y="8808"/>
                  </a:lnTo>
                  <a:lnTo>
                    <a:pt x="2721419" y="33388"/>
                  </a:lnTo>
                  <a:lnTo>
                    <a:pt x="2746210" y="70627"/>
                  </a:lnTo>
                  <a:lnTo>
                    <a:pt x="2754718" y="114122"/>
                  </a:lnTo>
                  <a:lnTo>
                    <a:pt x="2755074" y="1521358"/>
                  </a:lnTo>
                  <a:lnTo>
                    <a:pt x="2754073" y="1536324"/>
                  </a:lnTo>
                  <a:lnTo>
                    <a:pt x="2751115" y="1550920"/>
                  </a:lnTo>
                  <a:lnTo>
                    <a:pt x="2731450" y="1590995"/>
                  </a:lnTo>
                  <a:lnTo>
                    <a:pt x="2697835" y="1620354"/>
                  </a:lnTo>
                  <a:lnTo>
                    <a:pt x="2655774" y="1634535"/>
                  </a:lnTo>
                  <a:lnTo>
                    <a:pt x="114122" y="1635836"/>
                  </a:lnTo>
                  <a:lnTo>
                    <a:pt x="70432" y="1627027"/>
                  </a:lnTo>
                  <a:lnTo>
                    <a:pt x="33297" y="1602447"/>
                  </a:lnTo>
                  <a:lnTo>
                    <a:pt x="8502" y="1565201"/>
                  </a:lnTo>
                  <a:lnTo>
                    <a:pt x="0" y="1521714"/>
                  </a:lnTo>
                  <a:lnTo>
                    <a:pt x="0" y="114122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45555" y="1050126"/>
              <a:ext cx="185762" cy="18575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171374" y="1067652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90614" y="1064414"/>
            <a:ext cx="10261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OFF-</a:t>
            </a: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BY-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ONE</a:t>
            </a:r>
            <a:r>
              <a:rPr dirty="0" sz="800" spc="8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IN</a:t>
            </a:r>
            <a:r>
              <a:rPr dirty="0" sz="800" spc="8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SLICING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45555" y="1285559"/>
            <a:ext cx="2548255" cy="1021080"/>
          </a:xfrm>
          <a:custGeom>
            <a:avLst/>
            <a:gdLst/>
            <a:ahLst/>
            <a:cxnLst/>
            <a:rect l="l" t="t" r="r" b="b"/>
            <a:pathLst>
              <a:path w="2548254" h="1021080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68" y="76326"/>
                </a:lnTo>
                <a:lnTo>
                  <a:pt x="0" y="944283"/>
                </a:lnTo>
                <a:lnTo>
                  <a:pt x="660" y="954246"/>
                </a:lnTo>
                <a:lnTo>
                  <a:pt x="670" y="954396"/>
                </a:lnTo>
                <a:lnTo>
                  <a:pt x="15889" y="990730"/>
                </a:lnTo>
                <a:lnTo>
                  <a:pt x="47112" y="1014832"/>
                </a:lnTo>
                <a:lnTo>
                  <a:pt x="76326" y="1020597"/>
                </a:lnTo>
                <a:lnTo>
                  <a:pt x="2471762" y="1020597"/>
                </a:lnTo>
                <a:lnTo>
                  <a:pt x="2509926" y="1010157"/>
                </a:lnTo>
                <a:lnTo>
                  <a:pt x="2538006" y="982446"/>
                </a:lnTo>
                <a:lnTo>
                  <a:pt x="2548089" y="944283"/>
                </a:lnTo>
                <a:lnTo>
                  <a:pt x="2548066" y="76326"/>
                </a:lnTo>
                <a:lnTo>
                  <a:pt x="2537650" y="38519"/>
                </a:lnTo>
                <a:lnTo>
                  <a:pt x="2509926" y="10439"/>
                </a:lnTo>
                <a:lnTo>
                  <a:pt x="2471762" y="368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692303" y="1552577"/>
            <a:ext cx="103251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700" spc="2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17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700" spc="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[</a:t>
            </a:r>
            <a:r>
              <a:rPr dirty="0" sz="7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,</a:t>
            </a:r>
            <a:r>
              <a:rPr dirty="0" sz="700" spc="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3 0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]</a:t>
            </a:r>
            <a:r>
              <a:rPr dirty="0" sz="700" spc="3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5" i="1">
                <a:solidFill>
                  <a:srgbClr val="8A8FB4"/>
                </a:solidFill>
                <a:latin typeface="Arial"/>
                <a:cs typeface="Arial"/>
              </a:rPr>
              <a:t>(</a:t>
            </a:r>
            <a:r>
              <a:rPr dirty="0" sz="700" spc="-1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7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7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4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!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700" spc="2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17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700" spc="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[</a:t>
            </a:r>
            <a:r>
              <a:rPr dirty="0" sz="7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1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,</a:t>
            </a:r>
            <a:r>
              <a:rPr dirty="0" sz="700" spc="6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2 0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,</a:t>
            </a:r>
            <a:r>
              <a:rPr dirty="0" sz="700" spc="6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]</a:t>
            </a:r>
            <a:endParaRPr sz="7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700" spc="21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17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700" spc="5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[</a:t>
            </a:r>
            <a:r>
              <a:rPr dirty="0" sz="7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4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,</a:t>
            </a:r>
            <a:r>
              <a:rPr dirty="0" sz="700" spc="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5 0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]</a:t>
            </a:r>
            <a:endParaRPr sz="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0"/>
              </a:spcBef>
            </a:pP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800" spc="229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190" i="1">
                <a:solidFill>
                  <a:srgbClr val="8A8FB4"/>
                </a:solidFill>
                <a:latin typeface="Arial"/>
                <a:cs typeface="Arial"/>
              </a:rPr>
              <a:t>→</a:t>
            </a:r>
            <a:r>
              <a:rPr dirty="0" sz="800" spc="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95" i="1">
                <a:solidFill>
                  <a:srgbClr val="8A8FB4"/>
                </a:solidFill>
                <a:latin typeface="Arial"/>
                <a:cs typeface="Arial"/>
              </a:rPr>
              <a:t>5</a:t>
            </a:r>
            <a:r>
              <a:rPr dirty="0" sz="8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8FB4"/>
                </a:solidFill>
                <a:latin typeface="Arial"/>
                <a:cs typeface="Arial"/>
              </a:rPr>
              <a:t>0</a:t>
            </a:r>
            <a:r>
              <a:rPr dirty="0" sz="800" spc="1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(</a:t>
            </a:r>
            <a:r>
              <a:rPr dirty="0" sz="800" spc="-13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8A8FB4"/>
                </a:solidFill>
                <a:latin typeface="Arial"/>
                <a:cs typeface="Arial"/>
              </a:rPr>
              <a:t>la</a:t>
            </a:r>
            <a:r>
              <a:rPr dirty="0" sz="8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8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800" spc="-14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800" spc="-10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800" spc="-50" i="1">
                <a:solidFill>
                  <a:srgbClr val="8A8FB4"/>
                </a:solidFill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142323" y="2356557"/>
            <a:ext cx="2555240" cy="160020"/>
            <a:chOff x="6142323" y="2356557"/>
            <a:chExt cx="2555240" cy="160020"/>
          </a:xfrm>
        </p:grpSpPr>
        <p:sp>
          <p:nvSpPr>
            <p:cNvPr id="47" name="object 47"/>
            <p:cNvSpPr/>
            <p:nvPr/>
          </p:nvSpPr>
          <p:spPr>
            <a:xfrm>
              <a:off x="6145923" y="2360157"/>
              <a:ext cx="2548255" cy="635"/>
            </a:xfrm>
            <a:custGeom>
              <a:avLst/>
              <a:gdLst/>
              <a:ahLst/>
              <a:cxnLst/>
              <a:rect l="l" t="t" r="r" b="b"/>
              <a:pathLst>
                <a:path w="2548254" h="635">
                  <a:moveTo>
                    <a:pt x="0" y="0"/>
                  </a:moveTo>
                  <a:lnTo>
                    <a:pt x="2547721" y="368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800037" y="2413446"/>
              <a:ext cx="605790" cy="102870"/>
            </a:xfrm>
            <a:custGeom>
              <a:avLst/>
              <a:gdLst/>
              <a:ahLst/>
              <a:cxnLst/>
              <a:rect l="l" t="t" r="r" b="b"/>
              <a:pathLst>
                <a:path w="605790" h="102869">
                  <a:moveTo>
                    <a:pt x="605523" y="56870"/>
                  </a:moveTo>
                  <a:lnTo>
                    <a:pt x="605167" y="28435"/>
                  </a:lnTo>
                  <a:lnTo>
                    <a:pt x="605167" y="23393"/>
                  </a:lnTo>
                  <a:lnTo>
                    <a:pt x="604088" y="18719"/>
                  </a:lnTo>
                  <a:lnTo>
                    <a:pt x="599046" y="10071"/>
                  </a:lnTo>
                  <a:lnTo>
                    <a:pt x="595439" y="6477"/>
                  </a:lnTo>
                  <a:lnTo>
                    <a:pt x="586803" y="1435"/>
                  </a:lnTo>
                  <a:lnTo>
                    <a:pt x="581761" y="0"/>
                  </a:lnTo>
                  <a:lnTo>
                    <a:pt x="38887" y="0"/>
                  </a:lnTo>
                  <a:lnTo>
                    <a:pt x="34201" y="1079"/>
                  </a:lnTo>
                  <a:lnTo>
                    <a:pt x="25565" y="6121"/>
                  </a:lnTo>
                  <a:lnTo>
                    <a:pt x="21958" y="9715"/>
                  </a:lnTo>
                  <a:lnTo>
                    <a:pt x="18389" y="15836"/>
                  </a:lnTo>
                  <a:lnTo>
                    <a:pt x="0" y="15836"/>
                  </a:lnTo>
                  <a:lnTo>
                    <a:pt x="0" y="102590"/>
                  </a:lnTo>
                  <a:lnTo>
                    <a:pt x="539635" y="102590"/>
                  </a:lnTo>
                  <a:lnTo>
                    <a:pt x="539635" y="85356"/>
                  </a:lnTo>
                  <a:lnTo>
                    <a:pt x="582117" y="85318"/>
                  </a:lnTo>
                  <a:lnTo>
                    <a:pt x="605409" y="62280"/>
                  </a:lnTo>
                  <a:lnTo>
                    <a:pt x="605523" y="5687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6102057" y="2362938"/>
            <a:ext cx="1864360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6172" sz="1350" spc="172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r>
              <a:rPr dirty="0" baseline="-6172" sz="1350" spc="104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FIX</a:t>
            </a:r>
            <a:r>
              <a:rPr dirty="0" sz="600" spc="9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600" spc="5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Slices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are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20">
                <a:solidFill>
                  <a:srgbClr val="293183"/>
                </a:solidFill>
                <a:latin typeface="Courier New"/>
                <a:cs typeface="Courier New"/>
              </a:rPr>
              <a:t>[start:stop)</a:t>
            </a:r>
            <a:r>
              <a:rPr dirty="0" sz="600" spc="-20">
                <a:solidFill>
                  <a:srgbClr val="494E69"/>
                </a:solidFill>
                <a:latin typeface="Calibri"/>
                <a:cs typeface="Calibri"/>
              </a:rPr>
              <a:t>,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stop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is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EXCLUSIVE.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42506" y="2686115"/>
            <a:ext cx="2762885" cy="2072639"/>
            <a:chOff x="342506" y="2686115"/>
            <a:chExt cx="2762885" cy="2072639"/>
          </a:xfrm>
        </p:grpSpPr>
        <p:sp>
          <p:nvSpPr>
            <p:cNvPr id="51" name="object 51"/>
            <p:cNvSpPr/>
            <p:nvPr/>
          </p:nvSpPr>
          <p:spPr>
            <a:xfrm>
              <a:off x="346316" y="2689925"/>
              <a:ext cx="2755265" cy="2065020"/>
            </a:xfrm>
            <a:custGeom>
              <a:avLst/>
              <a:gdLst/>
              <a:ahLst/>
              <a:cxnLst/>
              <a:rect l="l" t="t" r="r" b="b"/>
              <a:pathLst>
                <a:path w="2755265" h="2065020">
                  <a:moveTo>
                    <a:pt x="2640609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40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1950478"/>
                  </a:lnTo>
                  <a:lnTo>
                    <a:pt x="8455" y="1993810"/>
                  </a:lnTo>
                  <a:lnTo>
                    <a:pt x="8508" y="1993966"/>
                  </a:lnTo>
                  <a:lnTo>
                    <a:pt x="33304" y="2031207"/>
                  </a:lnTo>
                  <a:lnTo>
                    <a:pt x="70434" y="2055787"/>
                  </a:lnTo>
                  <a:lnTo>
                    <a:pt x="114122" y="2064600"/>
                  </a:lnTo>
                  <a:lnTo>
                    <a:pt x="2640965" y="2064232"/>
                  </a:lnTo>
                  <a:lnTo>
                    <a:pt x="2684280" y="2055787"/>
                  </a:lnTo>
                  <a:lnTo>
                    <a:pt x="2721694" y="2030936"/>
                  </a:lnTo>
                  <a:lnTo>
                    <a:pt x="2746202" y="1993966"/>
                  </a:lnTo>
                  <a:lnTo>
                    <a:pt x="2755062" y="1950478"/>
                  </a:lnTo>
                  <a:lnTo>
                    <a:pt x="2755087" y="1950110"/>
                  </a:lnTo>
                  <a:lnTo>
                    <a:pt x="2754718" y="114122"/>
                  </a:lnTo>
                  <a:lnTo>
                    <a:pt x="2746221" y="70627"/>
                  </a:lnTo>
                  <a:lnTo>
                    <a:pt x="2721422" y="33388"/>
                  </a:lnTo>
                  <a:lnTo>
                    <a:pt x="2684297" y="8808"/>
                  </a:lnTo>
                  <a:lnTo>
                    <a:pt x="2655575" y="1000"/>
                  </a:lnTo>
                  <a:lnTo>
                    <a:pt x="26406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46316" y="2689925"/>
              <a:ext cx="2755265" cy="2065020"/>
            </a:xfrm>
            <a:custGeom>
              <a:avLst/>
              <a:gdLst/>
              <a:ahLst/>
              <a:cxnLst/>
              <a:rect l="l" t="t" r="r" b="b"/>
              <a:pathLst>
                <a:path w="2755265" h="2065020">
                  <a:moveTo>
                    <a:pt x="0" y="114122"/>
                  </a:moveTo>
                  <a:lnTo>
                    <a:pt x="1000" y="99149"/>
                  </a:lnTo>
                  <a:lnTo>
                    <a:pt x="3959" y="84548"/>
                  </a:lnTo>
                  <a:lnTo>
                    <a:pt x="23629" y="44477"/>
                  </a:lnTo>
                  <a:lnTo>
                    <a:pt x="57238" y="15112"/>
                  </a:lnTo>
                  <a:lnTo>
                    <a:pt x="99312" y="945"/>
                  </a:lnTo>
                  <a:lnTo>
                    <a:pt x="114122" y="0"/>
                  </a:lnTo>
                  <a:lnTo>
                    <a:pt x="2640609" y="0"/>
                  </a:lnTo>
                  <a:lnTo>
                    <a:pt x="2684297" y="8808"/>
                  </a:lnTo>
                  <a:lnTo>
                    <a:pt x="2721422" y="33388"/>
                  </a:lnTo>
                  <a:lnTo>
                    <a:pt x="2746221" y="70627"/>
                  </a:lnTo>
                  <a:lnTo>
                    <a:pt x="2754718" y="114122"/>
                  </a:lnTo>
                  <a:lnTo>
                    <a:pt x="2755087" y="1950110"/>
                  </a:lnTo>
                  <a:lnTo>
                    <a:pt x="2754086" y="1965083"/>
                  </a:lnTo>
                  <a:lnTo>
                    <a:pt x="2751127" y="1979683"/>
                  </a:lnTo>
                  <a:lnTo>
                    <a:pt x="2731457" y="2019755"/>
                  </a:lnTo>
                  <a:lnTo>
                    <a:pt x="2697848" y="2049119"/>
                  </a:lnTo>
                  <a:lnTo>
                    <a:pt x="2655775" y="2063287"/>
                  </a:lnTo>
                  <a:lnTo>
                    <a:pt x="114122" y="2064600"/>
                  </a:lnTo>
                  <a:lnTo>
                    <a:pt x="70434" y="2055787"/>
                  </a:lnTo>
                  <a:lnTo>
                    <a:pt x="33304" y="2031207"/>
                  </a:lnTo>
                  <a:lnTo>
                    <a:pt x="8508" y="1993966"/>
                  </a:lnTo>
                  <a:lnTo>
                    <a:pt x="0" y="1950478"/>
                  </a:lnTo>
                  <a:lnTo>
                    <a:pt x="0" y="114122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643" y="2778838"/>
              <a:ext cx="185750" cy="185762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475462" y="2796376"/>
            <a:ext cx="14605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r>
              <a:rPr dirty="0" sz="800" spc="4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baseline="3472" sz="1200">
                <a:solidFill>
                  <a:srgbClr val="293183"/>
                </a:solidFill>
                <a:latin typeface="Calibri"/>
                <a:cs typeface="Calibri"/>
              </a:rPr>
              <a:t>STRING</a:t>
            </a:r>
            <a:r>
              <a:rPr dirty="0" baseline="3472" sz="1200" spc="22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293183"/>
                </a:solidFill>
                <a:latin typeface="Calibri"/>
                <a:cs typeface="Calibri"/>
              </a:rPr>
              <a:t>vs</a:t>
            </a:r>
            <a:r>
              <a:rPr dirty="0" baseline="3472" sz="1200" spc="22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>
                <a:solidFill>
                  <a:srgbClr val="293183"/>
                </a:solidFill>
                <a:latin typeface="Calibri"/>
                <a:cs typeface="Calibri"/>
              </a:rPr>
              <a:t>INT</a:t>
            </a:r>
            <a:r>
              <a:rPr dirty="0" baseline="3472" sz="1200" spc="3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spc="-15">
                <a:solidFill>
                  <a:srgbClr val="293183"/>
                </a:solidFill>
                <a:latin typeface="Calibri"/>
                <a:cs typeface="Calibri"/>
              </a:rPr>
              <a:t>COMPARISON</a:t>
            </a:r>
            <a:endParaRPr baseline="3472" sz="12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49643" y="3014639"/>
            <a:ext cx="2548255" cy="1449705"/>
          </a:xfrm>
          <a:custGeom>
            <a:avLst/>
            <a:gdLst/>
            <a:ahLst/>
            <a:cxnLst/>
            <a:rect l="l" t="t" r="r" b="b"/>
            <a:pathLst>
              <a:path w="2548255" h="1449704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55" y="76326"/>
                </a:lnTo>
                <a:lnTo>
                  <a:pt x="0" y="1373047"/>
                </a:lnTo>
                <a:lnTo>
                  <a:pt x="668" y="1383004"/>
                </a:lnTo>
                <a:lnTo>
                  <a:pt x="15881" y="1419484"/>
                </a:lnTo>
                <a:lnTo>
                  <a:pt x="47105" y="1443591"/>
                </a:lnTo>
                <a:lnTo>
                  <a:pt x="76314" y="1449362"/>
                </a:lnTo>
                <a:lnTo>
                  <a:pt x="2471750" y="1449362"/>
                </a:lnTo>
                <a:lnTo>
                  <a:pt x="2509913" y="1438922"/>
                </a:lnTo>
                <a:lnTo>
                  <a:pt x="2537993" y="1411198"/>
                </a:lnTo>
                <a:lnTo>
                  <a:pt x="2548077" y="1373047"/>
                </a:lnTo>
                <a:lnTo>
                  <a:pt x="2548053" y="76326"/>
                </a:lnTo>
                <a:lnTo>
                  <a:pt x="2537637" y="38519"/>
                </a:lnTo>
                <a:lnTo>
                  <a:pt x="2509913" y="10439"/>
                </a:lnTo>
                <a:lnTo>
                  <a:pt x="2471750" y="368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46696" y="3054136"/>
            <a:ext cx="14179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0416" sz="1200" spc="-52">
                <a:solidFill>
                  <a:srgbClr val="FF8B7E"/>
                </a:solidFill>
                <a:latin typeface="Courier New"/>
                <a:cs typeface="Courier New"/>
              </a:rPr>
              <a:t>input</a:t>
            </a:r>
            <a:r>
              <a:rPr dirty="0" baseline="-10416" sz="1200" spc="-52">
                <a:solidFill>
                  <a:srgbClr val="B7E885"/>
                </a:solidFill>
                <a:latin typeface="Courier New"/>
                <a:cs typeface="Courier New"/>
              </a:rPr>
              <a:t>"Age:</a:t>
            </a:r>
            <a:r>
              <a:rPr dirty="0" baseline="-10416" sz="1200" spc="-6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baseline="-10416" sz="1200">
                <a:solidFill>
                  <a:srgbClr val="B7E885"/>
                </a:solidFill>
                <a:latin typeface="Courier New"/>
                <a:cs typeface="Courier New"/>
              </a:rPr>
              <a:t>"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700" spc="2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5" i="1">
                <a:solidFill>
                  <a:srgbClr val="8A8FB4"/>
                </a:solidFill>
                <a:latin typeface="Arial"/>
                <a:cs typeface="Arial"/>
              </a:rPr>
              <a:t>"</a:t>
            </a:r>
            <a:r>
              <a:rPr dirty="0" sz="7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5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"</a:t>
            </a:r>
            <a:r>
              <a:rPr dirty="0" sz="700" spc="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5" i="1">
                <a:solidFill>
                  <a:srgbClr val="8A8FB4"/>
                </a:solidFill>
                <a:latin typeface="Arial"/>
                <a:cs typeface="Arial"/>
              </a:rPr>
              <a:t>(</a:t>
            </a:r>
            <a:r>
              <a:rPr dirty="0" sz="700" spc="-12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0" i="1">
                <a:solidFill>
                  <a:srgbClr val="8A8FB4"/>
                </a:solidFill>
                <a:latin typeface="Arial"/>
                <a:cs typeface="Arial"/>
              </a:rPr>
              <a:t>s</a:t>
            </a:r>
            <a:r>
              <a:rPr dirty="0" sz="700" spc="-13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700" spc="-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5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700" spc="-11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8A8FB4"/>
                </a:solidFill>
                <a:latin typeface="Arial"/>
                <a:cs typeface="Arial"/>
              </a:rPr>
              <a:t>in</a:t>
            </a:r>
            <a:r>
              <a:rPr dirty="0" sz="7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g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!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10743" y="3180856"/>
            <a:ext cx="1473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87857" y="3162921"/>
            <a:ext cx="1343025" cy="273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38784">
              <a:lnSpc>
                <a:spcPct val="100000"/>
              </a:lnSpc>
              <a:spcBef>
                <a:spcPts val="135"/>
              </a:spcBef>
            </a:pP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700" spc="21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8A8FB4"/>
                </a:solidFill>
                <a:latin typeface="Segoe UI Symbol"/>
                <a:cs typeface="Segoe UI Symbol"/>
              </a:rPr>
              <a:t>✕</a:t>
            </a:r>
            <a:r>
              <a:rPr dirty="0" sz="750" spc="-15">
                <a:solidFill>
                  <a:srgbClr val="8A8FB4"/>
                </a:solidFill>
                <a:latin typeface="Segoe UI Symbol"/>
                <a:cs typeface="Segoe UI Symbol"/>
              </a:rPr>
              <a:t> </a:t>
            </a:r>
            <a:r>
              <a:rPr dirty="0" sz="700" spc="-95" i="1">
                <a:solidFill>
                  <a:srgbClr val="8A8FB4"/>
                </a:solidFill>
                <a:latin typeface="Arial"/>
                <a:cs typeface="Arial"/>
              </a:rPr>
              <a:t>Ty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p</a:t>
            </a:r>
            <a:r>
              <a:rPr dirty="0" sz="7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e</a:t>
            </a:r>
            <a:r>
              <a:rPr dirty="0" sz="700" spc="-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20" i="1">
                <a:solidFill>
                  <a:srgbClr val="8A8FB4"/>
                </a:solidFill>
                <a:latin typeface="Arial"/>
                <a:cs typeface="Arial"/>
              </a:rPr>
              <a:t>Erro</a:t>
            </a:r>
            <a:r>
              <a:rPr dirty="0" sz="700" spc="-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700" spc="9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8FB4"/>
                </a:solidFill>
                <a:latin typeface="Arial"/>
                <a:cs typeface="Arial"/>
              </a:rPr>
              <a:t>in</a:t>
            </a:r>
            <a:r>
              <a:rPr dirty="0" sz="700" spc="12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65" i="1">
                <a:solidFill>
                  <a:srgbClr val="8A8FB4"/>
                </a:solidFill>
                <a:latin typeface="Arial"/>
                <a:cs typeface="Arial"/>
              </a:rPr>
              <a:t>Py</a:t>
            </a:r>
            <a:r>
              <a:rPr dirty="0" sz="700" spc="-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700" spc="-50" i="1">
                <a:solidFill>
                  <a:srgbClr val="8A8FB4"/>
                </a:solidFill>
                <a:latin typeface="Arial"/>
                <a:cs typeface="Arial"/>
              </a:rPr>
              <a:t>3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t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Adult"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7217" y="3505047"/>
            <a:ext cx="1565275" cy="25209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input()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ALWAYS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returns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string</a:t>
            </a:r>
            <a:endParaRPr sz="600">
              <a:latin typeface="Courier New"/>
              <a:cs typeface="Courier New"/>
            </a:endParaRPr>
          </a:p>
          <a:p>
            <a:pPr marL="281305">
              <a:lnSpc>
                <a:spcPct val="100000"/>
              </a:lnSpc>
              <a:spcBef>
                <a:spcPts val="55"/>
              </a:spcBef>
            </a:pPr>
            <a:r>
              <a:rPr dirty="0" sz="800" spc="-40">
                <a:solidFill>
                  <a:srgbClr val="FF8B7E"/>
                </a:solidFill>
                <a:latin typeface="Courier New"/>
                <a:cs typeface="Courier New"/>
              </a:rPr>
              <a:t>intinput</a:t>
            </a:r>
            <a:r>
              <a:rPr dirty="0" baseline="11904" sz="1050" spc="-60">
                <a:solidFill>
                  <a:srgbClr val="B7E885"/>
                </a:solidFill>
                <a:latin typeface="Courier New"/>
                <a:cs typeface="Courier New"/>
              </a:rPr>
              <a:t>"Age:</a:t>
            </a:r>
            <a:r>
              <a:rPr dirty="0" baseline="11904" sz="1050" spc="-1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baseline="11904" sz="1050" spc="-75">
                <a:solidFill>
                  <a:srgbClr val="B7E885"/>
                </a:solidFill>
                <a:latin typeface="Courier New"/>
                <a:cs typeface="Courier New"/>
              </a:rPr>
              <a:t>"</a:t>
            </a:r>
            <a:endParaRPr baseline="11904" sz="105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10743" y="3716542"/>
            <a:ext cx="1473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7857" y="3698607"/>
            <a:ext cx="1147445" cy="273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31165">
              <a:lnSpc>
                <a:spcPct val="100000"/>
              </a:lnSpc>
              <a:spcBef>
                <a:spcPts val="135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50" spc="-330">
                <a:solidFill>
                  <a:srgbClr val="8A8FB4"/>
                </a:solidFill>
                <a:latin typeface="SimSun-ExtB"/>
                <a:cs typeface="SimSun-ExtB"/>
              </a:rPr>
              <a:t>✓</a:t>
            </a:r>
            <a:r>
              <a:rPr dirty="0" sz="750" spc="195">
                <a:solidFill>
                  <a:srgbClr val="8A8FB4"/>
                </a:solidFill>
                <a:latin typeface="SimSun-ExtB"/>
                <a:cs typeface="SimSun-ExtB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now</a:t>
            </a:r>
            <a:r>
              <a:rPr dirty="0" sz="7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works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prin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"</a:t>
            </a:r>
            <a:r>
              <a:rPr dirty="0" sz="800" spc="-10">
                <a:solidFill>
                  <a:srgbClr val="FF8B7E"/>
                </a:solidFill>
                <a:latin typeface="Courier New"/>
                <a:cs typeface="Courier New"/>
              </a:rPr>
              <a:t>t</a:t>
            </a:r>
            <a:r>
              <a:rPr dirty="0" sz="800" spc="-10">
                <a:solidFill>
                  <a:srgbClr val="B7E885"/>
                </a:solidFill>
                <a:latin typeface="Courier New"/>
                <a:cs typeface="Courier New"/>
              </a:rPr>
              <a:t>Adult"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46399" y="4514046"/>
            <a:ext cx="2555240" cy="160020"/>
            <a:chOff x="446399" y="4514046"/>
            <a:chExt cx="2555240" cy="160020"/>
          </a:xfrm>
        </p:grpSpPr>
        <p:sp>
          <p:nvSpPr>
            <p:cNvPr id="63" name="object 63"/>
            <p:cNvSpPr/>
            <p:nvPr/>
          </p:nvSpPr>
          <p:spPr>
            <a:xfrm>
              <a:off x="449999" y="4517646"/>
              <a:ext cx="2548255" cy="635"/>
            </a:xfrm>
            <a:custGeom>
              <a:avLst/>
              <a:gdLst/>
              <a:ahLst/>
              <a:cxnLst/>
              <a:rect l="l" t="t" r="r" b="b"/>
              <a:pathLst>
                <a:path w="2548255" h="635">
                  <a:moveTo>
                    <a:pt x="0" y="0"/>
                  </a:moveTo>
                  <a:lnTo>
                    <a:pt x="2547721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062355" y="4570922"/>
              <a:ext cx="383540" cy="102870"/>
            </a:xfrm>
            <a:custGeom>
              <a:avLst/>
              <a:gdLst/>
              <a:ahLst/>
              <a:cxnLst/>
              <a:rect l="l" t="t" r="r" b="b"/>
              <a:pathLst>
                <a:path w="383540" h="102870">
                  <a:moveTo>
                    <a:pt x="383400" y="56883"/>
                  </a:moveTo>
                  <a:lnTo>
                    <a:pt x="383044" y="28435"/>
                  </a:lnTo>
                  <a:lnTo>
                    <a:pt x="383044" y="23393"/>
                  </a:lnTo>
                  <a:lnTo>
                    <a:pt x="381965" y="18719"/>
                  </a:lnTo>
                  <a:lnTo>
                    <a:pt x="376923" y="10083"/>
                  </a:lnTo>
                  <a:lnTo>
                    <a:pt x="373329" y="6477"/>
                  </a:lnTo>
                  <a:lnTo>
                    <a:pt x="364680" y="1435"/>
                  </a:lnTo>
                  <a:lnTo>
                    <a:pt x="359651" y="0"/>
                  </a:lnTo>
                  <a:lnTo>
                    <a:pt x="38887" y="0"/>
                  </a:lnTo>
                  <a:lnTo>
                    <a:pt x="34201" y="1079"/>
                  </a:lnTo>
                  <a:lnTo>
                    <a:pt x="25565" y="6121"/>
                  </a:lnTo>
                  <a:lnTo>
                    <a:pt x="21971" y="9715"/>
                  </a:lnTo>
                  <a:lnTo>
                    <a:pt x="18389" y="15849"/>
                  </a:lnTo>
                  <a:lnTo>
                    <a:pt x="0" y="15849"/>
                  </a:lnTo>
                  <a:lnTo>
                    <a:pt x="0" y="102603"/>
                  </a:lnTo>
                  <a:lnTo>
                    <a:pt x="314998" y="102603"/>
                  </a:lnTo>
                  <a:lnTo>
                    <a:pt x="314998" y="85369"/>
                  </a:lnTo>
                  <a:lnTo>
                    <a:pt x="360006" y="85318"/>
                  </a:lnTo>
                  <a:lnTo>
                    <a:pt x="383298" y="62280"/>
                  </a:lnTo>
                  <a:lnTo>
                    <a:pt x="383400" y="56883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406145" y="4520414"/>
            <a:ext cx="195008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6172" sz="1350" spc="172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r>
              <a:rPr dirty="0" baseline="-6172" sz="1350" spc="104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FIX</a:t>
            </a:r>
            <a:r>
              <a:rPr dirty="0" sz="600" spc="9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600" spc="4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Convert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20">
                <a:solidFill>
                  <a:srgbClr val="293183"/>
                </a:solidFill>
                <a:latin typeface="Courier New"/>
                <a:cs typeface="Courier New"/>
              </a:rPr>
              <a:t>input()</a:t>
            </a:r>
            <a:r>
              <a:rPr dirty="0" sz="600" spc="-22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00" spc="-20">
                <a:solidFill>
                  <a:srgbClr val="494E69"/>
                </a:solidFill>
                <a:latin typeface="Calibri"/>
                <a:cs typeface="Calibri"/>
              </a:rPr>
              <a:t>before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comparing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 to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numbers.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190468" y="2686115"/>
            <a:ext cx="2762885" cy="2072639"/>
            <a:chOff x="3190468" y="2686115"/>
            <a:chExt cx="2762885" cy="2072639"/>
          </a:xfrm>
        </p:grpSpPr>
        <p:sp>
          <p:nvSpPr>
            <p:cNvPr id="67" name="object 67"/>
            <p:cNvSpPr/>
            <p:nvPr/>
          </p:nvSpPr>
          <p:spPr>
            <a:xfrm>
              <a:off x="3194278" y="2689925"/>
              <a:ext cx="2755265" cy="2065020"/>
            </a:xfrm>
            <a:custGeom>
              <a:avLst/>
              <a:gdLst/>
              <a:ahLst/>
              <a:cxnLst/>
              <a:rect l="l" t="t" r="r" b="b"/>
              <a:pathLst>
                <a:path w="2755265" h="2065020">
                  <a:moveTo>
                    <a:pt x="2640596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1950478"/>
                  </a:lnTo>
                  <a:lnTo>
                    <a:pt x="8455" y="1993810"/>
                  </a:lnTo>
                  <a:lnTo>
                    <a:pt x="33299" y="2031207"/>
                  </a:lnTo>
                  <a:lnTo>
                    <a:pt x="70434" y="2055787"/>
                  </a:lnTo>
                  <a:lnTo>
                    <a:pt x="114122" y="2064600"/>
                  </a:lnTo>
                  <a:lnTo>
                    <a:pt x="2640965" y="2064232"/>
                  </a:lnTo>
                  <a:lnTo>
                    <a:pt x="2684275" y="2055787"/>
                  </a:lnTo>
                  <a:lnTo>
                    <a:pt x="2721687" y="2030936"/>
                  </a:lnTo>
                  <a:lnTo>
                    <a:pt x="2746196" y="1993966"/>
                  </a:lnTo>
                  <a:lnTo>
                    <a:pt x="2746273" y="1993810"/>
                  </a:lnTo>
                  <a:lnTo>
                    <a:pt x="2751061" y="1979863"/>
                  </a:lnTo>
                  <a:lnTo>
                    <a:pt x="2751123" y="1979683"/>
                  </a:lnTo>
                  <a:lnTo>
                    <a:pt x="2754042" y="1965288"/>
                  </a:lnTo>
                  <a:lnTo>
                    <a:pt x="2754084" y="1965083"/>
                  </a:lnTo>
                  <a:lnTo>
                    <a:pt x="2755062" y="1950478"/>
                  </a:lnTo>
                  <a:lnTo>
                    <a:pt x="2755087" y="1950110"/>
                  </a:lnTo>
                  <a:lnTo>
                    <a:pt x="2754718" y="114122"/>
                  </a:lnTo>
                  <a:lnTo>
                    <a:pt x="2746216" y="70627"/>
                  </a:lnTo>
                  <a:lnTo>
                    <a:pt x="2721421" y="33388"/>
                  </a:lnTo>
                  <a:lnTo>
                    <a:pt x="2684286" y="8808"/>
                  </a:lnTo>
                  <a:lnTo>
                    <a:pt x="2655567" y="1000"/>
                  </a:lnTo>
                  <a:lnTo>
                    <a:pt x="26405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194278" y="2689925"/>
              <a:ext cx="2755265" cy="2065020"/>
            </a:xfrm>
            <a:custGeom>
              <a:avLst/>
              <a:gdLst/>
              <a:ahLst/>
              <a:cxnLst/>
              <a:rect l="l" t="t" r="r" b="b"/>
              <a:pathLst>
                <a:path w="2755265" h="2065020">
                  <a:moveTo>
                    <a:pt x="0" y="114122"/>
                  </a:moveTo>
                  <a:lnTo>
                    <a:pt x="1000" y="99149"/>
                  </a:lnTo>
                  <a:lnTo>
                    <a:pt x="3959" y="84548"/>
                  </a:lnTo>
                  <a:lnTo>
                    <a:pt x="23623" y="44477"/>
                  </a:lnTo>
                  <a:lnTo>
                    <a:pt x="57238" y="15112"/>
                  </a:lnTo>
                  <a:lnTo>
                    <a:pt x="99312" y="945"/>
                  </a:lnTo>
                  <a:lnTo>
                    <a:pt x="114122" y="0"/>
                  </a:lnTo>
                  <a:lnTo>
                    <a:pt x="2640596" y="0"/>
                  </a:lnTo>
                  <a:lnTo>
                    <a:pt x="2684286" y="8808"/>
                  </a:lnTo>
                  <a:lnTo>
                    <a:pt x="2721421" y="33388"/>
                  </a:lnTo>
                  <a:lnTo>
                    <a:pt x="2746216" y="70627"/>
                  </a:lnTo>
                  <a:lnTo>
                    <a:pt x="2754718" y="114122"/>
                  </a:lnTo>
                  <a:lnTo>
                    <a:pt x="2755087" y="1950110"/>
                  </a:lnTo>
                  <a:lnTo>
                    <a:pt x="2754084" y="1965083"/>
                  </a:lnTo>
                  <a:lnTo>
                    <a:pt x="2751123" y="1979683"/>
                  </a:lnTo>
                  <a:lnTo>
                    <a:pt x="2731455" y="2019755"/>
                  </a:lnTo>
                  <a:lnTo>
                    <a:pt x="2697835" y="2049119"/>
                  </a:lnTo>
                  <a:lnTo>
                    <a:pt x="2655774" y="2063287"/>
                  </a:lnTo>
                  <a:lnTo>
                    <a:pt x="114122" y="2064600"/>
                  </a:lnTo>
                  <a:lnTo>
                    <a:pt x="70434" y="2055787"/>
                  </a:lnTo>
                  <a:lnTo>
                    <a:pt x="33299" y="2031207"/>
                  </a:lnTo>
                  <a:lnTo>
                    <a:pt x="8508" y="1993966"/>
                  </a:lnTo>
                  <a:lnTo>
                    <a:pt x="0" y="1950478"/>
                  </a:lnTo>
                  <a:lnTo>
                    <a:pt x="0" y="114122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7605" y="2778838"/>
              <a:ext cx="185750" cy="185762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3323425" y="2796376"/>
            <a:ext cx="1460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2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542296" y="2793138"/>
            <a:ext cx="9867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CLOSING</a:t>
            </a:r>
            <a:r>
              <a:rPr dirty="0" sz="800" spc="5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800" spc="6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FILE</a:t>
            </a:r>
            <a:r>
              <a:rPr dirty="0" sz="800" spc="6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TWICE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3297237" y="3014639"/>
            <a:ext cx="2548890" cy="1449705"/>
          </a:xfrm>
          <a:custGeom>
            <a:avLst/>
            <a:gdLst/>
            <a:ahLst/>
            <a:cxnLst/>
            <a:rect l="l" t="t" r="r" b="b"/>
            <a:pathLst>
              <a:path w="2548890" h="1449704">
                <a:moveTo>
                  <a:pt x="76682" y="0"/>
                </a:moveTo>
                <a:lnTo>
                  <a:pt x="38519" y="10439"/>
                </a:lnTo>
                <a:lnTo>
                  <a:pt x="10439" y="38163"/>
                </a:lnTo>
                <a:lnTo>
                  <a:pt x="368" y="76326"/>
                </a:lnTo>
                <a:lnTo>
                  <a:pt x="0" y="1373047"/>
                </a:lnTo>
                <a:lnTo>
                  <a:pt x="670" y="1383004"/>
                </a:lnTo>
                <a:lnTo>
                  <a:pt x="15883" y="1419484"/>
                </a:lnTo>
                <a:lnTo>
                  <a:pt x="47112" y="1443591"/>
                </a:lnTo>
                <a:lnTo>
                  <a:pt x="76326" y="1449362"/>
                </a:lnTo>
                <a:lnTo>
                  <a:pt x="2472118" y="1449362"/>
                </a:lnTo>
                <a:lnTo>
                  <a:pt x="2510282" y="1438922"/>
                </a:lnTo>
                <a:lnTo>
                  <a:pt x="2538361" y="1411198"/>
                </a:lnTo>
                <a:lnTo>
                  <a:pt x="2548445" y="1373047"/>
                </a:lnTo>
                <a:lnTo>
                  <a:pt x="2548421" y="76326"/>
                </a:lnTo>
                <a:lnTo>
                  <a:pt x="2538006" y="38519"/>
                </a:lnTo>
                <a:lnTo>
                  <a:pt x="2510282" y="10439"/>
                </a:lnTo>
                <a:lnTo>
                  <a:pt x="2472118" y="368"/>
                </a:lnTo>
                <a:lnTo>
                  <a:pt x="76682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3532936" y="3078621"/>
            <a:ext cx="6953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472" sz="1200" spc="-30">
                <a:solidFill>
                  <a:srgbClr val="FF8B7E"/>
                </a:solidFill>
                <a:latin typeface="Courier New"/>
                <a:cs typeface="Courier New"/>
              </a:rPr>
              <a:t>open</a:t>
            </a:r>
            <a:r>
              <a:rPr dirty="0" sz="600" spc="-20">
                <a:solidFill>
                  <a:srgbClr val="B7E885"/>
                </a:solidFill>
                <a:latin typeface="Courier New"/>
                <a:cs typeface="Courier New"/>
              </a:rPr>
              <a:t>'data.txt'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366985" y="3351659"/>
            <a:ext cx="2004060" cy="29908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...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later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5" i="1">
                <a:solidFill>
                  <a:srgbClr val="8A8FB4"/>
                </a:solidFill>
                <a:latin typeface="Courier New"/>
                <a:cs typeface="Courier New"/>
              </a:rPr>
              <a:t>...</a:t>
            </a:r>
            <a:endParaRPr sz="7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300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75">
                <a:solidFill>
                  <a:srgbClr val="8A8FB4"/>
                </a:solidFill>
                <a:latin typeface="SimSun-ExtB"/>
                <a:cs typeface="SimSun-ExtB"/>
              </a:rPr>
              <a:t>✕</a:t>
            </a:r>
            <a:r>
              <a:rPr dirty="0" sz="600" spc="120">
                <a:solidFill>
                  <a:srgbClr val="8A8FB4"/>
                </a:solidFill>
                <a:latin typeface="SimSun-ExtB"/>
                <a:cs typeface="SimSun-ExtB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ValueError:</a:t>
            </a:r>
            <a:r>
              <a:rPr dirty="0" sz="6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I/O</a:t>
            </a:r>
            <a:r>
              <a:rPr dirty="0" sz="6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on</a:t>
            </a:r>
            <a:r>
              <a:rPr dirty="0" sz="6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closed</a:t>
            </a:r>
            <a:r>
              <a:rPr dirty="0" sz="6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Courier New"/>
                <a:cs typeface="Courier New"/>
              </a:rPr>
              <a:t>file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363734" y="3711172"/>
            <a:ext cx="1810385" cy="2654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204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75">
                <a:solidFill>
                  <a:srgbClr val="8A8FB4"/>
                </a:solidFill>
                <a:latin typeface="SimSun-ExtB"/>
                <a:cs typeface="SimSun-ExtB"/>
              </a:rPr>
              <a:t>✓</a:t>
            </a:r>
            <a:r>
              <a:rPr dirty="0" sz="600" spc="125">
                <a:solidFill>
                  <a:srgbClr val="8A8FB4"/>
                </a:solidFill>
                <a:latin typeface="SimSun-ExtB"/>
                <a:cs typeface="SimSun-ExtB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Use</a:t>
            </a:r>
            <a:r>
              <a:rPr dirty="0" sz="6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</a:t>
            </a:r>
            <a:r>
              <a:rPr dirty="0" sz="6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Courier New"/>
                <a:cs typeface="Courier New"/>
              </a:rPr>
              <a:t>with-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block,</a:t>
            </a:r>
            <a:r>
              <a:rPr dirty="0" sz="6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this</a:t>
            </a:r>
            <a:r>
              <a:rPr dirty="0" sz="60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can't</a:t>
            </a:r>
            <a:r>
              <a:rPr dirty="0" sz="6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happen</a:t>
            </a:r>
            <a:endParaRPr sz="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472" sz="1200" spc="-52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600" spc="-35">
                <a:solidFill>
                  <a:srgbClr val="B7E885"/>
                </a:solidFill>
                <a:latin typeface="Courier New"/>
                <a:cs typeface="Courier New"/>
              </a:rPr>
              <a:t>'data.txt'</a:t>
            </a:r>
            <a:r>
              <a:rPr dirty="0" sz="600" spc="5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baseline="3472" sz="1200" spc="-37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baseline="3472" sz="1200">
              <a:latin typeface="Courier New"/>
              <a:cs typeface="Courier New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370935" y="4068269"/>
            <a:ext cx="178562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is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Courier New"/>
                <a:cs typeface="Courier New"/>
              </a:rPr>
              <a:t>auto-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closed,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you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can't</a:t>
            </a:r>
            <a:r>
              <a:rPr dirty="0" sz="600" spc="-3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misuse</a:t>
            </a:r>
            <a:r>
              <a:rPr dirty="0" sz="6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it</a:t>
            </a:r>
            <a:endParaRPr sz="600">
              <a:latin typeface="Courier New"/>
              <a:cs typeface="Courier New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3294005" y="4514046"/>
            <a:ext cx="2555875" cy="160020"/>
            <a:chOff x="3294005" y="4514046"/>
            <a:chExt cx="2555875" cy="160020"/>
          </a:xfrm>
        </p:grpSpPr>
        <p:sp>
          <p:nvSpPr>
            <p:cNvPr id="78" name="object 78"/>
            <p:cNvSpPr/>
            <p:nvPr/>
          </p:nvSpPr>
          <p:spPr>
            <a:xfrm>
              <a:off x="3297605" y="4517646"/>
              <a:ext cx="2548255" cy="635"/>
            </a:xfrm>
            <a:custGeom>
              <a:avLst/>
              <a:gdLst/>
              <a:ahLst/>
              <a:cxnLst/>
              <a:rect l="l" t="t" r="r" b="b"/>
              <a:pathLst>
                <a:path w="2548254" h="635">
                  <a:moveTo>
                    <a:pt x="0" y="0"/>
                  </a:moveTo>
                  <a:lnTo>
                    <a:pt x="2548077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17962" y="4570922"/>
              <a:ext cx="234721" cy="85674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004284" y="4570922"/>
              <a:ext cx="896619" cy="102870"/>
            </a:xfrm>
            <a:custGeom>
              <a:avLst/>
              <a:gdLst/>
              <a:ahLst/>
              <a:cxnLst/>
              <a:rect l="l" t="t" r="r" b="b"/>
              <a:pathLst>
                <a:path w="896620" h="102870">
                  <a:moveTo>
                    <a:pt x="180365" y="15849"/>
                  </a:moveTo>
                  <a:lnTo>
                    <a:pt x="0" y="15849"/>
                  </a:lnTo>
                  <a:lnTo>
                    <a:pt x="0" y="102603"/>
                  </a:lnTo>
                  <a:lnTo>
                    <a:pt x="180365" y="102603"/>
                  </a:lnTo>
                  <a:lnTo>
                    <a:pt x="180365" y="15849"/>
                  </a:lnTo>
                  <a:close/>
                </a:path>
                <a:path w="896620" h="102870">
                  <a:moveTo>
                    <a:pt x="896035" y="56883"/>
                  </a:moveTo>
                  <a:lnTo>
                    <a:pt x="895680" y="28435"/>
                  </a:lnTo>
                  <a:lnTo>
                    <a:pt x="895680" y="23393"/>
                  </a:lnTo>
                  <a:lnTo>
                    <a:pt x="894600" y="18719"/>
                  </a:lnTo>
                  <a:lnTo>
                    <a:pt x="889558" y="10083"/>
                  </a:lnTo>
                  <a:lnTo>
                    <a:pt x="885952" y="6477"/>
                  </a:lnTo>
                  <a:lnTo>
                    <a:pt x="877316" y="1435"/>
                  </a:lnTo>
                  <a:lnTo>
                    <a:pt x="872274" y="0"/>
                  </a:lnTo>
                  <a:lnTo>
                    <a:pt x="551510" y="0"/>
                  </a:lnTo>
                  <a:lnTo>
                    <a:pt x="546836" y="1079"/>
                  </a:lnTo>
                  <a:lnTo>
                    <a:pt x="538200" y="6121"/>
                  </a:lnTo>
                  <a:lnTo>
                    <a:pt x="534593" y="9715"/>
                  </a:lnTo>
                  <a:lnTo>
                    <a:pt x="531012" y="15849"/>
                  </a:lnTo>
                  <a:lnTo>
                    <a:pt x="464400" y="15849"/>
                  </a:lnTo>
                  <a:lnTo>
                    <a:pt x="464400" y="102603"/>
                  </a:lnTo>
                  <a:lnTo>
                    <a:pt x="779399" y="102603"/>
                  </a:lnTo>
                  <a:lnTo>
                    <a:pt x="779399" y="85432"/>
                  </a:lnTo>
                  <a:lnTo>
                    <a:pt x="872629" y="85318"/>
                  </a:lnTo>
                  <a:lnTo>
                    <a:pt x="895934" y="62280"/>
                  </a:lnTo>
                  <a:lnTo>
                    <a:pt x="896035" y="56883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3254095" y="4520414"/>
            <a:ext cx="1957705" cy="16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6172" sz="1350" spc="172">
                <a:solidFill>
                  <a:srgbClr val="FF6A5A"/>
                </a:solidFill>
                <a:latin typeface="Segoe UI Symbol"/>
                <a:cs typeface="Segoe UI Symbol"/>
              </a:rPr>
              <a:t>⚒</a:t>
            </a:r>
            <a:r>
              <a:rPr dirty="0" baseline="-6172" sz="1350" spc="9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FIX</a:t>
            </a:r>
            <a:r>
              <a:rPr dirty="0" sz="600" spc="8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b="1">
                <a:solidFill>
                  <a:srgbClr val="293183"/>
                </a:solidFill>
                <a:latin typeface="Calibri"/>
                <a:cs typeface="Calibri"/>
              </a:rPr>
              <a:t>—</a:t>
            </a:r>
            <a:r>
              <a:rPr dirty="0" sz="600" spc="4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600" spc="-20">
                <a:solidFill>
                  <a:srgbClr val="494E69"/>
                </a:solidFill>
                <a:latin typeface="Calibri"/>
                <a:cs typeface="Calibri"/>
              </a:rPr>
              <a:t>Always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use </a:t>
            </a:r>
            <a:r>
              <a:rPr dirty="0" sz="600" spc="-10">
                <a:solidFill>
                  <a:srgbClr val="293183"/>
                </a:solidFill>
                <a:latin typeface="Courier New"/>
                <a:cs typeface="Courier New"/>
              </a:rPr>
              <a:t>with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Manual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20">
                <a:solidFill>
                  <a:srgbClr val="293183"/>
                </a:solidFill>
                <a:latin typeface="Courier New"/>
                <a:cs typeface="Courier New"/>
              </a:rPr>
              <a:t>close()</a:t>
            </a:r>
            <a:r>
              <a:rPr dirty="0" sz="600" spc="-229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is a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footgun.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6038431" y="2686115"/>
            <a:ext cx="2762885" cy="2072639"/>
            <a:chOff x="6038431" y="2686115"/>
            <a:chExt cx="2762885" cy="2072639"/>
          </a:xfrm>
        </p:grpSpPr>
        <p:sp>
          <p:nvSpPr>
            <p:cNvPr id="83" name="object 83"/>
            <p:cNvSpPr/>
            <p:nvPr/>
          </p:nvSpPr>
          <p:spPr>
            <a:xfrm>
              <a:off x="6042241" y="2689925"/>
              <a:ext cx="2755265" cy="2065020"/>
            </a:xfrm>
            <a:custGeom>
              <a:avLst/>
              <a:gdLst/>
              <a:ahLst/>
              <a:cxnLst/>
              <a:rect l="l" t="t" r="r" b="b"/>
              <a:pathLst>
                <a:path w="2755265" h="2065020">
                  <a:moveTo>
                    <a:pt x="2640596" y="0"/>
                  </a:moveTo>
                  <a:lnTo>
                    <a:pt x="114122" y="0"/>
                  </a:lnTo>
                  <a:lnTo>
                    <a:pt x="98438" y="1000"/>
                  </a:lnTo>
                  <a:lnTo>
                    <a:pt x="99025" y="1000"/>
                  </a:lnTo>
                  <a:lnTo>
                    <a:pt x="84737" y="3779"/>
                  </a:lnTo>
                  <a:lnTo>
                    <a:pt x="44638" y="23462"/>
                  </a:lnTo>
                  <a:lnTo>
                    <a:pt x="15481" y="56870"/>
                  </a:lnTo>
                  <a:lnTo>
                    <a:pt x="1000" y="99149"/>
                  </a:lnTo>
                  <a:lnTo>
                    <a:pt x="0" y="114122"/>
                  </a:lnTo>
                  <a:lnTo>
                    <a:pt x="0" y="1950478"/>
                  </a:lnTo>
                  <a:lnTo>
                    <a:pt x="932" y="1965083"/>
                  </a:lnTo>
                  <a:lnTo>
                    <a:pt x="945" y="1965288"/>
                  </a:lnTo>
                  <a:lnTo>
                    <a:pt x="15112" y="2007362"/>
                  </a:lnTo>
                  <a:lnTo>
                    <a:pt x="44482" y="2040971"/>
                  </a:lnTo>
                  <a:lnTo>
                    <a:pt x="84555" y="2060636"/>
                  </a:lnTo>
                  <a:lnTo>
                    <a:pt x="114122" y="2064600"/>
                  </a:lnTo>
                  <a:lnTo>
                    <a:pt x="2640965" y="2064232"/>
                  </a:lnTo>
                  <a:lnTo>
                    <a:pt x="2684275" y="2055787"/>
                  </a:lnTo>
                  <a:lnTo>
                    <a:pt x="2721686" y="2030936"/>
                  </a:lnTo>
                  <a:lnTo>
                    <a:pt x="2746189" y="1993966"/>
                  </a:lnTo>
                  <a:lnTo>
                    <a:pt x="2746266" y="1993810"/>
                  </a:lnTo>
                  <a:lnTo>
                    <a:pt x="2751053" y="1979863"/>
                  </a:lnTo>
                  <a:lnTo>
                    <a:pt x="2751115" y="1979683"/>
                  </a:lnTo>
                  <a:lnTo>
                    <a:pt x="2754031" y="1965288"/>
                  </a:lnTo>
                  <a:lnTo>
                    <a:pt x="2754073" y="1965083"/>
                  </a:lnTo>
                  <a:lnTo>
                    <a:pt x="2755049" y="1950478"/>
                  </a:lnTo>
                  <a:lnTo>
                    <a:pt x="2755074" y="1950110"/>
                  </a:lnTo>
                  <a:lnTo>
                    <a:pt x="2754718" y="114122"/>
                  </a:lnTo>
                  <a:lnTo>
                    <a:pt x="2746210" y="70627"/>
                  </a:lnTo>
                  <a:lnTo>
                    <a:pt x="2721419" y="33388"/>
                  </a:lnTo>
                  <a:lnTo>
                    <a:pt x="2684286" y="8808"/>
                  </a:lnTo>
                  <a:lnTo>
                    <a:pt x="2655567" y="1000"/>
                  </a:lnTo>
                  <a:lnTo>
                    <a:pt x="264059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042241" y="2689925"/>
              <a:ext cx="2755265" cy="2065020"/>
            </a:xfrm>
            <a:custGeom>
              <a:avLst/>
              <a:gdLst/>
              <a:ahLst/>
              <a:cxnLst/>
              <a:rect l="l" t="t" r="r" b="b"/>
              <a:pathLst>
                <a:path w="2755265" h="2065020">
                  <a:moveTo>
                    <a:pt x="0" y="114122"/>
                  </a:moveTo>
                  <a:lnTo>
                    <a:pt x="1000" y="99149"/>
                  </a:lnTo>
                  <a:lnTo>
                    <a:pt x="3959" y="84548"/>
                  </a:lnTo>
                  <a:lnTo>
                    <a:pt x="23623" y="44477"/>
                  </a:lnTo>
                  <a:lnTo>
                    <a:pt x="57238" y="15112"/>
                  </a:lnTo>
                  <a:lnTo>
                    <a:pt x="99312" y="945"/>
                  </a:lnTo>
                  <a:lnTo>
                    <a:pt x="114122" y="0"/>
                  </a:lnTo>
                  <a:lnTo>
                    <a:pt x="2640596" y="0"/>
                  </a:lnTo>
                  <a:lnTo>
                    <a:pt x="2684286" y="8808"/>
                  </a:lnTo>
                  <a:lnTo>
                    <a:pt x="2721419" y="33388"/>
                  </a:lnTo>
                  <a:lnTo>
                    <a:pt x="2746210" y="70627"/>
                  </a:lnTo>
                  <a:lnTo>
                    <a:pt x="2754718" y="114122"/>
                  </a:lnTo>
                  <a:lnTo>
                    <a:pt x="2755074" y="1950110"/>
                  </a:lnTo>
                  <a:lnTo>
                    <a:pt x="2754073" y="1965083"/>
                  </a:lnTo>
                  <a:lnTo>
                    <a:pt x="2751115" y="1979683"/>
                  </a:lnTo>
                  <a:lnTo>
                    <a:pt x="2731450" y="2019755"/>
                  </a:lnTo>
                  <a:lnTo>
                    <a:pt x="2697835" y="2049119"/>
                  </a:lnTo>
                  <a:lnTo>
                    <a:pt x="2655774" y="2063287"/>
                  </a:lnTo>
                  <a:lnTo>
                    <a:pt x="114122" y="2064600"/>
                  </a:lnTo>
                  <a:lnTo>
                    <a:pt x="70432" y="2055787"/>
                  </a:lnTo>
                  <a:lnTo>
                    <a:pt x="33297" y="2031207"/>
                  </a:lnTo>
                  <a:lnTo>
                    <a:pt x="8502" y="1993966"/>
                  </a:lnTo>
                  <a:lnTo>
                    <a:pt x="0" y="1950478"/>
                  </a:lnTo>
                  <a:lnTo>
                    <a:pt x="0" y="114122"/>
                  </a:lnTo>
                  <a:close/>
                </a:path>
              </a:pathLst>
            </a:custGeom>
            <a:ln w="71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6200902" y="2825536"/>
            <a:ext cx="161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1A1E39"/>
                </a:solidFill>
                <a:latin typeface="Segoe UI Symbol"/>
                <a:cs typeface="Segoe UI Symbol"/>
              </a:rPr>
              <a:t>❏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433464" y="2853615"/>
            <a:ext cx="8051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K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FF6A5A"/>
                </a:solidFill>
                <a:latin typeface="Calibri"/>
                <a:cs typeface="Calibri"/>
              </a:rPr>
              <a:t>EY</a:t>
            </a:r>
            <a:r>
              <a:rPr dirty="0" sz="800" spc="25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10" b="1">
                <a:solidFill>
                  <a:srgbClr val="FF6A5A"/>
                </a:solidFill>
                <a:latin typeface="Calibri"/>
                <a:cs typeface="Calibri"/>
              </a:rPr>
              <a:t>TAK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EAWAY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62014" y="3109360"/>
            <a:ext cx="2461260" cy="324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300"/>
              </a:lnSpc>
              <a:spcBef>
                <a:spcPts val="95"/>
              </a:spcBef>
            </a:pP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Every one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these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is a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1A1E39"/>
                </a:solidFill>
                <a:latin typeface="Calibri"/>
                <a:cs typeface="Calibri"/>
              </a:rPr>
              <a:t>one-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line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fix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once you've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seen</a:t>
            </a:r>
            <a:r>
              <a:rPr dirty="0" sz="85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 spc="-25">
                <a:solidFill>
                  <a:srgbClr val="1A1E39"/>
                </a:solidFill>
                <a:latin typeface="Calibri"/>
                <a:cs typeface="Calibri"/>
              </a:rPr>
              <a:t>it.</a:t>
            </a:r>
            <a:r>
              <a:rPr dirty="0" sz="85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Bookmark</a:t>
            </a:r>
            <a:r>
              <a:rPr dirty="0" sz="85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1A1E39"/>
                </a:solidFill>
                <a:latin typeface="Calibri"/>
                <a:cs typeface="Calibri"/>
              </a:rPr>
              <a:t>this</a:t>
            </a:r>
            <a:r>
              <a:rPr dirty="0" sz="850" spc="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1A1E39"/>
                </a:solidFill>
                <a:latin typeface="Calibri"/>
                <a:cs typeface="Calibri"/>
              </a:rPr>
              <a:t>slide.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6174359" y="4429444"/>
            <a:ext cx="2491105" cy="635"/>
          </a:xfrm>
          <a:custGeom>
            <a:avLst/>
            <a:gdLst/>
            <a:ahLst/>
            <a:cxnLst/>
            <a:rect l="l" t="t" r="r" b="b"/>
            <a:pathLst>
              <a:path w="2491104" h="635">
                <a:moveTo>
                  <a:pt x="0" y="0"/>
                </a:moveTo>
                <a:lnTo>
                  <a:pt x="2490838" y="355"/>
                </a:lnTo>
              </a:path>
            </a:pathLst>
          </a:custGeom>
          <a:ln w="7199">
            <a:solidFill>
              <a:srgbClr val="FF6A5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6149060" y="4476142"/>
            <a:ext cx="205232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50" spc="210">
                <a:solidFill>
                  <a:srgbClr val="FF6A5A"/>
                </a:solidFill>
                <a:latin typeface="Segoe UI Symbol"/>
                <a:cs typeface="Segoe UI Symbol"/>
              </a:rPr>
              <a:t>⌘</a:t>
            </a:r>
            <a:r>
              <a:rPr dirty="0" sz="950" spc="25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baseline="4629" sz="900" spc="-60" i="1">
                <a:solidFill>
                  <a:srgbClr val="494E69"/>
                </a:solidFill>
                <a:latin typeface="Trebuchet MS"/>
                <a:cs typeface="Trebuchet MS"/>
              </a:rPr>
              <a:t>You'll</a:t>
            </a:r>
            <a:r>
              <a:rPr dirty="0" baseline="4629" sz="900" spc="-44" i="1">
                <a:solidFill>
                  <a:srgbClr val="494E69"/>
                </a:solidFill>
                <a:latin typeface="Trebuchet MS"/>
                <a:cs typeface="Trebuchet MS"/>
              </a:rPr>
              <a:t> recognise</a:t>
            </a:r>
            <a:r>
              <a:rPr dirty="0" baseline="4629" sz="900" spc="-37" i="1">
                <a:solidFill>
                  <a:srgbClr val="494E69"/>
                </a:solidFill>
                <a:latin typeface="Trebuchet MS"/>
                <a:cs typeface="Trebuchet MS"/>
              </a:rPr>
              <a:t> each one</a:t>
            </a:r>
            <a:r>
              <a:rPr dirty="0" baseline="4629" sz="900" spc="-44" i="1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4629" sz="900" spc="-60" i="1">
                <a:solidFill>
                  <a:srgbClr val="494E69"/>
                </a:solidFill>
                <a:latin typeface="Trebuchet MS"/>
                <a:cs typeface="Trebuchet MS"/>
              </a:rPr>
              <a:t>in</a:t>
            </a:r>
            <a:r>
              <a:rPr dirty="0" baseline="4629" sz="900" spc="-37" i="1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4629" sz="900" spc="-52" i="1">
                <a:solidFill>
                  <a:srgbClr val="494E69"/>
                </a:solidFill>
                <a:latin typeface="Trebuchet MS"/>
                <a:cs typeface="Trebuchet MS"/>
              </a:rPr>
              <a:t>your</a:t>
            </a:r>
            <a:r>
              <a:rPr dirty="0" baseline="4629" sz="900" spc="-44" i="1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4629" sz="900" spc="-30" i="1">
                <a:solidFill>
                  <a:srgbClr val="494E69"/>
                </a:solidFill>
                <a:latin typeface="Trebuchet MS"/>
                <a:cs typeface="Trebuchet MS"/>
              </a:rPr>
              <a:t>own</a:t>
            </a:r>
            <a:r>
              <a:rPr dirty="0" baseline="4629" sz="900" spc="-37" i="1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4629" sz="900" spc="-44" i="1">
                <a:solidFill>
                  <a:srgbClr val="494E69"/>
                </a:solidFill>
                <a:latin typeface="Trebuchet MS"/>
                <a:cs typeface="Trebuchet MS"/>
              </a:rPr>
              <a:t>code</a:t>
            </a:r>
            <a:r>
              <a:rPr dirty="0" baseline="4629" sz="900" spc="-37" i="1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4629" sz="900" spc="-60" i="1">
                <a:solidFill>
                  <a:srgbClr val="494E69"/>
                </a:solidFill>
                <a:latin typeface="Trebuchet MS"/>
                <a:cs typeface="Trebuchet MS"/>
              </a:rPr>
              <a:t>within</a:t>
            </a:r>
            <a:r>
              <a:rPr dirty="0" baseline="4629" sz="900" spc="-37" i="1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4629" sz="900" spc="-60" i="1">
                <a:solidFill>
                  <a:srgbClr val="494E69"/>
                </a:solidFill>
                <a:latin typeface="Trebuchet MS"/>
                <a:cs typeface="Trebuchet MS"/>
              </a:rPr>
              <a:t>the</a:t>
            </a:r>
            <a:r>
              <a:rPr dirty="0" baseline="4629" sz="900" spc="-37" i="1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4629" sz="900" spc="-30" i="1">
                <a:solidFill>
                  <a:srgbClr val="494E69"/>
                </a:solidFill>
                <a:latin typeface="Trebuchet MS"/>
                <a:cs typeface="Trebuchet MS"/>
              </a:rPr>
              <a:t>week.</a:t>
            </a:r>
            <a:endParaRPr baseline="4629" sz="900">
              <a:latin typeface="Trebuchet MS"/>
              <a:cs typeface="Trebuchet MS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91" name="object 9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11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99963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23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6905" y="350534"/>
            <a:ext cx="15881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V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23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A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When</a:t>
            </a:r>
            <a:r>
              <a:rPr dirty="0" spc="-65"/>
              <a:t> </a:t>
            </a:r>
            <a:r>
              <a:rPr dirty="0" spc="-25"/>
              <a:t>files</a:t>
            </a:r>
            <a:r>
              <a:rPr dirty="0" spc="-65"/>
              <a:t> </a:t>
            </a:r>
            <a:r>
              <a:rPr dirty="0" spc="-10"/>
              <a:t>go</a:t>
            </a:r>
            <a:r>
              <a:rPr dirty="0" spc="-65"/>
              <a:t> </a:t>
            </a:r>
            <a:r>
              <a:rPr dirty="0" spc="-25"/>
              <a:t>missing,</a:t>
            </a:r>
            <a:r>
              <a:rPr dirty="0" spc="-65"/>
              <a:t> </a:t>
            </a:r>
            <a:r>
              <a:rPr dirty="0" spc="-25"/>
              <a:t>your</a:t>
            </a:r>
            <a:r>
              <a:rPr dirty="0" spc="-60"/>
              <a:t> </a:t>
            </a:r>
            <a:r>
              <a:rPr dirty="0" spc="-20"/>
              <a:t>code</a:t>
            </a:r>
            <a:r>
              <a:rPr dirty="0" spc="-60"/>
              <a:t> </a:t>
            </a:r>
            <a:r>
              <a:rPr dirty="0" spc="-35"/>
              <a:t>shouldn't</a:t>
            </a:r>
            <a:r>
              <a:rPr dirty="0" spc="-65"/>
              <a:t> </a:t>
            </a:r>
            <a:r>
              <a:rPr dirty="0" spc="-10"/>
              <a:t>crash.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905" y="880099"/>
            <a:ext cx="4382135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We'll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deeper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later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program.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Today: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just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enough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read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without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app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exploding.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6151" y="1089471"/>
            <a:ext cx="3710940" cy="3182620"/>
            <a:chOff x="396151" y="1089471"/>
            <a:chExt cx="3710940" cy="3182620"/>
          </a:xfrm>
        </p:grpSpPr>
        <p:sp>
          <p:nvSpPr>
            <p:cNvPr id="7" name="object 7"/>
            <p:cNvSpPr/>
            <p:nvPr/>
          </p:nvSpPr>
          <p:spPr>
            <a:xfrm>
              <a:off x="399961" y="1103759"/>
              <a:ext cx="3703320" cy="3154045"/>
            </a:xfrm>
            <a:custGeom>
              <a:avLst/>
              <a:gdLst/>
              <a:ahLst/>
              <a:cxnLst/>
              <a:rect l="l" t="t" r="r" b="b"/>
              <a:pathLst>
                <a:path w="3703320" h="3154045">
                  <a:moveTo>
                    <a:pt x="3569754" y="0"/>
                  </a:moveTo>
                  <a:lnTo>
                    <a:pt x="133197" y="0"/>
                  </a:lnTo>
                  <a:lnTo>
                    <a:pt x="115727" y="1142"/>
                  </a:lnTo>
                  <a:lnTo>
                    <a:pt x="66598" y="17640"/>
                  </a:lnTo>
                  <a:lnTo>
                    <a:pt x="27611" y="52123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020402"/>
                  </a:lnTo>
                  <a:lnTo>
                    <a:pt x="1112" y="3037486"/>
                  </a:lnTo>
                  <a:lnTo>
                    <a:pt x="1136" y="3037849"/>
                  </a:lnTo>
                  <a:lnTo>
                    <a:pt x="4428" y="3054556"/>
                  </a:lnTo>
                  <a:lnTo>
                    <a:pt x="4500" y="3054921"/>
                  </a:lnTo>
                  <a:lnTo>
                    <a:pt x="9902" y="3071021"/>
                  </a:lnTo>
                  <a:lnTo>
                    <a:pt x="39014" y="3114546"/>
                  </a:lnTo>
                  <a:lnTo>
                    <a:pt x="82218" y="3143426"/>
                  </a:lnTo>
                  <a:lnTo>
                    <a:pt x="133197" y="3153600"/>
                  </a:lnTo>
                  <a:lnTo>
                    <a:pt x="3570122" y="3153244"/>
                  </a:lnTo>
                  <a:lnTo>
                    <a:pt x="3621096" y="3143220"/>
                  </a:lnTo>
                  <a:lnTo>
                    <a:pt x="3664261" y="3114225"/>
                  </a:lnTo>
                  <a:lnTo>
                    <a:pt x="3693145" y="3071021"/>
                  </a:lnTo>
                  <a:lnTo>
                    <a:pt x="3703296" y="3020402"/>
                  </a:lnTo>
                  <a:lnTo>
                    <a:pt x="3703320" y="3020047"/>
                  </a:lnTo>
                  <a:lnTo>
                    <a:pt x="3702964" y="133197"/>
                  </a:lnTo>
                  <a:lnTo>
                    <a:pt x="3692939" y="82223"/>
                  </a:lnTo>
                  <a:lnTo>
                    <a:pt x="3663943" y="39065"/>
                  </a:lnTo>
                  <a:lnTo>
                    <a:pt x="3620735" y="10179"/>
                  </a:lnTo>
                  <a:lnTo>
                    <a:pt x="3587200" y="1142"/>
                  </a:lnTo>
                  <a:lnTo>
                    <a:pt x="35697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9961" y="1103759"/>
              <a:ext cx="3703320" cy="3154045"/>
            </a:xfrm>
            <a:custGeom>
              <a:avLst/>
              <a:gdLst/>
              <a:ahLst/>
              <a:cxnLst/>
              <a:rect l="l" t="t" r="r" b="b"/>
              <a:pathLst>
                <a:path w="3703320" h="3154045">
                  <a:moveTo>
                    <a:pt x="0" y="3606"/>
                  </a:moveTo>
                  <a:lnTo>
                    <a:pt x="3703320" y="3962"/>
                  </a:lnTo>
                </a:path>
                <a:path w="3703320" h="3154045">
                  <a:moveTo>
                    <a:pt x="3699713" y="0"/>
                  </a:moveTo>
                  <a:lnTo>
                    <a:pt x="3700081" y="3153600"/>
                  </a:lnTo>
                </a:path>
                <a:path w="3703320" h="3154045">
                  <a:moveTo>
                    <a:pt x="0" y="3150006"/>
                  </a:moveTo>
                  <a:lnTo>
                    <a:pt x="3703320" y="3150362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3994" y="1103759"/>
              <a:ext cx="635" cy="3154045"/>
            </a:xfrm>
            <a:custGeom>
              <a:avLst/>
              <a:gdLst/>
              <a:ahLst/>
              <a:cxnLst/>
              <a:rect l="l" t="t" r="r" b="b"/>
              <a:pathLst>
                <a:path w="634" h="3154045">
                  <a:moveTo>
                    <a:pt x="0" y="0"/>
                  </a:moveTo>
                  <a:lnTo>
                    <a:pt x="368" y="3153600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6920" y="1441439"/>
              <a:ext cx="3411220" cy="635"/>
            </a:xfrm>
            <a:custGeom>
              <a:avLst/>
              <a:gdLst/>
              <a:ahLst/>
              <a:cxnLst/>
              <a:rect l="l" t="t" r="r" b="b"/>
              <a:pathLst>
                <a:path w="3411220" h="634">
                  <a:moveTo>
                    <a:pt x="0" y="0"/>
                  </a:moveTo>
                  <a:lnTo>
                    <a:pt x="3410635" y="368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98481" y="1215722"/>
              <a:ext cx="487680" cy="174625"/>
            </a:xfrm>
            <a:custGeom>
              <a:avLst/>
              <a:gdLst/>
              <a:ahLst/>
              <a:cxnLst/>
              <a:rect l="l" t="t" r="r" b="b"/>
              <a:pathLst>
                <a:path w="487679" h="174625">
                  <a:moveTo>
                    <a:pt x="57594" y="0"/>
                  </a:moveTo>
                  <a:lnTo>
                    <a:pt x="17005" y="17006"/>
                  </a:lnTo>
                  <a:lnTo>
                    <a:pt x="355" y="57238"/>
                  </a:lnTo>
                  <a:lnTo>
                    <a:pt x="0" y="117005"/>
                  </a:lnTo>
                  <a:lnTo>
                    <a:pt x="529" y="124537"/>
                  </a:lnTo>
                  <a:lnTo>
                    <a:pt x="2033" y="131760"/>
                  </a:lnTo>
                  <a:lnTo>
                    <a:pt x="2070" y="131938"/>
                  </a:lnTo>
                  <a:lnTo>
                    <a:pt x="4449" y="138770"/>
                  </a:lnTo>
                  <a:lnTo>
                    <a:pt x="4554" y="139070"/>
                  </a:lnTo>
                  <a:lnTo>
                    <a:pt x="35471" y="169984"/>
                  </a:lnTo>
                  <a:lnTo>
                    <a:pt x="57238" y="174244"/>
                  </a:lnTo>
                  <a:lnTo>
                    <a:pt x="429844" y="174244"/>
                  </a:lnTo>
                  <a:lnTo>
                    <a:pt x="436586" y="173770"/>
                  </a:lnTo>
                  <a:lnTo>
                    <a:pt x="437110" y="173770"/>
                  </a:lnTo>
                  <a:lnTo>
                    <a:pt x="475340" y="151637"/>
                  </a:lnTo>
                  <a:lnTo>
                    <a:pt x="487083" y="117005"/>
                  </a:lnTo>
                  <a:lnTo>
                    <a:pt x="487058" y="57238"/>
                  </a:lnTo>
                  <a:lnTo>
                    <a:pt x="470066" y="17006"/>
                  </a:lnTo>
                  <a:lnTo>
                    <a:pt x="429844" y="355"/>
                  </a:lnTo>
                  <a:lnTo>
                    <a:pt x="57594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519360" y="1224980"/>
            <a:ext cx="45783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FF6A5A"/>
                </a:solidFill>
                <a:latin typeface="Courier New"/>
                <a:cs typeface="Courier New"/>
              </a:rPr>
              <a:t>crashes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920" y="1529996"/>
            <a:ext cx="3411220" cy="2317750"/>
          </a:xfrm>
          <a:custGeom>
            <a:avLst/>
            <a:gdLst/>
            <a:ahLst/>
            <a:cxnLst/>
            <a:rect l="l" t="t" r="r" b="b"/>
            <a:pathLst>
              <a:path w="3411220" h="2317750">
                <a:moveTo>
                  <a:pt x="114833" y="0"/>
                </a:moveTo>
                <a:lnTo>
                  <a:pt x="70995" y="8813"/>
                </a:lnTo>
                <a:lnTo>
                  <a:pt x="33886" y="33666"/>
                </a:lnTo>
                <a:lnTo>
                  <a:pt x="9169" y="70645"/>
                </a:lnTo>
                <a:lnTo>
                  <a:pt x="355" y="114490"/>
                </a:lnTo>
                <a:lnTo>
                  <a:pt x="0" y="2202840"/>
                </a:lnTo>
                <a:lnTo>
                  <a:pt x="1000" y="2217863"/>
                </a:lnTo>
                <a:lnTo>
                  <a:pt x="15481" y="2260079"/>
                </a:lnTo>
                <a:lnTo>
                  <a:pt x="44840" y="2293649"/>
                </a:lnTo>
                <a:lnTo>
                  <a:pt x="84782" y="2313366"/>
                </a:lnTo>
                <a:lnTo>
                  <a:pt x="114477" y="2317330"/>
                </a:lnTo>
                <a:lnTo>
                  <a:pt x="3296158" y="2317330"/>
                </a:lnTo>
                <a:lnTo>
                  <a:pt x="3340002" y="2308517"/>
                </a:lnTo>
                <a:lnTo>
                  <a:pt x="3377114" y="2283664"/>
                </a:lnTo>
                <a:lnTo>
                  <a:pt x="3401827" y="2246685"/>
                </a:lnTo>
                <a:lnTo>
                  <a:pt x="3410635" y="2202840"/>
                </a:lnTo>
                <a:lnTo>
                  <a:pt x="3410612" y="114490"/>
                </a:lnTo>
                <a:lnTo>
                  <a:pt x="3401827" y="71008"/>
                </a:lnTo>
                <a:lnTo>
                  <a:pt x="3376980" y="33889"/>
                </a:lnTo>
                <a:lnTo>
                  <a:pt x="3340002" y="9176"/>
                </a:lnTo>
                <a:lnTo>
                  <a:pt x="3296158" y="368"/>
                </a:lnTo>
                <a:lnTo>
                  <a:pt x="114833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1042" y="1605291"/>
            <a:ext cx="159575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98425">
              <a:lnSpc>
                <a:spcPct val="148000"/>
              </a:lnSpc>
              <a:spcBef>
                <a:spcPts val="100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If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file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doesn't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exist,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Courier New"/>
                <a:cs typeface="Courier New"/>
              </a:rPr>
              <a:t>your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3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program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crashes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immediately:</a:t>
            </a:r>
            <a:endParaRPr sz="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'missing.txt</a:t>
            </a:r>
            <a:r>
              <a:rPr dirty="0" sz="800" b="1">
                <a:solidFill>
                  <a:srgbClr val="B7E885"/>
                </a:solidFill>
                <a:latin typeface="Courier New"/>
                <a:cs typeface="Courier New"/>
              </a:rPr>
              <a:t>'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r'</a:t>
            </a:r>
            <a:r>
              <a:rPr dirty="0" sz="800" spc="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042" y="2296930"/>
            <a:ext cx="1958975" cy="716280"/>
          </a:xfrm>
          <a:prstGeom prst="rect">
            <a:avLst/>
          </a:prstGeom>
        </p:spPr>
        <p:txBody>
          <a:bodyPr wrap="square" lIns="0" tIns="425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4"/>
              </a:spcBef>
            </a:pPr>
            <a:r>
              <a:rPr dirty="0" sz="600" i="1">
                <a:solidFill>
                  <a:srgbClr val="8A8FB4"/>
                </a:solidFill>
                <a:latin typeface="Arial"/>
                <a:cs typeface="Arial"/>
              </a:rPr>
              <a:t>#</a:t>
            </a:r>
            <a:r>
              <a:rPr dirty="0" sz="600" spc="229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8A8FB4"/>
                </a:solidFill>
                <a:latin typeface="Segoe UI Symbol"/>
                <a:cs typeface="Segoe UI Symbol"/>
              </a:rPr>
              <a:t>✕</a:t>
            </a:r>
            <a:r>
              <a:rPr dirty="0" sz="600" spc="15">
                <a:solidFill>
                  <a:srgbClr val="8A8FB4"/>
                </a:solidFill>
                <a:latin typeface="Segoe UI Symbol"/>
                <a:cs typeface="Segoe UI Symbol"/>
              </a:rPr>
              <a:t> </a:t>
            </a:r>
            <a:r>
              <a:rPr dirty="0" sz="600" spc="-30" i="1">
                <a:solidFill>
                  <a:srgbClr val="8A8FB4"/>
                </a:solidFill>
                <a:latin typeface="Arial"/>
                <a:cs typeface="Arial"/>
              </a:rPr>
              <a:t>File</a:t>
            </a:r>
            <a:r>
              <a:rPr dirty="0" sz="6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90" i="1">
                <a:solidFill>
                  <a:srgbClr val="8A8FB4"/>
                </a:solidFill>
                <a:latin typeface="Arial"/>
                <a:cs typeface="Arial"/>
              </a:rPr>
              <a:t>N</a:t>
            </a:r>
            <a:r>
              <a:rPr dirty="0" sz="6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7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600" spc="-8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35" i="1">
                <a:solidFill>
                  <a:srgbClr val="8A8FB4"/>
                </a:solidFill>
                <a:latin typeface="Arial"/>
                <a:cs typeface="Arial"/>
              </a:rPr>
              <a:t>t</a:t>
            </a:r>
            <a:r>
              <a:rPr dirty="0" sz="600" spc="-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65" i="1">
                <a:solidFill>
                  <a:srgbClr val="8A8FB4"/>
                </a:solidFill>
                <a:latin typeface="Arial"/>
                <a:cs typeface="Arial"/>
              </a:rPr>
              <a:t>Fo</a:t>
            </a:r>
            <a:r>
              <a:rPr dirty="0" sz="6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70" i="1">
                <a:solidFill>
                  <a:srgbClr val="8A8FB4"/>
                </a:solidFill>
                <a:latin typeface="Arial"/>
                <a:cs typeface="Arial"/>
              </a:rPr>
              <a:t>u</a:t>
            </a:r>
            <a:r>
              <a:rPr dirty="0" sz="600" spc="-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70" i="1">
                <a:solidFill>
                  <a:srgbClr val="8A8FB4"/>
                </a:solidFill>
                <a:latin typeface="Arial"/>
                <a:cs typeface="Arial"/>
              </a:rPr>
              <a:t>n d </a:t>
            </a:r>
            <a:r>
              <a:rPr dirty="0" sz="600" spc="-10" i="1">
                <a:solidFill>
                  <a:srgbClr val="8A8FB4"/>
                </a:solidFill>
                <a:latin typeface="Arial"/>
                <a:cs typeface="Arial"/>
              </a:rPr>
              <a:t>Erro</a:t>
            </a:r>
            <a:r>
              <a:rPr dirty="0" sz="600" spc="-8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45" i="1">
                <a:solidFill>
                  <a:srgbClr val="8A8FB4"/>
                </a:solidFill>
                <a:latin typeface="Arial"/>
                <a:cs typeface="Arial"/>
              </a:rPr>
              <a:t>r</a:t>
            </a:r>
            <a:r>
              <a:rPr dirty="0" sz="600" spc="-10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i="1">
                <a:solidFill>
                  <a:srgbClr val="8A8FB4"/>
                </a:solidFill>
                <a:latin typeface="Arial"/>
                <a:cs typeface="Arial"/>
              </a:rPr>
              <a:t>:</a:t>
            </a:r>
            <a:r>
              <a:rPr dirty="0" sz="600" spc="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35" i="1">
                <a:solidFill>
                  <a:srgbClr val="8A8FB4"/>
                </a:solidFill>
                <a:latin typeface="Arial"/>
                <a:cs typeface="Arial"/>
              </a:rPr>
              <a:t>[</a:t>
            </a:r>
            <a:r>
              <a:rPr dirty="0" sz="600" spc="-7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20" i="1">
                <a:solidFill>
                  <a:srgbClr val="8A8FB4"/>
                </a:solidFill>
                <a:latin typeface="Arial"/>
                <a:cs typeface="Arial"/>
              </a:rPr>
              <a:t>Errn</a:t>
            </a:r>
            <a:r>
              <a:rPr dirty="0" sz="600" spc="-70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i="1">
                <a:solidFill>
                  <a:srgbClr val="8A8FB4"/>
                </a:solidFill>
                <a:latin typeface="Arial"/>
                <a:cs typeface="Arial"/>
              </a:rPr>
              <a:t>o</a:t>
            </a:r>
            <a:r>
              <a:rPr dirty="0" sz="600" spc="9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70" i="1">
                <a:solidFill>
                  <a:srgbClr val="8A8FB4"/>
                </a:solidFill>
                <a:latin typeface="Arial"/>
                <a:cs typeface="Arial"/>
              </a:rPr>
              <a:t>2</a:t>
            </a:r>
            <a:r>
              <a:rPr dirty="0" sz="600" spc="-65" i="1">
                <a:solidFill>
                  <a:srgbClr val="8A8FB4"/>
                </a:solidFill>
                <a:latin typeface="Arial"/>
                <a:cs typeface="Arial"/>
              </a:rPr>
              <a:t> </a:t>
            </a:r>
            <a:r>
              <a:rPr dirty="0" sz="600" spc="-50" i="1">
                <a:solidFill>
                  <a:srgbClr val="8A8FB4"/>
                </a:solidFill>
                <a:latin typeface="Arial"/>
                <a:cs typeface="Arial"/>
              </a:rPr>
              <a:t>]</a:t>
            </a:r>
            <a:endParaRPr sz="600">
              <a:latin typeface="Arial"/>
              <a:cs typeface="Arial"/>
            </a:endParaRPr>
          </a:p>
          <a:p>
            <a:pPr marR="380365">
              <a:lnSpc>
                <a:spcPts val="1070"/>
              </a:lnSpc>
              <a:spcBef>
                <a:spcPts val="70"/>
              </a:spcBef>
              <a:tabLst>
                <a:tab pos="208915" algn="l"/>
              </a:tabLst>
            </a:pPr>
            <a:r>
              <a:rPr dirty="0" sz="7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	No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such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file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or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</a:rPr>
              <a:t>directory: </a:t>
            </a:r>
            <a:r>
              <a:rPr dirty="0" sz="7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	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'missing.txt'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700" spc="-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50" spc="-6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Everything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after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this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line</a:t>
            </a:r>
            <a:r>
              <a:rPr dirty="0" sz="65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i="1">
                <a:solidFill>
                  <a:srgbClr val="8A8FB4"/>
                </a:solidFill>
                <a:latin typeface="Courier New"/>
                <a:cs typeface="Courier New"/>
              </a:rPr>
              <a:t>never</a:t>
            </a:r>
            <a:r>
              <a:rPr dirty="0" sz="65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50" spc="-10" i="1">
                <a:solidFill>
                  <a:srgbClr val="8A8FB4"/>
                </a:solidFill>
                <a:latin typeface="Courier New"/>
                <a:cs typeface="Courier New"/>
              </a:rPr>
              <a:t>runs.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6920" y="3936963"/>
            <a:ext cx="3411220" cy="635"/>
          </a:xfrm>
          <a:custGeom>
            <a:avLst/>
            <a:gdLst/>
            <a:ahLst/>
            <a:cxnLst/>
            <a:rect l="l" t="t" r="r" b="b"/>
            <a:pathLst>
              <a:path w="3411220" h="635">
                <a:moveTo>
                  <a:pt x="0" y="0"/>
                </a:moveTo>
                <a:lnTo>
                  <a:pt x="3410635" y="355"/>
                </a:lnTo>
              </a:path>
            </a:pathLst>
          </a:custGeom>
          <a:ln w="7199">
            <a:solidFill>
              <a:srgbClr val="E4DEC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44322" y="3981502"/>
            <a:ext cx="2390140" cy="1752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950">
                <a:solidFill>
                  <a:srgbClr val="FF6A5A"/>
                </a:solidFill>
                <a:latin typeface="Microsoft JhengHei Light"/>
                <a:cs typeface="Microsoft JhengHei Light"/>
              </a:rPr>
              <a:t>ⓘ</a:t>
            </a:r>
            <a:r>
              <a:rPr dirty="0" sz="950" spc="135">
                <a:solidFill>
                  <a:srgbClr val="FF6A5A"/>
                </a:solidFill>
                <a:latin typeface="Microsoft JhengHei Light"/>
                <a:cs typeface="Microsoft JhengHei Light"/>
              </a:rPr>
              <a:t> </a:t>
            </a:r>
            <a:r>
              <a:rPr dirty="0" sz="650" spc="-20" i="1">
                <a:solidFill>
                  <a:srgbClr val="797E94"/>
                </a:solidFill>
                <a:latin typeface="Trebuchet MS"/>
                <a:cs typeface="Trebuchet MS"/>
              </a:rPr>
              <a:t>In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i="1">
                <a:solidFill>
                  <a:srgbClr val="797E94"/>
                </a:solidFill>
                <a:latin typeface="Trebuchet MS"/>
                <a:cs typeface="Trebuchet MS"/>
              </a:rPr>
              <a:t>a</a:t>
            </a:r>
            <a:r>
              <a:rPr dirty="0" sz="65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55" i="1">
                <a:solidFill>
                  <a:srgbClr val="797E94"/>
                </a:solidFill>
                <a:latin typeface="Trebuchet MS"/>
                <a:cs typeface="Trebuchet MS"/>
              </a:rPr>
              <a:t>script,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45" i="1">
                <a:solidFill>
                  <a:srgbClr val="797E94"/>
                </a:solidFill>
                <a:latin typeface="Trebuchet MS"/>
                <a:cs typeface="Trebuchet MS"/>
              </a:rPr>
              <a:t>this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35" i="1">
                <a:solidFill>
                  <a:srgbClr val="797E94"/>
                </a:solidFill>
                <a:latin typeface="Trebuchet MS"/>
                <a:cs typeface="Trebuchet MS"/>
              </a:rPr>
              <a:t>is</a:t>
            </a:r>
            <a:r>
              <a:rPr dirty="0" sz="650" spc="-2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annoying.</a:t>
            </a:r>
            <a:r>
              <a:rPr dirty="0" sz="650" spc="-4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10" i="1">
                <a:solidFill>
                  <a:srgbClr val="797E94"/>
                </a:solidFill>
                <a:latin typeface="Trebuchet MS"/>
                <a:cs typeface="Trebuchet MS"/>
              </a:rPr>
              <a:t>In</a:t>
            </a:r>
            <a:r>
              <a:rPr dirty="0" sz="65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i="1">
                <a:solidFill>
                  <a:srgbClr val="797E94"/>
                </a:solidFill>
                <a:latin typeface="Trebuchet MS"/>
                <a:cs typeface="Trebuchet MS"/>
              </a:rPr>
              <a:t>a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50" i="1">
                <a:solidFill>
                  <a:srgbClr val="797E94"/>
                </a:solidFill>
                <a:latin typeface="Trebuchet MS"/>
                <a:cs typeface="Trebuchet MS"/>
              </a:rPr>
              <a:t>Streamlit</a:t>
            </a:r>
            <a:r>
              <a:rPr dirty="0" sz="650" spc="-2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40" i="1">
                <a:solidFill>
                  <a:srgbClr val="797E94"/>
                </a:solidFill>
                <a:latin typeface="Trebuchet MS"/>
                <a:cs typeface="Trebuchet MS"/>
              </a:rPr>
              <a:t>app,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45" i="1">
                <a:solidFill>
                  <a:srgbClr val="797E94"/>
                </a:solidFill>
                <a:latin typeface="Trebuchet MS"/>
                <a:cs typeface="Trebuchet MS"/>
              </a:rPr>
              <a:t>this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35" i="1">
                <a:solidFill>
                  <a:srgbClr val="797E94"/>
                </a:solidFill>
                <a:latin typeface="Trebuchet MS"/>
                <a:cs typeface="Trebuchet MS"/>
              </a:rPr>
              <a:t>is </a:t>
            </a:r>
            <a:r>
              <a:rPr dirty="0" sz="650" i="1">
                <a:solidFill>
                  <a:srgbClr val="797E94"/>
                </a:solidFill>
                <a:latin typeface="Trebuchet MS"/>
                <a:cs typeface="Trebuchet MS"/>
              </a:rPr>
              <a:t>a</a:t>
            </a:r>
            <a:r>
              <a:rPr dirty="0" sz="650" spc="-30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25" i="1">
                <a:solidFill>
                  <a:srgbClr val="797E94"/>
                </a:solidFill>
                <a:latin typeface="Trebuchet MS"/>
                <a:cs typeface="Trebuchet MS"/>
              </a:rPr>
              <a:t>bad</a:t>
            </a:r>
            <a:r>
              <a:rPr dirty="0" sz="650" spc="-35" i="1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650" spc="-20" i="1">
                <a:solidFill>
                  <a:srgbClr val="797E94"/>
                </a:solidFill>
                <a:latin typeface="Trebuchet MS"/>
                <a:cs typeface="Trebuchet MS"/>
              </a:rPr>
              <a:t>demo.</a:t>
            </a:r>
            <a:endParaRPr sz="65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13593" y="1089471"/>
            <a:ext cx="4533900" cy="3182620"/>
            <a:chOff x="4213593" y="1089471"/>
            <a:chExt cx="4533900" cy="3182620"/>
          </a:xfrm>
        </p:grpSpPr>
        <p:sp>
          <p:nvSpPr>
            <p:cNvPr id="19" name="object 19"/>
            <p:cNvSpPr/>
            <p:nvPr/>
          </p:nvSpPr>
          <p:spPr>
            <a:xfrm>
              <a:off x="4217758" y="1103759"/>
              <a:ext cx="4526280" cy="3154045"/>
            </a:xfrm>
            <a:custGeom>
              <a:avLst/>
              <a:gdLst/>
              <a:ahLst/>
              <a:cxnLst/>
              <a:rect l="l" t="t" r="r" b="b"/>
              <a:pathLst>
                <a:path w="4526280" h="3154045">
                  <a:moveTo>
                    <a:pt x="4392726" y="0"/>
                  </a:moveTo>
                  <a:lnTo>
                    <a:pt x="133197" y="0"/>
                  </a:lnTo>
                  <a:lnTo>
                    <a:pt x="115729" y="1142"/>
                  </a:lnTo>
                  <a:lnTo>
                    <a:pt x="66598" y="17640"/>
                  </a:lnTo>
                  <a:lnTo>
                    <a:pt x="27611" y="52123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020402"/>
                  </a:lnTo>
                  <a:lnTo>
                    <a:pt x="1112" y="3037486"/>
                  </a:lnTo>
                  <a:lnTo>
                    <a:pt x="1136" y="3037849"/>
                  </a:lnTo>
                  <a:lnTo>
                    <a:pt x="4428" y="3054556"/>
                  </a:lnTo>
                  <a:lnTo>
                    <a:pt x="4500" y="3054921"/>
                  </a:lnTo>
                  <a:lnTo>
                    <a:pt x="9902" y="3071021"/>
                  </a:lnTo>
                  <a:lnTo>
                    <a:pt x="39014" y="3114546"/>
                  </a:lnTo>
                  <a:lnTo>
                    <a:pt x="82223" y="3143426"/>
                  </a:lnTo>
                  <a:lnTo>
                    <a:pt x="133197" y="3153600"/>
                  </a:lnTo>
                  <a:lnTo>
                    <a:pt x="4393082" y="3153244"/>
                  </a:lnTo>
                  <a:lnTo>
                    <a:pt x="4444061" y="3143220"/>
                  </a:lnTo>
                  <a:lnTo>
                    <a:pt x="4487221" y="3114225"/>
                  </a:lnTo>
                  <a:lnTo>
                    <a:pt x="4516105" y="3071021"/>
                  </a:lnTo>
                  <a:lnTo>
                    <a:pt x="4521610" y="3054921"/>
                  </a:lnTo>
                  <a:lnTo>
                    <a:pt x="4521734" y="3054556"/>
                  </a:lnTo>
                  <a:lnTo>
                    <a:pt x="4525065" y="3037849"/>
                  </a:lnTo>
                  <a:lnTo>
                    <a:pt x="4525137" y="3037486"/>
                  </a:lnTo>
                  <a:lnTo>
                    <a:pt x="4526256" y="3020402"/>
                  </a:lnTo>
                  <a:lnTo>
                    <a:pt x="4525924" y="133197"/>
                  </a:lnTo>
                  <a:lnTo>
                    <a:pt x="4515899" y="82223"/>
                  </a:lnTo>
                  <a:lnTo>
                    <a:pt x="4486905" y="39065"/>
                  </a:lnTo>
                  <a:lnTo>
                    <a:pt x="4443701" y="10179"/>
                  </a:lnTo>
                  <a:lnTo>
                    <a:pt x="4410165" y="1142"/>
                  </a:lnTo>
                  <a:lnTo>
                    <a:pt x="4392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217403" y="1103759"/>
              <a:ext cx="4526280" cy="3154045"/>
            </a:xfrm>
            <a:custGeom>
              <a:avLst/>
              <a:gdLst/>
              <a:ahLst/>
              <a:cxnLst/>
              <a:rect l="l" t="t" r="r" b="b"/>
              <a:pathLst>
                <a:path w="4526280" h="3154045">
                  <a:moveTo>
                    <a:pt x="0" y="3606"/>
                  </a:moveTo>
                  <a:lnTo>
                    <a:pt x="4526280" y="3962"/>
                  </a:lnTo>
                </a:path>
                <a:path w="4526280" h="3154045">
                  <a:moveTo>
                    <a:pt x="4522673" y="0"/>
                  </a:moveTo>
                  <a:lnTo>
                    <a:pt x="4523041" y="3153600"/>
                  </a:lnTo>
                </a:path>
                <a:path w="4526280" h="3154045">
                  <a:moveTo>
                    <a:pt x="0" y="3150006"/>
                  </a:moveTo>
                  <a:lnTo>
                    <a:pt x="4526280" y="3150362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231804" y="1103759"/>
              <a:ext cx="635" cy="3154045"/>
            </a:xfrm>
            <a:custGeom>
              <a:avLst/>
              <a:gdLst/>
              <a:ahLst/>
              <a:cxnLst/>
              <a:rect l="l" t="t" r="r" b="b"/>
              <a:pathLst>
                <a:path w="635" h="3154045">
                  <a:moveTo>
                    <a:pt x="0" y="0"/>
                  </a:moveTo>
                  <a:lnTo>
                    <a:pt x="355" y="3153600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74718" y="1441439"/>
              <a:ext cx="4233545" cy="635"/>
            </a:xfrm>
            <a:custGeom>
              <a:avLst/>
              <a:gdLst/>
              <a:ahLst/>
              <a:cxnLst/>
              <a:rect l="l" t="t" r="r" b="b"/>
              <a:pathLst>
                <a:path w="4233545" h="634">
                  <a:moveTo>
                    <a:pt x="0" y="0"/>
                  </a:moveTo>
                  <a:lnTo>
                    <a:pt x="4233240" y="368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15937" y="1185026"/>
            <a:ext cx="502031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861435" algn="l"/>
              </a:tabLst>
            </a:pPr>
            <a:r>
              <a:rPr dirty="0" baseline="-7575" sz="1650">
                <a:solidFill>
                  <a:srgbClr val="FF6A5A"/>
                </a:solidFill>
                <a:latin typeface="Segoe UI Symbol"/>
                <a:cs typeface="Segoe UI Symbol"/>
              </a:rPr>
              <a:t>⊗</a:t>
            </a:r>
            <a:r>
              <a:rPr dirty="0" baseline="-7575" sz="1650" spc="24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W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OU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3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FF6A5A"/>
                </a:solidFill>
                <a:latin typeface="Calibri"/>
                <a:cs typeface="Calibri"/>
              </a:rPr>
              <a:t>TRY/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XC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FF6A5A"/>
                </a:solidFill>
                <a:latin typeface="Calibri"/>
                <a:cs typeface="Calibri"/>
              </a:rPr>
              <a:t>PT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baseline="-7575" sz="1650" spc="-382">
                <a:solidFill>
                  <a:srgbClr val="293183"/>
                </a:solidFill>
                <a:latin typeface="Segoe UI Symbol"/>
                <a:cs typeface="Segoe UI Symbol"/>
              </a:rPr>
              <a:t>⛨</a:t>
            </a:r>
            <a:r>
              <a:rPr dirty="0" baseline="-7575" sz="1650" spc="277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W</a:t>
            </a:r>
            <a:r>
              <a:rPr dirty="0" sz="800" spc="-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I</a:t>
            </a:r>
            <a:r>
              <a:rPr dirty="0" sz="800" spc="-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r>
              <a:rPr dirty="0" sz="800" spc="-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H</a:t>
            </a:r>
            <a:r>
              <a:rPr dirty="0" sz="800" spc="20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TRY/</a:t>
            </a:r>
            <a:r>
              <a:rPr dirty="0" sz="800" spc="-8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EXC</a:t>
            </a:r>
            <a:r>
              <a:rPr dirty="0" sz="800" spc="-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EP</a:t>
            </a:r>
            <a:r>
              <a:rPr dirty="0" sz="800" spc="-8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89201" y="1215722"/>
            <a:ext cx="539115" cy="174625"/>
          </a:xfrm>
          <a:custGeom>
            <a:avLst/>
            <a:gdLst/>
            <a:ahLst/>
            <a:cxnLst/>
            <a:rect l="l" t="t" r="r" b="b"/>
            <a:pathLst>
              <a:path w="539115" h="174625">
                <a:moveTo>
                  <a:pt x="57594" y="0"/>
                </a:moveTo>
                <a:lnTo>
                  <a:pt x="17006" y="17006"/>
                </a:lnTo>
                <a:lnTo>
                  <a:pt x="355" y="57238"/>
                </a:lnTo>
                <a:lnTo>
                  <a:pt x="0" y="117005"/>
                </a:lnTo>
                <a:lnTo>
                  <a:pt x="529" y="124537"/>
                </a:lnTo>
                <a:lnTo>
                  <a:pt x="22599" y="162507"/>
                </a:lnTo>
                <a:lnTo>
                  <a:pt x="57238" y="174244"/>
                </a:lnTo>
                <a:lnTo>
                  <a:pt x="481672" y="174244"/>
                </a:lnTo>
                <a:lnTo>
                  <a:pt x="488421" y="173770"/>
                </a:lnTo>
                <a:lnTo>
                  <a:pt x="488946" y="173770"/>
                </a:lnTo>
                <a:lnTo>
                  <a:pt x="527180" y="151637"/>
                </a:lnTo>
                <a:lnTo>
                  <a:pt x="536970" y="131938"/>
                </a:lnTo>
                <a:lnTo>
                  <a:pt x="537030" y="131760"/>
                </a:lnTo>
                <a:lnTo>
                  <a:pt x="538439" y="124537"/>
                </a:lnTo>
                <a:lnTo>
                  <a:pt x="538924" y="117005"/>
                </a:lnTo>
                <a:lnTo>
                  <a:pt x="538899" y="57238"/>
                </a:lnTo>
                <a:lnTo>
                  <a:pt x="521908" y="17006"/>
                </a:lnTo>
                <a:lnTo>
                  <a:pt x="481672" y="355"/>
                </a:lnTo>
                <a:lnTo>
                  <a:pt x="57594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103234" y="1224980"/>
            <a:ext cx="5219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recovers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74362" y="1530720"/>
            <a:ext cx="4234180" cy="2605405"/>
          </a:xfrm>
          <a:custGeom>
            <a:avLst/>
            <a:gdLst/>
            <a:ahLst/>
            <a:cxnLst/>
            <a:rect l="l" t="t" r="r" b="b"/>
            <a:pathLst>
              <a:path w="4234180" h="2605404">
                <a:moveTo>
                  <a:pt x="4119118" y="0"/>
                </a:moveTo>
                <a:lnTo>
                  <a:pt x="114122" y="0"/>
                </a:lnTo>
                <a:lnTo>
                  <a:pt x="98441" y="1000"/>
                </a:lnTo>
                <a:lnTo>
                  <a:pt x="99026" y="1000"/>
                </a:lnTo>
                <a:lnTo>
                  <a:pt x="84737" y="3781"/>
                </a:lnTo>
                <a:lnTo>
                  <a:pt x="44638" y="23468"/>
                </a:lnTo>
                <a:lnTo>
                  <a:pt x="15481" y="56883"/>
                </a:lnTo>
                <a:lnTo>
                  <a:pt x="1000" y="99156"/>
                </a:lnTo>
                <a:lnTo>
                  <a:pt x="0" y="114122"/>
                </a:lnTo>
                <a:lnTo>
                  <a:pt x="0" y="2491206"/>
                </a:lnTo>
                <a:lnTo>
                  <a:pt x="931" y="2505809"/>
                </a:lnTo>
                <a:lnTo>
                  <a:pt x="945" y="2506016"/>
                </a:lnTo>
                <a:lnTo>
                  <a:pt x="15112" y="2548077"/>
                </a:lnTo>
                <a:lnTo>
                  <a:pt x="44482" y="2581697"/>
                </a:lnTo>
                <a:lnTo>
                  <a:pt x="84555" y="2601358"/>
                </a:lnTo>
                <a:lnTo>
                  <a:pt x="114122" y="2605316"/>
                </a:lnTo>
                <a:lnTo>
                  <a:pt x="4119473" y="2604960"/>
                </a:lnTo>
                <a:lnTo>
                  <a:pt x="4162795" y="2596513"/>
                </a:lnTo>
                <a:lnTo>
                  <a:pt x="4200207" y="2571662"/>
                </a:lnTo>
                <a:lnTo>
                  <a:pt x="4224708" y="2534688"/>
                </a:lnTo>
                <a:lnTo>
                  <a:pt x="4224787" y="2534527"/>
                </a:lnTo>
                <a:lnTo>
                  <a:pt x="4233571" y="2491206"/>
                </a:lnTo>
                <a:lnTo>
                  <a:pt x="4233595" y="2490838"/>
                </a:lnTo>
                <a:lnTo>
                  <a:pt x="4233240" y="114122"/>
                </a:lnTo>
                <a:lnTo>
                  <a:pt x="4224731" y="70634"/>
                </a:lnTo>
                <a:lnTo>
                  <a:pt x="4199940" y="33388"/>
                </a:lnTo>
                <a:lnTo>
                  <a:pt x="4162805" y="8808"/>
                </a:lnTo>
                <a:lnTo>
                  <a:pt x="4134083" y="1000"/>
                </a:lnTo>
                <a:lnTo>
                  <a:pt x="4119118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463440" y="1598118"/>
            <a:ext cx="2220595" cy="209613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80"/>
              </a:spcBef>
            </a:pPr>
            <a:r>
              <a:rPr dirty="0" sz="700" spc="-25">
                <a:solidFill>
                  <a:srgbClr val="FF8B7E"/>
                </a:solidFill>
                <a:latin typeface="Courier New"/>
                <a:cs typeface="Courier New"/>
              </a:rPr>
              <a:t>try</a:t>
            </a:r>
            <a:endParaRPr sz="70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320"/>
              </a:spcBef>
            </a:pPr>
            <a:r>
              <a:rPr dirty="0" sz="800">
                <a:solidFill>
                  <a:srgbClr val="FF8B7E"/>
                </a:solidFill>
                <a:latin typeface="Courier New"/>
                <a:cs typeface="Courier New"/>
              </a:rPr>
              <a:t>withopen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'missing.txt</a:t>
            </a:r>
            <a:r>
              <a:rPr dirty="0" sz="800" b="1">
                <a:solidFill>
                  <a:srgbClr val="B7E885"/>
                </a:solidFill>
                <a:latin typeface="Courier New"/>
                <a:cs typeface="Courier New"/>
              </a:rPr>
              <a:t>'</a:t>
            </a:r>
            <a:r>
              <a:rPr dirty="0" sz="800">
                <a:solidFill>
                  <a:srgbClr val="B7E885"/>
                </a:solidFill>
                <a:latin typeface="Courier New"/>
                <a:cs typeface="Courier New"/>
              </a:rPr>
              <a:t>r'</a:t>
            </a:r>
            <a:r>
              <a:rPr dirty="0" sz="800" spc="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800" spc="-25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8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except</a:t>
            </a:r>
            <a:endParaRPr sz="700">
              <a:latin typeface="Courier New"/>
              <a:cs typeface="Courier New"/>
            </a:endParaRPr>
          </a:p>
          <a:p>
            <a:pPr marL="219710" marR="638810">
              <a:lnSpc>
                <a:spcPct val="148000"/>
              </a:lnSpc>
              <a:spcBef>
                <a:spcPts val="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This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block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runs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ONLY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if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25" i="1">
                <a:solidFill>
                  <a:srgbClr val="8A8FB4"/>
                </a:solidFill>
                <a:latin typeface="Courier New"/>
                <a:cs typeface="Courier New"/>
              </a:rPr>
              <a:t>the</a:t>
            </a:r>
            <a:r>
              <a:rPr dirty="0" sz="600" spc="50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specific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error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above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happens</a:t>
            </a:r>
            <a:endParaRPr sz="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B7E885"/>
                </a:solidFill>
                <a:latin typeface="Courier New"/>
                <a:cs typeface="Courier New"/>
              </a:rPr>
              <a:t>""</a:t>
            </a:r>
            <a:endParaRPr sz="70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145"/>
              </a:spcBef>
            </a:pPr>
            <a:r>
              <a:rPr dirty="0" baseline="-13888" sz="1200" spc="-15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"File</a:t>
            </a:r>
            <a:r>
              <a:rPr dirty="0" sz="600" spc="-7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not</a:t>
            </a:r>
            <a:r>
              <a:rPr dirty="0" sz="6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found.</a:t>
            </a:r>
            <a:r>
              <a:rPr dirty="0" sz="6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Using</a:t>
            </a:r>
            <a:r>
              <a:rPr dirty="0" sz="6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empty</a:t>
            </a:r>
            <a:r>
              <a:rPr dirty="0" sz="6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string."</a:t>
            </a:r>
            <a:endParaRPr sz="6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190"/>
              </a:spcBef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except</a:t>
            </a:r>
            <a:endParaRPr sz="700">
              <a:latin typeface="Courier New"/>
              <a:cs typeface="Courier New"/>
            </a:endParaRPr>
          </a:p>
          <a:p>
            <a:pPr marL="220345">
              <a:lnSpc>
                <a:spcPct val="100000"/>
              </a:lnSpc>
              <a:spcBef>
                <a:spcPts val="345"/>
              </a:spcBef>
            </a:pP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6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Different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i="1">
                <a:solidFill>
                  <a:srgbClr val="8A8FB4"/>
                </a:solidFill>
                <a:latin typeface="Courier New"/>
                <a:cs typeface="Courier New"/>
              </a:rPr>
              <a:t>error,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different</a:t>
            </a:r>
            <a:r>
              <a:rPr dirty="0" sz="6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600" spc="-10" i="1">
                <a:solidFill>
                  <a:srgbClr val="8A8FB4"/>
                </a:solidFill>
                <a:latin typeface="Courier New"/>
                <a:cs typeface="Courier New"/>
              </a:rPr>
              <a:t>handler</a:t>
            </a:r>
            <a:endParaRPr sz="600">
              <a:latin typeface="Courier New"/>
              <a:cs typeface="Courier New"/>
            </a:endParaRPr>
          </a:p>
          <a:p>
            <a:pPr marL="706755">
              <a:lnSpc>
                <a:spcPct val="100000"/>
              </a:lnSpc>
              <a:spcBef>
                <a:spcPts val="229"/>
              </a:spcBef>
            </a:pPr>
            <a:r>
              <a:rPr dirty="0" sz="700" spc="-25">
                <a:solidFill>
                  <a:srgbClr val="B7E885"/>
                </a:solidFill>
                <a:latin typeface="Courier New"/>
                <a:cs typeface="Courier New"/>
              </a:rPr>
              <a:t>""</a:t>
            </a:r>
            <a:endParaRPr sz="70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145"/>
              </a:spcBef>
            </a:pPr>
            <a:r>
              <a:rPr dirty="0" baseline="-13888" sz="1200" spc="-15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"No</a:t>
            </a:r>
            <a:r>
              <a:rPr dirty="0" sz="600" spc="-5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permission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to</a:t>
            </a:r>
            <a:r>
              <a:rPr dirty="0" sz="600" spc="-5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read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B7E885"/>
                </a:solidFill>
                <a:latin typeface="Courier New"/>
                <a:cs typeface="Courier New"/>
              </a:rPr>
              <a:t>this</a:t>
            </a:r>
            <a:r>
              <a:rPr dirty="0" sz="600" spc="-4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B7E885"/>
                </a:solidFill>
                <a:latin typeface="Courier New"/>
                <a:cs typeface="Courier New"/>
              </a:rPr>
              <a:t>file."</a:t>
            </a:r>
            <a:endParaRPr sz="6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185"/>
              </a:spcBef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finally</a:t>
            </a:r>
            <a:endParaRPr sz="700">
              <a:latin typeface="Courier New"/>
              <a:cs typeface="Courier New"/>
            </a:endParaRPr>
          </a:p>
          <a:p>
            <a:pPr marL="220345">
              <a:lnSpc>
                <a:spcPct val="100000"/>
              </a:lnSpc>
              <a:spcBef>
                <a:spcPts val="229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Always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runs,</a:t>
            </a:r>
            <a:r>
              <a:rPr dirty="0" sz="700" spc="-6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error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or</a:t>
            </a:r>
            <a:r>
              <a:rPr dirty="0" sz="700" spc="-7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5" i="1">
                <a:solidFill>
                  <a:srgbClr val="8A8FB4"/>
                </a:solidFill>
                <a:latin typeface="Courier New"/>
                <a:cs typeface="Courier New"/>
              </a:rPr>
              <a:t>not</a:t>
            </a:r>
            <a:endParaRPr sz="700">
              <a:latin typeface="Courier New"/>
              <a:cs typeface="Courier New"/>
            </a:endParaRPr>
          </a:p>
          <a:p>
            <a:pPr marL="219710">
              <a:lnSpc>
                <a:spcPct val="100000"/>
              </a:lnSpc>
              <a:spcBef>
                <a:spcPts val="350"/>
              </a:spcBef>
            </a:pPr>
            <a:r>
              <a:rPr dirty="0" baseline="3472" sz="1200" spc="-15">
                <a:solidFill>
                  <a:srgbClr val="FF8B7E"/>
                </a:solidFill>
                <a:latin typeface="Courier New"/>
                <a:cs typeface="Courier New"/>
              </a:rPr>
              <a:t>print</a:t>
            </a:r>
            <a:r>
              <a:rPr dirty="0" sz="650" spc="-10">
                <a:solidFill>
                  <a:srgbClr val="B7E885"/>
                </a:solidFill>
                <a:latin typeface="Courier New"/>
                <a:cs typeface="Courier New"/>
              </a:rPr>
              <a:t>f"Content</a:t>
            </a:r>
            <a:r>
              <a:rPr dirty="0" sz="650" spc="-5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50">
                <a:solidFill>
                  <a:srgbClr val="B7E885"/>
                </a:solidFill>
                <a:latin typeface="Courier New"/>
                <a:cs typeface="Courier New"/>
              </a:rPr>
              <a:t>length:</a:t>
            </a:r>
            <a:r>
              <a:rPr dirty="0" sz="650" spc="-5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650" spc="-10">
                <a:solidFill>
                  <a:srgbClr val="B7E885"/>
                </a:solidFill>
                <a:latin typeface="Courier New"/>
                <a:cs typeface="Courier New"/>
              </a:rPr>
              <a:t>{len(content)}"</a:t>
            </a:r>
            <a:endParaRPr sz="65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9237" y="4329114"/>
            <a:ext cx="8344534" cy="400050"/>
            <a:chOff x="399237" y="4329114"/>
            <a:chExt cx="8344534" cy="400050"/>
          </a:xfrm>
        </p:grpSpPr>
        <p:sp>
          <p:nvSpPr>
            <p:cNvPr id="29" name="object 29"/>
            <p:cNvSpPr/>
            <p:nvPr/>
          </p:nvSpPr>
          <p:spPr>
            <a:xfrm>
              <a:off x="399237" y="4342678"/>
              <a:ext cx="8344534" cy="372110"/>
            </a:xfrm>
            <a:custGeom>
              <a:avLst/>
              <a:gdLst/>
              <a:ahLst/>
              <a:cxnLst/>
              <a:rect l="l" t="t" r="r" b="b"/>
              <a:pathLst>
                <a:path w="8344534" h="372110">
                  <a:moveTo>
                    <a:pt x="114846" y="0"/>
                  </a:moveTo>
                  <a:lnTo>
                    <a:pt x="71001" y="8813"/>
                  </a:lnTo>
                  <a:lnTo>
                    <a:pt x="33674" y="33756"/>
                  </a:lnTo>
                  <a:lnTo>
                    <a:pt x="9171" y="70790"/>
                  </a:lnTo>
                  <a:lnTo>
                    <a:pt x="368" y="114477"/>
                  </a:lnTo>
                  <a:lnTo>
                    <a:pt x="0" y="257403"/>
                  </a:lnTo>
                  <a:lnTo>
                    <a:pt x="1000" y="272419"/>
                  </a:lnTo>
                  <a:lnTo>
                    <a:pt x="3932" y="286966"/>
                  </a:lnTo>
                  <a:lnTo>
                    <a:pt x="3959" y="287099"/>
                  </a:lnTo>
                  <a:lnTo>
                    <a:pt x="8756" y="301091"/>
                  </a:lnTo>
                  <a:lnTo>
                    <a:pt x="8808" y="301241"/>
                  </a:lnTo>
                  <a:lnTo>
                    <a:pt x="15481" y="314642"/>
                  </a:lnTo>
                  <a:lnTo>
                    <a:pt x="44845" y="348257"/>
                  </a:lnTo>
                  <a:lnTo>
                    <a:pt x="84915" y="367922"/>
                  </a:lnTo>
                  <a:lnTo>
                    <a:pt x="114477" y="371881"/>
                  </a:lnTo>
                  <a:lnTo>
                    <a:pt x="8229968" y="371881"/>
                  </a:lnTo>
                  <a:lnTo>
                    <a:pt x="8273805" y="363073"/>
                  </a:lnTo>
                  <a:lnTo>
                    <a:pt x="8311053" y="338226"/>
                  </a:lnTo>
                  <a:lnTo>
                    <a:pt x="8335563" y="301241"/>
                  </a:lnTo>
                  <a:lnTo>
                    <a:pt x="8344446" y="257403"/>
                  </a:lnTo>
                  <a:lnTo>
                    <a:pt x="8344421" y="114477"/>
                  </a:lnTo>
                  <a:lnTo>
                    <a:pt x="8335637" y="71001"/>
                  </a:lnTo>
                  <a:lnTo>
                    <a:pt x="8310781" y="33756"/>
                  </a:lnTo>
                  <a:lnTo>
                    <a:pt x="8273655" y="9176"/>
                  </a:lnTo>
                  <a:lnTo>
                    <a:pt x="8229968" y="368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3994" y="4343401"/>
              <a:ext cx="635" cy="371475"/>
            </a:xfrm>
            <a:custGeom>
              <a:avLst/>
              <a:gdLst/>
              <a:ahLst/>
              <a:cxnLst/>
              <a:rect l="l" t="t" r="r" b="b"/>
              <a:pathLst>
                <a:path w="634" h="371475">
                  <a:moveTo>
                    <a:pt x="0" y="0"/>
                  </a:moveTo>
                  <a:lnTo>
                    <a:pt x="368" y="371157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72300" y="4424656"/>
            <a:ext cx="169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40">
                <a:solidFill>
                  <a:srgbClr val="1A1E39"/>
                </a:solidFill>
                <a:latin typeface="Segoe UI Symbol"/>
                <a:cs typeface="Segoe UI Symbol"/>
              </a:rPr>
              <a:t>▤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51634" y="4475875"/>
            <a:ext cx="2326005" cy="127635"/>
            <a:chOff x="2051634" y="4475875"/>
            <a:chExt cx="2326005" cy="127635"/>
          </a:xfrm>
        </p:grpSpPr>
        <p:sp>
          <p:nvSpPr>
            <p:cNvPr id="33" name="object 33"/>
            <p:cNvSpPr/>
            <p:nvPr/>
          </p:nvSpPr>
          <p:spPr>
            <a:xfrm>
              <a:off x="2051634" y="4475875"/>
              <a:ext cx="1938655" cy="107950"/>
            </a:xfrm>
            <a:custGeom>
              <a:avLst/>
              <a:gdLst/>
              <a:ahLst/>
              <a:cxnLst/>
              <a:rect l="l" t="t" r="r" b="b"/>
              <a:pathLst>
                <a:path w="1938654" h="107950">
                  <a:moveTo>
                    <a:pt x="363969" y="76327"/>
                  </a:moveTo>
                  <a:lnTo>
                    <a:pt x="363867" y="31330"/>
                  </a:lnTo>
                  <a:lnTo>
                    <a:pt x="339128" y="2171"/>
                  </a:lnTo>
                  <a:lnTo>
                    <a:pt x="31686" y="0"/>
                  </a:lnTo>
                  <a:lnTo>
                    <a:pt x="25209" y="1803"/>
                  </a:lnTo>
                  <a:lnTo>
                    <a:pt x="368" y="31330"/>
                  </a:lnTo>
                  <a:lnTo>
                    <a:pt x="368" y="38163"/>
                  </a:lnTo>
                  <a:lnTo>
                    <a:pt x="0" y="69481"/>
                  </a:lnTo>
                  <a:lnTo>
                    <a:pt x="0" y="76327"/>
                  </a:lnTo>
                  <a:lnTo>
                    <a:pt x="1803" y="82804"/>
                  </a:lnTo>
                  <a:lnTo>
                    <a:pt x="31330" y="107645"/>
                  </a:lnTo>
                  <a:lnTo>
                    <a:pt x="332651" y="107645"/>
                  </a:lnTo>
                  <a:lnTo>
                    <a:pt x="362165" y="82804"/>
                  </a:lnTo>
                  <a:lnTo>
                    <a:pt x="363969" y="76327"/>
                  </a:lnTo>
                  <a:close/>
                </a:path>
                <a:path w="1938654" h="107950">
                  <a:moveTo>
                    <a:pt x="1938604" y="76327"/>
                  </a:moveTo>
                  <a:lnTo>
                    <a:pt x="1938502" y="31330"/>
                  </a:lnTo>
                  <a:lnTo>
                    <a:pt x="1913763" y="2171"/>
                  </a:lnTo>
                  <a:lnTo>
                    <a:pt x="1070648" y="0"/>
                  </a:lnTo>
                  <a:lnTo>
                    <a:pt x="1064171" y="1803"/>
                  </a:lnTo>
                  <a:lnTo>
                    <a:pt x="1039329" y="31330"/>
                  </a:lnTo>
                  <a:lnTo>
                    <a:pt x="1039329" y="38163"/>
                  </a:lnTo>
                  <a:lnTo>
                    <a:pt x="1038961" y="69481"/>
                  </a:lnTo>
                  <a:lnTo>
                    <a:pt x="1038961" y="76327"/>
                  </a:lnTo>
                  <a:lnTo>
                    <a:pt x="1040765" y="82804"/>
                  </a:lnTo>
                  <a:lnTo>
                    <a:pt x="1070279" y="107645"/>
                  </a:lnTo>
                  <a:lnTo>
                    <a:pt x="1907286" y="107645"/>
                  </a:lnTo>
                  <a:lnTo>
                    <a:pt x="1936800" y="82804"/>
                  </a:lnTo>
                  <a:lnTo>
                    <a:pt x="1938604" y="76327"/>
                  </a:ln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12200" y="4487038"/>
              <a:ext cx="2165350" cy="116205"/>
            </a:xfrm>
            <a:custGeom>
              <a:avLst/>
              <a:gdLst/>
              <a:ahLst/>
              <a:cxnLst/>
              <a:rect l="l" t="t" r="r" b="b"/>
              <a:pathLst>
                <a:path w="2165350" h="116204">
                  <a:moveTo>
                    <a:pt x="363245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363245" y="115925"/>
                  </a:lnTo>
                  <a:lnTo>
                    <a:pt x="363245" y="0"/>
                  </a:lnTo>
                  <a:close/>
                </a:path>
                <a:path w="2165350" h="116204">
                  <a:moveTo>
                    <a:pt x="2165032" y="0"/>
                  </a:moveTo>
                  <a:lnTo>
                    <a:pt x="1136154" y="0"/>
                  </a:lnTo>
                  <a:lnTo>
                    <a:pt x="1136154" y="115925"/>
                  </a:lnTo>
                  <a:lnTo>
                    <a:pt x="2165032" y="115925"/>
                  </a:lnTo>
                  <a:lnTo>
                    <a:pt x="21650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830059" y="4457778"/>
            <a:ext cx="53295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TODAY'S</a:t>
            </a:r>
            <a:r>
              <a:rPr dirty="0" sz="800" spc="13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RULE</a:t>
            </a:r>
            <a:r>
              <a:rPr dirty="0" sz="800" spc="14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—</a:t>
            </a:r>
            <a:r>
              <a:rPr dirty="0" sz="800" spc="10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Always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wrap</a:t>
            </a:r>
            <a:r>
              <a:rPr dirty="0" sz="800" spc="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open()</a:t>
            </a:r>
            <a:r>
              <a:rPr dirty="0" sz="800" spc="-28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in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try/except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for</a:t>
            </a:r>
            <a:r>
              <a:rPr dirty="0" sz="800" spc="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FileNotFoundError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.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We'll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cover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full</a:t>
            </a:r>
            <a:r>
              <a:rPr dirty="0" sz="8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error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model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in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Week</a:t>
            </a:r>
            <a:r>
              <a:rPr dirty="0" sz="800" spc="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3.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303653" y="4801369"/>
            <a:ext cx="440690" cy="1631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 3</a:t>
            </a:r>
            <a:r>
              <a:rPr dirty="0" sz="800" spc="195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797E94"/>
                </a:solidFill>
                <a:latin typeface="Trebuchet MS"/>
                <a:cs typeface="Trebuchet MS"/>
              </a:rPr>
              <a:t>/</a:t>
            </a:r>
            <a:r>
              <a:rPr dirty="0" sz="800" spc="19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797E94"/>
                </a:solidFill>
                <a:latin typeface="Trebuchet MS"/>
                <a:cs typeface="Trebuchet MS"/>
              </a:rPr>
              <a:t>1</a:t>
            </a:r>
            <a:r>
              <a:rPr dirty="0" sz="800" spc="-40">
                <a:solidFill>
                  <a:srgbClr val="797E94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797E94"/>
                </a:solidFill>
                <a:latin typeface="Trebuchet MS"/>
                <a:cs typeface="Trebuchet MS"/>
              </a:rPr>
              <a:t>9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9961" y="399963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4841" y="0"/>
                </a:moveTo>
                <a:lnTo>
                  <a:pt x="21234" y="0"/>
                </a:lnTo>
                <a:lnTo>
                  <a:pt x="21602" y="0"/>
                </a:lnTo>
                <a:lnTo>
                  <a:pt x="17640" y="0"/>
                </a:lnTo>
                <a:lnTo>
                  <a:pt x="14033" y="723"/>
                </a:lnTo>
                <a:lnTo>
                  <a:pt x="0" y="17640"/>
                </a:lnTo>
                <a:lnTo>
                  <a:pt x="0" y="21234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4841"/>
                </a:lnTo>
                <a:lnTo>
                  <a:pt x="42837" y="21234"/>
                </a:lnTo>
                <a:lnTo>
                  <a:pt x="42837" y="21602"/>
                </a:lnTo>
                <a:lnTo>
                  <a:pt x="42837" y="17640"/>
                </a:lnTo>
                <a:lnTo>
                  <a:pt x="41757" y="14033"/>
                </a:lnTo>
                <a:lnTo>
                  <a:pt x="39954" y="10795"/>
                </a:lnTo>
                <a:lnTo>
                  <a:pt x="37795" y="7556"/>
                </a:lnTo>
                <a:lnTo>
                  <a:pt x="35280" y="4673"/>
                </a:lnTo>
                <a:lnTo>
                  <a:pt x="28803" y="1079"/>
                </a:lnTo>
                <a:lnTo>
                  <a:pt x="24841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7261" y="350534"/>
            <a:ext cx="10788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L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800" spc="3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3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Three</a:t>
            </a:r>
            <a:r>
              <a:rPr dirty="0" spc="-80"/>
              <a:t> </a:t>
            </a:r>
            <a:r>
              <a:rPr dirty="0" spc="-45"/>
              <a:t>ways</a:t>
            </a:r>
            <a:r>
              <a:rPr dirty="0" spc="-60"/>
              <a:t> </a:t>
            </a:r>
            <a:r>
              <a:rPr dirty="0" spc="-20"/>
              <a:t>to</a:t>
            </a:r>
            <a:r>
              <a:rPr dirty="0" spc="-85"/>
              <a:t> </a:t>
            </a:r>
            <a:r>
              <a:rPr dirty="0" spc="-10"/>
              <a:t>run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 spc="-25"/>
              <a:t>Python</a:t>
            </a:r>
            <a:r>
              <a:rPr dirty="0" spc="-70"/>
              <a:t> </a:t>
            </a:r>
            <a:r>
              <a:rPr dirty="0" spc="-20"/>
              <a:t>file</a:t>
            </a:r>
            <a:r>
              <a:rPr dirty="0" spc="-75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 spc="-10"/>
              <a:t>VS</a:t>
            </a:r>
            <a:r>
              <a:rPr dirty="0" spc="-75"/>
              <a:t> </a:t>
            </a:r>
            <a:r>
              <a:rPr dirty="0" spc="-20"/>
              <a:t>Code.</a:t>
            </a:r>
            <a:r>
              <a:rPr dirty="0" spc="-70"/>
              <a:t> </a:t>
            </a:r>
            <a:r>
              <a:rPr dirty="0" spc="-20"/>
              <a:t>Pick</a:t>
            </a:r>
            <a:r>
              <a:rPr dirty="0" spc="-70"/>
              <a:t> </a:t>
            </a:r>
            <a:r>
              <a:rPr dirty="0" spc="-10"/>
              <a:t>the</a:t>
            </a:r>
            <a:r>
              <a:rPr dirty="0" spc="-70"/>
              <a:t> </a:t>
            </a:r>
            <a:r>
              <a:rPr dirty="0" spc="-10"/>
              <a:t>one</a:t>
            </a:r>
            <a:r>
              <a:rPr dirty="0" spc="-70"/>
              <a:t> </a:t>
            </a:r>
            <a:r>
              <a:rPr dirty="0" spc="-35"/>
              <a:t>that</a:t>
            </a:r>
            <a:r>
              <a:rPr dirty="0" spc="-70"/>
              <a:t> </a:t>
            </a:r>
            <a:r>
              <a:rPr dirty="0" spc="-10"/>
              <a:t>fits.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905" y="880099"/>
            <a:ext cx="5043170" cy="1504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run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from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terminal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like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1,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but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has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built-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shortcuts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worth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knowing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especially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when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debugging.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6151" y="1103873"/>
            <a:ext cx="2712720" cy="3168015"/>
            <a:chOff x="396151" y="1103873"/>
            <a:chExt cx="2712720" cy="3168015"/>
          </a:xfrm>
        </p:grpSpPr>
        <p:sp>
          <p:nvSpPr>
            <p:cNvPr id="7" name="object 7"/>
            <p:cNvSpPr/>
            <p:nvPr/>
          </p:nvSpPr>
          <p:spPr>
            <a:xfrm>
              <a:off x="399605" y="1117805"/>
              <a:ext cx="2705100" cy="3139440"/>
            </a:xfrm>
            <a:custGeom>
              <a:avLst/>
              <a:gdLst/>
              <a:ahLst/>
              <a:cxnLst/>
              <a:rect l="l" t="t" r="r" b="b"/>
              <a:pathLst>
                <a:path w="2705100" h="3139440">
                  <a:moveTo>
                    <a:pt x="2571470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0" y="98678"/>
                  </a:lnTo>
                  <a:lnTo>
                    <a:pt x="0" y="133197"/>
                  </a:lnTo>
                  <a:lnTo>
                    <a:pt x="0" y="3006001"/>
                  </a:lnTo>
                  <a:lnTo>
                    <a:pt x="9948" y="3056614"/>
                  </a:lnTo>
                  <a:lnTo>
                    <a:pt x="38876" y="3100135"/>
                  </a:lnTo>
                  <a:lnTo>
                    <a:pt x="82216" y="3129024"/>
                  </a:lnTo>
                  <a:lnTo>
                    <a:pt x="133197" y="3139198"/>
                  </a:lnTo>
                  <a:lnTo>
                    <a:pt x="2571838" y="3138843"/>
                  </a:lnTo>
                  <a:lnTo>
                    <a:pt x="2622663" y="3128818"/>
                  </a:lnTo>
                  <a:lnTo>
                    <a:pt x="2665972" y="3099955"/>
                  </a:lnTo>
                  <a:lnTo>
                    <a:pt x="2694756" y="3056825"/>
                  </a:lnTo>
                  <a:lnTo>
                    <a:pt x="2694862" y="3056614"/>
                  </a:lnTo>
                  <a:lnTo>
                    <a:pt x="2700414" y="3040376"/>
                  </a:lnTo>
                  <a:lnTo>
                    <a:pt x="2700491" y="3040151"/>
                  </a:lnTo>
                  <a:lnTo>
                    <a:pt x="2703832" y="3023390"/>
                  </a:lnTo>
                  <a:lnTo>
                    <a:pt x="2703894" y="3023079"/>
                  </a:lnTo>
                  <a:lnTo>
                    <a:pt x="2705012" y="3006001"/>
                  </a:lnTo>
                  <a:lnTo>
                    <a:pt x="2705036" y="3005632"/>
                  </a:lnTo>
                  <a:lnTo>
                    <a:pt x="2704668" y="133197"/>
                  </a:lnTo>
                  <a:lnTo>
                    <a:pt x="2694654" y="82371"/>
                  </a:lnTo>
                  <a:lnTo>
                    <a:pt x="2665793" y="39054"/>
                  </a:lnTo>
                  <a:lnTo>
                    <a:pt x="2622451" y="10174"/>
                  </a:lnTo>
                  <a:lnTo>
                    <a:pt x="2588916" y="1142"/>
                  </a:lnTo>
                  <a:lnTo>
                    <a:pt x="2571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9961" y="1118160"/>
              <a:ext cx="2705100" cy="3139440"/>
            </a:xfrm>
            <a:custGeom>
              <a:avLst/>
              <a:gdLst/>
              <a:ahLst/>
              <a:cxnLst/>
              <a:rect l="l" t="t" r="r" b="b"/>
              <a:pathLst>
                <a:path w="2705100" h="3139440">
                  <a:moveTo>
                    <a:pt x="0" y="3606"/>
                  </a:moveTo>
                  <a:lnTo>
                    <a:pt x="2705036" y="3962"/>
                  </a:lnTo>
                </a:path>
                <a:path w="2705100" h="3139440">
                  <a:moveTo>
                    <a:pt x="2701442" y="0"/>
                  </a:moveTo>
                  <a:lnTo>
                    <a:pt x="2701798" y="3139198"/>
                  </a:lnTo>
                </a:path>
                <a:path w="2705100" h="3139440">
                  <a:moveTo>
                    <a:pt x="0" y="3135604"/>
                  </a:moveTo>
                  <a:lnTo>
                    <a:pt x="2705036" y="31359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3994" y="1118160"/>
              <a:ext cx="635" cy="3139440"/>
            </a:xfrm>
            <a:custGeom>
              <a:avLst/>
              <a:gdLst/>
              <a:ahLst/>
              <a:cxnLst/>
              <a:rect l="l" t="t" r="r" b="b"/>
              <a:pathLst>
                <a:path w="634" h="3139440">
                  <a:moveTo>
                    <a:pt x="0" y="0"/>
                  </a:moveTo>
                  <a:lnTo>
                    <a:pt x="368" y="313919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5000" y="1281965"/>
              <a:ext cx="272415" cy="272415"/>
            </a:xfrm>
            <a:custGeom>
              <a:avLst/>
              <a:gdLst/>
              <a:ahLst/>
              <a:cxnLst/>
              <a:rect l="l" t="t" r="r" b="b"/>
              <a:pathLst>
                <a:path w="272415" h="272415">
                  <a:moveTo>
                    <a:pt x="95757" y="0"/>
                  </a:moveTo>
                  <a:lnTo>
                    <a:pt x="47878" y="12953"/>
                  </a:lnTo>
                  <a:lnTo>
                    <a:pt x="12953" y="47878"/>
                  </a:lnTo>
                  <a:lnTo>
                    <a:pt x="355" y="95402"/>
                  </a:lnTo>
                  <a:lnTo>
                    <a:pt x="0" y="176390"/>
                  </a:lnTo>
                  <a:lnTo>
                    <a:pt x="848" y="188777"/>
                  </a:lnTo>
                  <a:lnTo>
                    <a:pt x="859" y="188938"/>
                  </a:lnTo>
                  <a:lnTo>
                    <a:pt x="19721" y="234432"/>
                  </a:lnTo>
                  <a:lnTo>
                    <a:pt x="59051" y="264656"/>
                  </a:lnTo>
                  <a:lnTo>
                    <a:pt x="95402" y="271792"/>
                  </a:lnTo>
                  <a:lnTo>
                    <a:pt x="176403" y="271792"/>
                  </a:lnTo>
                  <a:lnTo>
                    <a:pt x="188134" y="270988"/>
                  </a:lnTo>
                  <a:lnTo>
                    <a:pt x="188675" y="270988"/>
                  </a:lnTo>
                  <a:lnTo>
                    <a:pt x="234598" y="251963"/>
                  </a:lnTo>
                  <a:lnTo>
                    <a:pt x="264556" y="212948"/>
                  </a:lnTo>
                  <a:lnTo>
                    <a:pt x="268543" y="201145"/>
                  </a:lnTo>
                  <a:lnTo>
                    <a:pt x="268605" y="200961"/>
                  </a:lnTo>
                  <a:lnTo>
                    <a:pt x="270967" y="188938"/>
                  </a:lnTo>
                  <a:lnTo>
                    <a:pt x="270999" y="188777"/>
                  </a:lnTo>
                  <a:lnTo>
                    <a:pt x="271805" y="176390"/>
                  </a:lnTo>
                  <a:lnTo>
                    <a:pt x="271780" y="95402"/>
                  </a:lnTo>
                  <a:lnTo>
                    <a:pt x="258838" y="47878"/>
                  </a:lnTo>
                  <a:lnTo>
                    <a:pt x="223913" y="12953"/>
                  </a:lnTo>
                  <a:lnTo>
                    <a:pt x="176403" y="355"/>
                  </a:lnTo>
                  <a:lnTo>
                    <a:pt x="95757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42124" y="1314718"/>
              <a:ext cx="1020444" cy="206375"/>
            </a:xfrm>
            <a:custGeom>
              <a:avLst/>
              <a:gdLst/>
              <a:ahLst/>
              <a:cxnLst/>
              <a:rect l="l" t="t" r="r" b="b"/>
              <a:pathLst>
                <a:path w="1020444" h="206375">
                  <a:moveTo>
                    <a:pt x="76669" y="0"/>
                  </a:moveTo>
                  <a:lnTo>
                    <a:pt x="38519" y="10439"/>
                  </a:lnTo>
                  <a:lnTo>
                    <a:pt x="10439" y="38163"/>
                  </a:lnTo>
                  <a:lnTo>
                    <a:pt x="355" y="76326"/>
                  </a:lnTo>
                  <a:lnTo>
                    <a:pt x="0" y="129959"/>
                  </a:lnTo>
                  <a:lnTo>
                    <a:pt x="658" y="139922"/>
                  </a:lnTo>
                  <a:lnTo>
                    <a:pt x="668" y="140072"/>
                  </a:lnTo>
                  <a:lnTo>
                    <a:pt x="15881" y="176406"/>
                  </a:lnTo>
                  <a:lnTo>
                    <a:pt x="47099" y="200510"/>
                  </a:lnTo>
                  <a:lnTo>
                    <a:pt x="76314" y="206286"/>
                  </a:lnTo>
                  <a:lnTo>
                    <a:pt x="943559" y="206286"/>
                  </a:lnTo>
                  <a:lnTo>
                    <a:pt x="981710" y="195846"/>
                  </a:lnTo>
                  <a:lnTo>
                    <a:pt x="1009789" y="168122"/>
                  </a:lnTo>
                  <a:lnTo>
                    <a:pt x="1019873" y="129959"/>
                  </a:lnTo>
                  <a:lnTo>
                    <a:pt x="1019849" y="76326"/>
                  </a:lnTo>
                  <a:lnTo>
                    <a:pt x="1009434" y="38519"/>
                  </a:lnTo>
                  <a:lnTo>
                    <a:pt x="981710" y="10439"/>
                  </a:lnTo>
                  <a:lnTo>
                    <a:pt x="943559" y="368"/>
                  </a:lnTo>
                  <a:lnTo>
                    <a:pt x="76669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85876" y="1615683"/>
              <a:ext cx="1198880" cy="180340"/>
            </a:xfrm>
            <a:custGeom>
              <a:avLst/>
              <a:gdLst/>
              <a:ahLst/>
              <a:cxnLst/>
              <a:rect l="l" t="t" r="r" b="b"/>
              <a:pathLst>
                <a:path w="1198880" h="180339">
                  <a:moveTo>
                    <a:pt x="603008" y="132118"/>
                  </a:moveTo>
                  <a:lnTo>
                    <a:pt x="602640" y="47523"/>
                  </a:lnTo>
                  <a:lnTo>
                    <a:pt x="602640" y="39243"/>
                  </a:lnTo>
                  <a:lnTo>
                    <a:pt x="600481" y="30962"/>
                  </a:lnTo>
                  <a:lnTo>
                    <a:pt x="596519" y="23761"/>
                  </a:lnTo>
                  <a:lnTo>
                    <a:pt x="592201" y="16560"/>
                  </a:lnTo>
                  <a:lnTo>
                    <a:pt x="586079" y="10439"/>
                  </a:lnTo>
                  <a:lnTo>
                    <a:pt x="578878" y="6477"/>
                  </a:lnTo>
                  <a:lnTo>
                    <a:pt x="571677" y="2159"/>
                  </a:lnTo>
                  <a:lnTo>
                    <a:pt x="563410" y="0"/>
                  </a:lnTo>
                  <a:lnTo>
                    <a:pt x="39243" y="0"/>
                  </a:lnTo>
                  <a:lnTo>
                    <a:pt x="6489" y="23761"/>
                  </a:lnTo>
                  <a:lnTo>
                    <a:pt x="2159" y="30962"/>
                  </a:lnTo>
                  <a:lnTo>
                    <a:pt x="0" y="39243"/>
                  </a:lnTo>
                  <a:lnTo>
                    <a:pt x="0" y="140754"/>
                  </a:lnTo>
                  <a:lnTo>
                    <a:pt x="23761" y="173520"/>
                  </a:lnTo>
                  <a:lnTo>
                    <a:pt x="30962" y="177838"/>
                  </a:lnTo>
                  <a:lnTo>
                    <a:pt x="39243" y="179997"/>
                  </a:lnTo>
                  <a:lnTo>
                    <a:pt x="563765" y="179641"/>
                  </a:lnTo>
                  <a:lnTo>
                    <a:pt x="572046" y="177482"/>
                  </a:lnTo>
                  <a:lnTo>
                    <a:pt x="579247" y="173520"/>
                  </a:lnTo>
                  <a:lnTo>
                    <a:pt x="586447" y="169202"/>
                  </a:lnTo>
                  <a:lnTo>
                    <a:pt x="592569" y="163080"/>
                  </a:lnTo>
                  <a:lnTo>
                    <a:pt x="596519" y="155879"/>
                  </a:lnTo>
                  <a:lnTo>
                    <a:pt x="600849" y="148678"/>
                  </a:lnTo>
                  <a:lnTo>
                    <a:pt x="602907" y="140754"/>
                  </a:lnTo>
                  <a:lnTo>
                    <a:pt x="603008" y="132118"/>
                  </a:lnTo>
                  <a:close/>
                </a:path>
                <a:path w="1198880" h="180339">
                  <a:moveTo>
                    <a:pt x="1198448" y="132118"/>
                  </a:moveTo>
                  <a:lnTo>
                    <a:pt x="1198079" y="47523"/>
                  </a:lnTo>
                  <a:lnTo>
                    <a:pt x="1198079" y="39243"/>
                  </a:lnTo>
                  <a:lnTo>
                    <a:pt x="1195920" y="30962"/>
                  </a:lnTo>
                  <a:lnTo>
                    <a:pt x="1191958" y="23761"/>
                  </a:lnTo>
                  <a:lnTo>
                    <a:pt x="1187640" y="16560"/>
                  </a:lnTo>
                  <a:lnTo>
                    <a:pt x="1181519" y="10439"/>
                  </a:lnTo>
                  <a:lnTo>
                    <a:pt x="1174318" y="6477"/>
                  </a:lnTo>
                  <a:lnTo>
                    <a:pt x="1167130" y="2159"/>
                  </a:lnTo>
                  <a:lnTo>
                    <a:pt x="1158849" y="0"/>
                  </a:lnTo>
                  <a:lnTo>
                    <a:pt x="685088" y="0"/>
                  </a:lnTo>
                  <a:lnTo>
                    <a:pt x="652322" y="23761"/>
                  </a:lnTo>
                  <a:lnTo>
                    <a:pt x="648004" y="30962"/>
                  </a:lnTo>
                  <a:lnTo>
                    <a:pt x="645845" y="39243"/>
                  </a:lnTo>
                  <a:lnTo>
                    <a:pt x="645845" y="140754"/>
                  </a:lnTo>
                  <a:lnTo>
                    <a:pt x="669607" y="173520"/>
                  </a:lnTo>
                  <a:lnTo>
                    <a:pt x="676808" y="177838"/>
                  </a:lnTo>
                  <a:lnTo>
                    <a:pt x="685088" y="179997"/>
                  </a:lnTo>
                  <a:lnTo>
                    <a:pt x="1159205" y="179641"/>
                  </a:lnTo>
                  <a:lnTo>
                    <a:pt x="1167485" y="177482"/>
                  </a:lnTo>
                  <a:lnTo>
                    <a:pt x="1174686" y="173520"/>
                  </a:lnTo>
                  <a:lnTo>
                    <a:pt x="1181887" y="169202"/>
                  </a:lnTo>
                  <a:lnTo>
                    <a:pt x="1188008" y="163080"/>
                  </a:lnTo>
                  <a:lnTo>
                    <a:pt x="1191958" y="155879"/>
                  </a:lnTo>
                  <a:lnTo>
                    <a:pt x="1196289" y="148678"/>
                  </a:lnTo>
                  <a:lnTo>
                    <a:pt x="1198346" y="140754"/>
                  </a:lnTo>
                  <a:lnTo>
                    <a:pt x="1198448" y="132118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479" y="2040841"/>
              <a:ext cx="217805" cy="1076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01801" y="2055954"/>
              <a:ext cx="1800225" cy="250190"/>
            </a:xfrm>
            <a:custGeom>
              <a:avLst/>
              <a:gdLst/>
              <a:ahLst/>
              <a:cxnLst/>
              <a:rect l="l" t="t" r="r" b="b"/>
              <a:pathLst>
                <a:path w="1800225" h="250189">
                  <a:moveTo>
                    <a:pt x="181444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181444" y="115925"/>
                  </a:lnTo>
                  <a:lnTo>
                    <a:pt x="181444" y="0"/>
                  </a:lnTo>
                  <a:close/>
                </a:path>
                <a:path w="1800225" h="250189">
                  <a:moveTo>
                    <a:pt x="1799996" y="133921"/>
                  </a:moveTo>
                  <a:lnTo>
                    <a:pt x="1401648" y="133921"/>
                  </a:lnTo>
                  <a:lnTo>
                    <a:pt x="1400759" y="132486"/>
                  </a:lnTo>
                  <a:lnTo>
                    <a:pt x="1396072" y="127444"/>
                  </a:lnTo>
                  <a:lnTo>
                    <a:pt x="1384554" y="120967"/>
                  </a:lnTo>
                  <a:lnTo>
                    <a:pt x="1378077" y="119164"/>
                  </a:lnTo>
                  <a:lnTo>
                    <a:pt x="930960" y="118808"/>
                  </a:lnTo>
                  <a:lnTo>
                    <a:pt x="924483" y="120611"/>
                  </a:lnTo>
                  <a:lnTo>
                    <a:pt x="918718" y="123850"/>
                  </a:lnTo>
                  <a:lnTo>
                    <a:pt x="912952" y="127444"/>
                  </a:lnTo>
                  <a:lnTo>
                    <a:pt x="907923" y="132130"/>
                  </a:lnTo>
                  <a:lnTo>
                    <a:pt x="906907" y="133921"/>
                  </a:lnTo>
                  <a:lnTo>
                    <a:pt x="819162" y="133921"/>
                  </a:lnTo>
                  <a:lnTo>
                    <a:pt x="299872" y="118808"/>
                  </a:lnTo>
                  <a:lnTo>
                    <a:pt x="293395" y="120611"/>
                  </a:lnTo>
                  <a:lnTo>
                    <a:pt x="268554" y="150126"/>
                  </a:lnTo>
                  <a:lnTo>
                    <a:pt x="268554" y="156972"/>
                  </a:lnTo>
                  <a:lnTo>
                    <a:pt x="268198" y="188290"/>
                  </a:lnTo>
                  <a:lnTo>
                    <a:pt x="268198" y="195122"/>
                  </a:lnTo>
                  <a:lnTo>
                    <a:pt x="270002" y="201612"/>
                  </a:lnTo>
                  <a:lnTo>
                    <a:pt x="299516" y="226453"/>
                  </a:lnTo>
                  <a:lnTo>
                    <a:pt x="564832" y="226453"/>
                  </a:lnTo>
                  <a:lnTo>
                    <a:pt x="564832" y="249847"/>
                  </a:lnTo>
                  <a:lnTo>
                    <a:pt x="1170711" y="249847"/>
                  </a:lnTo>
                  <a:lnTo>
                    <a:pt x="1170711" y="226453"/>
                  </a:lnTo>
                  <a:lnTo>
                    <a:pt x="1255318" y="226453"/>
                  </a:lnTo>
                  <a:lnTo>
                    <a:pt x="1255318" y="249847"/>
                  </a:lnTo>
                  <a:lnTo>
                    <a:pt x="1799996" y="249847"/>
                  </a:lnTo>
                  <a:lnTo>
                    <a:pt x="1799996" y="133921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54558" y="1293761"/>
            <a:ext cx="2290445" cy="15233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420"/>
              </a:spcBef>
              <a:tabLst>
                <a:tab pos="468630" algn="l"/>
              </a:tabLst>
            </a:pPr>
            <a:r>
              <a:rPr dirty="0" baseline="-6944" sz="1200" spc="-247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baseline="-6944" sz="1200" spc="-4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baseline="-6944" sz="1200" spc="-75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r>
              <a:rPr dirty="0" baseline="-6944" sz="12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900">
                <a:solidFill>
                  <a:srgbClr val="293183"/>
                </a:solidFill>
                <a:latin typeface="Segoe UI Symbol"/>
                <a:cs typeface="Segoe UI Symbol"/>
              </a:rPr>
              <a:t>▶</a:t>
            </a:r>
            <a:r>
              <a:rPr dirty="0" sz="900" spc="130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THE</a:t>
            </a:r>
            <a:r>
              <a:rPr dirty="0" sz="800" spc="19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PLAY</a:t>
            </a:r>
            <a:r>
              <a:rPr dirty="0" sz="800" spc="19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BUTTON</a:t>
            </a:r>
            <a:endParaRPr sz="800">
              <a:latin typeface="Calibri"/>
              <a:cs typeface="Calibri"/>
            </a:endParaRPr>
          </a:p>
          <a:p>
            <a:pPr marL="34290">
              <a:lnSpc>
                <a:spcPct val="100000"/>
              </a:lnSpc>
              <a:spcBef>
                <a:spcPts val="545"/>
              </a:spcBef>
            </a:pPr>
            <a:r>
              <a:rPr dirty="0" baseline="-11111" sz="2250" spc="-187">
                <a:solidFill>
                  <a:srgbClr val="293183"/>
                </a:solidFill>
                <a:latin typeface="Segoe UI Symbol"/>
                <a:cs typeface="Segoe UI Symbol"/>
              </a:rPr>
              <a:t>▶</a:t>
            </a:r>
            <a:r>
              <a:rPr dirty="0" baseline="-11111" sz="2250" spc="-15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800">
                <a:solidFill>
                  <a:srgbClr val="FAF7F0"/>
                </a:solidFill>
                <a:latin typeface="Courier New"/>
                <a:cs typeface="Courier New"/>
              </a:rPr>
              <a:t>Ctrl+Enter</a:t>
            </a:r>
            <a:r>
              <a:rPr dirty="0" sz="800" spc="-285">
                <a:solidFill>
                  <a:srgbClr val="FAF7F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AF7F0"/>
                </a:solidFill>
                <a:latin typeface="Courier New"/>
                <a:cs typeface="Courier New"/>
              </a:rPr>
              <a:t>Cmd+Enter</a:t>
            </a:r>
            <a:endParaRPr sz="8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610"/>
              </a:spcBef>
            </a:pPr>
            <a:r>
              <a:rPr dirty="0" baseline="-6172" sz="1350" spc="89">
                <a:solidFill>
                  <a:srgbClr val="FF6A5A"/>
                </a:solidFill>
                <a:latin typeface="Segoe UI Symbol"/>
                <a:cs typeface="Segoe UI Symbol"/>
              </a:rPr>
              <a:t>☞</a:t>
            </a:r>
            <a:r>
              <a:rPr dirty="0" baseline="-6172" sz="1350" spc="6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HOW-</a:t>
            </a:r>
            <a:r>
              <a:rPr dirty="0" sz="800" spc="-25" b="1">
                <a:solidFill>
                  <a:srgbClr val="FF6A5A"/>
                </a:solidFill>
                <a:latin typeface="Calibri"/>
                <a:cs typeface="Calibri"/>
              </a:rPr>
              <a:t>TO</a:t>
            </a:r>
            <a:endParaRPr sz="800">
              <a:latin typeface="Calibri"/>
              <a:cs typeface="Calibri"/>
            </a:endParaRPr>
          </a:p>
          <a:p>
            <a:pPr marL="30480" marR="46990">
              <a:lnSpc>
                <a:spcPct val="105700"/>
              </a:lnSpc>
              <a:spcBef>
                <a:spcPts val="12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Open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.py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→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click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950" spc="60">
                <a:solidFill>
                  <a:srgbClr val="1A1E39"/>
                </a:solidFill>
                <a:latin typeface="Cambria"/>
                <a:cs typeface="Cambria"/>
              </a:rPr>
              <a:t>▶</a:t>
            </a:r>
            <a:r>
              <a:rPr dirty="0" sz="800" spc="60">
                <a:solidFill>
                  <a:srgbClr val="1A1E39"/>
                </a:solidFill>
                <a:latin typeface="Calibri"/>
                <a:cs typeface="Calibri"/>
              </a:rPr>
              <a:t>Play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button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top-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right corner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(or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press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Ctrl+Enter</a:t>
            </a:r>
            <a:r>
              <a:rPr dirty="0" sz="800" spc="-29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/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</a:rPr>
              <a:t>Cmd+Enter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).</a:t>
            </a:r>
            <a:endParaRPr sz="800">
              <a:latin typeface="Calibri"/>
              <a:cs typeface="Calibri"/>
            </a:endParaRPr>
          </a:p>
          <a:p>
            <a:pPr marL="148590" indent="-122555">
              <a:lnSpc>
                <a:spcPct val="100000"/>
              </a:lnSpc>
              <a:spcBef>
                <a:spcPts val="680"/>
              </a:spcBef>
              <a:buSzPct val="112500"/>
              <a:buFont typeface="Segoe UI Symbol"/>
              <a:buChar char="◉"/>
              <a:tabLst>
                <a:tab pos="148590" algn="l"/>
              </a:tabLst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WHAT</a:t>
            </a:r>
            <a:r>
              <a:rPr dirty="0" sz="800" spc="33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HAPPENS</a:t>
            </a:r>
            <a:endParaRPr sz="800">
              <a:latin typeface="Calibri"/>
              <a:cs typeface="Calibri"/>
            </a:endParaRPr>
          </a:p>
          <a:p>
            <a:pPr marL="30480" marR="30480">
              <a:lnSpc>
                <a:spcPct val="109800"/>
              </a:lnSpc>
              <a:spcBef>
                <a:spcPts val="254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runs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integrated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terminal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bottom.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Output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appears there.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can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type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input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too.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5000" y="3686045"/>
            <a:ext cx="2355850" cy="432434"/>
            <a:chOff x="585000" y="3686045"/>
            <a:chExt cx="2355850" cy="432434"/>
          </a:xfrm>
        </p:grpSpPr>
        <p:sp>
          <p:nvSpPr>
            <p:cNvPr id="17" name="object 17"/>
            <p:cNvSpPr/>
            <p:nvPr/>
          </p:nvSpPr>
          <p:spPr>
            <a:xfrm>
              <a:off x="585000" y="3696476"/>
              <a:ext cx="2355850" cy="411480"/>
            </a:xfrm>
            <a:custGeom>
              <a:avLst/>
              <a:gdLst/>
              <a:ahLst/>
              <a:cxnLst/>
              <a:rect l="l" t="t" r="r" b="b"/>
              <a:pathLst>
                <a:path w="2355850" h="411479">
                  <a:moveTo>
                    <a:pt x="76682" y="0"/>
                  </a:moveTo>
                  <a:lnTo>
                    <a:pt x="38519" y="10439"/>
                  </a:lnTo>
                  <a:lnTo>
                    <a:pt x="10439" y="38163"/>
                  </a:lnTo>
                  <a:lnTo>
                    <a:pt x="355" y="76326"/>
                  </a:lnTo>
                  <a:lnTo>
                    <a:pt x="0" y="334810"/>
                  </a:lnTo>
                  <a:lnTo>
                    <a:pt x="668" y="344766"/>
                  </a:lnTo>
                  <a:lnTo>
                    <a:pt x="15883" y="381247"/>
                  </a:lnTo>
                  <a:lnTo>
                    <a:pt x="47112" y="405354"/>
                  </a:lnTo>
                  <a:lnTo>
                    <a:pt x="76314" y="411124"/>
                  </a:lnTo>
                  <a:lnTo>
                    <a:pt x="2279154" y="411124"/>
                  </a:lnTo>
                  <a:lnTo>
                    <a:pt x="2317318" y="400684"/>
                  </a:lnTo>
                  <a:lnTo>
                    <a:pt x="2345397" y="372960"/>
                  </a:lnTo>
                  <a:lnTo>
                    <a:pt x="2355481" y="334810"/>
                  </a:lnTo>
                  <a:lnTo>
                    <a:pt x="2355457" y="76326"/>
                  </a:lnTo>
                  <a:lnTo>
                    <a:pt x="2345042" y="38519"/>
                  </a:lnTo>
                  <a:lnTo>
                    <a:pt x="2317318" y="10439"/>
                  </a:lnTo>
                  <a:lnTo>
                    <a:pt x="2279154" y="368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6163" y="3696844"/>
              <a:ext cx="635" cy="410845"/>
            </a:xfrm>
            <a:custGeom>
              <a:avLst/>
              <a:gdLst/>
              <a:ahLst/>
              <a:cxnLst/>
              <a:rect l="l" t="t" r="r" b="b"/>
              <a:pathLst>
                <a:path w="634" h="410845">
                  <a:moveTo>
                    <a:pt x="0" y="0"/>
                  </a:moveTo>
                  <a:lnTo>
                    <a:pt x="355" y="410756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61835" y="3643222"/>
            <a:ext cx="1772285" cy="40576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05"/>
              </a:spcBef>
            </a:pPr>
            <a:r>
              <a:rPr dirty="0" baseline="-12345" sz="1350" spc="112">
                <a:solidFill>
                  <a:srgbClr val="293183"/>
                </a:solidFill>
                <a:latin typeface="Segoe UI Symbol"/>
                <a:cs typeface="Segoe UI Symbol"/>
              </a:rPr>
              <a:t>★</a:t>
            </a:r>
            <a:r>
              <a:rPr dirty="0" baseline="-12345" sz="1350" spc="-7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700" spc="55" b="1">
                <a:solidFill>
                  <a:srgbClr val="293183"/>
                </a:solidFill>
                <a:latin typeface="Calibri"/>
                <a:cs typeface="Calibri"/>
              </a:rPr>
              <a:t>BEST</a:t>
            </a:r>
            <a:r>
              <a:rPr dirty="0" sz="700" spc="1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5" b="1">
                <a:solidFill>
                  <a:srgbClr val="293183"/>
                </a:solidFill>
                <a:latin typeface="Calibri"/>
                <a:cs typeface="Calibri"/>
              </a:rPr>
              <a:t>FOR</a:t>
            </a:r>
            <a:endParaRPr sz="700">
              <a:latin typeface="Calibri"/>
              <a:cs typeface="Calibri"/>
            </a:endParaRPr>
          </a:p>
          <a:p>
            <a:pPr marL="31115">
              <a:lnSpc>
                <a:spcPct val="100000"/>
              </a:lnSpc>
              <a:spcBef>
                <a:spcPts val="465"/>
              </a:spcBef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Running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script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end-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to-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end.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 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fastest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option.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15519" y="1103941"/>
            <a:ext cx="2712720" cy="3168015"/>
            <a:chOff x="3215519" y="1103941"/>
            <a:chExt cx="2712720" cy="3168015"/>
          </a:xfrm>
        </p:grpSpPr>
        <p:sp>
          <p:nvSpPr>
            <p:cNvPr id="21" name="object 21"/>
            <p:cNvSpPr/>
            <p:nvPr/>
          </p:nvSpPr>
          <p:spPr>
            <a:xfrm>
              <a:off x="3219119" y="1117805"/>
              <a:ext cx="2705100" cy="3139440"/>
            </a:xfrm>
            <a:custGeom>
              <a:avLst/>
              <a:gdLst/>
              <a:ahLst/>
              <a:cxnLst/>
              <a:rect l="l" t="t" r="r" b="b"/>
              <a:pathLst>
                <a:path w="2705100" h="3139440">
                  <a:moveTo>
                    <a:pt x="2571483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15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006001"/>
                  </a:lnTo>
                  <a:lnTo>
                    <a:pt x="1116" y="3023079"/>
                  </a:lnTo>
                  <a:lnTo>
                    <a:pt x="1136" y="3023390"/>
                  </a:lnTo>
                  <a:lnTo>
                    <a:pt x="17640" y="3072599"/>
                  </a:lnTo>
                  <a:lnTo>
                    <a:pt x="51960" y="3111577"/>
                  </a:lnTo>
                  <a:lnTo>
                    <a:pt x="98688" y="3134653"/>
                  </a:lnTo>
                  <a:lnTo>
                    <a:pt x="133197" y="3139198"/>
                  </a:lnTo>
                  <a:lnTo>
                    <a:pt x="2571838" y="3138843"/>
                  </a:lnTo>
                  <a:lnTo>
                    <a:pt x="2622664" y="3128818"/>
                  </a:lnTo>
                  <a:lnTo>
                    <a:pt x="2665982" y="3099955"/>
                  </a:lnTo>
                  <a:lnTo>
                    <a:pt x="2694756" y="3056825"/>
                  </a:lnTo>
                  <a:lnTo>
                    <a:pt x="2694862" y="3056614"/>
                  </a:lnTo>
                  <a:lnTo>
                    <a:pt x="2700414" y="3040376"/>
                  </a:lnTo>
                  <a:lnTo>
                    <a:pt x="2700491" y="3040151"/>
                  </a:lnTo>
                  <a:lnTo>
                    <a:pt x="2703832" y="3023390"/>
                  </a:lnTo>
                  <a:lnTo>
                    <a:pt x="2703894" y="3023079"/>
                  </a:lnTo>
                  <a:lnTo>
                    <a:pt x="2705012" y="3006001"/>
                  </a:lnTo>
                  <a:lnTo>
                    <a:pt x="2705036" y="3005632"/>
                  </a:lnTo>
                  <a:lnTo>
                    <a:pt x="2704680" y="133197"/>
                  </a:lnTo>
                  <a:lnTo>
                    <a:pt x="2694656" y="82371"/>
                  </a:lnTo>
                  <a:lnTo>
                    <a:pt x="2665804" y="39054"/>
                  </a:lnTo>
                  <a:lnTo>
                    <a:pt x="2622457" y="10174"/>
                  </a:lnTo>
                  <a:lnTo>
                    <a:pt x="2588922" y="1142"/>
                  </a:lnTo>
                  <a:lnTo>
                    <a:pt x="2571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19119" y="1118160"/>
              <a:ext cx="2705100" cy="3139440"/>
            </a:xfrm>
            <a:custGeom>
              <a:avLst/>
              <a:gdLst/>
              <a:ahLst/>
              <a:cxnLst/>
              <a:rect l="l" t="t" r="r" b="b"/>
              <a:pathLst>
                <a:path w="2705100" h="3139440">
                  <a:moveTo>
                    <a:pt x="0" y="3606"/>
                  </a:moveTo>
                  <a:lnTo>
                    <a:pt x="2705036" y="3962"/>
                  </a:lnTo>
                </a:path>
                <a:path w="2705100" h="3139440">
                  <a:moveTo>
                    <a:pt x="2701798" y="0"/>
                  </a:moveTo>
                  <a:lnTo>
                    <a:pt x="2702166" y="3139198"/>
                  </a:lnTo>
                </a:path>
                <a:path w="2705100" h="3139440">
                  <a:moveTo>
                    <a:pt x="0" y="3135604"/>
                  </a:moveTo>
                  <a:lnTo>
                    <a:pt x="2705036" y="31359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33521" y="1118160"/>
              <a:ext cx="635" cy="3139440"/>
            </a:xfrm>
            <a:custGeom>
              <a:avLst/>
              <a:gdLst/>
              <a:ahLst/>
              <a:cxnLst/>
              <a:rect l="l" t="t" r="r" b="b"/>
              <a:pathLst>
                <a:path w="635" h="3139440">
                  <a:moveTo>
                    <a:pt x="0" y="0"/>
                  </a:moveTo>
                  <a:lnTo>
                    <a:pt x="355" y="3139198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04514" y="1281965"/>
              <a:ext cx="272415" cy="272415"/>
            </a:xfrm>
            <a:custGeom>
              <a:avLst/>
              <a:gdLst/>
              <a:ahLst/>
              <a:cxnLst/>
              <a:rect l="l" t="t" r="r" b="b"/>
              <a:pathLst>
                <a:path w="272414" h="272415">
                  <a:moveTo>
                    <a:pt x="95770" y="0"/>
                  </a:moveTo>
                  <a:lnTo>
                    <a:pt x="47891" y="12953"/>
                  </a:lnTo>
                  <a:lnTo>
                    <a:pt x="12966" y="47878"/>
                  </a:lnTo>
                  <a:lnTo>
                    <a:pt x="368" y="95402"/>
                  </a:lnTo>
                  <a:lnTo>
                    <a:pt x="0" y="176390"/>
                  </a:lnTo>
                  <a:lnTo>
                    <a:pt x="850" y="188777"/>
                  </a:lnTo>
                  <a:lnTo>
                    <a:pt x="861" y="188938"/>
                  </a:lnTo>
                  <a:lnTo>
                    <a:pt x="3340" y="200961"/>
                  </a:lnTo>
                  <a:lnTo>
                    <a:pt x="3378" y="201145"/>
                  </a:lnTo>
                  <a:lnTo>
                    <a:pt x="7375" y="212741"/>
                  </a:lnTo>
                  <a:lnTo>
                    <a:pt x="7447" y="212948"/>
                  </a:lnTo>
                  <a:lnTo>
                    <a:pt x="12966" y="224282"/>
                  </a:lnTo>
                  <a:lnTo>
                    <a:pt x="19732" y="234432"/>
                  </a:lnTo>
                  <a:lnTo>
                    <a:pt x="19839" y="234593"/>
                  </a:lnTo>
                  <a:lnTo>
                    <a:pt x="59056" y="264656"/>
                  </a:lnTo>
                  <a:lnTo>
                    <a:pt x="95402" y="271792"/>
                  </a:lnTo>
                  <a:lnTo>
                    <a:pt x="176402" y="271792"/>
                  </a:lnTo>
                  <a:lnTo>
                    <a:pt x="188134" y="270988"/>
                  </a:lnTo>
                  <a:lnTo>
                    <a:pt x="188675" y="270988"/>
                  </a:lnTo>
                  <a:lnTo>
                    <a:pt x="234600" y="251963"/>
                  </a:lnTo>
                  <a:lnTo>
                    <a:pt x="264567" y="212948"/>
                  </a:lnTo>
                  <a:lnTo>
                    <a:pt x="264668" y="212741"/>
                  </a:lnTo>
                  <a:lnTo>
                    <a:pt x="271805" y="176390"/>
                  </a:lnTo>
                  <a:lnTo>
                    <a:pt x="271781" y="95402"/>
                  </a:lnTo>
                  <a:lnTo>
                    <a:pt x="258851" y="47878"/>
                  </a:lnTo>
                  <a:lnTo>
                    <a:pt x="223926" y="12953"/>
                  </a:lnTo>
                  <a:lnTo>
                    <a:pt x="176402" y="355"/>
                  </a:lnTo>
                  <a:lnTo>
                    <a:pt x="95770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761993" y="1314718"/>
              <a:ext cx="1230630" cy="206375"/>
            </a:xfrm>
            <a:custGeom>
              <a:avLst/>
              <a:gdLst/>
              <a:ahLst/>
              <a:cxnLst/>
              <a:rect l="l" t="t" r="r" b="b"/>
              <a:pathLst>
                <a:path w="1230629" h="206375">
                  <a:moveTo>
                    <a:pt x="76682" y="0"/>
                  </a:moveTo>
                  <a:lnTo>
                    <a:pt x="38531" y="10439"/>
                  </a:lnTo>
                  <a:lnTo>
                    <a:pt x="10452" y="38163"/>
                  </a:lnTo>
                  <a:lnTo>
                    <a:pt x="368" y="76326"/>
                  </a:lnTo>
                  <a:lnTo>
                    <a:pt x="0" y="129959"/>
                  </a:lnTo>
                  <a:lnTo>
                    <a:pt x="660" y="139922"/>
                  </a:lnTo>
                  <a:lnTo>
                    <a:pt x="670" y="140072"/>
                  </a:lnTo>
                  <a:lnTo>
                    <a:pt x="2631" y="149717"/>
                  </a:lnTo>
                  <a:lnTo>
                    <a:pt x="2659" y="149850"/>
                  </a:lnTo>
                  <a:lnTo>
                    <a:pt x="5931" y="159223"/>
                  </a:lnTo>
                  <a:lnTo>
                    <a:pt x="29884" y="190546"/>
                  </a:lnTo>
                  <a:lnTo>
                    <a:pt x="66363" y="205621"/>
                  </a:lnTo>
                  <a:lnTo>
                    <a:pt x="76326" y="206286"/>
                  </a:lnTo>
                  <a:lnTo>
                    <a:pt x="1154163" y="206286"/>
                  </a:lnTo>
                  <a:lnTo>
                    <a:pt x="1192326" y="195846"/>
                  </a:lnTo>
                  <a:lnTo>
                    <a:pt x="1220406" y="168122"/>
                  </a:lnTo>
                  <a:lnTo>
                    <a:pt x="1230490" y="129959"/>
                  </a:lnTo>
                  <a:lnTo>
                    <a:pt x="1230466" y="76326"/>
                  </a:lnTo>
                  <a:lnTo>
                    <a:pt x="1220050" y="38519"/>
                  </a:lnTo>
                  <a:lnTo>
                    <a:pt x="1192326" y="10439"/>
                  </a:lnTo>
                  <a:lnTo>
                    <a:pt x="1154163" y="368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604679" y="1615683"/>
              <a:ext cx="797560" cy="180340"/>
            </a:xfrm>
            <a:custGeom>
              <a:avLst/>
              <a:gdLst/>
              <a:ahLst/>
              <a:cxnLst/>
              <a:rect l="l" t="t" r="r" b="b"/>
              <a:pathLst>
                <a:path w="797560" h="180339">
                  <a:moveTo>
                    <a:pt x="401764" y="132118"/>
                  </a:moveTo>
                  <a:lnTo>
                    <a:pt x="401396" y="47523"/>
                  </a:lnTo>
                  <a:lnTo>
                    <a:pt x="401396" y="39243"/>
                  </a:lnTo>
                  <a:lnTo>
                    <a:pt x="399237" y="30962"/>
                  </a:lnTo>
                  <a:lnTo>
                    <a:pt x="395274" y="23761"/>
                  </a:lnTo>
                  <a:lnTo>
                    <a:pt x="390956" y="16560"/>
                  </a:lnTo>
                  <a:lnTo>
                    <a:pt x="384835" y="10439"/>
                  </a:lnTo>
                  <a:lnTo>
                    <a:pt x="377647" y="6477"/>
                  </a:lnTo>
                  <a:lnTo>
                    <a:pt x="370446" y="2159"/>
                  </a:lnTo>
                  <a:lnTo>
                    <a:pt x="362165" y="0"/>
                  </a:lnTo>
                  <a:lnTo>
                    <a:pt x="39243" y="0"/>
                  </a:lnTo>
                  <a:lnTo>
                    <a:pt x="6477" y="23761"/>
                  </a:lnTo>
                  <a:lnTo>
                    <a:pt x="2159" y="30962"/>
                  </a:lnTo>
                  <a:lnTo>
                    <a:pt x="0" y="39243"/>
                  </a:lnTo>
                  <a:lnTo>
                    <a:pt x="0" y="140754"/>
                  </a:lnTo>
                  <a:lnTo>
                    <a:pt x="23761" y="173520"/>
                  </a:lnTo>
                  <a:lnTo>
                    <a:pt x="30962" y="177838"/>
                  </a:lnTo>
                  <a:lnTo>
                    <a:pt x="39243" y="179997"/>
                  </a:lnTo>
                  <a:lnTo>
                    <a:pt x="362521" y="179641"/>
                  </a:lnTo>
                  <a:lnTo>
                    <a:pt x="370801" y="177482"/>
                  </a:lnTo>
                  <a:lnTo>
                    <a:pt x="378002" y="173520"/>
                  </a:lnTo>
                  <a:lnTo>
                    <a:pt x="385203" y="169202"/>
                  </a:lnTo>
                  <a:lnTo>
                    <a:pt x="391325" y="163080"/>
                  </a:lnTo>
                  <a:lnTo>
                    <a:pt x="395274" y="155879"/>
                  </a:lnTo>
                  <a:lnTo>
                    <a:pt x="399605" y="148678"/>
                  </a:lnTo>
                  <a:lnTo>
                    <a:pt x="401662" y="140754"/>
                  </a:lnTo>
                  <a:lnTo>
                    <a:pt x="401764" y="132118"/>
                  </a:lnTo>
                  <a:close/>
                </a:path>
                <a:path w="797560" h="180339">
                  <a:moveTo>
                    <a:pt x="797039" y="132118"/>
                  </a:moveTo>
                  <a:lnTo>
                    <a:pt x="796683" y="47523"/>
                  </a:lnTo>
                  <a:lnTo>
                    <a:pt x="796683" y="39243"/>
                  </a:lnTo>
                  <a:lnTo>
                    <a:pt x="794524" y="30962"/>
                  </a:lnTo>
                  <a:lnTo>
                    <a:pt x="790562" y="23761"/>
                  </a:lnTo>
                  <a:lnTo>
                    <a:pt x="786244" y="16560"/>
                  </a:lnTo>
                  <a:lnTo>
                    <a:pt x="780122" y="10439"/>
                  </a:lnTo>
                  <a:lnTo>
                    <a:pt x="772922" y="6477"/>
                  </a:lnTo>
                  <a:lnTo>
                    <a:pt x="765721" y="2159"/>
                  </a:lnTo>
                  <a:lnTo>
                    <a:pt x="757440" y="0"/>
                  </a:lnTo>
                  <a:lnTo>
                    <a:pt x="484555" y="0"/>
                  </a:lnTo>
                  <a:lnTo>
                    <a:pt x="451802" y="23761"/>
                  </a:lnTo>
                  <a:lnTo>
                    <a:pt x="447484" y="30962"/>
                  </a:lnTo>
                  <a:lnTo>
                    <a:pt x="445325" y="39243"/>
                  </a:lnTo>
                  <a:lnTo>
                    <a:pt x="445325" y="140754"/>
                  </a:lnTo>
                  <a:lnTo>
                    <a:pt x="469087" y="173520"/>
                  </a:lnTo>
                  <a:lnTo>
                    <a:pt x="476275" y="177838"/>
                  </a:lnTo>
                  <a:lnTo>
                    <a:pt x="484555" y="179997"/>
                  </a:lnTo>
                  <a:lnTo>
                    <a:pt x="757796" y="179641"/>
                  </a:lnTo>
                  <a:lnTo>
                    <a:pt x="766076" y="177482"/>
                  </a:lnTo>
                  <a:lnTo>
                    <a:pt x="773277" y="173520"/>
                  </a:lnTo>
                  <a:lnTo>
                    <a:pt x="780478" y="169202"/>
                  </a:lnTo>
                  <a:lnTo>
                    <a:pt x="786599" y="163080"/>
                  </a:lnTo>
                  <a:lnTo>
                    <a:pt x="790562" y="155879"/>
                  </a:lnTo>
                  <a:lnTo>
                    <a:pt x="794880" y="148678"/>
                  </a:lnTo>
                  <a:lnTo>
                    <a:pt x="796937" y="140754"/>
                  </a:lnTo>
                  <a:lnTo>
                    <a:pt x="797039" y="132118"/>
                  </a:lnTo>
                  <a:close/>
                </a:path>
              </a:pathLst>
            </a:custGeom>
            <a:solidFill>
              <a:srgbClr val="1A1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04514" y="2040841"/>
              <a:ext cx="2355850" cy="2066925"/>
            </a:xfrm>
            <a:custGeom>
              <a:avLst/>
              <a:gdLst/>
              <a:ahLst/>
              <a:cxnLst/>
              <a:rect l="l" t="t" r="r" b="b"/>
              <a:pathLst>
                <a:path w="2355850" h="2066925">
                  <a:moveTo>
                    <a:pt x="2324531" y="210235"/>
                  </a:moveTo>
                  <a:lnTo>
                    <a:pt x="2324417" y="31318"/>
                  </a:lnTo>
                  <a:lnTo>
                    <a:pt x="2299690" y="2159"/>
                  </a:lnTo>
                  <a:lnTo>
                    <a:pt x="1558518" y="241"/>
                  </a:lnTo>
                  <a:lnTo>
                    <a:pt x="1388160" y="0"/>
                  </a:lnTo>
                  <a:lnTo>
                    <a:pt x="1387386" y="215"/>
                  </a:lnTo>
                  <a:lnTo>
                    <a:pt x="1092225" y="177"/>
                  </a:lnTo>
                  <a:lnTo>
                    <a:pt x="951128" y="0"/>
                  </a:lnTo>
                  <a:lnTo>
                    <a:pt x="950607" y="152"/>
                  </a:lnTo>
                  <a:lnTo>
                    <a:pt x="32042" y="0"/>
                  </a:lnTo>
                  <a:lnTo>
                    <a:pt x="2527" y="24841"/>
                  </a:lnTo>
                  <a:lnTo>
                    <a:pt x="723" y="31318"/>
                  </a:lnTo>
                  <a:lnTo>
                    <a:pt x="723" y="38163"/>
                  </a:lnTo>
                  <a:lnTo>
                    <a:pt x="482" y="149034"/>
                  </a:lnTo>
                  <a:lnTo>
                    <a:pt x="368" y="203403"/>
                  </a:lnTo>
                  <a:lnTo>
                    <a:pt x="368" y="210235"/>
                  </a:lnTo>
                  <a:lnTo>
                    <a:pt x="368" y="264960"/>
                  </a:lnTo>
                  <a:lnTo>
                    <a:pt x="1090091" y="264960"/>
                  </a:lnTo>
                  <a:lnTo>
                    <a:pt x="1090091" y="241566"/>
                  </a:lnTo>
                  <a:lnTo>
                    <a:pt x="2293201" y="241566"/>
                  </a:lnTo>
                  <a:lnTo>
                    <a:pt x="2322728" y="216725"/>
                  </a:lnTo>
                  <a:lnTo>
                    <a:pt x="2324531" y="210235"/>
                  </a:lnTo>
                  <a:close/>
                </a:path>
                <a:path w="2355850" h="2066925">
                  <a:moveTo>
                    <a:pt x="2355481" y="1990445"/>
                  </a:moveTo>
                  <a:lnTo>
                    <a:pt x="2355456" y="1598041"/>
                  </a:lnTo>
                  <a:lnTo>
                    <a:pt x="2345042" y="1560245"/>
                  </a:lnTo>
                  <a:lnTo>
                    <a:pt x="2317331" y="1532166"/>
                  </a:lnTo>
                  <a:lnTo>
                    <a:pt x="2279167" y="1522082"/>
                  </a:lnTo>
                  <a:lnTo>
                    <a:pt x="76682" y="1521726"/>
                  </a:lnTo>
                  <a:lnTo>
                    <a:pt x="66713" y="1522399"/>
                  </a:lnTo>
                  <a:lnTo>
                    <a:pt x="30238" y="1537614"/>
                  </a:lnTo>
                  <a:lnTo>
                    <a:pt x="6121" y="1568831"/>
                  </a:lnTo>
                  <a:lnTo>
                    <a:pt x="0" y="1990445"/>
                  </a:lnTo>
                  <a:lnTo>
                    <a:pt x="660" y="2000402"/>
                  </a:lnTo>
                  <a:lnTo>
                    <a:pt x="15887" y="2036889"/>
                  </a:lnTo>
                  <a:lnTo>
                    <a:pt x="47104" y="2060994"/>
                  </a:lnTo>
                  <a:lnTo>
                    <a:pt x="76327" y="2066759"/>
                  </a:lnTo>
                  <a:lnTo>
                    <a:pt x="2279167" y="2066759"/>
                  </a:lnTo>
                  <a:lnTo>
                    <a:pt x="2317331" y="2056320"/>
                  </a:lnTo>
                  <a:lnTo>
                    <a:pt x="2345410" y="2028596"/>
                  </a:lnTo>
                  <a:lnTo>
                    <a:pt x="2355481" y="1990445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415677" y="3562923"/>
              <a:ext cx="635" cy="544830"/>
            </a:xfrm>
            <a:custGeom>
              <a:avLst/>
              <a:gdLst/>
              <a:ahLst/>
              <a:cxnLst/>
              <a:rect l="l" t="t" r="r" b="b"/>
              <a:pathLst>
                <a:path w="635" h="544829">
                  <a:moveTo>
                    <a:pt x="0" y="0"/>
                  </a:moveTo>
                  <a:lnTo>
                    <a:pt x="368" y="544677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222696" y="1293761"/>
            <a:ext cx="2720340" cy="27552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63525">
              <a:lnSpc>
                <a:spcPct val="100000"/>
              </a:lnSpc>
              <a:spcBef>
                <a:spcPts val="420"/>
              </a:spcBef>
              <a:tabLst>
                <a:tab pos="615315" algn="l"/>
              </a:tabLst>
            </a:pPr>
            <a:r>
              <a:rPr dirty="0" baseline="-6944" sz="1200" spc="-247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baseline="-6944" sz="1200" spc="-4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baseline="-6944" sz="1200" spc="-75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r>
              <a:rPr dirty="0" baseline="-6944" sz="12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900">
                <a:solidFill>
                  <a:srgbClr val="FF6A5A"/>
                </a:solidFill>
                <a:latin typeface="Segoe UI Symbol"/>
                <a:cs typeface="Segoe UI Symbol"/>
              </a:rPr>
              <a:t>✦</a:t>
            </a:r>
            <a:r>
              <a:rPr dirty="0" sz="900" spc="90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INTEGRATED</a:t>
            </a:r>
            <a:r>
              <a:rPr dirty="0" sz="800" spc="19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TERMINAL</a:t>
            </a:r>
            <a:endParaRPr sz="800">
              <a:latin typeface="Calibri"/>
              <a:cs typeface="Calibri"/>
            </a:endParaRPr>
          </a:p>
          <a:p>
            <a:pPr marL="118745">
              <a:lnSpc>
                <a:spcPct val="100000"/>
              </a:lnSpc>
              <a:spcBef>
                <a:spcPts val="545"/>
              </a:spcBef>
            </a:pPr>
            <a:r>
              <a:rPr dirty="0" baseline="-11111" sz="2250" spc="127">
                <a:solidFill>
                  <a:srgbClr val="FF6A5A"/>
                </a:solidFill>
                <a:latin typeface="Segoe UI Symbol"/>
                <a:cs typeface="Segoe UI Symbol"/>
              </a:rPr>
              <a:t>⌨</a:t>
            </a:r>
            <a:r>
              <a:rPr dirty="0" sz="800" spc="85">
                <a:solidFill>
                  <a:srgbClr val="FAF7F0"/>
                </a:solidFill>
                <a:latin typeface="Courier New"/>
                <a:cs typeface="Courier New"/>
              </a:rPr>
              <a:t>Ctrl+`</a:t>
            </a:r>
            <a:r>
              <a:rPr dirty="0" sz="800" spc="75">
                <a:solidFill>
                  <a:srgbClr val="FAF7F0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FAF7F0"/>
                </a:solidFill>
                <a:latin typeface="Courier New"/>
                <a:cs typeface="Courier New"/>
              </a:rPr>
              <a:t>Cmd+`</a:t>
            </a:r>
            <a:endParaRPr sz="800">
              <a:latin typeface="Courier New"/>
              <a:cs typeface="Courier New"/>
            </a:endParaRPr>
          </a:p>
          <a:p>
            <a:pPr marL="176530">
              <a:lnSpc>
                <a:spcPct val="100000"/>
              </a:lnSpc>
              <a:spcBef>
                <a:spcPts val="610"/>
              </a:spcBef>
            </a:pPr>
            <a:r>
              <a:rPr dirty="0" baseline="-6172" sz="1350" spc="89">
                <a:solidFill>
                  <a:srgbClr val="FF6A5A"/>
                </a:solidFill>
                <a:latin typeface="Segoe UI Symbol"/>
                <a:cs typeface="Segoe UI Symbol"/>
              </a:rPr>
              <a:t>☞</a:t>
            </a:r>
            <a:r>
              <a:rPr dirty="0" baseline="-6172" sz="1350" spc="6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HOW-</a:t>
            </a:r>
            <a:r>
              <a:rPr dirty="0" sz="800" spc="-25" b="1">
                <a:solidFill>
                  <a:srgbClr val="FF6A5A"/>
                </a:solidFill>
                <a:latin typeface="Calibri"/>
                <a:cs typeface="Calibri"/>
              </a:rPr>
              <a:t>TO</a:t>
            </a:r>
            <a:endParaRPr sz="800">
              <a:latin typeface="Calibri"/>
              <a:cs typeface="Calibri"/>
            </a:endParaRPr>
          </a:p>
          <a:p>
            <a:pPr marL="181610">
              <a:lnSpc>
                <a:spcPct val="100000"/>
              </a:lnSpc>
              <a:spcBef>
                <a:spcPts val="33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Open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terminal panel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Ctrl+`</a:t>
            </a:r>
            <a:r>
              <a:rPr dirty="0" sz="800" spc="-30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/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Cmd+`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)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→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type</a:t>
            </a:r>
            <a:endParaRPr sz="800">
              <a:latin typeface="Calibri"/>
              <a:cs typeface="Calibri"/>
            </a:endParaRPr>
          </a:p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python</a:t>
            </a:r>
            <a:r>
              <a:rPr dirty="0" sz="800" spc="-3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293183"/>
                </a:solidFill>
                <a:latin typeface="Courier New"/>
                <a:cs typeface="Courier New"/>
              </a:rPr>
              <a:t>filename.py</a:t>
            </a:r>
            <a:r>
              <a:rPr dirty="0" sz="800" spc="-29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hit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Enter.</a:t>
            </a:r>
            <a:endParaRPr sz="800">
              <a:latin typeface="Calibri"/>
              <a:cs typeface="Calibri"/>
            </a:endParaRPr>
          </a:p>
          <a:p>
            <a:pPr marL="300355" indent="-122555">
              <a:lnSpc>
                <a:spcPct val="100000"/>
              </a:lnSpc>
              <a:spcBef>
                <a:spcPts val="675"/>
              </a:spcBef>
              <a:buSzPct val="112500"/>
              <a:buFont typeface="Segoe UI Symbol"/>
              <a:buChar char="◉"/>
              <a:tabLst>
                <a:tab pos="300355" algn="l"/>
              </a:tabLst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WHAT</a:t>
            </a:r>
            <a:r>
              <a:rPr dirty="0" sz="800" spc="33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HAPPENS</a:t>
            </a:r>
            <a:endParaRPr sz="800">
              <a:latin typeface="Calibri"/>
              <a:cs typeface="Calibri"/>
            </a:endParaRPr>
          </a:p>
          <a:p>
            <a:pPr marL="181610" marR="196850">
              <a:lnSpc>
                <a:spcPct val="109800"/>
              </a:lnSpc>
              <a:spcBef>
                <a:spcPts val="26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Same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running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separate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terminal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window,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but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stays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inside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venv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auto-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activated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if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VS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detected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800">
              <a:latin typeface="Calibri"/>
              <a:cs typeface="Calibri"/>
            </a:endParaRPr>
          </a:p>
          <a:p>
            <a:pPr marL="283210">
              <a:lnSpc>
                <a:spcPct val="100000"/>
              </a:lnSpc>
            </a:pPr>
            <a:r>
              <a:rPr dirty="0" baseline="-12345" sz="1350" spc="112">
                <a:solidFill>
                  <a:srgbClr val="293183"/>
                </a:solidFill>
                <a:latin typeface="Segoe UI Symbol"/>
                <a:cs typeface="Segoe UI Symbol"/>
              </a:rPr>
              <a:t>★</a:t>
            </a:r>
            <a:r>
              <a:rPr dirty="0" baseline="-12345" sz="1350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700" spc="55" b="1">
                <a:solidFill>
                  <a:srgbClr val="293183"/>
                </a:solidFill>
                <a:latin typeface="Calibri"/>
                <a:cs typeface="Calibri"/>
              </a:rPr>
              <a:t>BEST</a:t>
            </a:r>
            <a:r>
              <a:rPr dirty="0" sz="700" spc="1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5" b="1">
                <a:solidFill>
                  <a:srgbClr val="293183"/>
                </a:solidFill>
                <a:latin typeface="Calibri"/>
                <a:cs typeface="Calibri"/>
              </a:rPr>
              <a:t>FOR</a:t>
            </a:r>
            <a:endParaRPr sz="700">
              <a:latin typeface="Calibri"/>
              <a:cs typeface="Calibri"/>
            </a:endParaRPr>
          </a:p>
          <a:p>
            <a:pPr marL="288925" marR="284480">
              <a:lnSpc>
                <a:spcPct val="109800"/>
              </a:lnSpc>
              <a:spcBef>
                <a:spcPts val="25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When you need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pass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command-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line arguments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pipe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input.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35034" y="1103941"/>
            <a:ext cx="2712720" cy="3168015"/>
            <a:chOff x="6035034" y="1103941"/>
            <a:chExt cx="2712720" cy="3168015"/>
          </a:xfrm>
        </p:grpSpPr>
        <p:sp>
          <p:nvSpPr>
            <p:cNvPr id="31" name="object 31"/>
            <p:cNvSpPr/>
            <p:nvPr/>
          </p:nvSpPr>
          <p:spPr>
            <a:xfrm>
              <a:off x="6038278" y="1117805"/>
              <a:ext cx="2705100" cy="3139440"/>
            </a:xfrm>
            <a:custGeom>
              <a:avLst/>
              <a:gdLst/>
              <a:ahLst/>
              <a:cxnLst/>
              <a:rect l="l" t="t" r="r" b="b"/>
              <a:pathLst>
                <a:path w="2705100" h="3139440">
                  <a:moveTo>
                    <a:pt x="2571483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0" y="51960"/>
                  </a:lnTo>
                  <a:lnTo>
                    <a:pt x="4545" y="98678"/>
                  </a:lnTo>
                  <a:lnTo>
                    <a:pt x="0" y="133197"/>
                  </a:lnTo>
                  <a:lnTo>
                    <a:pt x="0" y="3006001"/>
                  </a:lnTo>
                  <a:lnTo>
                    <a:pt x="9953" y="3056614"/>
                  </a:lnTo>
                  <a:lnTo>
                    <a:pt x="38881" y="3100135"/>
                  </a:lnTo>
                  <a:lnTo>
                    <a:pt x="82223" y="3129024"/>
                  </a:lnTo>
                  <a:lnTo>
                    <a:pt x="133197" y="3139198"/>
                  </a:lnTo>
                  <a:lnTo>
                    <a:pt x="2571838" y="3138843"/>
                  </a:lnTo>
                  <a:lnTo>
                    <a:pt x="2622670" y="3128818"/>
                  </a:lnTo>
                  <a:lnTo>
                    <a:pt x="2665982" y="3099955"/>
                  </a:lnTo>
                  <a:lnTo>
                    <a:pt x="2694761" y="3056825"/>
                  </a:lnTo>
                  <a:lnTo>
                    <a:pt x="2700419" y="3040376"/>
                  </a:lnTo>
                  <a:lnTo>
                    <a:pt x="2700496" y="3040151"/>
                  </a:lnTo>
                  <a:lnTo>
                    <a:pt x="2703834" y="3023390"/>
                  </a:lnTo>
                  <a:lnTo>
                    <a:pt x="2703896" y="3023079"/>
                  </a:lnTo>
                  <a:lnTo>
                    <a:pt x="2705012" y="3006001"/>
                  </a:lnTo>
                  <a:lnTo>
                    <a:pt x="2704680" y="133197"/>
                  </a:lnTo>
                  <a:lnTo>
                    <a:pt x="2694656" y="82371"/>
                  </a:lnTo>
                  <a:lnTo>
                    <a:pt x="2665804" y="39054"/>
                  </a:lnTo>
                  <a:lnTo>
                    <a:pt x="2622462" y="10174"/>
                  </a:lnTo>
                  <a:lnTo>
                    <a:pt x="2588924" y="1142"/>
                  </a:lnTo>
                  <a:lnTo>
                    <a:pt x="2571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038634" y="1118160"/>
              <a:ext cx="2705100" cy="3139440"/>
            </a:xfrm>
            <a:custGeom>
              <a:avLst/>
              <a:gdLst/>
              <a:ahLst/>
              <a:cxnLst/>
              <a:rect l="l" t="t" r="r" b="b"/>
              <a:pathLst>
                <a:path w="2705100" h="3139440">
                  <a:moveTo>
                    <a:pt x="0" y="3606"/>
                  </a:moveTo>
                  <a:lnTo>
                    <a:pt x="2705049" y="3962"/>
                  </a:lnTo>
                </a:path>
                <a:path w="2705100" h="3139440">
                  <a:moveTo>
                    <a:pt x="2701442" y="0"/>
                  </a:moveTo>
                  <a:lnTo>
                    <a:pt x="2701810" y="3139198"/>
                  </a:lnTo>
                </a:path>
                <a:path w="2705100" h="3139440">
                  <a:moveTo>
                    <a:pt x="0" y="3135604"/>
                  </a:moveTo>
                  <a:lnTo>
                    <a:pt x="2705049" y="3135960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053036" y="1118160"/>
              <a:ext cx="635" cy="3139440"/>
            </a:xfrm>
            <a:custGeom>
              <a:avLst/>
              <a:gdLst/>
              <a:ahLst/>
              <a:cxnLst/>
              <a:rect l="l" t="t" r="r" b="b"/>
              <a:pathLst>
                <a:path w="635" h="3139440">
                  <a:moveTo>
                    <a:pt x="0" y="0"/>
                  </a:moveTo>
                  <a:lnTo>
                    <a:pt x="368" y="3139198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23685" y="1281965"/>
              <a:ext cx="272415" cy="272415"/>
            </a:xfrm>
            <a:custGeom>
              <a:avLst/>
              <a:gdLst/>
              <a:ahLst/>
              <a:cxnLst/>
              <a:rect l="l" t="t" r="r" b="b"/>
              <a:pathLst>
                <a:path w="272414" h="272415">
                  <a:moveTo>
                    <a:pt x="95758" y="0"/>
                  </a:moveTo>
                  <a:lnTo>
                    <a:pt x="47879" y="12953"/>
                  </a:lnTo>
                  <a:lnTo>
                    <a:pt x="12954" y="47878"/>
                  </a:lnTo>
                  <a:lnTo>
                    <a:pt x="355" y="95402"/>
                  </a:lnTo>
                  <a:lnTo>
                    <a:pt x="0" y="176390"/>
                  </a:lnTo>
                  <a:lnTo>
                    <a:pt x="848" y="188777"/>
                  </a:lnTo>
                  <a:lnTo>
                    <a:pt x="859" y="188938"/>
                  </a:lnTo>
                  <a:lnTo>
                    <a:pt x="3333" y="200961"/>
                  </a:lnTo>
                  <a:lnTo>
                    <a:pt x="3371" y="201145"/>
                  </a:lnTo>
                  <a:lnTo>
                    <a:pt x="7365" y="212741"/>
                  </a:lnTo>
                  <a:lnTo>
                    <a:pt x="7436" y="212948"/>
                  </a:lnTo>
                  <a:lnTo>
                    <a:pt x="12954" y="224282"/>
                  </a:lnTo>
                  <a:lnTo>
                    <a:pt x="19720" y="234432"/>
                  </a:lnTo>
                  <a:lnTo>
                    <a:pt x="19827" y="234593"/>
                  </a:lnTo>
                  <a:lnTo>
                    <a:pt x="59044" y="264656"/>
                  </a:lnTo>
                  <a:lnTo>
                    <a:pt x="95389" y="271792"/>
                  </a:lnTo>
                  <a:lnTo>
                    <a:pt x="176390" y="271792"/>
                  </a:lnTo>
                  <a:lnTo>
                    <a:pt x="188127" y="270988"/>
                  </a:lnTo>
                  <a:lnTo>
                    <a:pt x="188668" y="270988"/>
                  </a:lnTo>
                  <a:lnTo>
                    <a:pt x="234587" y="251963"/>
                  </a:lnTo>
                  <a:lnTo>
                    <a:pt x="264554" y="212948"/>
                  </a:lnTo>
                  <a:lnTo>
                    <a:pt x="264656" y="212741"/>
                  </a:lnTo>
                  <a:lnTo>
                    <a:pt x="271792" y="176390"/>
                  </a:lnTo>
                  <a:lnTo>
                    <a:pt x="271768" y="95402"/>
                  </a:lnTo>
                  <a:lnTo>
                    <a:pt x="258838" y="47878"/>
                  </a:lnTo>
                  <a:lnTo>
                    <a:pt x="223913" y="12953"/>
                  </a:lnTo>
                  <a:lnTo>
                    <a:pt x="176390" y="355"/>
                  </a:lnTo>
                  <a:lnTo>
                    <a:pt x="95758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581165" y="1314718"/>
              <a:ext cx="757555" cy="206375"/>
            </a:xfrm>
            <a:custGeom>
              <a:avLst/>
              <a:gdLst/>
              <a:ahLst/>
              <a:cxnLst/>
              <a:rect l="l" t="t" r="r" b="b"/>
              <a:pathLst>
                <a:path w="757554" h="206375">
                  <a:moveTo>
                    <a:pt x="76669" y="0"/>
                  </a:moveTo>
                  <a:lnTo>
                    <a:pt x="38519" y="10439"/>
                  </a:lnTo>
                  <a:lnTo>
                    <a:pt x="10439" y="38163"/>
                  </a:lnTo>
                  <a:lnTo>
                    <a:pt x="355" y="76326"/>
                  </a:lnTo>
                  <a:lnTo>
                    <a:pt x="0" y="129959"/>
                  </a:lnTo>
                  <a:lnTo>
                    <a:pt x="658" y="139922"/>
                  </a:lnTo>
                  <a:lnTo>
                    <a:pt x="668" y="140072"/>
                  </a:lnTo>
                  <a:lnTo>
                    <a:pt x="2625" y="149717"/>
                  </a:lnTo>
                  <a:lnTo>
                    <a:pt x="2652" y="149850"/>
                  </a:lnTo>
                  <a:lnTo>
                    <a:pt x="5920" y="159223"/>
                  </a:lnTo>
                  <a:lnTo>
                    <a:pt x="29872" y="190546"/>
                  </a:lnTo>
                  <a:lnTo>
                    <a:pt x="66350" y="205621"/>
                  </a:lnTo>
                  <a:lnTo>
                    <a:pt x="76314" y="206286"/>
                  </a:lnTo>
                  <a:lnTo>
                    <a:pt x="680758" y="206286"/>
                  </a:lnTo>
                  <a:lnTo>
                    <a:pt x="718908" y="195846"/>
                  </a:lnTo>
                  <a:lnTo>
                    <a:pt x="746988" y="168122"/>
                  </a:lnTo>
                  <a:lnTo>
                    <a:pt x="757072" y="129959"/>
                  </a:lnTo>
                  <a:lnTo>
                    <a:pt x="757048" y="76326"/>
                  </a:lnTo>
                  <a:lnTo>
                    <a:pt x="746632" y="38519"/>
                  </a:lnTo>
                  <a:lnTo>
                    <a:pt x="718908" y="10439"/>
                  </a:lnTo>
                  <a:lnTo>
                    <a:pt x="680758" y="368"/>
                  </a:lnTo>
                  <a:lnTo>
                    <a:pt x="76669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4561" y="1615683"/>
              <a:ext cx="200520" cy="17999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4041" y="2174762"/>
              <a:ext cx="169202" cy="10764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223686" y="2202486"/>
              <a:ext cx="2355850" cy="1905635"/>
            </a:xfrm>
            <a:custGeom>
              <a:avLst/>
              <a:gdLst/>
              <a:ahLst/>
              <a:cxnLst/>
              <a:rect l="l" t="t" r="r" b="b"/>
              <a:pathLst>
                <a:path w="2355850" h="1905635">
                  <a:moveTo>
                    <a:pt x="474472" y="0"/>
                  </a:moveTo>
                  <a:lnTo>
                    <a:pt x="352425" y="0"/>
                  </a:lnTo>
                  <a:lnTo>
                    <a:pt x="352425" y="101879"/>
                  </a:lnTo>
                  <a:lnTo>
                    <a:pt x="474472" y="101879"/>
                  </a:lnTo>
                  <a:lnTo>
                    <a:pt x="474472" y="0"/>
                  </a:lnTo>
                  <a:close/>
                </a:path>
                <a:path w="2355850" h="1905635">
                  <a:moveTo>
                    <a:pt x="2355469" y="1828800"/>
                  </a:moveTo>
                  <a:lnTo>
                    <a:pt x="2355443" y="1436395"/>
                  </a:lnTo>
                  <a:lnTo>
                    <a:pt x="2345029" y="1398600"/>
                  </a:lnTo>
                  <a:lnTo>
                    <a:pt x="2317318" y="1370520"/>
                  </a:lnTo>
                  <a:lnTo>
                    <a:pt x="2279154" y="1360436"/>
                  </a:lnTo>
                  <a:lnTo>
                    <a:pt x="76669" y="1360081"/>
                  </a:lnTo>
                  <a:lnTo>
                    <a:pt x="66713" y="1360754"/>
                  </a:lnTo>
                  <a:lnTo>
                    <a:pt x="30226" y="1375968"/>
                  </a:lnTo>
                  <a:lnTo>
                    <a:pt x="6121" y="1407185"/>
                  </a:lnTo>
                  <a:lnTo>
                    <a:pt x="0" y="1828800"/>
                  </a:lnTo>
                  <a:lnTo>
                    <a:pt x="660" y="1838756"/>
                  </a:lnTo>
                  <a:lnTo>
                    <a:pt x="15875" y="1875243"/>
                  </a:lnTo>
                  <a:lnTo>
                    <a:pt x="47091" y="1899348"/>
                  </a:lnTo>
                  <a:lnTo>
                    <a:pt x="76314" y="1905114"/>
                  </a:lnTo>
                  <a:lnTo>
                    <a:pt x="2279154" y="1905114"/>
                  </a:lnTo>
                  <a:lnTo>
                    <a:pt x="2317318" y="1894674"/>
                  </a:lnTo>
                  <a:lnTo>
                    <a:pt x="2345398" y="1866950"/>
                  </a:lnTo>
                  <a:lnTo>
                    <a:pt x="2355469" y="182880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235204" y="3562923"/>
              <a:ext cx="635" cy="544830"/>
            </a:xfrm>
            <a:custGeom>
              <a:avLst/>
              <a:gdLst/>
              <a:ahLst/>
              <a:cxnLst/>
              <a:rect l="l" t="t" r="r" b="b"/>
              <a:pathLst>
                <a:path w="635" h="544829">
                  <a:moveTo>
                    <a:pt x="0" y="0"/>
                  </a:moveTo>
                  <a:lnTo>
                    <a:pt x="355" y="544677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042223" y="1293761"/>
            <a:ext cx="2719705" cy="27552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62890">
              <a:lnSpc>
                <a:spcPct val="100000"/>
              </a:lnSpc>
              <a:spcBef>
                <a:spcPts val="420"/>
              </a:spcBef>
              <a:tabLst>
                <a:tab pos="615315" algn="l"/>
              </a:tabLst>
            </a:pPr>
            <a:r>
              <a:rPr dirty="0" baseline="-6944" sz="1200" spc="-247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baseline="-6944" sz="1200" spc="-4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baseline="-6944" sz="1200" spc="-75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r>
              <a:rPr dirty="0" baseline="-6944" sz="12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90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r>
              <a:rPr dirty="0" sz="900" spc="10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800" spc="-165">
                <a:solidFill>
                  <a:srgbClr val="293183"/>
                </a:solidFill>
                <a:latin typeface="Arial Black"/>
                <a:cs typeface="Arial Black"/>
              </a:rPr>
              <a:t>D</a:t>
            </a:r>
            <a:r>
              <a:rPr dirty="0" sz="800" spc="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293183"/>
                </a:solidFill>
                <a:latin typeface="Arial Black"/>
                <a:cs typeface="Arial Black"/>
              </a:rPr>
              <a:t>E</a:t>
            </a:r>
            <a:r>
              <a:rPr dirty="0" sz="800" spc="-7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65">
                <a:solidFill>
                  <a:srgbClr val="293183"/>
                </a:solidFill>
                <a:latin typeface="Arial Black"/>
                <a:cs typeface="Arial Black"/>
              </a:rPr>
              <a:t>B</a:t>
            </a:r>
            <a:r>
              <a:rPr dirty="0" sz="800" spc="-5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200">
                <a:solidFill>
                  <a:srgbClr val="293183"/>
                </a:solidFill>
                <a:latin typeface="Arial Black"/>
                <a:cs typeface="Arial Black"/>
              </a:rPr>
              <a:t>U</a:t>
            </a:r>
            <a:r>
              <a:rPr dirty="0" sz="800" spc="-1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293183"/>
                </a:solidFill>
                <a:latin typeface="Arial Black"/>
                <a:cs typeface="Arial Black"/>
              </a:rPr>
              <a:t>G</a:t>
            </a:r>
            <a:r>
              <a:rPr dirty="0" sz="800" spc="30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05">
                <a:solidFill>
                  <a:srgbClr val="293183"/>
                </a:solidFill>
                <a:latin typeface="Arial Black"/>
                <a:cs typeface="Arial Black"/>
              </a:rPr>
              <a:t>(</a:t>
            </a:r>
            <a:r>
              <a:rPr dirty="0" sz="800" spc="-4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45">
                <a:solidFill>
                  <a:srgbClr val="293183"/>
                </a:solidFill>
                <a:latin typeface="Arial Black"/>
                <a:cs typeface="Arial Black"/>
              </a:rPr>
              <a:t>F</a:t>
            </a:r>
            <a:r>
              <a:rPr dirty="0" sz="800" spc="-40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293183"/>
                </a:solidFill>
                <a:latin typeface="Arial Black"/>
                <a:cs typeface="Arial Black"/>
              </a:rPr>
              <a:t>5</a:t>
            </a:r>
            <a:r>
              <a:rPr dirty="0" sz="800" spc="5">
                <a:solidFill>
                  <a:srgbClr val="293183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293183"/>
                </a:solidFill>
                <a:latin typeface="Arial Black"/>
                <a:cs typeface="Arial Black"/>
              </a:rPr>
              <a:t>)</a:t>
            </a:r>
            <a:endParaRPr sz="800">
              <a:latin typeface="Arial Black"/>
              <a:cs typeface="Arial Black"/>
            </a:endParaRPr>
          </a:p>
          <a:p>
            <a:pPr marL="177800">
              <a:lnSpc>
                <a:spcPct val="100000"/>
              </a:lnSpc>
              <a:spcBef>
                <a:spcPts val="545"/>
              </a:spcBef>
            </a:pPr>
            <a:r>
              <a:rPr dirty="0" baseline="-11111" sz="2250" spc="89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r>
              <a:rPr dirty="0" baseline="-11111" sz="2250" spc="300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800" spc="-35">
                <a:solidFill>
                  <a:srgbClr val="FAF7F0"/>
                </a:solidFill>
                <a:latin typeface="Trebuchet MS"/>
                <a:cs typeface="Trebuchet MS"/>
              </a:rPr>
              <a:t>F</a:t>
            </a:r>
            <a:r>
              <a:rPr dirty="0" sz="800" spc="-15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AF7F0"/>
                </a:solidFill>
                <a:latin typeface="Trebuchet MS"/>
                <a:cs typeface="Trebuchet MS"/>
              </a:rPr>
              <a:t>5</a:t>
            </a:r>
            <a:endParaRPr sz="800">
              <a:latin typeface="Trebuchet MS"/>
              <a:cs typeface="Trebuchet MS"/>
            </a:endParaRPr>
          </a:p>
          <a:p>
            <a:pPr marL="175895">
              <a:lnSpc>
                <a:spcPct val="100000"/>
              </a:lnSpc>
              <a:spcBef>
                <a:spcPts val="610"/>
              </a:spcBef>
            </a:pPr>
            <a:r>
              <a:rPr dirty="0" baseline="-6172" sz="1350" spc="89">
                <a:solidFill>
                  <a:srgbClr val="FF6A5A"/>
                </a:solidFill>
                <a:latin typeface="Segoe UI Symbol"/>
                <a:cs typeface="Segoe UI Symbol"/>
              </a:rPr>
              <a:t>☞</a:t>
            </a:r>
            <a:r>
              <a:rPr dirty="0" baseline="-6172" sz="1350" spc="67">
                <a:solidFill>
                  <a:srgbClr val="FF6A5A"/>
                </a:solidFill>
                <a:latin typeface="Segoe UI Symbol"/>
                <a:cs typeface="Segoe UI Symbol"/>
              </a:rPr>
              <a:t> 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HOW-</a:t>
            </a:r>
            <a:r>
              <a:rPr dirty="0" sz="800" spc="-25" b="1">
                <a:solidFill>
                  <a:srgbClr val="FF6A5A"/>
                </a:solidFill>
                <a:latin typeface="Calibri"/>
                <a:cs typeface="Calibri"/>
              </a:rPr>
              <a:t>TO</a:t>
            </a:r>
            <a:endParaRPr sz="800">
              <a:latin typeface="Calibri"/>
              <a:cs typeface="Calibri"/>
            </a:endParaRPr>
          </a:p>
          <a:p>
            <a:pPr marL="181610">
              <a:lnSpc>
                <a:spcPct val="100000"/>
              </a:lnSpc>
              <a:spcBef>
                <a:spcPts val="33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Click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left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number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red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breakpoint</a:t>
            </a:r>
            <a:endParaRPr sz="800">
              <a:latin typeface="Calibri"/>
              <a:cs typeface="Calibri"/>
            </a:endParaRPr>
          </a:p>
          <a:p>
            <a:pPr marL="181610">
              <a:lnSpc>
                <a:spcPct val="100000"/>
              </a:lnSpc>
              <a:spcBef>
                <a:spcPts val="95"/>
              </a:spcBef>
            </a:pPr>
            <a:r>
              <a:rPr dirty="0" sz="800" spc="320">
                <a:solidFill>
                  <a:srgbClr val="494E69"/>
                </a:solidFill>
                <a:latin typeface="Calibri"/>
                <a:cs typeface="Calibri"/>
              </a:rPr>
              <a:t>*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press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Trebuchet MS"/>
                <a:cs typeface="Trebuchet MS"/>
              </a:rPr>
              <a:t>F5</a:t>
            </a:r>
            <a:r>
              <a:rPr dirty="0" sz="800" spc="5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(or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Run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→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Start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Debugging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menu).</a:t>
            </a:r>
            <a:endParaRPr sz="800">
              <a:latin typeface="Calibri"/>
              <a:cs typeface="Calibri"/>
            </a:endParaRPr>
          </a:p>
          <a:p>
            <a:pPr marL="299720" indent="-122555">
              <a:lnSpc>
                <a:spcPct val="100000"/>
              </a:lnSpc>
              <a:spcBef>
                <a:spcPts val="675"/>
              </a:spcBef>
              <a:buSzPct val="112500"/>
              <a:buFont typeface="Segoe UI Symbol"/>
              <a:buChar char="◉"/>
              <a:tabLst>
                <a:tab pos="299720" algn="l"/>
              </a:tabLst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WHAT</a:t>
            </a:r>
            <a:r>
              <a:rPr dirty="0" sz="800" spc="33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HAPPENS</a:t>
            </a:r>
            <a:endParaRPr sz="800">
              <a:latin typeface="Calibri"/>
              <a:cs typeface="Calibri"/>
            </a:endParaRPr>
          </a:p>
          <a:p>
            <a:pPr marL="181610" marR="221615">
              <a:lnSpc>
                <a:spcPct val="109800"/>
              </a:lnSpc>
              <a:spcBef>
                <a:spcPts val="26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runs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PAUSES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your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breakpoint. </a:t>
            </a:r>
            <a:r>
              <a:rPr dirty="0" sz="800" spc="-35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can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inspect variables,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step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line-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by-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see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call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stack.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800">
              <a:latin typeface="Calibri"/>
              <a:cs typeface="Calibri"/>
            </a:endParaRPr>
          </a:p>
          <a:p>
            <a:pPr marL="283210">
              <a:lnSpc>
                <a:spcPct val="100000"/>
              </a:lnSpc>
              <a:spcBef>
                <a:spcPts val="5"/>
              </a:spcBef>
            </a:pPr>
            <a:r>
              <a:rPr dirty="0" baseline="-12345" sz="1350" spc="112">
                <a:solidFill>
                  <a:srgbClr val="293183"/>
                </a:solidFill>
                <a:latin typeface="Segoe UI Symbol"/>
                <a:cs typeface="Segoe UI Symbol"/>
              </a:rPr>
              <a:t>★</a:t>
            </a:r>
            <a:r>
              <a:rPr dirty="0" baseline="-12345" sz="1350">
                <a:solidFill>
                  <a:srgbClr val="293183"/>
                </a:solidFill>
                <a:latin typeface="Segoe UI Symbol"/>
                <a:cs typeface="Segoe UI Symbol"/>
              </a:rPr>
              <a:t> </a:t>
            </a:r>
            <a:r>
              <a:rPr dirty="0" sz="700" spc="55" b="1">
                <a:solidFill>
                  <a:srgbClr val="293183"/>
                </a:solidFill>
                <a:latin typeface="Calibri"/>
                <a:cs typeface="Calibri"/>
              </a:rPr>
              <a:t>BEST</a:t>
            </a:r>
            <a:r>
              <a:rPr dirty="0" sz="700" spc="1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5" b="1">
                <a:solidFill>
                  <a:srgbClr val="293183"/>
                </a:solidFill>
                <a:latin typeface="Calibri"/>
                <a:cs typeface="Calibri"/>
              </a:rPr>
              <a:t>FOR</a:t>
            </a:r>
            <a:endParaRPr sz="700">
              <a:latin typeface="Calibri"/>
              <a:cs typeface="Calibri"/>
            </a:endParaRPr>
          </a:p>
          <a:p>
            <a:pPr marL="288925" marR="403225">
              <a:lnSpc>
                <a:spcPct val="109800"/>
              </a:lnSpc>
              <a:spcBef>
                <a:spcPts val="250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When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function returns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wrong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thing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don't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know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why.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Worth learning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now.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99237" y="4329114"/>
            <a:ext cx="8344534" cy="400050"/>
            <a:chOff x="399237" y="4329114"/>
            <a:chExt cx="8344534" cy="400050"/>
          </a:xfrm>
        </p:grpSpPr>
        <p:sp>
          <p:nvSpPr>
            <p:cNvPr id="42" name="object 42"/>
            <p:cNvSpPr/>
            <p:nvPr/>
          </p:nvSpPr>
          <p:spPr>
            <a:xfrm>
              <a:off x="399237" y="4342678"/>
              <a:ext cx="8344534" cy="372110"/>
            </a:xfrm>
            <a:custGeom>
              <a:avLst/>
              <a:gdLst/>
              <a:ahLst/>
              <a:cxnLst/>
              <a:rect l="l" t="t" r="r" b="b"/>
              <a:pathLst>
                <a:path w="8344534" h="372110">
                  <a:moveTo>
                    <a:pt x="114846" y="0"/>
                  </a:moveTo>
                  <a:lnTo>
                    <a:pt x="71001" y="8813"/>
                  </a:lnTo>
                  <a:lnTo>
                    <a:pt x="33674" y="33756"/>
                  </a:lnTo>
                  <a:lnTo>
                    <a:pt x="9171" y="70790"/>
                  </a:lnTo>
                  <a:lnTo>
                    <a:pt x="368" y="114477"/>
                  </a:lnTo>
                  <a:lnTo>
                    <a:pt x="0" y="257403"/>
                  </a:lnTo>
                  <a:lnTo>
                    <a:pt x="1000" y="272419"/>
                  </a:lnTo>
                  <a:lnTo>
                    <a:pt x="3932" y="286966"/>
                  </a:lnTo>
                  <a:lnTo>
                    <a:pt x="3959" y="287099"/>
                  </a:lnTo>
                  <a:lnTo>
                    <a:pt x="8756" y="301091"/>
                  </a:lnTo>
                  <a:lnTo>
                    <a:pt x="8808" y="301241"/>
                  </a:lnTo>
                  <a:lnTo>
                    <a:pt x="15481" y="314642"/>
                  </a:lnTo>
                  <a:lnTo>
                    <a:pt x="44845" y="348257"/>
                  </a:lnTo>
                  <a:lnTo>
                    <a:pt x="84915" y="367922"/>
                  </a:lnTo>
                  <a:lnTo>
                    <a:pt x="114477" y="371881"/>
                  </a:lnTo>
                  <a:lnTo>
                    <a:pt x="8229968" y="371881"/>
                  </a:lnTo>
                  <a:lnTo>
                    <a:pt x="8273805" y="363073"/>
                  </a:lnTo>
                  <a:lnTo>
                    <a:pt x="8311053" y="338226"/>
                  </a:lnTo>
                  <a:lnTo>
                    <a:pt x="8335563" y="301241"/>
                  </a:lnTo>
                  <a:lnTo>
                    <a:pt x="8344446" y="257403"/>
                  </a:lnTo>
                  <a:lnTo>
                    <a:pt x="8344421" y="114477"/>
                  </a:lnTo>
                  <a:lnTo>
                    <a:pt x="8335637" y="71001"/>
                  </a:lnTo>
                  <a:lnTo>
                    <a:pt x="8310781" y="33756"/>
                  </a:lnTo>
                  <a:lnTo>
                    <a:pt x="8273655" y="9176"/>
                  </a:lnTo>
                  <a:lnTo>
                    <a:pt x="8229968" y="368"/>
                  </a:lnTo>
                  <a:lnTo>
                    <a:pt x="114846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13994" y="4343401"/>
              <a:ext cx="635" cy="371475"/>
            </a:xfrm>
            <a:custGeom>
              <a:avLst/>
              <a:gdLst/>
              <a:ahLst/>
              <a:cxnLst/>
              <a:rect l="l" t="t" r="r" b="b"/>
              <a:pathLst>
                <a:path w="634" h="371475">
                  <a:moveTo>
                    <a:pt x="0" y="0"/>
                  </a:moveTo>
                  <a:lnTo>
                    <a:pt x="368" y="371157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75894" y="4424656"/>
            <a:ext cx="161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1A1E39"/>
                </a:solidFill>
                <a:latin typeface="Segoe UI Symbol"/>
                <a:cs typeface="Segoe UI Symbol"/>
              </a:rPr>
              <a:t>⚠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005794" y="4475875"/>
            <a:ext cx="412750" cy="125730"/>
            <a:chOff x="5005794" y="4475875"/>
            <a:chExt cx="412750" cy="125730"/>
          </a:xfrm>
        </p:grpSpPr>
        <p:sp>
          <p:nvSpPr>
            <p:cNvPr id="46" name="object 46"/>
            <p:cNvSpPr/>
            <p:nvPr/>
          </p:nvSpPr>
          <p:spPr>
            <a:xfrm>
              <a:off x="5005794" y="4475875"/>
              <a:ext cx="412750" cy="107950"/>
            </a:xfrm>
            <a:custGeom>
              <a:avLst/>
              <a:gdLst/>
              <a:ahLst/>
              <a:cxnLst/>
              <a:rect l="l" t="t" r="r" b="b"/>
              <a:pathLst>
                <a:path w="412750" h="107950">
                  <a:moveTo>
                    <a:pt x="31686" y="0"/>
                  </a:moveTo>
                  <a:lnTo>
                    <a:pt x="2171" y="24841"/>
                  </a:lnTo>
                  <a:lnTo>
                    <a:pt x="368" y="31330"/>
                  </a:lnTo>
                  <a:lnTo>
                    <a:pt x="368" y="38163"/>
                  </a:lnTo>
                  <a:lnTo>
                    <a:pt x="0" y="69481"/>
                  </a:lnTo>
                  <a:lnTo>
                    <a:pt x="0" y="76326"/>
                  </a:lnTo>
                  <a:lnTo>
                    <a:pt x="1803" y="82803"/>
                  </a:lnTo>
                  <a:lnTo>
                    <a:pt x="31330" y="107645"/>
                  </a:lnTo>
                  <a:lnTo>
                    <a:pt x="381241" y="107645"/>
                  </a:lnTo>
                  <a:lnTo>
                    <a:pt x="410768" y="82803"/>
                  </a:lnTo>
                  <a:lnTo>
                    <a:pt x="412572" y="76326"/>
                  </a:lnTo>
                  <a:lnTo>
                    <a:pt x="412473" y="31330"/>
                  </a:lnTo>
                  <a:lnTo>
                    <a:pt x="387731" y="2171"/>
                  </a:lnTo>
                  <a:lnTo>
                    <a:pt x="381241" y="368"/>
                  </a:lnTo>
                  <a:lnTo>
                    <a:pt x="31686" y="0"/>
                  </a:lnTo>
                  <a:close/>
                </a:path>
              </a:pathLst>
            </a:custGeom>
            <a:solidFill>
              <a:srgbClr val="FFFFFF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025237" y="4499281"/>
              <a:ext cx="372745" cy="102235"/>
            </a:xfrm>
            <a:custGeom>
              <a:avLst/>
              <a:gdLst/>
              <a:ahLst/>
              <a:cxnLst/>
              <a:rect l="l" t="t" r="r" b="b"/>
              <a:pathLst>
                <a:path w="372745" h="102235">
                  <a:moveTo>
                    <a:pt x="372237" y="0"/>
                  </a:moveTo>
                  <a:lnTo>
                    <a:pt x="0" y="0"/>
                  </a:lnTo>
                  <a:lnTo>
                    <a:pt x="0" y="101879"/>
                  </a:lnTo>
                  <a:lnTo>
                    <a:pt x="372237" y="101879"/>
                  </a:lnTo>
                  <a:lnTo>
                    <a:pt x="3722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830059" y="4471456"/>
            <a:ext cx="7637780" cy="13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COMMON</a:t>
            </a:r>
            <a:r>
              <a:rPr dirty="0" sz="700" spc="12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GOTCHA</a:t>
            </a:r>
            <a:r>
              <a:rPr dirty="0" sz="700" spc="12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—</a:t>
            </a:r>
            <a:r>
              <a:rPr dirty="0" sz="700" spc="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If the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Play button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says "Select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Python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Interpreter"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when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you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click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it,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pick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 one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that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says</a:t>
            </a:r>
            <a:r>
              <a:rPr dirty="0" sz="700" spc="5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ourier New"/>
                <a:cs typeface="Courier New"/>
              </a:rPr>
              <a:t>(.venv)</a:t>
            </a:r>
            <a:r>
              <a:rPr dirty="0" sz="700" spc="-254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next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it.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Otherwise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VS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Code uses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your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system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Python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Streamlit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won't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be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found.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17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4244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5196" y="0"/>
                </a:moveTo>
                <a:lnTo>
                  <a:pt x="17640" y="0"/>
                </a:lnTo>
                <a:lnTo>
                  <a:pt x="14046" y="1079"/>
                </a:lnTo>
                <a:lnTo>
                  <a:pt x="0" y="17995"/>
                </a:lnTo>
                <a:lnTo>
                  <a:pt x="0" y="21602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5196"/>
                </a:lnTo>
                <a:lnTo>
                  <a:pt x="42837" y="17995"/>
                </a:lnTo>
                <a:lnTo>
                  <a:pt x="28803" y="1079"/>
                </a:lnTo>
                <a:lnTo>
                  <a:pt x="25196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5505" y="387399"/>
            <a:ext cx="1487170" cy="282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00"/>
              </a:spcBef>
            </a:pP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P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9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r>
              <a:rPr dirty="0" sz="800" spc="3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800" spc="2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r>
              <a:rPr dirty="0" sz="800" spc="3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L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1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 E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X E</a:t>
            </a: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2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4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40344" y="383300"/>
            <a:ext cx="9709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80">
                <a:solidFill>
                  <a:srgbClr val="797E94"/>
                </a:solidFill>
                <a:latin typeface="Courier New"/>
                <a:cs typeface="Courier New"/>
              </a:rPr>
              <a:t>SECTI</a:t>
            </a:r>
            <a:r>
              <a:rPr dirty="0" sz="800" spc="-38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 spc="50">
                <a:solidFill>
                  <a:srgbClr val="797E94"/>
                </a:solidFill>
                <a:latin typeface="Courier New"/>
                <a:cs typeface="Courier New"/>
              </a:rPr>
              <a:t>ON</a:t>
            </a:r>
            <a:r>
              <a:rPr dirty="0" sz="800" spc="204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 spc="50">
                <a:solidFill>
                  <a:srgbClr val="797E94"/>
                </a:solidFill>
                <a:latin typeface="Courier New"/>
                <a:cs typeface="Courier New"/>
              </a:rPr>
              <a:t>BR</a:t>
            </a:r>
            <a:r>
              <a:rPr dirty="0" sz="800" spc="-380">
                <a:solidFill>
                  <a:srgbClr val="797E94"/>
                </a:solidFill>
                <a:latin typeface="Courier New"/>
                <a:cs typeface="Courier New"/>
              </a:rPr>
              <a:t> </a:t>
            </a:r>
            <a:r>
              <a:rPr dirty="0" sz="800" spc="40">
                <a:solidFill>
                  <a:srgbClr val="797E94"/>
                </a:solidFill>
                <a:latin typeface="Courier New"/>
                <a:cs typeface="Courier New"/>
              </a:rPr>
              <a:t>EAK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738" y="881178"/>
            <a:ext cx="1786255" cy="746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700" spc="-1005">
                <a:solidFill>
                  <a:srgbClr val="FF6A5A"/>
                </a:solidFill>
                <a:latin typeface="Arial Black"/>
                <a:cs typeface="Arial Black"/>
              </a:rPr>
              <a:t>0</a:t>
            </a:r>
            <a:r>
              <a:rPr dirty="0" sz="4700" spc="-54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4700" spc="-1005">
                <a:solidFill>
                  <a:srgbClr val="FF6A5A"/>
                </a:solidFill>
                <a:latin typeface="Arial Black"/>
                <a:cs typeface="Arial Black"/>
              </a:rPr>
              <a:t>3</a:t>
            </a:r>
            <a:r>
              <a:rPr dirty="0" sz="4700" spc="-43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4700" spc="-505" b="1">
                <a:solidFill>
                  <a:srgbClr val="797E94"/>
                </a:solidFill>
                <a:latin typeface="Calibri"/>
                <a:cs typeface="Calibri"/>
              </a:rPr>
              <a:t>/</a:t>
            </a:r>
            <a:r>
              <a:rPr dirty="0" sz="4700" spc="-505">
                <a:solidFill>
                  <a:srgbClr val="797E94"/>
                </a:solidFill>
                <a:latin typeface="Arial Black"/>
                <a:cs typeface="Arial Black"/>
              </a:rPr>
              <a:t>0</a:t>
            </a:r>
            <a:r>
              <a:rPr dirty="0" sz="4700" spc="-540">
                <a:solidFill>
                  <a:srgbClr val="797E94"/>
                </a:solidFill>
                <a:latin typeface="Arial Black"/>
                <a:cs typeface="Arial Black"/>
              </a:rPr>
              <a:t> </a:t>
            </a:r>
            <a:r>
              <a:rPr dirty="0" sz="4700" spc="-1055">
                <a:solidFill>
                  <a:srgbClr val="797E94"/>
                </a:solidFill>
                <a:latin typeface="Arial Black"/>
                <a:cs typeface="Arial Black"/>
              </a:rPr>
              <a:t>3</a:t>
            </a:r>
            <a:endParaRPr sz="47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4083" y="1786320"/>
            <a:ext cx="686435" cy="28575"/>
          </a:xfrm>
          <a:custGeom>
            <a:avLst/>
            <a:gdLst/>
            <a:ahLst/>
            <a:cxnLst/>
            <a:rect l="l" t="t" r="r" b="b"/>
            <a:pathLst>
              <a:path w="686435" h="28575">
                <a:moveTo>
                  <a:pt x="674281" y="0"/>
                </a:moveTo>
                <a:lnTo>
                  <a:pt x="12242" y="0"/>
                </a:lnTo>
                <a:lnTo>
                  <a:pt x="9715" y="355"/>
                </a:lnTo>
                <a:lnTo>
                  <a:pt x="7556" y="1803"/>
                </a:lnTo>
                <a:lnTo>
                  <a:pt x="5397" y="2882"/>
                </a:lnTo>
                <a:lnTo>
                  <a:pt x="3594" y="4686"/>
                </a:lnTo>
                <a:lnTo>
                  <a:pt x="2159" y="6845"/>
                </a:lnTo>
                <a:lnTo>
                  <a:pt x="1079" y="9004"/>
                </a:lnTo>
                <a:lnTo>
                  <a:pt x="355" y="11518"/>
                </a:lnTo>
                <a:lnTo>
                  <a:pt x="355" y="14046"/>
                </a:lnTo>
                <a:lnTo>
                  <a:pt x="0" y="14401"/>
                </a:lnTo>
                <a:lnTo>
                  <a:pt x="0" y="16560"/>
                </a:lnTo>
                <a:lnTo>
                  <a:pt x="711" y="19075"/>
                </a:lnTo>
                <a:lnTo>
                  <a:pt x="2159" y="21247"/>
                </a:lnTo>
                <a:lnTo>
                  <a:pt x="3238" y="23406"/>
                </a:lnTo>
                <a:lnTo>
                  <a:pt x="5041" y="25196"/>
                </a:lnTo>
                <a:lnTo>
                  <a:pt x="7200" y="26644"/>
                </a:lnTo>
                <a:lnTo>
                  <a:pt x="9359" y="27724"/>
                </a:lnTo>
                <a:lnTo>
                  <a:pt x="11874" y="28435"/>
                </a:lnTo>
                <a:lnTo>
                  <a:pt x="674281" y="28435"/>
                </a:lnTo>
                <a:lnTo>
                  <a:pt x="676795" y="27724"/>
                </a:lnTo>
                <a:lnTo>
                  <a:pt x="678954" y="26276"/>
                </a:lnTo>
                <a:lnTo>
                  <a:pt x="681113" y="25196"/>
                </a:lnTo>
                <a:lnTo>
                  <a:pt x="682917" y="23406"/>
                </a:lnTo>
                <a:lnTo>
                  <a:pt x="684352" y="21247"/>
                </a:lnTo>
                <a:lnTo>
                  <a:pt x="685431" y="19075"/>
                </a:lnTo>
                <a:lnTo>
                  <a:pt x="686155" y="16560"/>
                </a:lnTo>
                <a:lnTo>
                  <a:pt x="686155" y="14401"/>
                </a:lnTo>
                <a:lnTo>
                  <a:pt x="685800" y="14401"/>
                </a:lnTo>
                <a:lnTo>
                  <a:pt x="685746" y="11518"/>
                </a:lnTo>
                <a:lnTo>
                  <a:pt x="685431" y="9359"/>
                </a:lnTo>
                <a:lnTo>
                  <a:pt x="683996" y="7200"/>
                </a:lnTo>
                <a:lnTo>
                  <a:pt x="682917" y="5041"/>
                </a:lnTo>
                <a:lnTo>
                  <a:pt x="681113" y="3238"/>
                </a:lnTo>
                <a:lnTo>
                  <a:pt x="678954" y="1803"/>
                </a:lnTo>
                <a:lnTo>
                  <a:pt x="676795" y="723"/>
                </a:lnTo>
                <a:lnTo>
                  <a:pt x="674281" y="0"/>
                </a:lnTo>
                <a:close/>
              </a:path>
              <a:path w="686435" h="28575">
                <a:moveTo>
                  <a:pt x="686155" y="14046"/>
                </a:moveTo>
                <a:lnTo>
                  <a:pt x="685800" y="14401"/>
                </a:lnTo>
                <a:lnTo>
                  <a:pt x="686155" y="14401"/>
                </a:lnTo>
                <a:lnTo>
                  <a:pt x="686155" y="14046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1738" y="1876579"/>
            <a:ext cx="6940550" cy="1650364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880"/>
              </a:spcBef>
            </a:pPr>
            <a:r>
              <a:rPr dirty="0" sz="4250" spc="-95" b="1">
                <a:solidFill>
                  <a:srgbClr val="293183"/>
                </a:solidFill>
                <a:latin typeface="Calibri"/>
                <a:cs typeface="Calibri"/>
              </a:rPr>
              <a:t>Build</a:t>
            </a:r>
            <a:r>
              <a:rPr dirty="0" sz="4250" spc="-18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4250" spc="-105" b="1">
                <a:solidFill>
                  <a:srgbClr val="293183"/>
                </a:solidFill>
                <a:latin typeface="Calibri"/>
                <a:cs typeface="Calibri"/>
              </a:rPr>
              <a:t>something</a:t>
            </a:r>
            <a:r>
              <a:rPr dirty="0" sz="4250" spc="-1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4250" spc="-95" b="1">
                <a:solidFill>
                  <a:srgbClr val="293183"/>
                </a:solidFill>
                <a:latin typeface="Calibri"/>
                <a:cs typeface="Calibri"/>
              </a:rPr>
              <a:t>with</a:t>
            </a:r>
            <a:r>
              <a:rPr dirty="0" sz="4250" spc="-18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4250" spc="-80" b="1">
                <a:solidFill>
                  <a:srgbClr val="293183"/>
                </a:solidFill>
                <a:latin typeface="Calibri"/>
                <a:cs typeface="Calibri"/>
              </a:rPr>
              <a:t>everything </a:t>
            </a:r>
            <a:r>
              <a:rPr dirty="0" sz="4250" spc="-95" b="1">
                <a:solidFill>
                  <a:srgbClr val="293183"/>
                </a:solidFill>
                <a:latin typeface="Calibri"/>
                <a:cs typeface="Calibri"/>
              </a:rPr>
              <a:t>from</a:t>
            </a:r>
            <a:r>
              <a:rPr dirty="0" sz="4250" spc="-21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4250" spc="-10" b="1">
                <a:solidFill>
                  <a:srgbClr val="293183"/>
                </a:solidFill>
                <a:latin typeface="Calibri"/>
                <a:cs typeface="Calibri"/>
              </a:rPr>
              <a:t>today.</a:t>
            </a:r>
            <a:endParaRPr sz="4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13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35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E69"/>
                </a:solidFill>
                <a:latin typeface="Calibri"/>
                <a:cs typeface="Calibri"/>
              </a:rPr>
              <a:t>function.</a:t>
            </a:r>
            <a:r>
              <a:rPr dirty="0" sz="135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35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E69"/>
                </a:solidFill>
                <a:latin typeface="Calibri"/>
                <a:cs typeface="Calibri"/>
              </a:rPr>
              <a:t>file.</a:t>
            </a:r>
            <a:r>
              <a:rPr dirty="0" sz="135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35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94E69"/>
                </a:solidFill>
                <a:latin typeface="Calibri"/>
                <a:cs typeface="Calibri"/>
              </a:rPr>
              <a:t>return</a:t>
            </a:r>
            <a:r>
              <a:rPr dirty="0" sz="135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E69"/>
                </a:solidFill>
                <a:latin typeface="Calibri"/>
                <a:cs typeface="Calibri"/>
              </a:rPr>
              <a:t>value.</a:t>
            </a:r>
            <a:r>
              <a:rPr dirty="0" sz="135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35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E69"/>
                </a:solidFill>
                <a:latin typeface="Calibri"/>
                <a:cs typeface="Calibri"/>
              </a:rPr>
              <a:t>real</a:t>
            </a:r>
            <a:r>
              <a:rPr dirty="0" sz="135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494E69"/>
                </a:solidFill>
                <a:latin typeface="Calibri"/>
                <a:cs typeface="Calibri"/>
              </a:rPr>
              <a:t>problem</a:t>
            </a:r>
            <a:r>
              <a:rPr dirty="0" sz="1350" spc="-3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E69"/>
                </a:solidFill>
                <a:latin typeface="Calibri"/>
                <a:cs typeface="Calibri"/>
              </a:rPr>
              <a:t>worth</a:t>
            </a:r>
            <a:r>
              <a:rPr dirty="0" sz="135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494E69"/>
                </a:solidFill>
                <a:latin typeface="Calibri"/>
                <a:cs typeface="Calibri"/>
              </a:rPr>
              <a:t>solving.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0483" y="3697563"/>
            <a:ext cx="1219200" cy="304800"/>
            <a:chOff x="510483" y="3697563"/>
            <a:chExt cx="1219200" cy="304800"/>
          </a:xfrm>
        </p:grpSpPr>
        <p:sp>
          <p:nvSpPr>
            <p:cNvPr id="9" name="object 9"/>
            <p:cNvSpPr/>
            <p:nvPr/>
          </p:nvSpPr>
          <p:spPr>
            <a:xfrm>
              <a:off x="514083" y="3701163"/>
              <a:ext cx="1212215" cy="297180"/>
            </a:xfrm>
            <a:custGeom>
              <a:avLst/>
              <a:gdLst/>
              <a:ahLst/>
              <a:cxnLst/>
              <a:rect l="l" t="t" r="r" b="b"/>
              <a:pathLst>
                <a:path w="1212214" h="297179">
                  <a:moveTo>
                    <a:pt x="1063078" y="0"/>
                  </a:moveTo>
                  <a:lnTo>
                    <a:pt x="148310" y="0"/>
                  </a:lnTo>
                  <a:lnTo>
                    <a:pt x="128983" y="1271"/>
                  </a:lnTo>
                  <a:lnTo>
                    <a:pt x="91667" y="11240"/>
                  </a:lnTo>
                  <a:lnTo>
                    <a:pt x="58010" y="30619"/>
                  </a:lnTo>
                  <a:lnTo>
                    <a:pt x="30619" y="57914"/>
                  </a:lnTo>
                  <a:lnTo>
                    <a:pt x="11235" y="91517"/>
                  </a:lnTo>
                  <a:lnTo>
                    <a:pt x="1270" y="128938"/>
                  </a:lnTo>
                  <a:lnTo>
                    <a:pt x="0" y="148323"/>
                  </a:lnTo>
                  <a:lnTo>
                    <a:pt x="0" y="148678"/>
                  </a:lnTo>
                  <a:lnTo>
                    <a:pt x="1250" y="167707"/>
                  </a:lnTo>
                  <a:lnTo>
                    <a:pt x="1270" y="168013"/>
                  </a:lnTo>
                  <a:lnTo>
                    <a:pt x="4992" y="186753"/>
                  </a:lnTo>
                  <a:lnTo>
                    <a:pt x="5037" y="186975"/>
                  </a:lnTo>
                  <a:lnTo>
                    <a:pt x="11165" y="205123"/>
                  </a:lnTo>
                  <a:lnTo>
                    <a:pt x="30567" y="238924"/>
                  </a:lnTo>
                  <a:lnTo>
                    <a:pt x="57914" y="266377"/>
                  </a:lnTo>
                  <a:lnTo>
                    <a:pt x="91517" y="285761"/>
                  </a:lnTo>
                  <a:lnTo>
                    <a:pt x="128933" y="295730"/>
                  </a:lnTo>
                  <a:lnTo>
                    <a:pt x="148310" y="297002"/>
                  </a:lnTo>
                  <a:lnTo>
                    <a:pt x="1063434" y="297002"/>
                  </a:lnTo>
                  <a:lnTo>
                    <a:pt x="1081956" y="295730"/>
                  </a:lnTo>
                  <a:lnTo>
                    <a:pt x="1082497" y="295730"/>
                  </a:lnTo>
                  <a:lnTo>
                    <a:pt x="1120089" y="285456"/>
                  </a:lnTo>
                  <a:lnTo>
                    <a:pt x="1153685" y="266066"/>
                  </a:lnTo>
                  <a:lnTo>
                    <a:pt x="1181132" y="238719"/>
                  </a:lnTo>
                  <a:lnTo>
                    <a:pt x="1200415" y="205328"/>
                  </a:lnTo>
                  <a:lnTo>
                    <a:pt x="1200517" y="205123"/>
                  </a:lnTo>
                  <a:lnTo>
                    <a:pt x="1210425" y="168013"/>
                  </a:lnTo>
                  <a:lnTo>
                    <a:pt x="1211734" y="148678"/>
                  </a:lnTo>
                  <a:lnTo>
                    <a:pt x="1211733" y="148323"/>
                  </a:lnTo>
                  <a:lnTo>
                    <a:pt x="1206538" y="110069"/>
                  </a:lnTo>
                  <a:lnTo>
                    <a:pt x="1191602" y="74155"/>
                  </a:lnTo>
                  <a:lnTo>
                    <a:pt x="1168061" y="43467"/>
                  </a:lnTo>
                  <a:lnTo>
                    <a:pt x="1137234" y="19799"/>
                  </a:lnTo>
                  <a:lnTo>
                    <a:pt x="1101509" y="5041"/>
                  </a:lnTo>
                  <a:lnTo>
                    <a:pt x="1082463" y="1271"/>
                  </a:lnTo>
                  <a:lnTo>
                    <a:pt x="10630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4083" y="3701163"/>
              <a:ext cx="1212215" cy="297180"/>
            </a:xfrm>
            <a:custGeom>
              <a:avLst/>
              <a:gdLst/>
              <a:ahLst/>
              <a:cxnLst/>
              <a:rect l="l" t="t" r="r" b="b"/>
              <a:pathLst>
                <a:path w="1212214" h="297179">
                  <a:moveTo>
                    <a:pt x="0" y="148323"/>
                  </a:moveTo>
                  <a:lnTo>
                    <a:pt x="1270" y="128938"/>
                  </a:lnTo>
                  <a:lnTo>
                    <a:pt x="5037" y="109891"/>
                  </a:lnTo>
                  <a:lnTo>
                    <a:pt x="19799" y="74155"/>
                  </a:lnTo>
                  <a:lnTo>
                    <a:pt x="43467" y="43329"/>
                  </a:lnTo>
                  <a:lnTo>
                    <a:pt x="74155" y="19799"/>
                  </a:lnTo>
                  <a:lnTo>
                    <a:pt x="110023" y="5041"/>
                  </a:lnTo>
                  <a:lnTo>
                    <a:pt x="148310" y="0"/>
                  </a:lnTo>
                  <a:lnTo>
                    <a:pt x="1063078" y="0"/>
                  </a:lnTo>
                  <a:lnTo>
                    <a:pt x="1101509" y="5041"/>
                  </a:lnTo>
                  <a:lnTo>
                    <a:pt x="1137234" y="19799"/>
                  </a:lnTo>
                  <a:lnTo>
                    <a:pt x="1168061" y="43467"/>
                  </a:lnTo>
                  <a:lnTo>
                    <a:pt x="1191602" y="74155"/>
                  </a:lnTo>
                  <a:lnTo>
                    <a:pt x="1206538" y="110069"/>
                  </a:lnTo>
                  <a:lnTo>
                    <a:pt x="1211757" y="148678"/>
                  </a:lnTo>
                  <a:lnTo>
                    <a:pt x="1211757" y="148323"/>
                  </a:lnTo>
                  <a:lnTo>
                    <a:pt x="1210485" y="167707"/>
                  </a:lnTo>
                  <a:lnTo>
                    <a:pt x="1206715" y="186753"/>
                  </a:lnTo>
                  <a:lnTo>
                    <a:pt x="1191958" y="222478"/>
                  </a:lnTo>
                  <a:lnTo>
                    <a:pt x="1168285" y="253304"/>
                  </a:lnTo>
                  <a:lnTo>
                    <a:pt x="1137602" y="276834"/>
                  </a:lnTo>
                  <a:lnTo>
                    <a:pt x="1101732" y="291780"/>
                  </a:lnTo>
                  <a:lnTo>
                    <a:pt x="1063434" y="297002"/>
                  </a:lnTo>
                  <a:lnTo>
                    <a:pt x="148310" y="297002"/>
                  </a:lnTo>
                  <a:lnTo>
                    <a:pt x="109889" y="291960"/>
                  </a:lnTo>
                  <a:lnTo>
                    <a:pt x="74155" y="277202"/>
                  </a:lnTo>
                  <a:lnTo>
                    <a:pt x="43329" y="253528"/>
                  </a:lnTo>
                  <a:lnTo>
                    <a:pt x="19799" y="222834"/>
                  </a:lnTo>
                  <a:lnTo>
                    <a:pt x="5037" y="186975"/>
                  </a:lnTo>
                  <a:lnTo>
                    <a:pt x="0" y="148678"/>
                  </a:lnTo>
                  <a:lnTo>
                    <a:pt x="0" y="148323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0163" y="3827883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4">
                  <a:moveTo>
                    <a:pt x="42837" y="17995"/>
                  </a:moveTo>
                  <a:lnTo>
                    <a:pt x="25196" y="0"/>
                  </a:lnTo>
                  <a:lnTo>
                    <a:pt x="17640" y="0"/>
                  </a:lnTo>
                  <a:lnTo>
                    <a:pt x="0" y="17995"/>
                  </a:lnTo>
                  <a:lnTo>
                    <a:pt x="0" y="21602"/>
                  </a:lnTo>
                  <a:lnTo>
                    <a:pt x="0" y="25196"/>
                  </a:lnTo>
                  <a:lnTo>
                    <a:pt x="0" y="25552"/>
                  </a:lnTo>
                  <a:lnTo>
                    <a:pt x="711" y="29159"/>
                  </a:lnTo>
                  <a:lnTo>
                    <a:pt x="17640" y="43192"/>
                  </a:lnTo>
                  <a:lnTo>
                    <a:pt x="25196" y="43192"/>
                  </a:lnTo>
                  <a:lnTo>
                    <a:pt x="42837" y="25196"/>
                  </a:lnTo>
                  <a:lnTo>
                    <a:pt x="42837" y="21958"/>
                  </a:lnTo>
                  <a:lnTo>
                    <a:pt x="42837" y="21602"/>
                  </a:lnTo>
                  <a:lnTo>
                    <a:pt x="42837" y="17995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11784" y="3793580"/>
            <a:ext cx="12261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6944" sz="1200" spc="-277">
                <a:solidFill>
                  <a:srgbClr val="FF6A5A"/>
                </a:solidFill>
                <a:latin typeface="Arial Black"/>
                <a:cs typeface="Arial Black"/>
              </a:rPr>
              <a:t>0</a:t>
            </a:r>
            <a:r>
              <a:rPr dirty="0" baseline="6944" sz="1200" spc="44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7">
                <a:solidFill>
                  <a:srgbClr val="FF6A5A"/>
                </a:solidFill>
                <a:latin typeface="Arial Black"/>
                <a:cs typeface="Arial Black"/>
              </a:rPr>
              <a:t>1</a:t>
            </a:r>
            <a:r>
              <a:rPr dirty="0" baseline="6944" sz="1200" spc="-112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B</a:t>
            </a:r>
            <a:r>
              <a:rPr dirty="0" sz="800" spc="-6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R</a:t>
            </a:r>
            <a:r>
              <a:rPr dirty="0" sz="800" spc="-6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I</a:t>
            </a:r>
            <a:r>
              <a:rPr dirty="0" sz="800" spc="-8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E</a:t>
            </a:r>
            <a:r>
              <a:rPr dirty="0" sz="800" spc="-6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F</a:t>
            </a:r>
            <a:r>
              <a:rPr dirty="0" sz="800" spc="2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494E69"/>
                </a:solidFill>
                <a:latin typeface="Trebuchet MS"/>
                <a:cs typeface="Trebuchet MS"/>
              </a:rPr>
              <a:t>(</a:t>
            </a:r>
            <a:r>
              <a:rPr dirty="0" sz="800" spc="-4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5</a:t>
            </a:r>
            <a:r>
              <a:rPr dirty="0" sz="800" spc="33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M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I</a:t>
            </a:r>
            <a:r>
              <a:rPr dirty="0" sz="800" spc="-8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N</a:t>
            </a:r>
            <a:r>
              <a:rPr dirty="0" sz="800" spc="-2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)</a:t>
            </a:r>
            <a:r>
              <a:rPr dirty="0" sz="800" spc="20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10416" sz="1200" spc="-75">
                <a:solidFill>
                  <a:srgbClr val="797E94"/>
                </a:solidFill>
                <a:latin typeface="Segoe UI Symbol"/>
                <a:cs typeface="Segoe UI Symbol"/>
              </a:rPr>
              <a:t>→</a:t>
            </a:r>
            <a:endParaRPr baseline="10416" sz="1200">
              <a:latin typeface="Segoe UI Symbol"/>
              <a:cs typeface="Segoe UI 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83962" y="3697563"/>
            <a:ext cx="1292860" cy="304800"/>
            <a:chOff x="1983962" y="3697563"/>
            <a:chExt cx="1292860" cy="304800"/>
          </a:xfrm>
        </p:grpSpPr>
        <p:sp>
          <p:nvSpPr>
            <p:cNvPr id="14" name="object 14"/>
            <p:cNvSpPr/>
            <p:nvPr/>
          </p:nvSpPr>
          <p:spPr>
            <a:xfrm>
              <a:off x="1987562" y="3701163"/>
              <a:ext cx="1285875" cy="297180"/>
            </a:xfrm>
            <a:custGeom>
              <a:avLst/>
              <a:gdLst/>
              <a:ahLst/>
              <a:cxnLst/>
              <a:rect l="l" t="t" r="r" b="b"/>
              <a:pathLst>
                <a:path w="1285875" h="297179">
                  <a:moveTo>
                    <a:pt x="1136878" y="0"/>
                  </a:moveTo>
                  <a:lnTo>
                    <a:pt x="148678" y="0"/>
                  </a:lnTo>
                  <a:lnTo>
                    <a:pt x="129138" y="1271"/>
                  </a:lnTo>
                  <a:lnTo>
                    <a:pt x="91673" y="11240"/>
                  </a:lnTo>
                  <a:lnTo>
                    <a:pt x="58010" y="30619"/>
                  </a:lnTo>
                  <a:lnTo>
                    <a:pt x="30619" y="57914"/>
                  </a:lnTo>
                  <a:lnTo>
                    <a:pt x="11235" y="91517"/>
                  </a:lnTo>
                  <a:lnTo>
                    <a:pt x="1266" y="128988"/>
                  </a:lnTo>
                  <a:lnTo>
                    <a:pt x="0" y="148323"/>
                  </a:lnTo>
                  <a:lnTo>
                    <a:pt x="1260" y="167707"/>
                  </a:lnTo>
                  <a:lnTo>
                    <a:pt x="1270" y="167863"/>
                  </a:lnTo>
                  <a:lnTo>
                    <a:pt x="5002" y="186753"/>
                  </a:lnTo>
                  <a:lnTo>
                    <a:pt x="5037" y="186931"/>
                  </a:lnTo>
                  <a:lnTo>
                    <a:pt x="11167" y="205123"/>
                  </a:lnTo>
                  <a:lnTo>
                    <a:pt x="11235" y="205323"/>
                  </a:lnTo>
                  <a:lnTo>
                    <a:pt x="19799" y="222834"/>
                  </a:lnTo>
                  <a:lnTo>
                    <a:pt x="43329" y="253528"/>
                  </a:lnTo>
                  <a:lnTo>
                    <a:pt x="74155" y="277202"/>
                  </a:lnTo>
                  <a:lnTo>
                    <a:pt x="109891" y="291960"/>
                  </a:lnTo>
                  <a:lnTo>
                    <a:pt x="148323" y="297002"/>
                  </a:lnTo>
                  <a:lnTo>
                    <a:pt x="1137234" y="296633"/>
                  </a:lnTo>
                  <a:lnTo>
                    <a:pt x="1175532" y="291596"/>
                  </a:lnTo>
                  <a:lnTo>
                    <a:pt x="1211402" y="276834"/>
                  </a:lnTo>
                  <a:lnTo>
                    <a:pt x="1242085" y="253304"/>
                  </a:lnTo>
                  <a:lnTo>
                    <a:pt x="1265758" y="222478"/>
                  </a:lnTo>
                  <a:lnTo>
                    <a:pt x="1280455" y="186931"/>
                  </a:lnTo>
                  <a:lnTo>
                    <a:pt x="1285557" y="148323"/>
                  </a:lnTo>
                  <a:lnTo>
                    <a:pt x="1284229" y="128988"/>
                  </a:lnTo>
                  <a:lnTo>
                    <a:pt x="1274016" y="91668"/>
                  </a:lnTo>
                  <a:lnTo>
                    <a:pt x="1254626" y="58070"/>
                  </a:lnTo>
                  <a:lnTo>
                    <a:pt x="1227274" y="30619"/>
                  </a:lnTo>
                  <a:lnTo>
                    <a:pt x="1193678" y="11240"/>
                  </a:lnTo>
                  <a:lnTo>
                    <a:pt x="1156262" y="1271"/>
                  </a:lnTo>
                  <a:lnTo>
                    <a:pt x="11368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87562" y="3701163"/>
              <a:ext cx="1285875" cy="297180"/>
            </a:xfrm>
            <a:custGeom>
              <a:avLst/>
              <a:gdLst/>
              <a:ahLst/>
              <a:cxnLst/>
              <a:rect l="l" t="t" r="r" b="b"/>
              <a:pathLst>
                <a:path w="1285875" h="297179">
                  <a:moveTo>
                    <a:pt x="0" y="148323"/>
                  </a:moveTo>
                  <a:lnTo>
                    <a:pt x="1270" y="128938"/>
                  </a:lnTo>
                  <a:lnTo>
                    <a:pt x="5037" y="109891"/>
                  </a:lnTo>
                  <a:lnTo>
                    <a:pt x="19799" y="74155"/>
                  </a:lnTo>
                  <a:lnTo>
                    <a:pt x="43467" y="43329"/>
                  </a:lnTo>
                  <a:lnTo>
                    <a:pt x="74155" y="19799"/>
                  </a:lnTo>
                  <a:lnTo>
                    <a:pt x="110069" y="5041"/>
                  </a:lnTo>
                  <a:lnTo>
                    <a:pt x="148678" y="0"/>
                  </a:lnTo>
                  <a:lnTo>
                    <a:pt x="1136878" y="0"/>
                  </a:lnTo>
                  <a:lnTo>
                    <a:pt x="1175308" y="5041"/>
                  </a:lnTo>
                  <a:lnTo>
                    <a:pt x="1211033" y="19799"/>
                  </a:lnTo>
                  <a:lnTo>
                    <a:pt x="1241861" y="43467"/>
                  </a:lnTo>
                  <a:lnTo>
                    <a:pt x="1265402" y="74155"/>
                  </a:lnTo>
                  <a:lnTo>
                    <a:pt x="1280337" y="110024"/>
                  </a:lnTo>
                  <a:lnTo>
                    <a:pt x="1285557" y="148323"/>
                  </a:lnTo>
                  <a:lnTo>
                    <a:pt x="1284285" y="167707"/>
                  </a:lnTo>
                  <a:lnTo>
                    <a:pt x="1280515" y="186753"/>
                  </a:lnTo>
                  <a:lnTo>
                    <a:pt x="1265758" y="222478"/>
                  </a:lnTo>
                  <a:lnTo>
                    <a:pt x="1242085" y="253304"/>
                  </a:lnTo>
                  <a:lnTo>
                    <a:pt x="1211402" y="276834"/>
                  </a:lnTo>
                  <a:lnTo>
                    <a:pt x="1175532" y="291596"/>
                  </a:lnTo>
                  <a:lnTo>
                    <a:pt x="1137234" y="296633"/>
                  </a:lnTo>
                  <a:lnTo>
                    <a:pt x="148323" y="297002"/>
                  </a:lnTo>
                  <a:lnTo>
                    <a:pt x="109891" y="291960"/>
                  </a:lnTo>
                  <a:lnTo>
                    <a:pt x="74155" y="277202"/>
                  </a:lnTo>
                  <a:lnTo>
                    <a:pt x="43329" y="253528"/>
                  </a:lnTo>
                  <a:lnTo>
                    <a:pt x="19799" y="222834"/>
                  </a:lnTo>
                  <a:lnTo>
                    <a:pt x="5037" y="186931"/>
                  </a:lnTo>
                  <a:lnTo>
                    <a:pt x="0" y="148323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23275" y="3827883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42849" y="17995"/>
                  </a:moveTo>
                  <a:lnTo>
                    <a:pt x="25209" y="0"/>
                  </a:lnTo>
                  <a:lnTo>
                    <a:pt x="17640" y="0"/>
                  </a:lnTo>
                  <a:lnTo>
                    <a:pt x="0" y="17995"/>
                  </a:lnTo>
                  <a:lnTo>
                    <a:pt x="0" y="21602"/>
                  </a:lnTo>
                  <a:lnTo>
                    <a:pt x="0" y="25196"/>
                  </a:lnTo>
                  <a:lnTo>
                    <a:pt x="0" y="25552"/>
                  </a:lnTo>
                  <a:lnTo>
                    <a:pt x="723" y="29159"/>
                  </a:lnTo>
                  <a:lnTo>
                    <a:pt x="17640" y="43192"/>
                  </a:lnTo>
                  <a:lnTo>
                    <a:pt x="25209" y="43192"/>
                  </a:lnTo>
                  <a:lnTo>
                    <a:pt x="42849" y="25196"/>
                  </a:lnTo>
                  <a:lnTo>
                    <a:pt x="42849" y="21958"/>
                  </a:lnTo>
                  <a:lnTo>
                    <a:pt x="42849" y="21602"/>
                  </a:lnTo>
                  <a:lnTo>
                    <a:pt x="42849" y="17995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184895" y="3793580"/>
            <a:ext cx="12998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6944" sz="1200" spc="-277">
                <a:solidFill>
                  <a:srgbClr val="FF6A5A"/>
                </a:solidFill>
                <a:latin typeface="Arial Black"/>
                <a:cs typeface="Arial Black"/>
              </a:rPr>
              <a:t>0</a:t>
            </a:r>
            <a:r>
              <a:rPr dirty="0" baseline="6944" sz="1200" spc="44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7">
                <a:solidFill>
                  <a:srgbClr val="FF6A5A"/>
                </a:solidFill>
                <a:latin typeface="Arial Black"/>
                <a:cs typeface="Arial Black"/>
              </a:rPr>
              <a:t>2</a:t>
            </a:r>
            <a:r>
              <a:rPr dirty="0" baseline="6944" sz="1200" spc="-120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B</a:t>
            </a:r>
            <a:r>
              <a:rPr dirty="0" sz="800" spc="-60">
                <a:solidFill>
                  <a:srgbClr val="494E69"/>
                </a:solidFill>
                <a:latin typeface="Trebuchet MS"/>
                <a:cs typeface="Trebuchet MS"/>
              </a:rPr>
              <a:t> U</a:t>
            </a:r>
            <a:r>
              <a:rPr dirty="0" sz="800" spc="-2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I</a:t>
            </a:r>
            <a:r>
              <a:rPr dirty="0" sz="800" spc="-8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94E69"/>
                </a:solidFill>
                <a:latin typeface="Trebuchet MS"/>
                <a:cs typeface="Trebuchet MS"/>
              </a:rPr>
              <a:t>L</a:t>
            </a:r>
            <a:r>
              <a:rPr dirty="0" sz="800" spc="-5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D</a:t>
            </a:r>
            <a:r>
              <a:rPr dirty="0" sz="800" spc="254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494E69"/>
                </a:solidFill>
                <a:latin typeface="Trebuchet MS"/>
                <a:cs typeface="Trebuchet MS"/>
              </a:rPr>
              <a:t>(</a:t>
            </a:r>
            <a:r>
              <a:rPr dirty="0" sz="800" spc="-4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1</a:t>
            </a:r>
            <a:r>
              <a:rPr dirty="0" sz="800" spc="-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5</a:t>
            </a:r>
            <a:r>
              <a:rPr dirty="0" sz="800" spc="32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M</a:t>
            </a:r>
            <a:r>
              <a:rPr dirty="0" sz="800" spc="-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I</a:t>
            </a:r>
            <a:r>
              <a:rPr dirty="0" sz="800" spc="-8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N</a:t>
            </a:r>
            <a:r>
              <a:rPr dirty="0" sz="800" spc="-2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)</a:t>
            </a:r>
            <a:r>
              <a:rPr dirty="0" sz="800" spc="5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baseline="10416" sz="1200" spc="-75">
                <a:solidFill>
                  <a:srgbClr val="797E94"/>
                </a:solidFill>
                <a:latin typeface="Segoe UI Symbol"/>
                <a:cs typeface="Segoe UI Symbol"/>
              </a:rPr>
              <a:t>→</a:t>
            </a:r>
            <a:endParaRPr baseline="10416" sz="120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30517" y="3697563"/>
            <a:ext cx="1315720" cy="304800"/>
            <a:chOff x="3530517" y="3697563"/>
            <a:chExt cx="1315720" cy="304800"/>
          </a:xfrm>
        </p:grpSpPr>
        <p:sp>
          <p:nvSpPr>
            <p:cNvPr id="19" name="object 19"/>
            <p:cNvSpPr/>
            <p:nvPr/>
          </p:nvSpPr>
          <p:spPr>
            <a:xfrm>
              <a:off x="3534117" y="3701163"/>
              <a:ext cx="1308735" cy="297180"/>
            </a:xfrm>
            <a:custGeom>
              <a:avLst/>
              <a:gdLst/>
              <a:ahLst/>
              <a:cxnLst/>
              <a:rect l="l" t="t" r="r" b="b"/>
              <a:pathLst>
                <a:path w="1308735" h="297179">
                  <a:moveTo>
                    <a:pt x="1159560" y="0"/>
                  </a:moveTo>
                  <a:lnTo>
                    <a:pt x="148678" y="0"/>
                  </a:lnTo>
                  <a:lnTo>
                    <a:pt x="129139" y="1271"/>
                  </a:lnTo>
                  <a:lnTo>
                    <a:pt x="91678" y="11240"/>
                  </a:lnTo>
                  <a:lnTo>
                    <a:pt x="58018" y="30619"/>
                  </a:lnTo>
                  <a:lnTo>
                    <a:pt x="30625" y="57914"/>
                  </a:lnTo>
                  <a:lnTo>
                    <a:pt x="11240" y="91517"/>
                  </a:lnTo>
                  <a:lnTo>
                    <a:pt x="1268" y="128988"/>
                  </a:lnTo>
                  <a:lnTo>
                    <a:pt x="0" y="148323"/>
                  </a:lnTo>
                  <a:lnTo>
                    <a:pt x="1261" y="167707"/>
                  </a:lnTo>
                  <a:lnTo>
                    <a:pt x="1271" y="167863"/>
                  </a:lnTo>
                  <a:lnTo>
                    <a:pt x="5006" y="186753"/>
                  </a:lnTo>
                  <a:lnTo>
                    <a:pt x="5041" y="186931"/>
                  </a:lnTo>
                  <a:lnTo>
                    <a:pt x="11173" y="205123"/>
                  </a:lnTo>
                  <a:lnTo>
                    <a:pt x="11240" y="205323"/>
                  </a:lnTo>
                  <a:lnTo>
                    <a:pt x="30575" y="238924"/>
                  </a:lnTo>
                  <a:lnTo>
                    <a:pt x="57927" y="266377"/>
                  </a:lnTo>
                  <a:lnTo>
                    <a:pt x="91523" y="285761"/>
                  </a:lnTo>
                  <a:lnTo>
                    <a:pt x="128939" y="295730"/>
                  </a:lnTo>
                  <a:lnTo>
                    <a:pt x="148323" y="297002"/>
                  </a:lnTo>
                  <a:lnTo>
                    <a:pt x="1159916" y="296633"/>
                  </a:lnTo>
                  <a:lnTo>
                    <a:pt x="1198214" y="291596"/>
                  </a:lnTo>
                  <a:lnTo>
                    <a:pt x="1234084" y="276834"/>
                  </a:lnTo>
                  <a:lnTo>
                    <a:pt x="1264772" y="253304"/>
                  </a:lnTo>
                  <a:lnTo>
                    <a:pt x="1288440" y="222478"/>
                  </a:lnTo>
                  <a:lnTo>
                    <a:pt x="1303142" y="186931"/>
                  </a:lnTo>
                  <a:lnTo>
                    <a:pt x="1308239" y="148323"/>
                  </a:lnTo>
                  <a:lnTo>
                    <a:pt x="1306912" y="128988"/>
                  </a:lnTo>
                  <a:lnTo>
                    <a:pt x="1296698" y="91668"/>
                  </a:lnTo>
                  <a:lnTo>
                    <a:pt x="1277309" y="58070"/>
                  </a:lnTo>
                  <a:lnTo>
                    <a:pt x="1249956" y="30619"/>
                  </a:lnTo>
                  <a:lnTo>
                    <a:pt x="1216360" y="11240"/>
                  </a:lnTo>
                  <a:lnTo>
                    <a:pt x="1178944" y="1271"/>
                  </a:lnTo>
                  <a:lnTo>
                    <a:pt x="1159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534117" y="3701163"/>
              <a:ext cx="1308735" cy="297180"/>
            </a:xfrm>
            <a:custGeom>
              <a:avLst/>
              <a:gdLst/>
              <a:ahLst/>
              <a:cxnLst/>
              <a:rect l="l" t="t" r="r" b="b"/>
              <a:pathLst>
                <a:path w="1308735" h="297179">
                  <a:moveTo>
                    <a:pt x="0" y="148323"/>
                  </a:moveTo>
                  <a:lnTo>
                    <a:pt x="1271" y="128938"/>
                  </a:lnTo>
                  <a:lnTo>
                    <a:pt x="5041" y="109891"/>
                  </a:lnTo>
                  <a:lnTo>
                    <a:pt x="19799" y="74155"/>
                  </a:lnTo>
                  <a:lnTo>
                    <a:pt x="43473" y="43329"/>
                  </a:lnTo>
                  <a:lnTo>
                    <a:pt x="74168" y="19799"/>
                  </a:lnTo>
                  <a:lnTo>
                    <a:pt x="110070" y="5041"/>
                  </a:lnTo>
                  <a:lnTo>
                    <a:pt x="148678" y="0"/>
                  </a:lnTo>
                  <a:lnTo>
                    <a:pt x="1159560" y="0"/>
                  </a:lnTo>
                  <a:lnTo>
                    <a:pt x="1197991" y="5041"/>
                  </a:lnTo>
                  <a:lnTo>
                    <a:pt x="1233716" y="19799"/>
                  </a:lnTo>
                  <a:lnTo>
                    <a:pt x="1264543" y="43467"/>
                  </a:lnTo>
                  <a:lnTo>
                    <a:pt x="1288084" y="74155"/>
                  </a:lnTo>
                  <a:lnTo>
                    <a:pt x="1303020" y="110024"/>
                  </a:lnTo>
                  <a:lnTo>
                    <a:pt x="1308239" y="148323"/>
                  </a:lnTo>
                  <a:lnTo>
                    <a:pt x="1306969" y="167707"/>
                  </a:lnTo>
                  <a:lnTo>
                    <a:pt x="1303202" y="186753"/>
                  </a:lnTo>
                  <a:lnTo>
                    <a:pt x="1288440" y="222478"/>
                  </a:lnTo>
                  <a:lnTo>
                    <a:pt x="1264772" y="253304"/>
                  </a:lnTo>
                  <a:lnTo>
                    <a:pt x="1234084" y="276834"/>
                  </a:lnTo>
                  <a:lnTo>
                    <a:pt x="1198214" y="291596"/>
                  </a:lnTo>
                  <a:lnTo>
                    <a:pt x="1159916" y="296633"/>
                  </a:lnTo>
                  <a:lnTo>
                    <a:pt x="148323" y="297002"/>
                  </a:lnTo>
                  <a:lnTo>
                    <a:pt x="109893" y="291960"/>
                  </a:lnTo>
                  <a:lnTo>
                    <a:pt x="74168" y="277202"/>
                  </a:lnTo>
                  <a:lnTo>
                    <a:pt x="43340" y="253528"/>
                  </a:lnTo>
                  <a:lnTo>
                    <a:pt x="19799" y="222834"/>
                  </a:lnTo>
                  <a:lnTo>
                    <a:pt x="5041" y="186931"/>
                  </a:lnTo>
                  <a:lnTo>
                    <a:pt x="0" y="148323"/>
                  </a:lnTo>
                  <a:close/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70198" y="3827883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4">
                  <a:moveTo>
                    <a:pt x="42837" y="17995"/>
                  </a:moveTo>
                  <a:lnTo>
                    <a:pt x="25196" y="0"/>
                  </a:lnTo>
                  <a:lnTo>
                    <a:pt x="17640" y="0"/>
                  </a:lnTo>
                  <a:lnTo>
                    <a:pt x="0" y="17995"/>
                  </a:lnTo>
                  <a:lnTo>
                    <a:pt x="0" y="21602"/>
                  </a:lnTo>
                  <a:lnTo>
                    <a:pt x="0" y="25196"/>
                  </a:lnTo>
                  <a:lnTo>
                    <a:pt x="0" y="25552"/>
                  </a:lnTo>
                  <a:lnTo>
                    <a:pt x="723" y="29159"/>
                  </a:lnTo>
                  <a:lnTo>
                    <a:pt x="17640" y="43192"/>
                  </a:lnTo>
                  <a:lnTo>
                    <a:pt x="25196" y="43192"/>
                  </a:lnTo>
                  <a:lnTo>
                    <a:pt x="42837" y="25196"/>
                  </a:lnTo>
                  <a:lnTo>
                    <a:pt x="42837" y="21958"/>
                  </a:lnTo>
                  <a:lnTo>
                    <a:pt x="42837" y="21602"/>
                  </a:lnTo>
                  <a:lnTo>
                    <a:pt x="42837" y="17995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731818" y="3793580"/>
            <a:ext cx="12166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6944" sz="1200" spc="-277">
                <a:solidFill>
                  <a:srgbClr val="FF6A5A"/>
                </a:solidFill>
                <a:latin typeface="Arial Black"/>
                <a:cs typeface="Arial Black"/>
              </a:rPr>
              <a:t>0</a:t>
            </a:r>
            <a:r>
              <a:rPr dirty="0" baseline="6944" sz="1200" spc="44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baseline="6944" sz="1200" spc="-277">
                <a:solidFill>
                  <a:srgbClr val="FF6A5A"/>
                </a:solidFill>
                <a:latin typeface="Arial Black"/>
                <a:cs typeface="Arial Black"/>
              </a:rPr>
              <a:t>3</a:t>
            </a:r>
            <a:r>
              <a:rPr dirty="0" baseline="6944" sz="1200" spc="75">
                <a:solidFill>
                  <a:srgbClr val="FF6A5A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R</a:t>
            </a:r>
            <a:r>
              <a:rPr dirty="0" sz="800" spc="-6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E</a:t>
            </a:r>
            <a:r>
              <a:rPr dirty="0" sz="800" spc="-6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40">
                <a:solidFill>
                  <a:srgbClr val="494E69"/>
                </a:solidFill>
                <a:latin typeface="Trebuchet MS"/>
                <a:cs typeface="Trebuchet MS"/>
              </a:rPr>
              <a:t>V</a:t>
            </a:r>
            <a:r>
              <a:rPr dirty="0" sz="800" spc="-2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I</a:t>
            </a:r>
            <a:r>
              <a:rPr dirty="0" sz="800" spc="-8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E</a:t>
            </a:r>
            <a:r>
              <a:rPr dirty="0" sz="800" spc="-6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W</a:t>
            </a:r>
            <a:r>
              <a:rPr dirty="0" sz="800" spc="3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494E69"/>
                </a:solidFill>
                <a:latin typeface="Trebuchet MS"/>
                <a:cs typeface="Trebuchet MS"/>
              </a:rPr>
              <a:t>(</a:t>
            </a:r>
            <a:r>
              <a:rPr dirty="0" sz="800" spc="-4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5</a:t>
            </a:r>
            <a:r>
              <a:rPr dirty="0" sz="800" spc="34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M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I</a:t>
            </a:r>
            <a:r>
              <a:rPr dirty="0" sz="800" spc="-8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N</a:t>
            </a:r>
            <a:r>
              <a:rPr dirty="0" sz="800" spc="-2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)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17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328322"/>
            <a:ext cx="43180" cy="43815"/>
          </a:xfrm>
          <a:custGeom>
            <a:avLst/>
            <a:gdLst/>
            <a:ahLst/>
            <a:cxnLst/>
            <a:rect l="l" t="t" r="r" b="b"/>
            <a:pathLst>
              <a:path w="43179" h="43814">
                <a:moveTo>
                  <a:pt x="25196" y="0"/>
                </a:moveTo>
                <a:lnTo>
                  <a:pt x="17640" y="0"/>
                </a:lnTo>
                <a:lnTo>
                  <a:pt x="14046" y="1079"/>
                </a:lnTo>
                <a:lnTo>
                  <a:pt x="0" y="17995"/>
                </a:lnTo>
                <a:lnTo>
                  <a:pt x="0" y="21602"/>
                </a:lnTo>
                <a:lnTo>
                  <a:pt x="0" y="25196"/>
                </a:lnTo>
                <a:lnTo>
                  <a:pt x="17640" y="43205"/>
                </a:lnTo>
                <a:lnTo>
                  <a:pt x="25196" y="43205"/>
                </a:lnTo>
                <a:lnTo>
                  <a:pt x="42837" y="25196"/>
                </a:lnTo>
                <a:lnTo>
                  <a:pt x="42837" y="17995"/>
                </a:lnTo>
                <a:lnTo>
                  <a:pt x="28803" y="1079"/>
                </a:lnTo>
                <a:lnTo>
                  <a:pt x="25196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8977" y="279973"/>
            <a:ext cx="16389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X</a:t>
            </a:r>
            <a:r>
              <a:rPr dirty="0" sz="800" spc="-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2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3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B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R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 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F</a:t>
            </a:r>
            <a:r>
              <a:rPr dirty="0" sz="800" spc="28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30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5</a:t>
            </a:r>
            <a:r>
              <a:rPr dirty="0" sz="800" spc="3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433694"/>
            <a:ext cx="4456430" cy="3181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30"/>
              <a:t>Read</a:t>
            </a:r>
            <a:r>
              <a:rPr dirty="0" sz="1900" spc="-55"/>
              <a:t> </a:t>
            </a:r>
            <a:r>
              <a:rPr dirty="0" sz="1900"/>
              <a:t>a</a:t>
            </a:r>
            <a:r>
              <a:rPr dirty="0" sz="1900" spc="-60"/>
              <a:t> </a:t>
            </a:r>
            <a:r>
              <a:rPr dirty="0" sz="1900" spc="-35"/>
              <a:t>messy</a:t>
            </a:r>
            <a:r>
              <a:rPr dirty="0" sz="1900" spc="-55"/>
              <a:t> </a:t>
            </a:r>
            <a:r>
              <a:rPr dirty="0" sz="1900" spc="-40"/>
              <a:t>contacts</a:t>
            </a:r>
            <a:r>
              <a:rPr dirty="0" sz="1900" spc="-55"/>
              <a:t> </a:t>
            </a:r>
            <a:r>
              <a:rPr dirty="0" sz="1900" spc="-25"/>
              <a:t>file.</a:t>
            </a:r>
            <a:r>
              <a:rPr dirty="0" sz="1900" spc="-55"/>
              <a:t> </a:t>
            </a:r>
            <a:r>
              <a:rPr dirty="0" sz="1900" spc="-45"/>
              <a:t>Return</a:t>
            </a:r>
            <a:r>
              <a:rPr dirty="0" sz="1900" spc="-60"/>
              <a:t> </a:t>
            </a:r>
            <a:r>
              <a:rPr dirty="0" sz="1900"/>
              <a:t>a</a:t>
            </a:r>
            <a:r>
              <a:rPr dirty="0" sz="1900" spc="-55"/>
              <a:t> </a:t>
            </a:r>
            <a:r>
              <a:rPr dirty="0" sz="1900" spc="-25"/>
              <a:t>clean</a:t>
            </a:r>
            <a:r>
              <a:rPr dirty="0" sz="1900" spc="-55"/>
              <a:t> </a:t>
            </a:r>
            <a:r>
              <a:rPr dirty="0" sz="1900" spc="-10"/>
              <a:t>list.</a:t>
            </a:r>
            <a:endParaRPr sz="1900"/>
          </a:p>
        </p:txBody>
      </p:sp>
      <p:sp>
        <p:nvSpPr>
          <p:cNvPr id="5" name="object 5"/>
          <p:cNvSpPr txBox="1"/>
          <p:nvPr/>
        </p:nvSpPr>
        <p:spPr>
          <a:xfrm>
            <a:off x="444144" y="801257"/>
            <a:ext cx="4474210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real-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world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task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CSV,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scraped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list,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every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copy-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pasted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table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starts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messy.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job: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clean</a:t>
            </a:r>
            <a:r>
              <a:rPr dirty="0" sz="800" spc="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it.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3600" y="1056417"/>
            <a:ext cx="4050665" cy="3701415"/>
            <a:chOff x="453600" y="1056417"/>
            <a:chExt cx="4050665" cy="3701415"/>
          </a:xfrm>
        </p:grpSpPr>
        <p:sp>
          <p:nvSpPr>
            <p:cNvPr id="7" name="object 7"/>
            <p:cNvSpPr/>
            <p:nvPr/>
          </p:nvSpPr>
          <p:spPr>
            <a:xfrm>
              <a:off x="456844" y="1070281"/>
              <a:ext cx="4043679" cy="3672840"/>
            </a:xfrm>
            <a:custGeom>
              <a:avLst/>
              <a:gdLst/>
              <a:ahLst/>
              <a:cxnLst/>
              <a:rect l="l" t="t" r="r" b="b"/>
              <a:pathLst>
                <a:path w="4043679" h="3672840">
                  <a:moveTo>
                    <a:pt x="3909961" y="0"/>
                  </a:moveTo>
                  <a:lnTo>
                    <a:pt x="133197" y="0"/>
                  </a:lnTo>
                  <a:lnTo>
                    <a:pt x="115773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539515"/>
                  </a:lnTo>
                  <a:lnTo>
                    <a:pt x="9955" y="3590141"/>
                  </a:lnTo>
                  <a:lnTo>
                    <a:pt x="38876" y="3633658"/>
                  </a:lnTo>
                  <a:lnTo>
                    <a:pt x="82216" y="3662545"/>
                  </a:lnTo>
                  <a:lnTo>
                    <a:pt x="133197" y="3672725"/>
                  </a:lnTo>
                  <a:lnTo>
                    <a:pt x="3910317" y="3672357"/>
                  </a:lnTo>
                  <a:lnTo>
                    <a:pt x="3961141" y="3662332"/>
                  </a:lnTo>
                  <a:lnTo>
                    <a:pt x="4004456" y="3633481"/>
                  </a:lnTo>
                  <a:lnTo>
                    <a:pt x="4033237" y="3590346"/>
                  </a:lnTo>
                  <a:lnTo>
                    <a:pt x="4038893" y="3573900"/>
                  </a:lnTo>
                  <a:lnTo>
                    <a:pt x="4038969" y="3573678"/>
                  </a:lnTo>
                  <a:lnTo>
                    <a:pt x="4042311" y="3556911"/>
                  </a:lnTo>
                  <a:lnTo>
                    <a:pt x="4042372" y="3556606"/>
                  </a:lnTo>
                  <a:lnTo>
                    <a:pt x="4043491" y="3539515"/>
                  </a:lnTo>
                  <a:lnTo>
                    <a:pt x="4043159" y="133197"/>
                  </a:lnTo>
                  <a:lnTo>
                    <a:pt x="4033134" y="82373"/>
                  </a:lnTo>
                  <a:lnTo>
                    <a:pt x="4004273" y="39058"/>
                  </a:lnTo>
                  <a:lnTo>
                    <a:pt x="3960935" y="10174"/>
                  </a:lnTo>
                  <a:lnTo>
                    <a:pt x="3927400" y="1142"/>
                  </a:lnTo>
                  <a:lnTo>
                    <a:pt x="39099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7200" y="1070637"/>
              <a:ext cx="4043679" cy="3672840"/>
            </a:xfrm>
            <a:custGeom>
              <a:avLst/>
              <a:gdLst/>
              <a:ahLst/>
              <a:cxnLst/>
              <a:rect l="l" t="t" r="r" b="b"/>
              <a:pathLst>
                <a:path w="4043679" h="3672840">
                  <a:moveTo>
                    <a:pt x="0" y="3606"/>
                  </a:moveTo>
                  <a:lnTo>
                    <a:pt x="4043159" y="3962"/>
                  </a:lnTo>
                </a:path>
                <a:path w="4043679" h="3672840">
                  <a:moveTo>
                    <a:pt x="4039565" y="0"/>
                  </a:moveTo>
                  <a:lnTo>
                    <a:pt x="4039920" y="3672725"/>
                  </a:lnTo>
                </a:path>
                <a:path w="4043679" h="3672840">
                  <a:moveTo>
                    <a:pt x="0" y="3669118"/>
                  </a:moveTo>
                  <a:lnTo>
                    <a:pt x="4043159" y="3669487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1246" y="1070637"/>
              <a:ext cx="635" cy="3672840"/>
            </a:xfrm>
            <a:custGeom>
              <a:avLst/>
              <a:gdLst/>
              <a:ahLst/>
              <a:cxnLst/>
              <a:rect l="l" t="t" r="r" b="b"/>
              <a:pathLst>
                <a:path w="634" h="3672840">
                  <a:moveTo>
                    <a:pt x="0" y="0"/>
                  </a:moveTo>
                  <a:lnTo>
                    <a:pt x="355" y="3672725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26954" y="1196646"/>
              <a:ext cx="335915" cy="184150"/>
            </a:xfrm>
            <a:custGeom>
              <a:avLst/>
              <a:gdLst/>
              <a:ahLst/>
              <a:cxnLst/>
              <a:rect l="l" t="t" r="r" b="b"/>
              <a:pathLst>
                <a:path w="335914" h="184150">
                  <a:moveTo>
                    <a:pt x="243725" y="0"/>
                  </a:moveTo>
                  <a:lnTo>
                    <a:pt x="92163" y="0"/>
                  </a:lnTo>
                  <a:lnTo>
                    <a:pt x="79270" y="798"/>
                  </a:lnTo>
                  <a:lnTo>
                    <a:pt x="79837" y="798"/>
                  </a:lnTo>
                  <a:lnTo>
                    <a:pt x="68316" y="3009"/>
                  </a:lnTo>
                  <a:lnTo>
                    <a:pt x="27003" y="26679"/>
                  </a:lnTo>
                  <a:lnTo>
                    <a:pt x="3154" y="67943"/>
                  </a:lnTo>
                  <a:lnTo>
                    <a:pt x="0" y="91795"/>
                  </a:lnTo>
                  <a:lnTo>
                    <a:pt x="0" y="92151"/>
                  </a:lnTo>
                  <a:lnTo>
                    <a:pt x="12242" y="137871"/>
                  </a:lnTo>
                  <a:lnTo>
                    <a:pt x="45719" y="171716"/>
                  </a:lnTo>
                  <a:lnTo>
                    <a:pt x="91808" y="183959"/>
                  </a:lnTo>
                  <a:lnTo>
                    <a:pt x="244081" y="183959"/>
                  </a:lnTo>
                  <a:lnTo>
                    <a:pt x="289801" y="171361"/>
                  </a:lnTo>
                  <a:lnTo>
                    <a:pt x="323646" y="137871"/>
                  </a:lnTo>
                  <a:lnTo>
                    <a:pt x="335866" y="92151"/>
                  </a:lnTo>
                  <a:lnTo>
                    <a:pt x="335865" y="91795"/>
                  </a:lnTo>
                  <a:lnTo>
                    <a:pt x="323291" y="46075"/>
                  </a:lnTo>
                  <a:lnTo>
                    <a:pt x="289801" y="12230"/>
                  </a:lnTo>
                  <a:lnTo>
                    <a:pt x="255788" y="798"/>
                  </a:lnTo>
                  <a:lnTo>
                    <a:pt x="243725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27354" y="1477443"/>
              <a:ext cx="2823210" cy="1075690"/>
            </a:xfrm>
            <a:custGeom>
              <a:avLst/>
              <a:gdLst/>
              <a:ahLst/>
              <a:cxnLst/>
              <a:rect l="l" t="t" r="r" b="b"/>
              <a:pathLst>
                <a:path w="2823210" h="1075689">
                  <a:moveTo>
                    <a:pt x="1123924" y="172796"/>
                  </a:moveTo>
                  <a:lnTo>
                    <a:pt x="759193" y="172796"/>
                  </a:lnTo>
                  <a:lnTo>
                    <a:pt x="758888" y="171716"/>
                  </a:lnTo>
                  <a:lnTo>
                    <a:pt x="753846" y="163080"/>
                  </a:lnTo>
                  <a:lnTo>
                    <a:pt x="750239" y="159473"/>
                  </a:lnTo>
                  <a:lnTo>
                    <a:pt x="741603" y="154432"/>
                  </a:lnTo>
                  <a:lnTo>
                    <a:pt x="736561" y="152996"/>
                  </a:lnTo>
                  <a:lnTo>
                    <a:pt x="23761" y="152996"/>
                  </a:lnTo>
                  <a:lnTo>
                    <a:pt x="0" y="176403"/>
                  </a:lnTo>
                  <a:lnTo>
                    <a:pt x="0" y="181432"/>
                  </a:lnTo>
                  <a:lnTo>
                    <a:pt x="0" y="243713"/>
                  </a:lnTo>
                  <a:lnTo>
                    <a:pt x="23406" y="267474"/>
                  </a:lnTo>
                  <a:lnTo>
                    <a:pt x="336600" y="267474"/>
                  </a:lnTo>
                  <a:lnTo>
                    <a:pt x="336600" y="288721"/>
                  </a:lnTo>
                  <a:lnTo>
                    <a:pt x="1123924" y="288721"/>
                  </a:lnTo>
                  <a:lnTo>
                    <a:pt x="1123924" y="172796"/>
                  </a:lnTo>
                  <a:close/>
                </a:path>
                <a:path w="2823210" h="1075689">
                  <a:moveTo>
                    <a:pt x="1699920" y="582828"/>
                  </a:moveTo>
                  <a:lnTo>
                    <a:pt x="1459077" y="582828"/>
                  </a:lnTo>
                  <a:lnTo>
                    <a:pt x="1458010" y="581761"/>
                  </a:lnTo>
                  <a:lnTo>
                    <a:pt x="1449362" y="576719"/>
                  </a:lnTo>
                  <a:lnTo>
                    <a:pt x="1444320" y="575271"/>
                  </a:lnTo>
                  <a:lnTo>
                    <a:pt x="752411" y="575271"/>
                  </a:lnTo>
                  <a:lnTo>
                    <a:pt x="729005" y="598678"/>
                  </a:lnTo>
                  <a:lnTo>
                    <a:pt x="729005" y="644753"/>
                  </a:lnTo>
                  <a:lnTo>
                    <a:pt x="752411" y="668159"/>
                  </a:lnTo>
                  <a:lnTo>
                    <a:pt x="852843" y="668108"/>
                  </a:lnTo>
                  <a:lnTo>
                    <a:pt x="852843" y="698754"/>
                  </a:lnTo>
                  <a:lnTo>
                    <a:pt x="1699920" y="698754"/>
                  </a:lnTo>
                  <a:lnTo>
                    <a:pt x="1699920" y="582828"/>
                  </a:lnTo>
                  <a:close/>
                </a:path>
                <a:path w="2823210" h="1075689">
                  <a:moveTo>
                    <a:pt x="1838528" y="23406"/>
                  </a:moveTo>
                  <a:lnTo>
                    <a:pt x="1690839" y="23406"/>
                  </a:lnTo>
                  <a:lnTo>
                    <a:pt x="1689849" y="18719"/>
                  </a:lnTo>
                  <a:lnTo>
                    <a:pt x="1684807" y="10083"/>
                  </a:lnTo>
                  <a:lnTo>
                    <a:pt x="1681200" y="6477"/>
                  </a:lnTo>
                  <a:lnTo>
                    <a:pt x="1672564" y="1435"/>
                  </a:lnTo>
                  <a:lnTo>
                    <a:pt x="1667522" y="0"/>
                  </a:lnTo>
                  <a:lnTo>
                    <a:pt x="371881" y="0"/>
                  </a:lnTo>
                  <a:lnTo>
                    <a:pt x="348107" y="28803"/>
                  </a:lnTo>
                  <a:lnTo>
                    <a:pt x="347764" y="85674"/>
                  </a:lnTo>
                  <a:lnTo>
                    <a:pt x="347764" y="90716"/>
                  </a:lnTo>
                  <a:lnTo>
                    <a:pt x="349211" y="95758"/>
                  </a:lnTo>
                  <a:lnTo>
                    <a:pt x="354241" y="104394"/>
                  </a:lnTo>
                  <a:lnTo>
                    <a:pt x="357847" y="108000"/>
                  </a:lnTo>
                  <a:lnTo>
                    <a:pt x="366483" y="113042"/>
                  </a:lnTo>
                  <a:lnTo>
                    <a:pt x="371525" y="114477"/>
                  </a:lnTo>
                  <a:lnTo>
                    <a:pt x="385572" y="114477"/>
                  </a:lnTo>
                  <a:lnTo>
                    <a:pt x="385572" y="139319"/>
                  </a:lnTo>
                  <a:lnTo>
                    <a:pt x="1838528" y="139319"/>
                  </a:lnTo>
                  <a:lnTo>
                    <a:pt x="1838528" y="23406"/>
                  </a:lnTo>
                  <a:close/>
                </a:path>
                <a:path w="2823210" h="1075689">
                  <a:moveTo>
                    <a:pt x="2822752" y="973797"/>
                  </a:moveTo>
                  <a:lnTo>
                    <a:pt x="2706370" y="973797"/>
                  </a:lnTo>
                  <a:lnTo>
                    <a:pt x="2706128" y="972718"/>
                  </a:lnTo>
                  <a:lnTo>
                    <a:pt x="2701086" y="964082"/>
                  </a:lnTo>
                  <a:lnTo>
                    <a:pt x="2697480" y="960475"/>
                  </a:lnTo>
                  <a:lnTo>
                    <a:pt x="2688844" y="955433"/>
                  </a:lnTo>
                  <a:lnTo>
                    <a:pt x="2683802" y="953998"/>
                  </a:lnTo>
                  <a:lnTo>
                    <a:pt x="872286" y="953998"/>
                  </a:lnTo>
                  <a:lnTo>
                    <a:pt x="848880" y="977392"/>
                  </a:lnTo>
                  <a:lnTo>
                    <a:pt x="848880" y="1023480"/>
                  </a:lnTo>
                  <a:lnTo>
                    <a:pt x="849960" y="1028153"/>
                  </a:lnTo>
                  <a:lnTo>
                    <a:pt x="852843" y="1033106"/>
                  </a:lnTo>
                  <a:lnTo>
                    <a:pt x="852843" y="1075677"/>
                  </a:lnTo>
                  <a:lnTo>
                    <a:pt x="2822752" y="1075677"/>
                  </a:lnTo>
                  <a:lnTo>
                    <a:pt x="2822752" y="973797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3475" y="2620443"/>
              <a:ext cx="105841" cy="928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91397" y="2628355"/>
              <a:ext cx="60960" cy="116205"/>
            </a:xfrm>
            <a:custGeom>
              <a:avLst/>
              <a:gdLst/>
              <a:ahLst/>
              <a:cxnLst/>
              <a:rect l="l" t="t" r="r" b="b"/>
              <a:pathLst>
                <a:path w="60960" h="116205">
                  <a:moveTo>
                    <a:pt x="60845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60845" y="115925"/>
                  </a:lnTo>
                  <a:lnTo>
                    <a:pt x="60845" y="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8205" y="3027961"/>
              <a:ext cx="3723004" cy="405765"/>
            </a:xfrm>
            <a:custGeom>
              <a:avLst/>
              <a:gdLst/>
              <a:ahLst/>
              <a:cxnLst/>
              <a:rect l="l" t="t" r="r" b="b"/>
              <a:pathLst>
                <a:path w="3723004" h="405764">
                  <a:moveTo>
                    <a:pt x="76669" y="0"/>
                  </a:moveTo>
                  <a:lnTo>
                    <a:pt x="38519" y="10439"/>
                  </a:lnTo>
                  <a:lnTo>
                    <a:pt x="10439" y="38163"/>
                  </a:lnTo>
                  <a:lnTo>
                    <a:pt x="355" y="76314"/>
                  </a:lnTo>
                  <a:lnTo>
                    <a:pt x="0" y="329044"/>
                  </a:lnTo>
                  <a:lnTo>
                    <a:pt x="668" y="339005"/>
                  </a:lnTo>
                  <a:lnTo>
                    <a:pt x="15881" y="375486"/>
                  </a:lnTo>
                  <a:lnTo>
                    <a:pt x="47099" y="399588"/>
                  </a:lnTo>
                  <a:lnTo>
                    <a:pt x="76314" y="405358"/>
                  </a:lnTo>
                  <a:lnTo>
                    <a:pt x="3646068" y="405358"/>
                  </a:lnTo>
                  <a:lnTo>
                    <a:pt x="3684231" y="394919"/>
                  </a:lnTo>
                  <a:lnTo>
                    <a:pt x="3712311" y="367195"/>
                  </a:lnTo>
                  <a:lnTo>
                    <a:pt x="3722395" y="329044"/>
                  </a:lnTo>
                  <a:lnTo>
                    <a:pt x="3722370" y="76314"/>
                  </a:lnTo>
                  <a:lnTo>
                    <a:pt x="3711955" y="38519"/>
                  </a:lnTo>
                  <a:lnTo>
                    <a:pt x="3684231" y="10439"/>
                  </a:lnTo>
                  <a:lnTo>
                    <a:pt x="3646068" y="355"/>
                  </a:lnTo>
                  <a:lnTo>
                    <a:pt x="76669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9356" y="3027961"/>
              <a:ext cx="635" cy="405130"/>
            </a:xfrm>
            <a:custGeom>
              <a:avLst/>
              <a:gdLst/>
              <a:ahLst/>
              <a:cxnLst/>
              <a:rect l="l" t="t" r="r" b="b"/>
              <a:pathLst>
                <a:path w="634" h="405129">
                  <a:moveTo>
                    <a:pt x="0" y="0"/>
                  </a:moveTo>
                  <a:lnTo>
                    <a:pt x="368" y="405003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53920" y="3249360"/>
              <a:ext cx="750570" cy="117475"/>
            </a:xfrm>
            <a:custGeom>
              <a:avLst/>
              <a:gdLst/>
              <a:ahLst/>
              <a:cxnLst/>
              <a:rect l="l" t="t" r="r" b="b"/>
              <a:pathLst>
                <a:path w="750569" h="117475">
                  <a:moveTo>
                    <a:pt x="750239" y="15481"/>
                  </a:moveTo>
                  <a:lnTo>
                    <a:pt x="735749" y="15481"/>
                  </a:lnTo>
                  <a:lnTo>
                    <a:pt x="732599" y="10083"/>
                  </a:lnTo>
                  <a:lnTo>
                    <a:pt x="729005" y="6477"/>
                  </a:lnTo>
                  <a:lnTo>
                    <a:pt x="720356" y="1447"/>
                  </a:lnTo>
                  <a:lnTo>
                    <a:pt x="715314" y="0"/>
                  </a:lnTo>
                  <a:lnTo>
                    <a:pt x="23393" y="0"/>
                  </a:lnTo>
                  <a:lnTo>
                    <a:pt x="0" y="23406"/>
                  </a:lnTo>
                  <a:lnTo>
                    <a:pt x="0" y="69481"/>
                  </a:lnTo>
                  <a:lnTo>
                    <a:pt x="1079" y="74155"/>
                  </a:lnTo>
                  <a:lnTo>
                    <a:pt x="4673" y="80327"/>
                  </a:lnTo>
                  <a:lnTo>
                    <a:pt x="4673" y="117360"/>
                  </a:lnTo>
                  <a:lnTo>
                    <a:pt x="750239" y="117360"/>
                  </a:lnTo>
                  <a:lnTo>
                    <a:pt x="750239" y="154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459479" algn="l"/>
              </a:tabLst>
            </a:pPr>
            <a:r>
              <a:rPr dirty="0" spc="-10"/>
              <a:t>T</a:t>
            </a:r>
            <a:r>
              <a:rPr dirty="0" spc="-75"/>
              <a:t> </a:t>
            </a:r>
            <a:r>
              <a:rPr dirty="0"/>
              <a:t>H</a:t>
            </a:r>
            <a:r>
              <a:rPr dirty="0" spc="-70"/>
              <a:t> </a:t>
            </a:r>
            <a:r>
              <a:rPr dirty="0"/>
              <a:t>E</a:t>
            </a:r>
            <a:r>
              <a:rPr dirty="0" spc="215"/>
              <a:t> </a:t>
            </a:r>
            <a:r>
              <a:rPr dirty="0" spc="-10"/>
              <a:t>B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70"/>
              <a:t> </a:t>
            </a:r>
            <a:r>
              <a:rPr dirty="0"/>
              <a:t>I</a:t>
            </a:r>
            <a:r>
              <a:rPr dirty="0" spc="-65"/>
              <a:t> </a:t>
            </a:r>
            <a:r>
              <a:rPr dirty="0"/>
              <a:t>E</a:t>
            </a:r>
            <a:r>
              <a:rPr dirty="0" spc="-75"/>
              <a:t> </a:t>
            </a:r>
            <a:r>
              <a:rPr dirty="0" spc="-50"/>
              <a:t>F</a:t>
            </a:r>
            <a:r>
              <a:rPr dirty="0"/>
              <a:t>	</a:t>
            </a:r>
            <a:r>
              <a:rPr dirty="0" baseline="3472" sz="1200" spc="-30"/>
              <a:t>Task</a:t>
            </a:r>
            <a:endParaRPr baseline="3472" sz="1200"/>
          </a:p>
          <a:p>
            <a:pPr marR="56515">
              <a:lnSpc>
                <a:spcPct val="122500"/>
              </a:lnSpc>
              <a:spcBef>
                <a:spcPts val="855"/>
              </a:spcBef>
            </a:pP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Write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 a</a:t>
            </a:r>
            <a:r>
              <a:rPr dirty="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function</a:t>
            </a:r>
            <a:r>
              <a:rPr dirty="0" spc="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ourier New"/>
                <a:cs typeface="Courier New"/>
              </a:rPr>
              <a:t>clean_contacts(filepath)</a:t>
            </a:r>
            <a:r>
              <a:rPr dirty="0" spc="-275" b="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that</a:t>
            </a:r>
            <a:r>
              <a:rPr dirty="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reads</a:t>
            </a:r>
            <a:r>
              <a:rPr dirty="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text</a:t>
            </a:r>
            <a:r>
              <a:rPr dirty="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file</a:t>
            </a:r>
            <a:r>
              <a:rPr dirty="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contacts</a:t>
            </a:r>
            <a:r>
              <a:rPr dirty="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pc="50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returns</a:t>
            </a:r>
            <a:r>
              <a:rPr dirty="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 list</a:t>
            </a:r>
            <a:r>
              <a:rPr dirty="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1A1E39"/>
                </a:solidFill>
                <a:latin typeface="Courier New"/>
                <a:cs typeface="Courier New"/>
              </a:rPr>
              <a:t>(name,</a:t>
            </a:r>
            <a:r>
              <a:rPr dirty="0" spc="-15" b="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b="0">
                <a:solidFill>
                  <a:srgbClr val="1A1E39"/>
                </a:solidFill>
                <a:latin typeface="Courier New"/>
                <a:cs typeface="Courier New"/>
              </a:rPr>
              <a:t>email)</a:t>
            </a:r>
            <a:r>
              <a:rPr dirty="0" spc="-295" b="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tuples.</a:t>
            </a:r>
            <a:r>
              <a:rPr dirty="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Skip</a:t>
            </a:r>
            <a:r>
              <a:rPr dirty="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lines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that</a:t>
            </a:r>
            <a:r>
              <a:rPr dirty="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don't</a:t>
            </a:r>
            <a:r>
              <a:rPr dirty="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20" b="0">
                <a:solidFill>
                  <a:srgbClr val="1A1E39"/>
                </a:solidFill>
                <a:latin typeface="Calibri"/>
                <a:cs typeface="Calibri"/>
              </a:rPr>
              <a:t>have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1A1E39"/>
                </a:solidFill>
                <a:latin typeface="Calibri"/>
                <a:cs typeface="Calibri"/>
              </a:rPr>
              <a:t>an</a:t>
            </a:r>
            <a:r>
              <a:rPr dirty="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1A1E39"/>
                </a:solidFill>
                <a:latin typeface="Calibri"/>
                <a:cs typeface="Calibri"/>
              </a:rPr>
              <a:t>email.</a:t>
            </a: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dirty="0">
                <a:solidFill>
                  <a:srgbClr val="797E94"/>
                </a:solidFill>
              </a:rPr>
              <a:t>R</a:t>
            </a:r>
            <a:r>
              <a:rPr dirty="0" spc="-75">
                <a:solidFill>
                  <a:srgbClr val="797E94"/>
                </a:solidFill>
              </a:rPr>
              <a:t> </a:t>
            </a:r>
            <a:r>
              <a:rPr dirty="0">
                <a:solidFill>
                  <a:srgbClr val="797E94"/>
                </a:solidFill>
              </a:rPr>
              <a:t>EQ</a:t>
            </a:r>
            <a:r>
              <a:rPr dirty="0" spc="-70">
                <a:solidFill>
                  <a:srgbClr val="797E94"/>
                </a:solidFill>
              </a:rPr>
              <a:t> </a:t>
            </a:r>
            <a:r>
              <a:rPr dirty="0" spc="-10">
                <a:solidFill>
                  <a:srgbClr val="797E94"/>
                </a:solidFill>
              </a:rPr>
              <a:t>U</a:t>
            </a:r>
            <a:r>
              <a:rPr dirty="0" spc="-65">
                <a:solidFill>
                  <a:srgbClr val="797E94"/>
                </a:solidFill>
              </a:rPr>
              <a:t> </a:t>
            </a:r>
            <a:r>
              <a:rPr dirty="0">
                <a:solidFill>
                  <a:srgbClr val="797E94"/>
                </a:solidFill>
              </a:rPr>
              <a:t>I</a:t>
            </a:r>
            <a:r>
              <a:rPr dirty="0" spc="-65">
                <a:solidFill>
                  <a:srgbClr val="797E94"/>
                </a:solidFill>
              </a:rPr>
              <a:t> </a:t>
            </a:r>
            <a:r>
              <a:rPr dirty="0">
                <a:solidFill>
                  <a:srgbClr val="797E94"/>
                </a:solidFill>
              </a:rPr>
              <a:t>R</a:t>
            </a:r>
            <a:r>
              <a:rPr dirty="0" spc="-65">
                <a:solidFill>
                  <a:srgbClr val="797E94"/>
                </a:solidFill>
              </a:rPr>
              <a:t> </a:t>
            </a:r>
            <a:r>
              <a:rPr dirty="0">
                <a:solidFill>
                  <a:srgbClr val="797E94"/>
                </a:solidFill>
              </a:rPr>
              <a:t>E</a:t>
            </a:r>
            <a:r>
              <a:rPr dirty="0" spc="-70">
                <a:solidFill>
                  <a:srgbClr val="797E94"/>
                </a:solidFill>
              </a:rPr>
              <a:t> </a:t>
            </a:r>
            <a:r>
              <a:rPr dirty="0" spc="-10">
                <a:solidFill>
                  <a:srgbClr val="797E94"/>
                </a:solidFill>
              </a:rPr>
              <a:t>M</a:t>
            </a:r>
            <a:r>
              <a:rPr dirty="0" spc="-65">
                <a:solidFill>
                  <a:srgbClr val="797E94"/>
                </a:solidFill>
              </a:rPr>
              <a:t> </a:t>
            </a:r>
            <a:r>
              <a:rPr dirty="0">
                <a:solidFill>
                  <a:srgbClr val="797E94"/>
                </a:solidFill>
              </a:rPr>
              <a:t>E</a:t>
            </a:r>
            <a:r>
              <a:rPr dirty="0" spc="-70">
                <a:solidFill>
                  <a:srgbClr val="797E94"/>
                </a:solidFill>
              </a:rPr>
              <a:t> </a:t>
            </a:r>
            <a:r>
              <a:rPr dirty="0">
                <a:solidFill>
                  <a:srgbClr val="797E94"/>
                </a:solidFill>
              </a:rPr>
              <a:t>N</a:t>
            </a:r>
            <a:r>
              <a:rPr dirty="0" spc="-65">
                <a:solidFill>
                  <a:srgbClr val="797E94"/>
                </a:solidFill>
              </a:rPr>
              <a:t> </a:t>
            </a:r>
            <a:r>
              <a:rPr dirty="0" spc="-10">
                <a:solidFill>
                  <a:srgbClr val="797E94"/>
                </a:solidFill>
              </a:rPr>
              <a:t>T</a:t>
            </a:r>
            <a:r>
              <a:rPr dirty="0" spc="-70">
                <a:solidFill>
                  <a:srgbClr val="797E94"/>
                </a:solidFill>
              </a:rPr>
              <a:t> </a:t>
            </a:r>
            <a:r>
              <a:rPr dirty="0" spc="-50">
                <a:solidFill>
                  <a:srgbClr val="797E94"/>
                </a:solidFill>
              </a:rPr>
              <a:t>S</a:t>
            </a:r>
          </a:p>
          <a:p>
            <a:pPr marL="162560" indent="-156210">
              <a:lnSpc>
                <a:spcPct val="100000"/>
              </a:lnSpc>
              <a:spcBef>
                <a:spcPts val="545"/>
              </a:spcBef>
              <a:buClr>
                <a:srgbClr val="FF6A5A"/>
              </a:buClr>
              <a:buFont typeface="Yu Gothic"/>
              <a:buChar char="✓"/>
              <a:tabLst>
                <a:tab pos="162560" algn="l"/>
              </a:tabLst>
            </a:pP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Function</a:t>
            </a:r>
            <a:r>
              <a:rPr dirty="0" sz="8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name</a:t>
            </a:r>
            <a:r>
              <a:rPr dirty="0" sz="8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1A1E39"/>
                </a:solidFill>
                <a:latin typeface="Calibri"/>
                <a:cs typeface="Calibri"/>
              </a:rPr>
              <a:t>must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1A1E39"/>
                </a:solidFill>
                <a:latin typeface="Calibri"/>
                <a:cs typeface="Calibri"/>
              </a:rPr>
              <a:t>be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ourier New"/>
                <a:cs typeface="Courier New"/>
              </a:rPr>
              <a:t>clean_contacts</a:t>
            </a:r>
            <a:endParaRPr sz="800">
              <a:latin typeface="Courier New"/>
              <a:cs typeface="Courier New"/>
            </a:endParaRPr>
          </a:p>
          <a:p>
            <a:pPr marL="162560" indent="-156210">
              <a:lnSpc>
                <a:spcPct val="100000"/>
              </a:lnSpc>
              <a:spcBef>
                <a:spcPts val="530"/>
              </a:spcBef>
              <a:buClr>
                <a:srgbClr val="FF6A5A"/>
              </a:buClr>
              <a:buFont typeface="Yu Gothic"/>
              <a:buChar char="✓"/>
              <a:tabLst>
                <a:tab pos="162560" algn="l"/>
              </a:tabLst>
            </a:pPr>
            <a:r>
              <a:rPr dirty="0" sz="800" spc="-25" b="0">
                <a:solidFill>
                  <a:srgbClr val="1A1E39"/>
                </a:solidFill>
                <a:latin typeface="Calibri"/>
                <a:cs typeface="Calibri"/>
              </a:rPr>
              <a:t>Takes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filepath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(string) </a:t>
            </a:r>
            <a:r>
              <a:rPr dirty="0" sz="800" b="0">
                <a:solidFill>
                  <a:srgbClr val="1A1E39"/>
                </a:solidFill>
                <a:latin typeface="Calibri"/>
                <a:cs typeface="Calibri"/>
              </a:rPr>
              <a:t>as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only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argument</a:t>
            </a:r>
            <a:endParaRPr sz="800">
              <a:latin typeface="Calibri"/>
              <a:cs typeface="Calibri"/>
            </a:endParaRPr>
          </a:p>
          <a:p>
            <a:pPr marL="162560" indent="-156210">
              <a:lnSpc>
                <a:spcPct val="100000"/>
              </a:lnSpc>
              <a:spcBef>
                <a:spcPts val="650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62560" algn="l"/>
              </a:tabLst>
            </a:pP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Returns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list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of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tuples,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e.g.</a:t>
            </a:r>
            <a:r>
              <a:rPr dirty="0" sz="700" spc="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ourier New"/>
                <a:cs typeface="Courier New"/>
              </a:rPr>
              <a:t>[('Aarav',</a:t>
            </a:r>
            <a:r>
              <a:rPr dirty="0" sz="700" spc="-25" b="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ourier New"/>
                <a:cs typeface="Courier New"/>
                <a:hlinkClick r:id="rId3"/>
              </a:rPr>
              <a:t>'aarav@example.com'</a:t>
            </a:r>
            <a:r>
              <a:rPr dirty="0" sz="700" spc="-10" b="0">
                <a:solidFill>
                  <a:srgbClr val="1A1E39"/>
                </a:solidFill>
                <a:latin typeface="Courier New"/>
                <a:cs typeface="Courier New"/>
              </a:rPr>
              <a:t>),</a:t>
            </a:r>
            <a:r>
              <a:rPr dirty="0" sz="700" spc="-20" b="0">
                <a:solidFill>
                  <a:srgbClr val="1A1E39"/>
                </a:solidFill>
                <a:latin typeface="Courier New"/>
                <a:cs typeface="Courier New"/>
              </a:rPr>
              <a:t> ...]</a:t>
            </a:r>
            <a:endParaRPr sz="700">
              <a:latin typeface="Courier New"/>
              <a:cs typeface="Courier New"/>
            </a:endParaRPr>
          </a:p>
          <a:p>
            <a:pPr marL="162560" indent="-156210">
              <a:lnSpc>
                <a:spcPct val="100000"/>
              </a:lnSpc>
              <a:spcBef>
                <a:spcPts val="535"/>
              </a:spcBef>
              <a:buClr>
                <a:srgbClr val="FF6A5A"/>
              </a:buClr>
              <a:buFont typeface="Yu Gothic"/>
              <a:buChar char="✓"/>
              <a:tabLst>
                <a:tab pos="162560" algn="l"/>
              </a:tabLst>
            </a:pPr>
            <a:r>
              <a:rPr dirty="0" sz="800" b="0">
                <a:solidFill>
                  <a:srgbClr val="1A1E39"/>
                </a:solidFill>
                <a:latin typeface="Calibri"/>
                <a:cs typeface="Calibri"/>
              </a:rPr>
              <a:t>Skip</a:t>
            </a:r>
            <a:r>
              <a:rPr dirty="0" sz="800" spc="-2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blank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lines</a:t>
            </a:r>
            <a:r>
              <a:rPr dirty="0" sz="8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lines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without</a:t>
            </a:r>
            <a:r>
              <a:rPr dirty="0" sz="8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1A1E39"/>
                </a:solidFill>
                <a:latin typeface="Calibri"/>
                <a:cs typeface="Calibri"/>
              </a:rPr>
              <a:t>an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b="0">
                <a:solidFill>
                  <a:srgbClr val="1A1E39"/>
                </a:solidFill>
                <a:latin typeface="Courier New"/>
                <a:cs typeface="Courier New"/>
              </a:rPr>
              <a:t>@</a:t>
            </a:r>
            <a:r>
              <a:rPr dirty="0" sz="800" spc="-305" b="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800" spc="-10" b="0">
                <a:solidFill>
                  <a:srgbClr val="1A1E39"/>
                </a:solidFill>
                <a:latin typeface="Calibri"/>
                <a:cs typeface="Calibri"/>
              </a:rPr>
              <a:t>symbol</a:t>
            </a:r>
            <a:endParaRPr sz="800">
              <a:latin typeface="Calibri"/>
              <a:cs typeface="Calibri"/>
            </a:endParaRPr>
          </a:p>
          <a:p>
            <a:pPr marL="162560" indent="-156210">
              <a:lnSpc>
                <a:spcPct val="100000"/>
              </a:lnSpc>
              <a:spcBef>
                <a:spcPts val="645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62560" algn="l"/>
              </a:tabLst>
            </a:pP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Use</a:t>
            </a:r>
            <a:r>
              <a:rPr dirty="0" sz="700" spc="-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try/except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in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 case</a:t>
            </a:r>
            <a:r>
              <a:rPr dirty="0" sz="700" spc="-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file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 missing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700" spc="-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return</a:t>
            </a:r>
            <a:r>
              <a:rPr dirty="0" sz="700" spc="-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an</a:t>
            </a:r>
            <a:r>
              <a:rPr dirty="0" sz="700" spc="-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empty</a:t>
            </a:r>
            <a:r>
              <a:rPr dirty="0" sz="700" spc="-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list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700">
              <a:latin typeface="Calibri"/>
              <a:cs typeface="Calibri"/>
            </a:endParaRPr>
          </a:p>
          <a:p>
            <a:pPr marL="106680">
              <a:lnSpc>
                <a:spcPct val="100000"/>
              </a:lnSpc>
            </a:pPr>
            <a:r>
              <a:rPr dirty="0">
                <a:solidFill>
                  <a:srgbClr val="FF6A5A"/>
                </a:solidFill>
              </a:rPr>
              <a:t>BY</a:t>
            </a:r>
            <a:r>
              <a:rPr dirty="0" spc="220">
                <a:solidFill>
                  <a:srgbClr val="FF6A5A"/>
                </a:solidFill>
              </a:rPr>
              <a:t> </a:t>
            </a:r>
            <a:r>
              <a:rPr dirty="0" spc="-10">
                <a:solidFill>
                  <a:srgbClr val="FF6A5A"/>
                </a:solidFill>
              </a:rPr>
              <a:t>T</a:t>
            </a:r>
            <a:r>
              <a:rPr dirty="0" spc="-75">
                <a:solidFill>
                  <a:srgbClr val="FF6A5A"/>
                </a:solidFill>
              </a:rPr>
              <a:t> </a:t>
            </a:r>
            <a:r>
              <a:rPr dirty="0">
                <a:solidFill>
                  <a:srgbClr val="FF6A5A"/>
                </a:solidFill>
              </a:rPr>
              <a:t>H</a:t>
            </a:r>
            <a:r>
              <a:rPr dirty="0" spc="-75">
                <a:solidFill>
                  <a:srgbClr val="FF6A5A"/>
                </a:solidFill>
              </a:rPr>
              <a:t> </a:t>
            </a:r>
            <a:r>
              <a:rPr dirty="0">
                <a:solidFill>
                  <a:srgbClr val="FF6A5A"/>
                </a:solidFill>
              </a:rPr>
              <a:t>E</a:t>
            </a:r>
            <a:r>
              <a:rPr dirty="0" spc="220">
                <a:solidFill>
                  <a:srgbClr val="FF6A5A"/>
                </a:solidFill>
              </a:rPr>
              <a:t> </a:t>
            </a:r>
            <a:r>
              <a:rPr dirty="0">
                <a:solidFill>
                  <a:srgbClr val="FF6A5A"/>
                </a:solidFill>
              </a:rPr>
              <a:t>E</a:t>
            </a:r>
            <a:r>
              <a:rPr dirty="0" spc="-70">
                <a:solidFill>
                  <a:srgbClr val="FF6A5A"/>
                </a:solidFill>
              </a:rPr>
              <a:t> </a:t>
            </a:r>
            <a:r>
              <a:rPr dirty="0">
                <a:solidFill>
                  <a:srgbClr val="FF6A5A"/>
                </a:solidFill>
              </a:rPr>
              <a:t>N</a:t>
            </a:r>
            <a:r>
              <a:rPr dirty="0" spc="-75">
                <a:solidFill>
                  <a:srgbClr val="FF6A5A"/>
                </a:solidFill>
              </a:rPr>
              <a:t> </a:t>
            </a:r>
            <a:r>
              <a:rPr dirty="0" spc="-50">
                <a:solidFill>
                  <a:srgbClr val="FF6A5A"/>
                </a:solidFill>
              </a:rPr>
              <a:t>D</a:t>
            </a:r>
          </a:p>
          <a:p>
            <a:pPr marL="106680">
              <a:lnSpc>
                <a:spcPct val="100000"/>
              </a:lnSpc>
              <a:spcBef>
                <a:spcPts val="430"/>
              </a:spcBef>
            </a:pP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Every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student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has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working</a:t>
            </a:r>
            <a:r>
              <a:rPr dirty="0" sz="700" spc="1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0">
                <a:latin typeface="Courier New"/>
                <a:cs typeface="Courier New"/>
              </a:rPr>
              <a:t>clean_contacts</a:t>
            </a:r>
            <a:r>
              <a:rPr dirty="0" sz="700" spc="-260" b="0">
                <a:latin typeface="Courier New"/>
                <a:cs typeface="Courier New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function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can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 call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on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b="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700" spc="-15" b="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 b="0">
                <a:solidFill>
                  <a:srgbClr val="1A1E39"/>
                </a:solidFill>
                <a:latin typeface="Calibri"/>
                <a:cs typeface="Calibri"/>
              </a:rPr>
              <a:t>real </a:t>
            </a:r>
            <a:r>
              <a:rPr dirty="0" sz="700" spc="-20" b="0">
                <a:solidFill>
                  <a:srgbClr val="1A1E39"/>
                </a:solidFill>
                <a:latin typeface="Calibri"/>
                <a:cs typeface="Calibri"/>
              </a:rPr>
              <a:t>file.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39474" y="1056349"/>
            <a:ext cx="4051300" cy="3701415"/>
            <a:chOff x="4639474" y="1056349"/>
            <a:chExt cx="4051300" cy="3701415"/>
          </a:xfrm>
        </p:grpSpPr>
        <p:sp>
          <p:nvSpPr>
            <p:cNvPr id="19" name="object 19"/>
            <p:cNvSpPr/>
            <p:nvPr/>
          </p:nvSpPr>
          <p:spPr>
            <a:xfrm>
              <a:off x="4642916" y="1070281"/>
              <a:ext cx="4043679" cy="3672840"/>
            </a:xfrm>
            <a:custGeom>
              <a:avLst/>
              <a:gdLst/>
              <a:ahLst/>
              <a:cxnLst/>
              <a:rect l="l" t="t" r="r" b="b"/>
              <a:pathLst>
                <a:path w="4043679" h="3672840">
                  <a:moveTo>
                    <a:pt x="3909961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6" y="51960"/>
                  </a:lnTo>
                  <a:lnTo>
                    <a:pt x="4546" y="98688"/>
                  </a:lnTo>
                  <a:lnTo>
                    <a:pt x="0" y="133197"/>
                  </a:lnTo>
                  <a:lnTo>
                    <a:pt x="0" y="3539515"/>
                  </a:lnTo>
                  <a:lnTo>
                    <a:pt x="9955" y="3590141"/>
                  </a:lnTo>
                  <a:lnTo>
                    <a:pt x="38885" y="3633658"/>
                  </a:lnTo>
                  <a:lnTo>
                    <a:pt x="82223" y="3662545"/>
                  </a:lnTo>
                  <a:lnTo>
                    <a:pt x="133197" y="3672725"/>
                  </a:lnTo>
                  <a:lnTo>
                    <a:pt x="3910317" y="3672357"/>
                  </a:lnTo>
                  <a:lnTo>
                    <a:pt x="3961154" y="3662332"/>
                  </a:lnTo>
                  <a:lnTo>
                    <a:pt x="4004462" y="3633481"/>
                  </a:lnTo>
                  <a:lnTo>
                    <a:pt x="4033244" y="3590346"/>
                  </a:lnTo>
                  <a:lnTo>
                    <a:pt x="4043504" y="3539515"/>
                  </a:lnTo>
                  <a:lnTo>
                    <a:pt x="4043527" y="3539159"/>
                  </a:lnTo>
                  <a:lnTo>
                    <a:pt x="4043159" y="133197"/>
                  </a:lnTo>
                  <a:lnTo>
                    <a:pt x="4033134" y="82373"/>
                  </a:lnTo>
                  <a:lnTo>
                    <a:pt x="4004283" y="39058"/>
                  </a:lnTo>
                  <a:lnTo>
                    <a:pt x="3960943" y="10174"/>
                  </a:lnTo>
                  <a:lnTo>
                    <a:pt x="39099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43284" y="1070637"/>
              <a:ext cx="4043679" cy="3672840"/>
            </a:xfrm>
            <a:custGeom>
              <a:avLst/>
              <a:gdLst/>
              <a:ahLst/>
              <a:cxnLst/>
              <a:rect l="l" t="t" r="r" b="b"/>
              <a:pathLst>
                <a:path w="4043679" h="3672840">
                  <a:moveTo>
                    <a:pt x="0" y="3606"/>
                  </a:moveTo>
                  <a:lnTo>
                    <a:pt x="4043514" y="3962"/>
                  </a:lnTo>
                </a:path>
                <a:path w="4043679" h="3672840">
                  <a:moveTo>
                    <a:pt x="4039920" y="0"/>
                  </a:moveTo>
                  <a:lnTo>
                    <a:pt x="4040276" y="3672725"/>
                  </a:lnTo>
                </a:path>
                <a:path w="4043679" h="3672840">
                  <a:moveTo>
                    <a:pt x="0" y="3669118"/>
                  </a:moveTo>
                  <a:lnTo>
                    <a:pt x="4043514" y="3669487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657674" y="1070637"/>
              <a:ext cx="635" cy="3672840"/>
            </a:xfrm>
            <a:custGeom>
              <a:avLst/>
              <a:gdLst/>
              <a:ahLst/>
              <a:cxnLst/>
              <a:rect l="l" t="t" r="r" b="b"/>
              <a:pathLst>
                <a:path w="635" h="3672840">
                  <a:moveTo>
                    <a:pt x="0" y="0"/>
                  </a:moveTo>
                  <a:lnTo>
                    <a:pt x="368" y="3672725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814646" y="1213093"/>
            <a:ext cx="10591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SA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M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29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P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29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F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902714" y="1196646"/>
            <a:ext cx="657225" cy="184150"/>
          </a:xfrm>
          <a:custGeom>
            <a:avLst/>
            <a:gdLst/>
            <a:ahLst/>
            <a:cxnLst/>
            <a:rect l="l" t="t" r="r" b="b"/>
            <a:pathLst>
              <a:path w="657225" h="184150">
                <a:moveTo>
                  <a:pt x="564489" y="0"/>
                </a:moveTo>
                <a:lnTo>
                  <a:pt x="92163" y="0"/>
                </a:lnTo>
                <a:lnTo>
                  <a:pt x="79270" y="798"/>
                </a:lnTo>
                <a:lnTo>
                  <a:pt x="79837" y="798"/>
                </a:lnTo>
                <a:lnTo>
                  <a:pt x="68316" y="3009"/>
                </a:lnTo>
                <a:lnTo>
                  <a:pt x="27003" y="26679"/>
                </a:lnTo>
                <a:lnTo>
                  <a:pt x="3154" y="67943"/>
                </a:lnTo>
                <a:lnTo>
                  <a:pt x="0" y="91795"/>
                </a:lnTo>
                <a:lnTo>
                  <a:pt x="0" y="92151"/>
                </a:lnTo>
                <a:lnTo>
                  <a:pt x="12242" y="137871"/>
                </a:lnTo>
                <a:lnTo>
                  <a:pt x="45720" y="171716"/>
                </a:lnTo>
                <a:lnTo>
                  <a:pt x="91808" y="183959"/>
                </a:lnTo>
                <a:lnTo>
                  <a:pt x="564845" y="183959"/>
                </a:lnTo>
                <a:lnTo>
                  <a:pt x="610565" y="171361"/>
                </a:lnTo>
                <a:lnTo>
                  <a:pt x="644410" y="137871"/>
                </a:lnTo>
                <a:lnTo>
                  <a:pt x="656617" y="92151"/>
                </a:lnTo>
                <a:lnTo>
                  <a:pt x="656617" y="91795"/>
                </a:lnTo>
                <a:lnTo>
                  <a:pt x="644042" y="46075"/>
                </a:lnTo>
                <a:lnTo>
                  <a:pt x="610565" y="12230"/>
                </a:lnTo>
                <a:lnTo>
                  <a:pt x="576544" y="798"/>
                </a:lnTo>
                <a:lnTo>
                  <a:pt x="564489" y="0"/>
                </a:lnTo>
                <a:close/>
              </a:path>
            </a:pathLst>
          </a:custGeom>
          <a:solidFill>
            <a:srgbClr val="FFE6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927200" y="1207340"/>
            <a:ext cx="6191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55" b="1">
                <a:solidFill>
                  <a:srgbClr val="FF6A5A"/>
                </a:solidFill>
                <a:latin typeface="Calibri"/>
                <a:cs typeface="Calibri"/>
              </a:rPr>
              <a:t>contacts.txt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14646" y="1455841"/>
            <a:ext cx="3723004" cy="2324735"/>
          </a:xfrm>
          <a:custGeom>
            <a:avLst/>
            <a:gdLst/>
            <a:ahLst/>
            <a:cxnLst/>
            <a:rect l="l" t="t" r="r" b="b"/>
            <a:pathLst>
              <a:path w="3723004" h="2324735">
                <a:moveTo>
                  <a:pt x="114833" y="0"/>
                </a:moveTo>
                <a:lnTo>
                  <a:pt x="70995" y="8808"/>
                </a:lnTo>
                <a:lnTo>
                  <a:pt x="33664" y="33755"/>
                </a:lnTo>
                <a:lnTo>
                  <a:pt x="9163" y="70790"/>
                </a:lnTo>
                <a:lnTo>
                  <a:pt x="355" y="114477"/>
                </a:lnTo>
                <a:lnTo>
                  <a:pt x="0" y="2210041"/>
                </a:lnTo>
                <a:lnTo>
                  <a:pt x="1000" y="2225057"/>
                </a:lnTo>
                <a:lnTo>
                  <a:pt x="3930" y="2239603"/>
                </a:lnTo>
                <a:lnTo>
                  <a:pt x="3957" y="2239737"/>
                </a:lnTo>
                <a:lnTo>
                  <a:pt x="23818" y="2279880"/>
                </a:lnTo>
                <a:lnTo>
                  <a:pt x="57238" y="2309037"/>
                </a:lnTo>
                <a:lnTo>
                  <a:pt x="99506" y="2323518"/>
                </a:lnTo>
                <a:lnTo>
                  <a:pt x="114477" y="2324519"/>
                </a:lnTo>
                <a:lnTo>
                  <a:pt x="3607917" y="2324519"/>
                </a:lnTo>
                <a:lnTo>
                  <a:pt x="3651755" y="2315710"/>
                </a:lnTo>
                <a:lnTo>
                  <a:pt x="3689007" y="2290864"/>
                </a:lnTo>
                <a:lnTo>
                  <a:pt x="3713513" y="2253878"/>
                </a:lnTo>
                <a:lnTo>
                  <a:pt x="3722395" y="2210041"/>
                </a:lnTo>
                <a:lnTo>
                  <a:pt x="3722370" y="114477"/>
                </a:lnTo>
                <a:lnTo>
                  <a:pt x="3713587" y="71001"/>
                </a:lnTo>
                <a:lnTo>
                  <a:pt x="3688730" y="33755"/>
                </a:lnTo>
                <a:lnTo>
                  <a:pt x="3651605" y="9169"/>
                </a:lnTo>
                <a:lnTo>
                  <a:pt x="3607917" y="355"/>
                </a:lnTo>
                <a:lnTo>
                  <a:pt x="114833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929479" y="1543354"/>
            <a:ext cx="3163570" cy="650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8099"/>
              </a:lnSpc>
              <a:spcBef>
                <a:spcPts val="100"/>
              </a:spcBef>
            </a:pP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contacts.txt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  <a:hlinkClick r:id="rId4"/>
              </a:rPr>
              <a:t>Aarav,aarav@example.com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Priya,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  <a:hlinkClick r:id="rId5"/>
              </a:rPr>
              <a:t>priya@example.com</a:t>
            </a:r>
            <a:r>
              <a:rPr dirty="0" sz="800" spc="-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  <a:hlinkClick r:id="rId6"/>
              </a:rPr>
              <a:t>Rahul,rahul@college.edu</a:t>
            </a:r>
            <a:r>
              <a:rPr dirty="0" sz="800" spc="3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8A8FB4"/>
                </a:solidFill>
                <a:latin typeface="Courier New"/>
                <a:cs typeface="Courier New"/>
              </a:rPr>
              <a:t>--</a:t>
            </a:r>
            <a:r>
              <a:rPr dirty="0" sz="800" i="1">
                <a:solidFill>
                  <a:srgbClr val="8A8FB4"/>
                </a:solidFill>
                <a:latin typeface="Courier New"/>
                <a:cs typeface="Courier New"/>
              </a:rPr>
              <a:t>-</a:t>
            </a:r>
            <a:r>
              <a:rPr dirty="0" sz="8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Meera, </a:t>
            </a:r>
            <a:r>
              <a:rPr dirty="0" sz="800">
                <a:solidFill>
                  <a:srgbClr val="E7E9F4"/>
                </a:solidFill>
                <a:latin typeface="Courier New"/>
                <a:cs typeface="Courier New"/>
                <a:hlinkClick r:id="rId7"/>
              </a:rPr>
              <a:t>Vikram,vikram@example.com</a:t>
            </a:r>
            <a:r>
              <a:rPr dirty="0" sz="800" spc="-1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</a:rPr>
              <a:t>extra </a:t>
            </a:r>
            <a:r>
              <a:rPr dirty="0" sz="800" spc="-10">
                <a:solidFill>
                  <a:srgbClr val="E7E9F4"/>
                </a:solidFill>
                <a:latin typeface="Courier New"/>
                <a:cs typeface="Courier New"/>
                <a:hlinkClick r:id="rId8"/>
              </a:rPr>
              <a:t>Sanjana,sanjana@example.com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14641" y="3855603"/>
            <a:ext cx="3723004" cy="777240"/>
            <a:chOff x="4814641" y="3855603"/>
            <a:chExt cx="3723004" cy="777240"/>
          </a:xfrm>
        </p:grpSpPr>
        <p:sp>
          <p:nvSpPr>
            <p:cNvPr id="28" name="object 28"/>
            <p:cNvSpPr/>
            <p:nvPr/>
          </p:nvSpPr>
          <p:spPr>
            <a:xfrm>
              <a:off x="4814646" y="3865678"/>
              <a:ext cx="3723004" cy="755650"/>
            </a:xfrm>
            <a:custGeom>
              <a:avLst/>
              <a:gdLst/>
              <a:ahLst/>
              <a:cxnLst/>
              <a:rect l="l" t="t" r="r" b="b"/>
              <a:pathLst>
                <a:path w="3723004" h="755650">
                  <a:moveTo>
                    <a:pt x="76669" y="0"/>
                  </a:moveTo>
                  <a:lnTo>
                    <a:pt x="38519" y="10439"/>
                  </a:lnTo>
                  <a:lnTo>
                    <a:pt x="10439" y="38163"/>
                  </a:lnTo>
                  <a:lnTo>
                    <a:pt x="355" y="76326"/>
                  </a:lnTo>
                  <a:lnTo>
                    <a:pt x="0" y="679322"/>
                  </a:lnTo>
                  <a:lnTo>
                    <a:pt x="658" y="689286"/>
                  </a:lnTo>
                  <a:lnTo>
                    <a:pt x="668" y="689436"/>
                  </a:lnTo>
                  <a:lnTo>
                    <a:pt x="15881" y="725770"/>
                  </a:lnTo>
                  <a:lnTo>
                    <a:pt x="47099" y="749872"/>
                  </a:lnTo>
                  <a:lnTo>
                    <a:pt x="76314" y="755637"/>
                  </a:lnTo>
                  <a:lnTo>
                    <a:pt x="3646068" y="755637"/>
                  </a:lnTo>
                  <a:lnTo>
                    <a:pt x="3684231" y="745197"/>
                  </a:lnTo>
                  <a:lnTo>
                    <a:pt x="3712311" y="717486"/>
                  </a:lnTo>
                  <a:lnTo>
                    <a:pt x="3722395" y="679322"/>
                  </a:lnTo>
                  <a:lnTo>
                    <a:pt x="3722371" y="76326"/>
                  </a:lnTo>
                  <a:lnTo>
                    <a:pt x="3711955" y="38519"/>
                  </a:lnTo>
                  <a:lnTo>
                    <a:pt x="3684231" y="10439"/>
                  </a:lnTo>
                  <a:lnTo>
                    <a:pt x="3646068" y="368"/>
                  </a:lnTo>
                  <a:lnTo>
                    <a:pt x="76669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825441" y="3866402"/>
              <a:ext cx="635" cy="755650"/>
            </a:xfrm>
            <a:custGeom>
              <a:avLst/>
              <a:gdLst/>
              <a:ahLst/>
              <a:cxnLst/>
              <a:rect l="l" t="t" r="r" b="b"/>
              <a:pathLst>
                <a:path w="635" h="755650">
                  <a:moveTo>
                    <a:pt x="0" y="0"/>
                  </a:moveTo>
                  <a:lnTo>
                    <a:pt x="355" y="755281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21554" y="4080956"/>
              <a:ext cx="3473450" cy="335915"/>
            </a:xfrm>
            <a:custGeom>
              <a:avLst/>
              <a:gdLst/>
              <a:ahLst/>
              <a:cxnLst/>
              <a:rect l="l" t="t" r="r" b="b"/>
              <a:pathLst>
                <a:path w="3473450" h="335914">
                  <a:moveTo>
                    <a:pt x="3449523" y="0"/>
                  </a:moveTo>
                  <a:lnTo>
                    <a:pt x="23406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89" y="9728"/>
                  </a:lnTo>
                  <a:lnTo>
                    <a:pt x="1447" y="18364"/>
                  </a:lnTo>
                  <a:lnTo>
                    <a:pt x="0" y="23406"/>
                  </a:lnTo>
                  <a:lnTo>
                    <a:pt x="0" y="312483"/>
                  </a:lnTo>
                  <a:lnTo>
                    <a:pt x="23406" y="335889"/>
                  </a:lnTo>
                  <a:lnTo>
                    <a:pt x="3449891" y="335521"/>
                  </a:lnTo>
                  <a:lnTo>
                    <a:pt x="3473284" y="307085"/>
                  </a:lnTo>
                  <a:lnTo>
                    <a:pt x="3472935" y="28447"/>
                  </a:lnTo>
                  <a:lnTo>
                    <a:pt x="3472929" y="23406"/>
                  </a:lnTo>
                  <a:lnTo>
                    <a:pt x="3471849" y="18719"/>
                  </a:lnTo>
                  <a:lnTo>
                    <a:pt x="3466807" y="10083"/>
                  </a:lnTo>
                  <a:lnTo>
                    <a:pt x="3463201" y="6489"/>
                  </a:lnTo>
                  <a:lnTo>
                    <a:pt x="3454565" y="1447"/>
                  </a:lnTo>
                  <a:lnTo>
                    <a:pt x="34495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94715" y="4330448"/>
              <a:ext cx="196926" cy="856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21554" y="4080956"/>
              <a:ext cx="3473450" cy="335915"/>
            </a:xfrm>
            <a:custGeom>
              <a:avLst/>
              <a:gdLst/>
              <a:ahLst/>
              <a:cxnLst/>
              <a:rect l="l" t="t" r="r" b="b"/>
              <a:pathLst>
                <a:path w="3473450" h="335914">
                  <a:moveTo>
                    <a:pt x="3449523" y="0"/>
                  </a:moveTo>
                  <a:lnTo>
                    <a:pt x="23406" y="0"/>
                  </a:lnTo>
                  <a:lnTo>
                    <a:pt x="18719" y="1079"/>
                  </a:lnTo>
                  <a:lnTo>
                    <a:pt x="10083" y="6121"/>
                  </a:lnTo>
                  <a:lnTo>
                    <a:pt x="6489" y="9728"/>
                  </a:lnTo>
                  <a:lnTo>
                    <a:pt x="1447" y="18364"/>
                  </a:lnTo>
                  <a:lnTo>
                    <a:pt x="0" y="23406"/>
                  </a:lnTo>
                  <a:lnTo>
                    <a:pt x="0" y="312483"/>
                  </a:lnTo>
                  <a:lnTo>
                    <a:pt x="23406" y="335889"/>
                  </a:lnTo>
                  <a:lnTo>
                    <a:pt x="3449891" y="335521"/>
                  </a:lnTo>
                  <a:lnTo>
                    <a:pt x="3473284" y="307085"/>
                  </a:lnTo>
                  <a:lnTo>
                    <a:pt x="3472935" y="28447"/>
                  </a:lnTo>
                  <a:lnTo>
                    <a:pt x="3472929" y="23406"/>
                  </a:lnTo>
                  <a:lnTo>
                    <a:pt x="3471849" y="18719"/>
                  </a:lnTo>
                  <a:lnTo>
                    <a:pt x="3466807" y="10083"/>
                  </a:lnTo>
                  <a:lnTo>
                    <a:pt x="3463201" y="6489"/>
                  </a:lnTo>
                  <a:lnTo>
                    <a:pt x="3454565" y="1447"/>
                  </a:lnTo>
                  <a:lnTo>
                    <a:pt x="34495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83565" y="4325406"/>
              <a:ext cx="218871" cy="9683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896523" y="3903372"/>
            <a:ext cx="3242310" cy="737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800" spc="75" b="1">
                <a:solidFill>
                  <a:srgbClr val="FF6A5A"/>
                </a:solidFill>
                <a:latin typeface="Calibri"/>
                <a:cs typeface="Calibri"/>
              </a:rPr>
              <a:t>EXPECTED</a:t>
            </a:r>
            <a:r>
              <a:rPr dirty="0" sz="800" spc="1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OUTPUT</a:t>
            </a:r>
            <a:endParaRPr sz="800">
              <a:latin typeface="Calibri"/>
              <a:cs typeface="Calibri"/>
            </a:endParaRPr>
          </a:p>
          <a:p>
            <a:pPr marL="53340" marR="30480">
              <a:lnSpc>
                <a:spcPct val="154700"/>
              </a:lnSpc>
              <a:spcBef>
                <a:spcPts val="335"/>
              </a:spcBef>
            </a:pP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[('Aarav',</a:t>
            </a:r>
            <a:r>
              <a:rPr dirty="0" sz="400" spc="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  <a:hlinkClick r:id="rId3"/>
              </a:rPr>
              <a:t>'aarav@example.com'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),</a:t>
            </a:r>
            <a:r>
              <a:rPr dirty="0" sz="400" spc="1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('Priya',</a:t>
            </a:r>
            <a:r>
              <a:rPr dirty="0" sz="400" spc="1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  <a:hlinkClick r:id="rId11"/>
              </a:rPr>
              <a:t>'priya@example.com'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),</a:t>
            </a:r>
            <a:r>
              <a:rPr dirty="0" sz="400" spc="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('Rahul',</a:t>
            </a:r>
            <a:r>
              <a:rPr dirty="0" sz="400" spc="1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  <a:hlinkClick r:id="rId12"/>
              </a:rPr>
              <a:t>'rahul@college.edu'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),</a:t>
            </a:r>
            <a:r>
              <a:rPr dirty="0" sz="400" spc="15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('Vikram',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  <a:hlinkClick r:id="rId13"/>
              </a:rPr>
              <a:t>'vikram@example.com</a:t>
            </a:r>
            <a:r>
              <a:rPr dirty="0" sz="400" spc="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extra'),</a:t>
            </a:r>
            <a:r>
              <a:rPr dirty="0" sz="400" spc="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('Sanjana',</a:t>
            </a:r>
            <a:r>
              <a:rPr dirty="0" sz="400" spc="10">
                <a:solidFill>
                  <a:srgbClr val="293183"/>
                </a:solidFill>
                <a:latin typeface="Courier New"/>
                <a:cs typeface="Courier New"/>
              </a:rPr>
              <a:t> 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  <a:hlinkClick r:id="rId14"/>
              </a:rPr>
              <a:t>'sanjana@example.com'</a:t>
            </a:r>
            <a:r>
              <a:rPr dirty="0" sz="400" spc="-10">
                <a:solidFill>
                  <a:srgbClr val="293183"/>
                </a:solidFill>
                <a:latin typeface="Courier New"/>
                <a:cs typeface="Courier New"/>
              </a:rPr>
              <a:t>)]</a:t>
            </a:r>
            <a:endParaRPr sz="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400">
              <a:latin typeface="Courier New"/>
              <a:cs typeface="Courier New"/>
            </a:endParaRPr>
          </a:p>
          <a:p>
            <a:pPr marL="110489" marR="151130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five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tuples.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Blank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lines,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separator,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and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the </a:t>
            </a:r>
            <a:r>
              <a:rPr dirty="0" sz="800" spc="-254">
                <a:solidFill>
                  <a:srgbClr val="1A1E39"/>
                </a:solidFill>
                <a:latin typeface="Calibri"/>
                <a:cs typeface="Calibri"/>
              </a:rPr>
              <a:t>M</a:t>
            </a:r>
            <a:r>
              <a:rPr dirty="0" baseline="38194" sz="1200" spc="-382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ee</a:t>
            </a:r>
            <a:r>
              <a:rPr dirty="0" sz="800" spc="-745">
                <a:solidFill>
                  <a:srgbClr val="1A1E39"/>
                </a:solidFill>
                <a:latin typeface="Calibri"/>
                <a:cs typeface="Calibri"/>
              </a:rPr>
              <a:t>r</a:t>
            </a:r>
            <a:r>
              <a:rPr dirty="0" baseline="38194" sz="1200" spc="-15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baseline="38194" sz="1200" spc="-352">
                <a:solidFill>
                  <a:srgbClr val="293183"/>
                </a:solidFill>
                <a:latin typeface="Courier New"/>
                <a:cs typeface="Courier New"/>
              </a:rPr>
              <a:t>-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line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without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email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75">
                <a:solidFill>
                  <a:srgbClr val="1A1E39"/>
                </a:solidFill>
                <a:latin typeface="Calibri"/>
                <a:cs typeface="Calibri"/>
              </a:rPr>
              <a:t>al</a:t>
            </a:r>
            <a:r>
              <a:rPr dirty="0" sz="800" spc="-75">
                <a:solidFill>
                  <a:srgbClr val="1A1E39"/>
                </a:solidFill>
                <a:latin typeface="Calibri"/>
                <a:cs typeface="Calibri"/>
              </a:rPr>
              <a:t>l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skipped.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17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328322"/>
            <a:ext cx="43180" cy="43815"/>
          </a:xfrm>
          <a:custGeom>
            <a:avLst/>
            <a:gdLst/>
            <a:ahLst/>
            <a:cxnLst/>
            <a:rect l="l" t="t" r="r" b="b"/>
            <a:pathLst>
              <a:path w="43179" h="43814">
                <a:moveTo>
                  <a:pt x="25196" y="0"/>
                </a:moveTo>
                <a:lnTo>
                  <a:pt x="17640" y="0"/>
                </a:lnTo>
                <a:lnTo>
                  <a:pt x="14046" y="1079"/>
                </a:lnTo>
                <a:lnTo>
                  <a:pt x="0" y="17995"/>
                </a:lnTo>
                <a:lnTo>
                  <a:pt x="0" y="21602"/>
                </a:lnTo>
                <a:lnTo>
                  <a:pt x="0" y="25196"/>
                </a:lnTo>
                <a:lnTo>
                  <a:pt x="17640" y="43205"/>
                </a:lnTo>
                <a:lnTo>
                  <a:pt x="25196" y="43205"/>
                </a:lnTo>
                <a:lnTo>
                  <a:pt x="42837" y="25196"/>
                </a:lnTo>
                <a:lnTo>
                  <a:pt x="42837" y="17995"/>
                </a:lnTo>
                <a:lnTo>
                  <a:pt x="28803" y="1079"/>
                </a:lnTo>
                <a:lnTo>
                  <a:pt x="25196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8977" y="279973"/>
            <a:ext cx="20643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X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·</a:t>
            </a:r>
            <a:r>
              <a:rPr dirty="0" sz="800" spc="24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8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25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WA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L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K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7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U</a:t>
            </a:r>
            <a:r>
              <a:rPr dirty="0" sz="800" spc="-55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6A5A"/>
                </a:solidFill>
                <a:latin typeface="Calibri"/>
                <a:cs typeface="Calibri"/>
              </a:rPr>
              <a:t>G</a:t>
            </a:r>
            <a:r>
              <a:rPr dirty="0" sz="800" spc="-60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436945"/>
            <a:ext cx="4834255" cy="28321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/>
              <a:t>One</a:t>
            </a:r>
            <a:r>
              <a:rPr dirty="0" sz="1650" spc="-65"/>
              <a:t> </a:t>
            </a:r>
            <a:r>
              <a:rPr dirty="0" sz="1650" spc="-20"/>
              <a:t>way</a:t>
            </a:r>
            <a:r>
              <a:rPr dirty="0" sz="1650" spc="-65"/>
              <a:t> </a:t>
            </a:r>
            <a:r>
              <a:rPr dirty="0" sz="1650"/>
              <a:t>to</a:t>
            </a:r>
            <a:r>
              <a:rPr dirty="0" sz="1650" spc="-65"/>
              <a:t> </a:t>
            </a:r>
            <a:r>
              <a:rPr dirty="0" sz="1650" spc="-10"/>
              <a:t>solve</a:t>
            </a:r>
            <a:r>
              <a:rPr dirty="0" sz="1650" spc="-65"/>
              <a:t> </a:t>
            </a:r>
            <a:r>
              <a:rPr dirty="0" sz="1650"/>
              <a:t>it.</a:t>
            </a:r>
            <a:r>
              <a:rPr dirty="0" sz="1650" spc="-60"/>
              <a:t> </a:t>
            </a:r>
            <a:r>
              <a:rPr dirty="0" sz="1650" spc="-10"/>
              <a:t>There</a:t>
            </a:r>
            <a:r>
              <a:rPr dirty="0" sz="1650" spc="-65"/>
              <a:t> </a:t>
            </a:r>
            <a:r>
              <a:rPr dirty="0" sz="1650"/>
              <a:t>are</a:t>
            </a:r>
            <a:r>
              <a:rPr dirty="0" sz="1650" spc="-65"/>
              <a:t> </a:t>
            </a:r>
            <a:r>
              <a:rPr dirty="0" sz="1650" spc="-20"/>
              <a:t>others</a:t>
            </a:r>
            <a:r>
              <a:rPr dirty="0" sz="1650" spc="-65"/>
              <a:t> </a:t>
            </a:r>
            <a:r>
              <a:rPr dirty="0" sz="1650"/>
              <a:t>—</a:t>
            </a:r>
            <a:r>
              <a:rPr dirty="0" sz="1650" spc="-60"/>
              <a:t> </a:t>
            </a:r>
            <a:r>
              <a:rPr dirty="0" sz="1650" spc="-10"/>
              <a:t>this</a:t>
            </a:r>
            <a:r>
              <a:rPr dirty="0" sz="1650" spc="-65"/>
              <a:t> </a:t>
            </a:r>
            <a:r>
              <a:rPr dirty="0" sz="1650"/>
              <a:t>is</a:t>
            </a:r>
            <a:r>
              <a:rPr dirty="0" sz="1650" spc="-65"/>
              <a:t> </a:t>
            </a:r>
            <a:r>
              <a:rPr dirty="0" sz="1650" spc="-20"/>
              <a:t>just</a:t>
            </a:r>
            <a:r>
              <a:rPr dirty="0" sz="1650" spc="-65"/>
              <a:t> </a:t>
            </a:r>
            <a:r>
              <a:rPr dirty="0" sz="1650" spc="-10"/>
              <a:t>clean.</a:t>
            </a:r>
            <a:endParaRPr sz="1650"/>
          </a:p>
        </p:txBody>
      </p:sp>
      <p:sp>
        <p:nvSpPr>
          <p:cNvPr id="5" name="object 5"/>
          <p:cNvSpPr txBox="1"/>
          <p:nvPr/>
        </p:nvSpPr>
        <p:spPr>
          <a:xfrm>
            <a:off x="444144" y="765977"/>
            <a:ext cx="32124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Walk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through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this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by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line.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Then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go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back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own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version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compare.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6844" y="999720"/>
            <a:ext cx="4937760" cy="3434715"/>
          </a:xfrm>
          <a:custGeom>
            <a:avLst/>
            <a:gdLst/>
            <a:ahLst/>
            <a:cxnLst/>
            <a:rect l="l" t="t" r="r" b="b"/>
            <a:pathLst>
              <a:path w="4937760" h="3434715">
                <a:moveTo>
                  <a:pt x="4823269" y="0"/>
                </a:moveTo>
                <a:lnTo>
                  <a:pt x="114109" y="0"/>
                </a:lnTo>
                <a:lnTo>
                  <a:pt x="98429" y="1000"/>
                </a:lnTo>
                <a:lnTo>
                  <a:pt x="99014" y="1000"/>
                </a:lnTo>
                <a:lnTo>
                  <a:pt x="84726" y="3781"/>
                </a:lnTo>
                <a:lnTo>
                  <a:pt x="44638" y="23468"/>
                </a:lnTo>
                <a:lnTo>
                  <a:pt x="15481" y="56883"/>
                </a:lnTo>
                <a:lnTo>
                  <a:pt x="1000" y="99156"/>
                </a:lnTo>
                <a:lnTo>
                  <a:pt x="0" y="114122"/>
                </a:lnTo>
                <a:lnTo>
                  <a:pt x="0" y="3320275"/>
                </a:lnTo>
                <a:lnTo>
                  <a:pt x="8448" y="3363609"/>
                </a:lnTo>
                <a:lnTo>
                  <a:pt x="8502" y="3363770"/>
                </a:lnTo>
                <a:lnTo>
                  <a:pt x="33296" y="3401009"/>
                </a:lnTo>
                <a:lnTo>
                  <a:pt x="70421" y="3425589"/>
                </a:lnTo>
                <a:lnTo>
                  <a:pt x="114109" y="3434397"/>
                </a:lnTo>
                <a:lnTo>
                  <a:pt x="4823637" y="3434041"/>
                </a:lnTo>
                <a:lnTo>
                  <a:pt x="4866959" y="3425589"/>
                </a:lnTo>
                <a:lnTo>
                  <a:pt x="4904366" y="3400742"/>
                </a:lnTo>
                <a:lnTo>
                  <a:pt x="4928867" y="3363770"/>
                </a:lnTo>
                <a:lnTo>
                  <a:pt x="4928946" y="3363609"/>
                </a:lnTo>
                <a:lnTo>
                  <a:pt x="4933733" y="3349669"/>
                </a:lnTo>
                <a:lnTo>
                  <a:pt x="4933796" y="3349486"/>
                </a:lnTo>
                <a:lnTo>
                  <a:pt x="4936716" y="3335092"/>
                </a:lnTo>
                <a:lnTo>
                  <a:pt x="4936757" y="3334890"/>
                </a:lnTo>
                <a:lnTo>
                  <a:pt x="4937736" y="3320275"/>
                </a:lnTo>
                <a:lnTo>
                  <a:pt x="4937760" y="3319919"/>
                </a:lnTo>
                <a:lnTo>
                  <a:pt x="4937391" y="114122"/>
                </a:lnTo>
                <a:lnTo>
                  <a:pt x="4928888" y="70634"/>
                </a:lnTo>
                <a:lnTo>
                  <a:pt x="4904095" y="33388"/>
                </a:lnTo>
                <a:lnTo>
                  <a:pt x="4866969" y="8808"/>
                </a:lnTo>
                <a:lnTo>
                  <a:pt x="4838242" y="1000"/>
                </a:lnTo>
                <a:lnTo>
                  <a:pt x="4823269" y="0"/>
                </a:lnTo>
                <a:close/>
              </a:path>
            </a:pathLst>
          </a:custGeom>
          <a:solidFill>
            <a:srgbClr val="1A1E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72655" y="1092138"/>
            <a:ext cx="3113405" cy="1360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①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def</a:t>
            </a:r>
            <a:r>
              <a:rPr dirty="0" sz="700" spc="-2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81C7FF"/>
                </a:solidFill>
                <a:latin typeface="Courier New"/>
                <a:cs typeface="Courier New"/>
              </a:rPr>
              <a:t>clean_contacts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(filepath: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str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700" spc="-3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-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&gt;</a:t>
            </a:r>
            <a:r>
              <a:rPr dirty="0" sz="700" spc="-3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list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: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"""Read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a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contacts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file</a:t>
            </a:r>
            <a:r>
              <a:rPr dirty="0" sz="700" spc="-6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and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return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(name,</a:t>
            </a:r>
            <a:r>
              <a:rPr dirty="0" sz="700" spc="-6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email)</a:t>
            </a:r>
            <a:r>
              <a:rPr dirty="0" sz="700" spc="-65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7E885"/>
                </a:solidFill>
                <a:latin typeface="Courier New"/>
                <a:cs typeface="Courier New"/>
              </a:rPr>
              <a:t>tuples."""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287655" algn="l"/>
              </a:tabLst>
            </a:pPr>
            <a:r>
              <a:rPr dirty="0" sz="700" spc="-50" b="1">
                <a:solidFill>
                  <a:srgbClr val="FF6A5A"/>
                </a:solidFill>
                <a:latin typeface="Calibri"/>
                <a:cs typeface="Calibri"/>
              </a:rPr>
              <a:t>②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sz="700" spc="-20">
                <a:solidFill>
                  <a:srgbClr val="FF8B7E"/>
                </a:solidFill>
                <a:latin typeface="Courier New"/>
                <a:cs typeface="Courier New"/>
              </a:rPr>
              <a:t>try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:</a:t>
            </a:r>
            <a:endParaRPr sz="700">
              <a:latin typeface="Courier New"/>
              <a:cs typeface="Courier New"/>
            </a:endParaRPr>
          </a:p>
          <a:p>
            <a:pPr marL="12700" marR="1517015">
              <a:lnSpc>
                <a:spcPct val="104600"/>
              </a:lnSpc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with</a:t>
            </a:r>
            <a:r>
              <a:rPr dirty="0" sz="700" spc="-4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81C7FF"/>
                </a:solidFill>
                <a:latin typeface="Courier New"/>
                <a:cs typeface="Courier New"/>
              </a:rPr>
              <a:t>open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(filepath,</a:t>
            </a:r>
            <a:r>
              <a:rPr dirty="0" sz="700" spc="-4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'r'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)</a:t>
            </a:r>
            <a:r>
              <a:rPr dirty="0" sz="700" spc="-4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as</a:t>
            </a:r>
            <a:r>
              <a:rPr dirty="0" sz="700" spc="-3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f: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lines</a:t>
            </a:r>
            <a:r>
              <a:rPr dirty="0" sz="700" spc="-7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700" spc="-6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f.readlines()</a:t>
            </a:r>
            <a:endParaRPr sz="700">
              <a:latin typeface="Courier New"/>
              <a:cs typeface="Courier New"/>
            </a:endParaRPr>
          </a:p>
          <a:p>
            <a:pPr marL="12700" marR="1782445">
              <a:lnSpc>
                <a:spcPct val="104600"/>
              </a:lnSpc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except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FileNotFoundError: </a:t>
            </a: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[]</a:t>
            </a:r>
            <a:endParaRPr sz="700">
              <a:latin typeface="Courier New"/>
              <a:cs typeface="Courier New"/>
            </a:endParaRPr>
          </a:p>
          <a:p>
            <a:pPr marL="12700" marR="2136775">
              <a:lnSpc>
                <a:spcPct val="104600"/>
              </a:lnSpc>
              <a:tabLst>
                <a:tab pos="286385" algn="l"/>
              </a:tabLst>
            </a:pPr>
            <a:r>
              <a:rPr dirty="0" sz="700" spc="-50" b="1">
                <a:solidFill>
                  <a:srgbClr val="FF6A5A"/>
                </a:solidFill>
                <a:latin typeface="Calibri"/>
                <a:cs typeface="Calibri"/>
              </a:rPr>
              <a:t>③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contacts</a:t>
            </a:r>
            <a:r>
              <a:rPr dirty="0" sz="700" spc="-5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700" spc="-5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[]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for</a:t>
            </a:r>
            <a:r>
              <a:rPr dirty="0" sz="700" spc="-6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line</a:t>
            </a:r>
            <a:r>
              <a:rPr dirty="0" sz="700" spc="-5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in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lines:</a:t>
            </a:r>
            <a:endParaRPr sz="700">
              <a:latin typeface="Courier New"/>
              <a:cs typeface="Courier New"/>
            </a:endParaRPr>
          </a:p>
          <a:p>
            <a:pPr marL="12700" marR="1614170">
              <a:lnSpc>
                <a:spcPct val="104600"/>
              </a:lnSpc>
              <a:tabLst>
                <a:tab pos="495934" algn="l"/>
              </a:tabLst>
            </a:pPr>
            <a:r>
              <a:rPr dirty="0" sz="700" spc="-50" b="1">
                <a:solidFill>
                  <a:srgbClr val="FF6A5A"/>
                </a:solidFill>
                <a:latin typeface="Calibri"/>
                <a:cs typeface="Calibri"/>
              </a:rPr>
              <a:t>④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line</a:t>
            </a:r>
            <a:r>
              <a:rPr dirty="0" sz="700" spc="-6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700" spc="-5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line.strip()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00" spc="-6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not</a:t>
            </a:r>
            <a:r>
              <a:rPr dirty="0" sz="7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line: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continue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2655" y="2431340"/>
            <a:ext cx="3030855" cy="1248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line</a:t>
            </a:r>
            <a:r>
              <a:rPr dirty="0" sz="700" spc="-5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==</a:t>
            </a:r>
            <a:r>
              <a:rPr dirty="0" sz="700" spc="-4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B7E885"/>
                </a:solidFill>
                <a:latin typeface="Courier New"/>
                <a:cs typeface="Courier New"/>
              </a:rPr>
              <a:t>'---'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: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continue</a:t>
            </a:r>
            <a:endParaRPr sz="700">
              <a:latin typeface="Courier New"/>
              <a:cs typeface="Courier New"/>
            </a:endParaRPr>
          </a:p>
          <a:p>
            <a:pPr marL="12700" marR="1642110">
              <a:lnSpc>
                <a:spcPct val="104600"/>
              </a:lnSpc>
            </a:pP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parts</a:t>
            </a:r>
            <a:r>
              <a:rPr dirty="0" sz="700" spc="-4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700" spc="-3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line.split(</a:t>
            </a:r>
            <a:r>
              <a:rPr dirty="0" sz="700" spc="-20">
                <a:solidFill>
                  <a:srgbClr val="B7E885"/>
                </a:solidFill>
                <a:latin typeface="Courier New"/>
                <a:cs typeface="Courier New"/>
              </a:rPr>
              <a:t>','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,</a:t>
            </a:r>
            <a:r>
              <a:rPr dirty="0" sz="700" spc="-2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FFD47F"/>
                </a:solidFill>
                <a:latin typeface="Trebuchet MS"/>
                <a:cs typeface="Trebuchet MS"/>
              </a:rPr>
              <a:t>1</a:t>
            </a:r>
            <a:r>
              <a:rPr dirty="0" sz="700" spc="-9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00" spc="-60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len(parts)</a:t>
            </a:r>
            <a:r>
              <a:rPr dirty="0" sz="700" spc="-6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!=</a:t>
            </a:r>
            <a:r>
              <a:rPr dirty="0" sz="700" spc="-4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FFD47F"/>
                </a:solidFill>
                <a:latin typeface="Trebuchet MS"/>
                <a:cs typeface="Trebuchet MS"/>
              </a:rPr>
              <a:t>2</a:t>
            </a:r>
            <a:r>
              <a:rPr dirty="0" sz="700" spc="-9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E7E9F4"/>
                </a:solidFill>
                <a:latin typeface="Courier New"/>
                <a:cs typeface="Courier New"/>
              </a:rPr>
              <a:t>: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continue</a:t>
            </a:r>
            <a:endParaRPr sz="700">
              <a:latin typeface="Courier New"/>
              <a:cs typeface="Courier New"/>
            </a:endParaRPr>
          </a:p>
          <a:p>
            <a:pPr marL="12700" marR="5080">
              <a:lnSpc>
                <a:spcPct val="104600"/>
              </a:lnSpc>
              <a:tabLst>
                <a:tab pos="495934" algn="l"/>
              </a:tabLst>
            </a:pPr>
            <a:r>
              <a:rPr dirty="0" sz="700" spc="-50" b="1">
                <a:solidFill>
                  <a:srgbClr val="FF6A5A"/>
                </a:solidFill>
                <a:latin typeface="Calibri"/>
                <a:cs typeface="Calibri"/>
              </a:rPr>
              <a:t>⑤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name,</a:t>
            </a:r>
            <a:r>
              <a:rPr dirty="0" sz="700" spc="-6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email</a:t>
            </a:r>
            <a:r>
              <a:rPr dirty="0" sz="700" spc="-5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700" spc="-4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30">
                <a:solidFill>
                  <a:srgbClr val="E7E9F4"/>
                </a:solidFill>
                <a:latin typeface="Courier New"/>
                <a:cs typeface="Courier New"/>
              </a:rPr>
              <a:t>parts[</a:t>
            </a:r>
            <a:r>
              <a:rPr dirty="0" sz="700" spc="-30">
                <a:solidFill>
                  <a:srgbClr val="FFD47F"/>
                </a:solidFill>
                <a:latin typeface="Trebuchet MS"/>
                <a:cs typeface="Trebuchet MS"/>
              </a:rPr>
              <a:t>0</a:t>
            </a:r>
            <a:r>
              <a:rPr dirty="0" sz="700" spc="-9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].strip(),</a:t>
            </a:r>
            <a:r>
              <a:rPr dirty="0" sz="700" spc="-5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30">
                <a:solidFill>
                  <a:srgbClr val="E7E9F4"/>
                </a:solidFill>
                <a:latin typeface="Courier New"/>
                <a:cs typeface="Courier New"/>
              </a:rPr>
              <a:t>parts[</a:t>
            </a:r>
            <a:r>
              <a:rPr dirty="0" sz="700" spc="-30">
                <a:solidFill>
                  <a:srgbClr val="FFD47F"/>
                </a:solidFill>
                <a:latin typeface="Trebuchet MS"/>
                <a:cs typeface="Trebuchet MS"/>
              </a:rPr>
              <a:t>1</a:t>
            </a:r>
            <a:r>
              <a:rPr dirty="0" sz="700" spc="-90">
                <a:solidFill>
                  <a:srgbClr val="FFD47F"/>
                </a:solidFill>
                <a:latin typeface="Trebuchet MS"/>
                <a:cs typeface="Trebuchet MS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].strip()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if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B7E885"/>
                </a:solidFill>
                <a:latin typeface="Courier New"/>
                <a:cs typeface="Courier New"/>
              </a:rPr>
              <a:t>'@'</a:t>
            </a:r>
            <a:r>
              <a:rPr dirty="0" sz="700" spc="-40">
                <a:solidFill>
                  <a:srgbClr val="B7E885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not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FF8B7E"/>
                </a:solidFill>
                <a:latin typeface="Courier New"/>
                <a:cs typeface="Courier New"/>
              </a:rPr>
              <a:t>in</a:t>
            </a:r>
            <a:r>
              <a:rPr dirty="0" sz="700" spc="-4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email: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continue</a:t>
            </a:r>
            <a:endParaRPr sz="700">
              <a:latin typeface="Courier New"/>
              <a:cs typeface="Courier New"/>
            </a:endParaRPr>
          </a:p>
          <a:p>
            <a:pPr marL="12700" marR="955675">
              <a:lnSpc>
                <a:spcPct val="104600"/>
              </a:lnSpc>
              <a:tabLst>
                <a:tab pos="495934" algn="l"/>
              </a:tabLst>
            </a:pPr>
            <a:r>
              <a:rPr dirty="0" sz="700" spc="-50" b="1">
                <a:solidFill>
                  <a:srgbClr val="FF6A5A"/>
                </a:solidFill>
                <a:latin typeface="Calibri"/>
                <a:cs typeface="Calibri"/>
              </a:rPr>
              <a:t>⑥</a:t>
            </a:r>
            <a:r>
              <a:rPr dirty="0" sz="700" b="1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contacts.append((name,</a:t>
            </a:r>
            <a:r>
              <a:rPr dirty="0" sz="700" spc="20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email)) </a:t>
            </a:r>
            <a:r>
              <a:rPr dirty="0" sz="700" spc="-10">
                <a:solidFill>
                  <a:srgbClr val="FF8B7E"/>
                </a:solidFill>
                <a:latin typeface="Courier New"/>
                <a:cs typeface="Courier New"/>
              </a:rPr>
              <a:t>return</a:t>
            </a:r>
            <a:r>
              <a:rPr dirty="0" sz="700" spc="-55">
                <a:solidFill>
                  <a:srgbClr val="FF8B7E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contacts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5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Try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5" i="1">
                <a:solidFill>
                  <a:srgbClr val="8A8FB4"/>
                </a:solidFill>
                <a:latin typeface="Courier New"/>
                <a:cs typeface="Courier New"/>
              </a:rPr>
              <a:t>it: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2655" y="3658935"/>
            <a:ext cx="3584575" cy="3556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1518920">
              <a:lnSpc>
                <a:spcPct val="104600"/>
              </a:lnSpc>
              <a:spcBef>
                <a:spcPts val="60"/>
              </a:spcBef>
            </a:pP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result</a:t>
            </a:r>
            <a:r>
              <a:rPr dirty="0" sz="700" spc="-4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E7E9F4"/>
                </a:solidFill>
                <a:latin typeface="Courier New"/>
                <a:cs typeface="Courier New"/>
              </a:rPr>
              <a:t>=</a:t>
            </a:r>
            <a:r>
              <a:rPr dirty="0" sz="700" spc="-35">
                <a:solidFill>
                  <a:srgbClr val="E7E9F4"/>
                </a:solidFill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81C7FF"/>
                </a:solidFill>
                <a:latin typeface="Courier New"/>
                <a:cs typeface="Courier New"/>
              </a:rPr>
              <a:t>clean_contacts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(</a:t>
            </a:r>
            <a:r>
              <a:rPr dirty="0" sz="700" spc="-20">
                <a:solidFill>
                  <a:srgbClr val="B7E885"/>
                </a:solidFill>
                <a:latin typeface="Courier New"/>
                <a:cs typeface="Courier New"/>
              </a:rPr>
              <a:t>'contacts.txt'</a:t>
            </a:r>
            <a:r>
              <a:rPr dirty="0" sz="700" spc="-20">
                <a:solidFill>
                  <a:srgbClr val="E7E9F4"/>
                </a:solidFill>
                <a:latin typeface="Courier New"/>
                <a:cs typeface="Courier New"/>
              </a:rPr>
              <a:t>) </a:t>
            </a:r>
            <a:r>
              <a:rPr dirty="0" sz="700" spc="-10">
                <a:solidFill>
                  <a:srgbClr val="81C7FF"/>
                </a:solidFill>
                <a:latin typeface="Courier New"/>
                <a:cs typeface="Courier New"/>
              </a:rPr>
              <a:t>print</a:t>
            </a:r>
            <a:r>
              <a:rPr dirty="0" sz="700" spc="-10">
                <a:solidFill>
                  <a:srgbClr val="E7E9F4"/>
                </a:solidFill>
                <a:latin typeface="Courier New"/>
                <a:cs typeface="Courier New"/>
              </a:rPr>
              <a:t>(result)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#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i="1">
                <a:solidFill>
                  <a:srgbClr val="8A8FB4"/>
                </a:solidFill>
                <a:latin typeface="Courier New"/>
                <a:cs typeface="Courier New"/>
              </a:rPr>
              <a:t>→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[('Aarav',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  <a:hlinkClick r:id="rId2"/>
              </a:rPr>
              <a:t>'aarav@example.com'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</a:rPr>
              <a:t>),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('Priya',</a:t>
            </a:r>
            <a:r>
              <a:rPr dirty="0" sz="700" spc="-4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  <a:hlinkClick r:id="rId3"/>
              </a:rPr>
              <a:t>'priya@example.com'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),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655" y="3993732"/>
            <a:ext cx="79375" cy="3556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04600"/>
              </a:lnSpc>
              <a:spcBef>
                <a:spcPts val="60"/>
              </a:spcBef>
            </a:pPr>
            <a:r>
              <a:rPr dirty="0" sz="700" spc="-50" i="1">
                <a:solidFill>
                  <a:srgbClr val="8A8FB4"/>
                </a:solidFill>
                <a:latin typeface="Courier New"/>
                <a:cs typeface="Courier New"/>
              </a:rPr>
              <a:t># # #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4007" y="3993732"/>
            <a:ext cx="2067560" cy="3556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4600"/>
              </a:lnSpc>
              <a:spcBef>
                <a:spcPts val="60"/>
              </a:spcBef>
            </a:pP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('Rahul',</a:t>
            </a:r>
            <a:r>
              <a:rPr dirty="0" sz="700" spc="-9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  <a:hlinkClick r:id="rId4"/>
              </a:rPr>
              <a:t>'rahul@college.edu'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), ('Vikram',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  <a:hlinkClick r:id="rId5"/>
              </a:rPr>
              <a:t>'vikram@example.com</a:t>
            </a:r>
            <a:r>
              <a:rPr dirty="0" sz="700" spc="-40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extra'), </a:t>
            </a:r>
            <a:r>
              <a:rPr dirty="0" sz="700" spc="-20" i="1">
                <a:solidFill>
                  <a:srgbClr val="8A8FB4"/>
                </a:solidFill>
                <a:latin typeface="Courier New"/>
                <a:cs typeface="Courier New"/>
              </a:rPr>
              <a:t>('Sanjana',</a:t>
            </a:r>
            <a:r>
              <a:rPr dirty="0" sz="700" spc="5" i="1">
                <a:solidFill>
                  <a:srgbClr val="8A8FB4"/>
                </a:solidFill>
                <a:latin typeface="Courier New"/>
                <a:cs typeface="Courier New"/>
              </a:rPr>
              <a:t> 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  <a:hlinkClick r:id="rId6"/>
              </a:rPr>
              <a:t>'sanjana@example.com'</a:t>
            </a:r>
            <a:r>
              <a:rPr dirty="0" sz="700" spc="-10" i="1">
                <a:solidFill>
                  <a:srgbClr val="8A8FB4"/>
                </a:solidFill>
                <a:latin typeface="Courier New"/>
                <a:cs typeface="Courier New"/>
              </a:rPr>
              <a:t>)]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6476" y="4494958"/>
            <a:ext cx="4938395" cy="259715"/>
            <a:chOff x="456476" y="4494958"/>
            <a:chExt cx="4938395" cy="259715"/>
          </a:xfrm>
        </p:grpSpPr>
        <p:sp>
          <p:nvSpPr>
            <p:cNvPr id="13" name="object 13"/>
            <p:cNvSpPr/>
            <p:nvPr/>
          </p:nvSpPr>
          <p:spPr>
            <a:xfrm>
              <a:off x="456476" y="4505047"/>
              <a:ext cx="4938395" cy="238125"/>
            </a:xfrm>
            <a:custGeom>
              <a:avLst/>
              <a:gdLst/>
              <a:ahLst/>
              <a:cxnLst/>
              <a:rect l="l" t="t" r="r" b="b"/>
              <a:pathLst>
                <a:path w="4938395" h="238125">
                  <a:moveTo>
                    <a:pt x="76682" y="0"/>
                  </a:moveTo>
                  <a:lnTo>
                    <a:pt x="38519" y="10439"/>
                  </a:lnTo>
                  <a:lnTo>
                    <a:pt x="10439" y="38150"/>
                  </a:lnTo>
                  <a:lnTo>
                    <a:pt x="368" y="76314"/>
                  </a:lnTo>
                  <a:lnTo>
                    <a:pt x="0" y="161632"/>
                  </a:lnTo>
                  <a:lnTo>
                    <a:pt x="670" y="171596"/>
                  </a:lnTo>
                  <a:lnTo>
                    <a:pt x="15889" y="208080"/>
                  </a:lnTo>
                  <a:lnTo>
                    <a:pt x="47112" y="232184"/>
                  </a:lnTo>
                  <a:lnTo>
                    <a:pt x="76327" y="237959"/>
                  </a:lnTo>
                  <a:lnTo>
                    <a:pt x="4861801" y="237959"/>
                  </a:lnTo>
                  <a:lnTo>
                    <a:pt x="4899964" y="227520"/>
                  </a:lnTo>
                  <a:lnTo>
                    <a:pt x="4928044" y="199796"/>
                  </a:lnTo>
                  <a:lnTo>
                    <a:pt x="4938128" y="161632"/>
                  </a:lnTo>
                  <a:lnTo>
                    <a:pt x="4938104" y="76314"/>
                  </a:lnTo>
                  <a:lnTo>
                    <a:pt x="4927688" y="38519"/>
                  </a:lnTo>
                  <a:lnTo>
                    <a:pt x="4899964" y="10439"/>
                  </a:lnTo>
                  <a:lnTo>
                    <a:pt x="4861801" y="355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7639" y="4505758"/>
              <a:ext cx="635" cy="238125"/>
            </a:xfrm>
            <a:custGeom>
              <a:avLst/>
              <a:gdLst/>
              <a:ahLst/>
              <a:cxnLst/>
              <a:rect l="l" t="t" r="r" b="b"/>
              <a:pathLst>
                <a:path w="634" h="238125">
                  <a:moveTo>
                    <a:pt x="0" y="0"/>
                  </a:moveTo>
                  <a:lnTo>
                    <a:pt x="355" y="237604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29818" y="4551732"/>
            <a:ext cx="4671695" cy="27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OTHER</a:t>
            </a:r>
            <a:r>
              <a:rPr dirty="0" sz="800" spc="14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70" b="1">
                <a:solidFill>
                  <a:srgbClr val="FF6A5A"/>
                </a:solidFill>
                <a:latin typeface="Calibri"/>
                <a:cs typeface="Calibri"/>
              </a:rPr>
              <a:t>SOLUTIONS</a:t>
            </a:r>
            <a:r>
              <a:rPr dirty="0" sz="800" spc="1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FF6A5A"/>
                </a:solidFill>
                <a:latin typeface="Calibri"/>
                <a:cs typeface="Calibri"/>
              </a:rPr>
              <a:t>EXIST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35">
                <a:solidFill>
                  <a:srgbClr val="1A1E39"/>
                </a:solidFill>
                <a:latin typeface="Calibri"/>
                <a:cs typeface="Calibri"/>
              </a:rPr>
              <a:t>You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might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use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list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comprehension,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regex,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pandas.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All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valid.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This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version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800" spc="5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most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readable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for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beginner.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19305" y="985788"/>
            <a:ext cx="3171190" cy="3771900"/>
            <a:chOff x="5519305" y="985788"/>
            <a:chExt cx="3171190" cy="3771900"/>
          </a:xfrm>
        </p:grpSpPr>
        <p:sp>
          <p:nvSpPr>
            <p:cNvPr id="17" name="object 17"/>
            <p:cNvSpPr/>
            <p:nvPr/>
          </p:nvSpPr>
          <p:spPr>
            <a:xfrm>
              <a:off x="5523484" y="999720"/>
              <a:ext cx="3163570" cy="3743325"/>
            </a:xfrm>
            <a:custGeom>
              <a:avLst/>
              <a:gdLst/>
              <a:ahLst/>
              <a:cxnLst/>
              <a:rect l="l" t="t" r="r" b="b"/>
              <a:pathLst>
                <a:path w="3163570" h="3743325">
                  <a:moveTo>
                    <a:pt x="3029750" y="0"/>
                  </a:moveTo>
                  <a:lnTo>
                    <a:pt x="133197" y="0"/>
                  </a:lnTo>
                  <a:lnTo>
                    <a:pt x="115775" y="1142"/>
                  </a:lnTo>
                  <a:lnTo>
                    <a:pt x="66598" y="17640"/>
                  </a:lnTo>
                  <a:lnTo>
                    <a:pt x="27613" y="51962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610076"/>
                  </a:lnTo>
                  <a:lnTo>
                    <a:pt x="9955" y="3660702"/>
                  </a:lnTo>
                  <a:lnTo>
                    <a:pt x="38876" y="3704220"/>
                  </a:lnTo>
                  <a:lnTo>
                    <a:pt x="82216" y="3733107"/>
                  </a:lnTo>
                  <a:lnTo>
                    <a:pt x="133197" y="3743286"/>
                  </a:lnTo>
                  <a:lnTo>
                    <a:pt x="3030118" y="3742918"/>
                  </a:lnTo>
                  <a:lnTo>
                    <a:pt x="3080942" y="3732894"/>
                  </a:lnTo>
                  <a:lnTo>
                    <a:pt x="3124257" y="3704042"/>
                  </a:lnTo>
                  <a:lnTo>
                    <a:pt x="3153038" y="3660907"/>
                  </a:lnTo>
                  <a:lnTo>
                    <a:pt x="3153141" y="3660702"/>
                  </a:lnTo>
                  <a:lnTo>
                    <a:pt x="3163292" y="3610076"/>
                  </a:lnTo>
                  <a:lnTo>
                    <a:pt x="3163316" y="3609721"/>
                  </a:lnTo>
                  <a:lnTo>
                    <a:pt x="3162960" y="133197"/>
                  </a:lnTo>
                  <a:lnTo>
                    <a:pt x="3152935" y="82373"/>
                  </a:lnTo>
                  <a:lnTo>
                    <a:pt x="3124074" y="39063"/>
                  </a:lnTo>
                  <a:lnTo>
                    <a:pt x="3080736" y="10174"/>
                  </a:lnTo>
                  <a:lnTo>
                    <a:pt x="3047196" y="1142"/>
                  </a:lnTo>
                  <a:lnTo>
                    <a:pt x="30297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23115" y="1000076"/>
              <a:ext cx="3163570" cy="3743325"/>
            </a:xfrm>
            <a:custGeom>
              <a:avLst/>
              <a:gdLst/>
              <a:ahLst/>
              <a:cxnLst/>
              <a:rect l="l" t="t" r="r" b="b"/>
              <a:pathLst>
                <a:path w="3163570" h="3743325">
                  <a:moveTo>
                    <a:pt x="0" y="3606"/>
                  </a:moveTo>
                  <a:lnTo>
                    <a:pt x="3163328" y="3962"/>
                  </a:lnTo>
                </a:path>
                <a:path w="3163570" h="3743325">
                  <a:moveTo>
                    <a:pt x="3159721" y="0"/>
                  </a:moveTo>
                  <a:lnTo>
                    <a:pt x="3160090" y="3743286"/>
                  </a:lnTo>
                </a:path>
                <a:path w="3163570" h="3743325">
                  <a:moveTo>
                    <a:pt x="0" y="3739680"/>
                  </a:moveTo>
                  <a:lnTo>
                    <a:pt x="3163328" y="3740048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537517" y="1000076"/>
              <a:ext cx="635" cy="3743325"/>
            </a:xfrm>
            <a:custGeom>
              <a:avLst/>
              <a:gdLst/>
              <a:ahLst/>
              <a:cxnLst/>
              <a:rect l="l" t="t" r="r" b="b"/>
              <a:pathLst>
                <a:path w="635" h="3743325">
                  <a:moveTo>
                    <a:pt x="0" y="0"/>
                  </a:moveTo>
                  <a:lnTo>
                    <a:pt x="368" y="3743286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666041" y="1104013"/>
            <a:ext cx="6934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L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I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N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2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BY</a:t>
            </a:r>
            <a:r>
              <a:rPr dirty="0" sz="800" spc="23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L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I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N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42681" y="1098361"/>
            <a:ext cx="645160" cy="162560"/>
          </a:xfrm>
          <a:custGeom>
            <a:avLst/>
            <a:gdLst/>
            <a:ahLst/>
            <a:cxnLst/>
            <a:rect l="l" t="t" r="r" b="b"/>
            <a:pathLst>
              <a:path w="645159" h="162559">
                <a:moveTo>
                  <a:pt x="564121" y="0"/>
                </a:moveTo>
                <a:lnTo>
                  <a:pt x="81000" y="0"/>
                </a:lnTo>
                <a:lnTo>
                  <a:pt x="70496" y="675"/>
                </a:lnTo>
                <a:lnTo>
                  <a:pt x="31706" y="16730"/>
                </a:lnTo>
                <a:lnTo>
                  <a:pt x="6070" y="50168"/>
                </a:lnTo>
                <a:lnTo>
                  <a:pt x="0" y="81000"/>
                </a:lnTo>
                <a:lnTo>
                  <a:pt x="674" y="91510"/>
                </a:lnTo>
                <a:lnTo>
                  <a:pt x="16730" y="130444"/>
                </a:lnTo>
                <a:lnTo>
                  <a:pt x="50168" y="155925"/>
                </a:lnTo>
                <a:lnTo>
                  <a:pt x="81000" y="162001"/>
                </a:lnTo>
                <a:lnTo>
                  <a:pt x="564121" y="162001"/>
                </a:lnTo>
                <a:lnTo>
                  <a:pt x="604799" y="151206"/>
                </a:lnTo>
                <a:lnTo>
                  <a:pt x="634314" y="121678"/>
                </a:lnTo>
                <a:lnTo>
                  <a:pt x="645121" y="81000"/>
                </a:lnTo>
                <a:lnTo>
                  <a:pt x="644445" y="70496"/>
                </a:lnTo>
                <a:lnTo>
                  <a:pt x="628386" y="31706"/>
                </a:lnTo>
                <a:lnTo>
                  <a:pt x="595101" y="6075"/>
                </a:lnTo>
                <a:lnTo>
                  <a:pt x="564121" y="0"/>
                </a:lnTo>
                <a:close/>
              </a:path>
            </a:pathLst>
          </a:custGeom>
          <a:solidFill>
            <a:srgbClr val="E7E9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943405" y="1096100"/>
            <a:ext cx="6553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50" b="1">
                <a:solidFill>
                  <a:srgbClr val="293183"/>
                </a:solidFill>
                <a:latin typeface="Calibri"/>
                <a:cs typeface="Calibri"/>
              </a:rPr>
              <a:t>Walkthrough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62231" y="1323367"/>
            <a:ext cx="2907030" cy="638175"/>
            <a:chOff x="5662231" y="1323367"/>
            <a:chExt cx="2907030" cy="638175"/>
          </a:xfrm>
        </p:grpSpPr>
        <p:sp>
          <p:nvSpPr>
            <p:cNvPr id="24" name="object 24"/>
            <p:cNvSpPr/>
            <p:nvPr/>
          </p:nvSpPr>
          <p:spPr>
            <a:xfrm>
              <a:off x="5666041" y="1613524"/>
              <a:ext cx="2899410" cy="635"/>
            </a:xfrm>
            <a:custGeom>
              <a:avLst/>
              <a:gdLst/>
              <a:ahLst/>
              <a:cxnLst/>
              <a:rect l="l" t="t" r="r" b="b"/>
              <a:pathLst>
                <a:path w="2899409" h="634">
                  <a:moveTo>
                    <a:pt x="0" y="0"/>
                  </a:moveTo>
                  <a:lnTo>
                    <a:pt x="2899079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6397" y="1323367"/>
              <a:ext cx="157327" cy="15731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666041" y="1957326"/>
              <a:ext cx="2899410" cy="635"/>
            </a:xfrm>
            <a:custGeom>
              <a:avLst/>
              <a:gdLst/>
              <a:ahLst/>
              <a:cxnLst/>
              <a:rect l="l" t="t" r="r" b="b"/>
              <a:pathLst>
                <a:path w="2899409" h="635">
                  <a:moveTo>
                    <a:pt x="0" y="0"/>
                  </a:moveTo>
                  <a:lnTo>
                    <a:pt x="2899079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66397" y="1667156"/>
              <a:ext cx="157327" cy="15732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725439" y="1307060"/>
            <a:ext cx="59055" cy="491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87440" y="1296621"/>
            <a:ext cx="2029460" cy="626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Signature</a:t>
            </a:r>
            <a:r>
              <a:rPr dirty="0" sz="700" spc="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700" spc="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docstring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Takes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filepath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string, returns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list.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Docstring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says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what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it </a:t>
            </a:r>
            <a:r>
              <a:rPr dirty="0" sz="600" spc="-20">
                <a:solidFill>
                  <a:srgbClr val="494E69"/>
                </a:solidFill>
                <a:latin typeface="Calibri"/>
                <a:cs typeface="Calibri"/>
              </a:rPr>
              <a:t>does.</a:t>
            </a:r>
            <a:endParaRPr sz="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try/except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for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missing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file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4"/>
              </a:spcBef>
            </a:pP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If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the file doesn't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exist,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return an empty</a:t>
            </a:r>
            <a:r>
              <a:rPr dirty="0" sz="6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list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instead of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crashing.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62231" y="2010602"/>
            <a:ext cx="2907030" cy="295275"/>
            <a:chOff x="5662231" y="2010602"/>
            <a:chExt cx="2907030" cy="295275"/>
          </a:xfrm>
        </p:grpSpPr>
        <p:sp>
          <p:nvSpPr>
            <p:cNvPr id="31" name="object 31"/>
            <p:cNvSpPr/>
            <p:nvPr/>
          </p:nvSpPr>
          <p:spPr>
            <a:xfrm>
              <a:off x="5666041" y="2301127"/>
              <a:ext cx="2899410" cy="635"/>
            </a:xfrm>
            <a:custGeom>
              <a:avLst/>
              <a:gdLst/>
              <a:ahLst/>
              <a:cxnLst/>
              <a:rect l="l" t="t" r="r" b="b"/>
              <a:pathLst>
                <a:path w="2899409" h="635">
                  <a:moveTo>
                    <a:pt x="0" y="0"/>
                  </a:moveTo>
                  <a:lnTo>
                    <a:pt x="2899079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66397" y="2010602"/>
              <a:ext cx="157327" cy="15731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725439" y="1994663"/>
            <a:ext cx="590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87796" y="1984212"/>
            <a:ext cx="1966595" cy="283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Accumulator</a:t>
            </a:r>
            <a:r>
              <a:rPr dirty="0" sz="700" spc="6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pattern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Start with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an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empty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list,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append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it as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find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valid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contacts.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662231" y="2354404"/>
            <a:ext cx="2907030" cy="963294"/>
            <a:chOff x="5662231" y="2354404"/>
            <a:chExt cx="2907030" cy="963294"/>
          </a:xfrm>
        </p:grpSpPr>
        <p:sp>
          <p:nvSpPr>
            <p:cNvPr id="36" name="object 36"/>
            <p:cNvSpPr/>
            <p:nvPr/>
          </p:nvSpPr>
          <p:spPr>
            <a:xfrm>
              <a:off x="5666041" y="2646720"/>
              <a:ext cx="2899410" cy="635"/>
            </a:xfrm>
            <a:custGeom>
              <a:avLst/>
              <a:gdLst/>
              <a:ahLst/>
              <a:cxnLst/>
              <a:rect l="l" t="t" r="r" b="b"/>
              <a:pathLst>
                <a:path w="2899409" h="635">
                  <a:moveTo>
                    <a:pt x="0" y="0"/>
                  </a:moveTo>
                  <a:lnTo>
                    <a:pt x="2899079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66397" y="2354404"/>
              <a:ext cx="157327" cy="15731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225919" y="2498764"/>
              <a:ext cx="190500" cy="108585"/>
            </a:xfrm>
            <a:custGeom>
              <a:avLst/>
              <a:gdLst/>
              <a:ahLst/>
              <a:cxnLst/>
              <a:rect l="l" t="t" r="r" b="b"/>
              <a:pathLst>
                <a:path w="190500" h="108585">
                  <a:moveTo>
                    <a:pt x="190436" y="56870"/>
                  </a:moveTo>
                  <a:lnTo>
                    <a:pt x="190080" y="28435"/>
                  </a:lnTo>
                  <a:lnTo>
                    <a:pt x="190080" y="23393"/>
                  </a:lnTo>
                  <a:lnTo>
                    <a:pt x="189001" y="18719"/>
                  </a:lnTo>
                  <a:lnTo>
                    <a:pt x="183959" y="10071"/>
                  </a:lnTo>
                  <a:lnTo>
                    <a:pt x="180365" y="6477"/>
                  </a:lnTo>
                  <a:lnTo>
                    <a:pt x="171716" y="1435"/>
                  </a:lnTo>
                  <a:lnTo>
                    <a:pt x="166674" y="0"/>
                  </a:lnTo>
                  <a:lnTo>
                    <a:pt x="23406" y="0"/>
                  </a:lnTo>
                  <a:lnTo>
                    <a:pt x="0" y="23393"/>
                  </a:lnTo>
                  <a:lnTo>
                    <a:pt x="0" y="62280"/>
                  </a:lnTo>
                  <a:lnTo>
                    <a:pt x="1079" y="66954"/>
                  </a:lnTo>
                  <a:lnTo>
                    <a:pt x="6121" y="75603"/>
                  </a:lnTo>
                  <a:lnTo>
                    <a:pt x="7200" y="76682"/>
                  </a:lnTo>
                  <a:lnTo>
                    <a:pt x="7200" y="108000"/>
                  </a:lnTo>
                  <a:lnTo>
                    <a:pt x="148323" y="108000"/>
                  </a:lnTo>
                  <a:lnTo>
                    <a:pt x="148323" y="85369"/>
                  </a:lnTo>
                  <a:lnTo>
                    <a:pt x="167043" y="85318"/>
                  </a:lnTo>
                  <a:lnTo>
                    <a:pt x="190322" y="62280"/>
                  </a:lnTo>
                  <a:lnTo>
                    <a:pt x="190436" y="5687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66041" y="3106447"/>
              <a:ext cx="2899410" cy="635"/>
            </a:xfrm>
            <a:custGeom>
              <a:avLst/>
              <a:gdLst/>
              <a:ahLst/>
              <a:cxnLst/>
              <a:rect l="l" t="t" r="r" b="b"/>
              <a:pathLst>
                <a:path w="2899409" h="635">
                  <a:moveTo>
                    <a:pt x="0" y="0"/>
                  </a:moveTo>
                  <a:lnTo>
                    <a:pt x="2899079" y="355"/>
                  </a:lnTo>
                </a:path>
              </a:pathLst>
            </a:custGeom>
            <a:ln w="7199">
              <a:solidFill>
                <a:srgbClr val="E4DEC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66397" y="2700720"/>
              <a:ext cx="157327" cy="15732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82474" y="2958124"/>
              <a:ext cx="101523" cy="8567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063193" y="2952358"/>
              <a:ext cx="60960" cy="116205"/>
            </a:xfrm>
            <a:custGeom>
              <a:avLst/>
              <a:gdLst/>
              <a:ahLst/>
              <a:cxnLst/>
              <a:rect l="l" t="t" r="r" b="b"/>
              <a:pathLst>
                <a:path w="60959" h="116205">
                  <a:moveTo>
                    <a:pt x="60845" y="0"/>
                  </a:moveTo>
                  <a:lnTo>
                    <a:pt x="0" y="0"/>
                  </a:lnTo>
                  <a:lnTo>
                    <a:pt x="0" y="115925"/>
                  </a:lnTo>
                  <a:lnTo>
                    <a:pt x="60845" y="115925"/>
                  </a:lnTo>
                  <a:lnTo>
                    <a:pt x="60845" y="0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66397" y="3160079"/>
              <a:ext cx="157327" cy="15732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5725439" y="2338452"/>
            <a:ext cx="59055" cy="953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800" spc="-130">
                <a:solidFill>
                  <a:srgbClr val="FFFFFF"/>
                </a:solidFill>
                <a:latin typeface="Arial Black"/>
                <a:cs typeface="Arial Black"/>
              </a:rPr>
              <a:t>6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150597" y="3304084"/>
            <a:ext cx="634365" cy="108585"/>
          </a:xfrm>
          <a:custGeom>
            <a:avLst/>
            <a:gdLst/>
            <a:ahLst/>
            <a:cxnLst/>
            <a:rect l="l" t="t" r="r" b="b"/>
            <a:pathLst>
              <a:path w="634365" h="108585">
                <a:moveTo>
                  <a:pt x="634326" y="56883"/>
                </a:moveTo>
                <a:lnTo>
                  <a:pt x="633958" y="28435"/>
                </a:lnTo>
                <a:lnTo>
                  <a:pt x="633958" y="23393"/>
                </a:lnTo>
                <a:lnTo>
                  <a:pt x="632879" y="18719"/>
                </a:lnTo>
                <a:lnTo>
                  <a:pt x="627837" y="10071"/>
                </a:lnTo>
                <a:lnTo>
                  <a:pt x="624243" y="6477"/>
                </a:lnTo>
                <a:lnTo>
                  <a:pt x="615607" y="1435"/>
                </a:lnTo>
                <a:lnTo>
                  <a:pt x="610565" y="0"/>
                </a:lnTo>
                <a:lnTo>
                  <a:pt x="23406" y="0"/>
                </a:lnTo>
                <a:lnTo>
                  <a:pt x="0" y="23393"/>
                </a:lnTo>
                <a:lnTo>
                  <a:pt x="0" y="62280"/>
                </a:lnTo>
                <a:lnTo>
                  <a:pt x="1079" y="66954"/>
                </a:lnTo>
                <a:lnTo>
                  <a:pt x="2527" y="69443"/>
                </a:lnTo>
                <a:lnTo>
                  <a:pt x="2527" y="108356"/>
                </a:lnTo>
                <a:lnTo>
                  <a:pt x="610933" y="108356"/>
                </a:lnTo>
                <a:lnTo>
                  <a:pt x="610933" y="85318"/>
                </a:lnTo>
                <a:lnTo>
                  <a:pt x="615607" y="84239"/>
                </a:lnTo>
                <a:lnTo>
                  <a:pt x="624243" y="79197"/>
                </a:lnTo>
                <a:lnTo>
                  <a:pt x="627837" y="75603"/>
                </a:lnTo>
                <a:lnTo>
                  <a:pt x="632879" y="66954"/>
                </a:lnTo>
                <a:lnTo>
                  <a:pt x="634212" y="62280"/>
                </a:lnTo>
                <a:lnTo>
                  <a:pt x="634326" y="56883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887796" y="2328013"/>
            <a:ext cx="2428875" cy="1089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Clean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skip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junk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lines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Strip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whitespace.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Skip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blank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lines.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Skip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the </a:t>
            </a:r>
            <a:r>
              <a:rPr dirty="0" sz="600">
                <a:solidFill>
                  <a:srgbClr val="1A1E39"/>
                </a:solidFill>
                <a:latin typeface="Courier New"/>
                <a:cs typeface="Courier New"/>
              </a:rPr>
              <a:t>---</a:t>
            </a:r>
            <a:r>
              <a:rPr dirty="0" sz="600" spc="-215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494E69"/>
                </a:solidFill>
                <a:latin typeface="Calibri"/>
                <a:cs typeface="Calibri"/>
              </a:rPr>
              <a:t>separator.</a:t>
            </a:r>
            <a:endParaRPr sz="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Split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+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validate</a:t>
            </a:r>
            <a:endParaRPr sz="700">
              <a:latin typeface="Calibri"/>
              <a:cs typeface="Calibri"/>
            </a:endParaRPr>
          </a:p>
          <a:p>
            <a:pPr marR="14604">
              <a:lnSpc>
                <a:spcPts val="900"/>
              </a:lnSpc>
              <a:spcBef>
                <a:spcPts val="305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Split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first comma only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(so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emails with commas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don't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break).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Skip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lines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without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an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E39"/>
                </a:solidFill>
                <a:latin typeface="Courier New"/>
                <a:cs typeface="Courier New"/>
              </a:rPr>
              <a:t>@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Append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as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tuple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Append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1A1E39"/>
                </a:solidFill>
                <a:latin typeface="Courier New"/>
                <a:cs typeface="Courier New"/>
              </a:rPr>
              <a:t>(name,</a:t>
            </a:r>
            <a:r>
              <a:rPr dirty="0" sz="600" spc="35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1A1E39"/>
                </a:solidFill>
                <a:latin typeface="Courier New"/>
                <a:cs typeface="Courier New"/>
              </a:rPr>
              <a:t>email)</a:t>
            </a:r>
            <a:r>
              <a:rPr dirty="0" sz="600" spc="-22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note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parens make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600" spc="1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tuple,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not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494E69"/>
                </a:solidFill>
                <a:latin typeface="Calibri"/>
                <a:cs typeface="Calibri"/>
              </a:rPr>
              <a:t>two</a:t>
            </a:r>
            <a:r>
              <a:rPr dirty="0" sz="600" spc="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00" spc="-20">
                <a:solidFill>
                  <a:srgbClr val="494E69"/>
                </a:solidFill>
                <a:latin typeface="Calibri"/>
                <a:cs typeface="Calibri"/>
              </a:rPr>
              <a:t>args.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17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385916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5196" y="0"/>
                </a:moveTo>
                <a:lnTo>
                  <a:pt x="17640" y="0"/>
                </a:lnTo>
                <a:lnTo>
                  <a:pt x="14046" y="723"/>
                </a:lnTo>
                <a:lnTo>
                  <a:pt x="0" y="17640"/>
                </a:lnTo>
                <a:lnTo>
                  <a:pt x="0" y="21247"/>
                </a:lnTo>
                <a:lnTo>
                  <a:pt x="0" y="24841"/>
                </a:lnTo>
                <a:lnTo>
                  <a:pt x="17640" y="42849"/>
                </a:lnTo>
                <a:lnTo>
                  <a:pt x="25196" y="42849"/>
                </a:lnTo>
                <a:lnTo>
                  <a:pt x="42837" y="24841"/>
                </a:lnTo>
                <a:lnTo>
                  <a:pt x="42837" y="17640"/>
                </a:lnTo>
                <a:lnTo>
                  <a:pt x="28803" y="723"/>
                </a:lnTo>
                <a:lnTo>
                  <a:pt x="25196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8977" y="337212"/>
            <a:ext cx="15240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3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X</a:t>
            </a:r>
            <a:r>
              <a:rPr dirty="0" sz="800" spc="-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T</a:t>
            </a:r>
            <a:r>
              <a:rPr dirty="0" sz="800" spc="3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E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34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9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D</a:t>
            </a:r>
            <a:r>
              <a:rPr dirty="0" sz="800" spc="-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Y</a:t>
            </a:r>
            <a:r>
              <a:rPr dirty="0" sz="800" spc="2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0</a:t>
            </a:r>
            <a:r>
              <a:rPr dirty="0" sz="800" spc="1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3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4500" y="412828"/>
            <a:ext cx="4488815" cy="9188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50" spc="-80"/>
              <a:t>Git</a:t>
            </a:r>
            <a:r>
              <a:rPr dirty="0" sz="4050" spc="-195"/>
              <a:t> </a:t>
            </a:r>
            <a:r>
              <a:rPr dirty="0" sz="4050"/>
              <a:t>&amp;</a:t>
            </a:r>
            <a:r>
              <a:rPr dirty="0" sz="4050" spc="-185"/>
              <a:t> </a:t>
            </a:r>
            <a:r>
              <a:rPr dirty="0" sz="4050" spc="-10"/>
              <a:t>GitHub.</a:t>
            </a:r>
            <a:endParaRPr sz="4050"/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050" spc="-20" b="0">
                <a:solidFill>
                  <a:srgbClr val="494E69"/>
                </a:solidFill>
                <a:latin typeface="Calibri"/>
                <a:cs typeface="Calibri"/>
              </a:rPr>
              <a:t>Today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05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wrote</a:t>
            </a:r>
            <a:r>
              <a:rPr dirty="0" sz="105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worth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saving.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spc="-20" b="0">
                <a:solidFill>
                  <a:srgbClr val="494E69"/>
                </a:solidFill>
                <a:latin typeface="Calibri"/>
                <a:cs typeface="Calibri"/>
              </a:rPr>
              <a:t>Tomorrow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learn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to</a:t>
            </a:r>
            <a:r>
              <a:rPr dirty="0" sz="1050" spc="-20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save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it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like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b="0">
                <a:solidFill>
                  <a:srgbClr val="494E69"/>
                </a:solidFill>
                <a:latin typeface="Calibri"/>
                <a:cs typeface="Calibri"/>
              </a:rPr>
              <a:t>team</a:t>
            </a:r>
            <a:r>
              <a:rPr dirty="0" sz="1050" spc="-15" b="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spc="-10" b="0">
                <a:solidFill>
                  <a:srgbClr val="494E69"/>
                </a:solidFill>
                <a:latin typeface="Calibri"/>
                <a:cs typeface="Calibri"/>
              </a:rPr>
              <a:t>does.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3390" y="1475030"/>
            <a:ext cx="4945380" cy="3282950"/>
            <a:chOff x="453390" y="1475030"/>
            <a:chExt cx="4945380" cy="3282950"/>
          </a:xfrm>
        </p:grpSpPr>
        <p:sp>
          <p:nvSpPr>
            <p:cNvPr id="6" name="object 6"/>
            <p:cNvSpPr/>
            <p:nvPr/>
          </p:nvSpPr>
          <p:spPr>
            <a:xfrm>
              <a:off x="456844" y="1489318"/>
              <a:ext cx="4937760" cy="3254375"/>
            </a:xfrm>
            <a:custGeom>
              <a:avLst/>
              <a:gdLst/>
              <a:ahLst/>
              <a:cxnLst/>
              <a:rect l="l" t="t" r="r" b="b"/>
              <a:pathLst>
                <a:path w="4937760" h="3254375">
                  <a:moveTo>
                    <a:pt x="4804194" y="0"/>
                  </a:moveTo>
                  <a:lnTo>
                    <a:pt x="133197" y="0"/>
                  </a:lnTo>
                  <a:lnTo>
                    <a:pt x="115772" y="1142"/>
                  </a:lnTo>
                  <a:lnTo>
                    <a:pt x="66598" y="17640"/>
                  </a:lnTo>
                  <a:lnTo>
                    <a:pt x="27613" y="51967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120847"/>
                  </a:lnTo>
                  <a:lnTo>
                    <a:pt x="1116" y="3137925"/>
                  </a:lnTo>
                  <a:lnTo>
                    <a:pt x="1136" y="3138236"/>
                  </a:lnTo>
                  <a:lnTo>
                    <a:pt x="4455" y="3154997"/>
                  </a:lnTo>
                  <a:lnTo>
                    <a:pt x="4500" y="3155222"/>
                  </a:lnTo>
                  <a:lnTo>
                    <a:pt x="9953" y="3171460"/>
                  </a:lnTo>
                  <a:lnTo>
                    <a:pt x="10024" y="3171671"/>
                  </a:lnTo>
                  <a:lnTo>
                    <a:pt x="38876" y="3214985"/>
                  </a:lnTo>
                  <a:lnTo>
                    <a:pt x="82216" y="3243870"/>
                  </a:lnTo>
                  <a:lnTo>
                    <a:pt x="133197" y="3254044"/>
                  </a:lnTo>
                  <a:lnTo>
                    <a:pt x="4804549" y="3253689"/>
                  </a:lnTo>
                  <a:lnTo>
                    <a:pt x="4855386" y="3243664"/>
                  </a:lnTo>
                  <a:lnTo>
                    <a:pt x="4898694" y="3214801"/>
                  </a:lnTo>
                  <a:lnTo>
                    <a:pt x="4927474" y="3171671"/>
                  </a:lnTo>
                  <a:lnTo>
                    <a:pt x="4933136" y="3155222"/>
                  </a:lnTo>
                  <a:lnTo>
                    <a:pt x="4933213" y="3154997"/>
                  </a:lnTo>
                  <a:lnTo>
                    <a:pt x="4936555" y="3138236"/>
                  </a:lnTo>
                  <a:lnTo>
                    <a:pt x="4936617" y="3137925"/>
                  </a:lnTo>
                  <a:lnTo>
                    <a:pt x="4937735" y="3120847"/>
                  </a:lnTo>
                  <a:lnTo>
                    <a:pt x="4937760" y="3120478"/>
                  </a:lnTo>
                  <a:lnTo>
                    <a:pt x="4937391" y="133197"/>
                  </a:lnTo>
                  <a:lnTo>
                    <a:pt x="4927367" y="82373"/>
                  </a:lnTo>
                  <a:lnTo>
                    <a:pt x="4898515" y="39065"/>
                  </a:lnTo>
                  <a:lnTo>
                    <a:pt x="4855175" y="10179"/>
                  </a:lnTo>
                  <a:lnTo>
                    <a:pt x="4821640" y="1142"/>
                  </a:lnTo>
                  <a:lnTo>
                    <a:pt x="48041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1489318"/>
              <a:ext cx="4937760" cy="3254375"/>
            </a:xfrm>
            <a:custGeom>
              <a:avLst/>
              <a:gdLst/>
              <a:ahLst/>
              <a:cxnLst/>
              <a:rect l="l" t="t" r="r" b="b"/>
              <a:pathLst>
                <a:path w="4937760" h="3254375">
                  <a:moveTo>
                    <a:pt x="0" y="3606"/>
                  </a:moveTo>
                  <a:lnTo>
                    <a:pt x="4937404" y="3962"/>
                  </a:lnTo>
                </a:path>
                <a:path w="4937760" h="3254375">
                  <a:moveTo>
                    <a:pt x="4933797" y="0"/>
                  </a:moveTo>
                  <a:lnTo>
                    <a:pt x="4934165" y="3254044"/>
                  </a:lnTo>
                </a:path>
                <a:path w="4937760" h="3254375">
                  <a:moveTo>
                    <a:pt x="0" y="3250438"/>
                  </a:moveTo>
                  <a:lnTo>
                    <a:pt x="4937404" y="325080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1246" y="1489318"/>
              <a:ext cx="635" cy="3254375"/>
            </a:xfrm>
            <a:custGeom>
              <a:avLst/>
              <a:gdLst/>
              <a:ahLst/>
              <a:cxnLst/>
              <a:rect l="l" t="t" r="r" b="b"/>
              <a:pathLst>
                <a:path w="634" h="3254375">
                  <a:moveTo>
                    <a:pt x="0" y="0"/>
                  </a:moveTo>
                  <a:lnTo>
                    <a:pt x="355" y="3254044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1360" y="1626122"/>
              <a:ext cx="577215" cy="236854"/>
            </a:xfrm>
            <a:custGeom>
              <a:avLst/>
              <a:gdLst/>
              <a:ahLst/>
              <a:cxnLst/>
              <a:rect l="l" t="t" r="r" b="b"/>
              <a:pathLst>
                <a:path w="577215" h="236855">
                  <a:moveTo>
                    <a:pt x="57594" y="0"/>
                  </a:moveTo>
                  <a:lnTo>
                    <a:pt x="17006" y="16694"/>
                  </a:lnTo>
                  <a:lnTo>
                    <a:pt x="355" y="57238"/>
                  </a:lnTo>
                  <a:lnTo>
                    <a:pt x="0" y="179273"/>
                  </a:lnTo>
                  <a:lnTo>
                    <a:pt x="523" y="186763"/>
                  </a:lnTo>
                  <a:lnTo>
                    <a:pt x="11636" y="214128"/>
                  </a:lnTo>
                  <a:lnTo>
                    <a:pt x="11737" y="214278"/>
                  </a:lnTo>
                  <a:lnTo>
                    <a:pt x="49756" y="236051"/>
                  </a:lnTo>
                  <a:lnTo>
                    <a:pt x="57238" y="236524"/>
                  </a:lnTo>
                  <a:lnTo>
                    <a:pt x="519480" y="236524"/>
                  </a:lnTo>
                  <a:lnTo>
                    <a:pt x="526254" y="236051"/>
                  </a:lnTo>
                  <a:lnTo>
                    <a:pt x="526725" y="236051"/>
                  </a:lnTo>
                  <a:lnTo>
                    <a:pt x="564988" y="214128"/>
                  </a:lnTo>
                  <a:lnTo>
                    <a:pt x="576719" y="179273"/>
                  </a:lnTo>
                  <a:lnTo>
                    <a:pt x="576694" y="57238"/>
                  </a:lnTo>
                  <a:lnTo>
                    <a:pt x="560025" y="17006"/>
                  </a:lnTo>
                  <a:lnTo>
                    <a:pt x="519480" y="355"/>
                  </a:lnTo>
                  <a:lnTo>
                    <a:pt x="57594" y="0"/>
                  </a:lnTo>
                  <a:close/>
                </a:path>
              </a:pathLst>
            </a:custGeom>
            <a:solidFill>
              <a:srgbClr val="FF6A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42962" y="1636280"/>
            <a:ext cx="3128645" cy="77152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440"/>
              </a:spcBef>
            </a:pPr>
            <a:r>
              <a:rPr dirty="0" sz="800" spc="-160">
                <a:solidFill>
                  <a:srgbClr val="FFFFFF"/>
                </a:solidFill>
                <a:latin typeface="Arial Black"/>
                <a:cs typeface="Arial Black"/>
              </a:rPr>
              <a:t>D</a:t>
            </a:r>
            <a:r>
              <a:rPr dirty="0" sz="800" spc="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800" spc="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>
                <a:solidFill>
                  <a:srgbClr val="FFFFFF"/>
                </a:solidFill>
                <a:latin typeface="Arial Black"/>
                <a:cs typeface="Arial Black"/>
              </a:rPr>
              <a:t>y</a:t>
            </a:r>
            <a:r>
              <a:rPr dirty="0" sz="800" spc="3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18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dirty="0" sz="800" spc="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r>
              <a:rPr dirty="0" sz="1800" spc="-20">
                <a:solidFill>
                  <a:srgbClr val="293183"/>
                </a:solidFill>
                <a:latin typeface="Calibri"/>
                <a:cs typeface="Calibri"/>
              </a:rPr>
              <a:t>Git</a:t>
            </a:r>
            <a:r>
              <a:rPr dirty="0" sz="1800" spc="-7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93183"/>
                </a:solidFill>
                <a:latin typeface="Calibri"/>
                <a:cs typeface="Calibri"/>
              </a:rPr>
              <a:t>&amp;</a:t>
            </a:r>
            <a:r>
              <a:rPr dirty="0" sz="1800" spc="-7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Goal</a:t>
            </a:r>
            <a:r>
              <a:rPr dirty="0" sz="8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Nobody's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afraid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of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anymore,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everyone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has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account.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2594" y="2493723"/>
            <a:ext cx="4587875" cy="407670"/>
          </a:xfrm>
          <a:custGeom>
            <a:avLst/>
            <a:gdLst/>
            <a:ahLst/>
            <a:cxnLst/>
            <a:rect l="l" t="t" r="r" b="b"/>
            <a:pathLst>
              <a:path w="4587875" h="407669">
                <a:moveTo>
                  <a:pt x="95770" y="0"/>
                </a:moveTo>
                <a:lnTo>
                  <a:pt x="47891" y="12953"/>
                </a:lnTo>
                <a:lnTo>
                  <a:pt x="12966" y="47878"/>
                </a:lnTo>
                <a:lnTo>
                  <a:pt x="368" y="95402"/>
                </a:lnTo>
                <a:lnTo>
                  <a:pt x="0" y="311759"/>
                </a:lnTo>
                <a:lnTo>
                  <a:pt x="850" y="324146"/>
                </a:lnTo>
                <a:lnTo>
                  <a:pt x="861" y="324302"/>
                </a:lnTo>
                <a:lnTo>
                  <a:pt x="3341" y="336330"/>
                </a:lnTo>
                <a:lnTo>
                  <a:pt x="3378" y="336508"/>
                </a:lnTo>
                <a:lnTo>
                  <a:pt x="7378" y="348110"/>
                </a:lnTo>
                <a:lnTo>
                  <a:pt x="7447" y="348310"/>
                </a:lnTo>
                <a:lnTo>
                  <a:pt x="12966" y="359638"/>
                </a:lnTo>
                <a:lnTo>
                  <a:pt x="19736" y="369799"/>
                </a:lnTo>
                <a:lnTo>
                  <a:pt x="19839" y="369955"/>
                </a:lnTo>
                <a:lnTo>
                  <a:pt x="59056" y="400025"/>
                </a:lnTo>
                <a:lnTo>
                  <a:pt x="95402" y="407161"/>
                </a:lnTo>
                <a:lnTo>
                  <a:pt x="4492447" y="407161"/>
                </a:lnTo>
                <a:lnTo>
                  <a:pt x="4504151" y="406357"/>
                </a:lnTo>
                <a:lnTo>
                  <a:pt x="4504710" y="406357"/>
                </a:lnTo>
                <a:lnTo>
                  <a:pt x="4550642" y="387322"/>
                </a:lnTo>
                <a:lnTo>
                  <a:pt x="4580615" y="348310"/>
                </a:lnTo>
                <a:lnTo>
                  <a:pt x="4580712" y="348110"/>
                </a:lnTo>
                <a:lnTo>
                  <a:pt x="4584596" y="336508"/>
                </a:lnTo>
                <a:lnTo>
                  <a:pt x="4584655" y="336330"/>
                </a:lnTo>
                <a:lnTo>
                  <a:pt x="4587015" y="324302"/>
                </a:lnTo>
                <a:lnTo>
                  <a:pt x="4587045" y="324146"/>
                </a:lnTo>
                <a:lnTo>
                  <a:pt x="4587849" y="311759"/>
                </a:lnTo>
                <a:lnTo>
                  <a:pt x="4587825" y="95402"/>
                </a:lnTo>
                <a:lnTo>
                  <a:pt x="4574882" y="47878"/>
                </a:lnTo>
                <a:lnTo>
                  <a:pt x="4539970" y="12953"/>
                </a:lnTo>
                <a:lnTo>
                  <a:pt x="4492447" y="355"/>
                </a:lnTo>
                <a:lnTo>
                  <a:pt x="95770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79043" y="2576412"/>
            <a:ext cx="140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2555" y="2513570"/>
            <a:ext cx="2968625" cy="32956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Why</a:t>
            </a:r>
            <a:r>
              <a:rPr dirty="0" sz="8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version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control</a:t>
            </a:r>
            <a:r>
              <a:rPr dirty="0" sz="800" spc="-3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matters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Two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people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editing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same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file,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chaos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that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follows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without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Git.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2594" y="2971801"/>
            <a:ext cx="4587875" cy="407670"/>
          </a:xfrm>
          <a:custGeom>
            <a:avLst/>
            <a:gdLst/>
            <a:ahLst/>
            <a:cxnLst/>
            <a:rect l="l" t="t" r="r" b="b"/>
            <a:pathLst>
              <a:path w="4587875" h="407670">
                <a:moveTo>
                  <a:pt x="95770" y="0"/>
                </a:moveTo>
                <a:lnTo>
                  <a:pt x="47891" y="12954"/>
                </a:lnTo>
                <a:lnTo>
                  <a:pt x="12966" y="47879"/>
                </a:lnTo>
                <a:lnTo>
                  <a:pt x="368" y="95402"/>
                </a:lnTo>
                <a:lnTo>
                  <a:pt x="0" y="311759"/>
                </a:lnTo>
                <a:lnTo>
                  <a:pt x="850" y="324146"/>
                </a:lnTo>
                <a:lnTo>
                  <a:pt x="861" y="324302"/>
                </a:lnTo>
                <a:lnTo>
                  <a:pt x="3341" y="336330"/>
                </a:lnTo>
                <a:lnTo>
                  <a:pt x="3378" y="336508"/>
                </a:lnTo>
                <a:lnTo>
                  <a:pt x="7378" y="348110"/>
                </a:lnTo>
                <a:lnTo>
                  <a:pt x="7447" y="348310"/>
                </a:lnTo>
                <a:lnTo>
                  <a:pt x="12966" y="359638"/>
                </a:lnTo>
                <a:lnTo>
                  <a:pt x="19736" y="369799"/>
                </a:lnTo>
                <a:lnTo>
                  <a:pt x="19839" y="369955"/>
                </a:lnTo>
                <a:lnTo>
                  <a:pt x="59056" y="400025"/>
                </a:lnTo>
                <a:lnTo>
                  <a:pt x="95402" y="407162"/>
                </a:lnTo>
                <a:lnTo>
                  <a:pt x="4492447" y="407162"/>
                </a:lnTo>
                <a:lnTo>
                  <a:pt x="4504151" y="406357"/>
                </a:lnTo>
                <a:lnTo>
                  <a:pt x="4504710" y="406357"/>
                </a:lnTo>
                <a:lnTo>
                  <a:pt x="4550642" y="387322"/>
                </a:lnTo>
                <a:lnTo>
                  <a:pt x="4580615" y="348310"/>
                </a:lnTo>
                <a:lnTo>
                  <a:pt x="4580712" y="348110"/>
                </a:lnTo>
                <a:lnTo>
                  <a:pt x="4584596" y="336508"/>
                </a:lnTo>
                <a:lnTo>
                  <a:pt x="4584655" y="336330"/>
                </a:lnTo>
                <a:lnTo>
                  <a:pt x="4587015" y="324302"/>
                </a:lnTo>
                <a:lnTo>
                  <a:pt x="4587045" y="324146"/>
                </a:lnTo>
                <a:lnTo>
                  <a:pt x="4587849" y="311759"/>
                </a:lnTo>
                <a:lnTo>
                  <a:pt x="4587825" y="95402"/>
                </a:lnTo>
                <a:lnTo>
                  <a:pt x="4574882" y="47879"/>
                </a:lnTo>
                <a:lnTo>
                  <a:pt x="4539970" y="12954"/>
                </a:lnTo>
                <a:lnTo>
                  <a:pt x="4492447" y="355"/>
                </a:lnTo>
                <a:lnTo>
                  <a:pt x="95770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79043" y="3054491"/>
            <a:ext cx="140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385">
                <a:solidFill>
                  <a:srgbClr val="293183"/>
                </a:solidFill>
                <a:latin typeface="Segoe UI Symbol"/>
                <a:cs typeface="Segoe UI Symbol"/>
              </a:rPr>
              <a:t>↑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2555" y="2991649"/>
            <a:ext cx="2814955" cy="32956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Repos, commits,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push and</a:t>
            </a:r>
            <a:r>
              <a:rPr dirty="0" sz="8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pull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Hands-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on: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create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 account, make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repo, commit,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push,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pull.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2594" y="3450236"/>
            <a:ext cx="4587875" cy="407670"/>
          </a:xfrm>
          <a:custGeom>
            <a:avLst/>
            <a:gdLst/>
            <a:ahLst/>
            <a:cxnLst/>
            <a:rect l="l" t="t" r="r" b="b"/>
            <a:pathLst>
              <a:path w="4587875" h="407670">
                <a:moveTo>
                  <a:pt x="95770" y="0"/>
                </a:moveTo>
                <a:lnTo>
                  <a:pt x="47891" y="12966"/>
                </a:lnTo>
                <a:lnTo>
                  <a:pt x="12966" y="47891"/>
                </a:lnTo>
                <a:lnTo>
                  <a:pt x="368" y="95402"/>
                </a:lnTo>
                <a:lnTo>
                  <a:pt x="0" y="311759"/>
                </a:lnTo>
                <a:lnTo>
                  <a:pt x="850" y="324146"/>
                </a:lnTo>
                <a:lnTo>
                  <a:pt x="861" y="324307"/>
                </a:lnTo>
                <a:lnTo>
                  <a:pt x="3340" y="336330"/>
                </a:lnTo>
                <a:lnTo>
                  <a:pt x="3378" y="336515"/>
                </a:lnTo>
                <a:lnTo>
                  <a:pt x="7375" y="348110"/>
                </a:lnTo>
                <a:lnTo>
                  <a:pt x="7447" y="348317"/>
                </a:lnTo>
                <a:lnTo>
                  <a:pt x="12966" y="359651"/>
                </a:lnTo>
                <a:lnTo>
                  <a:pt x="19732" y="369801"/>
                </a:lnTo>
                <a:lnTo>
                  <a:pt x="19839" y="369962"/>
                </a:lnTo>
                <a:lnTo>
                  <a:pt x="27995" y="379264"/>
                </a:lnTo>
                <a:lnTo>
                  <a:pt x="70832" y="403967"/>
                </a:lnTo>
                <a:lnTo>
                  <a:pt x="95402" y="407161"/>
                </a:lnTo>
                <a:lnTo>
                  <a:pt x="4492447" y="407161"/>
                </a:lnTo>
                <a:lnTo>
                  <a:pt x="4504178" y="406357"/>
                </a:lnTo>
                <a:lnTo>
                  <a:pt x="4504719" y="406357"/>
                </a:lnTo>
                <a:lnTo>
                  <a:pt x="4550642" y="387332"/>
                </a:lnTo>
                <a:lnTo>
                  <a:pt x="4580611" y="348317"/>
                </a:lnTo>
                <a:lnTo>
                  <a:pt x="4587849" y="311759"/>
                </a:lnTo>
                <a:lnTo>
                  <a:pt x="4587824" y="95402"/>
                </a:lnTo>
                <a:lnTo>
                  <a:pt x="4574882" y="47891"/>
                </a:lnTo>
                <a:lnTo>
                  <a:pt x="4539970" y="12966"/>
                </a:lnTo>
                <a:lnTo>
                  <a:pt x="4492447" y="368"/>
                </a:lnTo>
                <a:lnTo>
                  <a:pt x="95770" y="0"/>
                </a:lnTo>
                <a:close/>
              </a:path>
            </a:pathLst>
          </a:custGeom>
          <a:solidFill>
            <a:srgbClr val="F3EE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79043" y="3532570"/>
            <a:ext cx="140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293183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2555" y="3469728"/>
            <a:ext cx="2439670" cy="32956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Resolving</a:t>
            </a:r>
            <a:r>
              <a:rPr dirty="0" sz="8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merge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conflict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deliberately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created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conflict,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resolved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together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 on</a:t>
            </a:r>
            <a:r>
              <a:rPr dirty="0" sz="80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screen.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42594" y="4305601"/>
            <a:ext cx="4587875" cy="298450"/>
            <a:chOff x="642594" y="4305601"/>
            <a:chExt cx="4587875" cy="298450"/>
          </a:xfrm>
        </p:grpSpPr>
        <p:sp>
          <p:nvSpPr>
            <p:cNvPr id="21" name="object 21"/>
            <p:cNvSpPr/>
            <p:nvPr/>
          </p:nvSpPr>
          <p:spPr>
            <a:xfrm>
              <a:off x="642594" y="4316401"/>
              <a:ext cx="4587875" cy="277495"/>
            </a:xfrm>
            <a:custGeom>
              <a:avLst/>
              <a:gdLst/>
              <a:ahLst/>
              <a:cxnLst/>
              <a:rect l="l" t="t" r="r" b="b"/>
              <a:pathLst>
                <a:path w="4587875" h="277495">
                  <a:moveTo>
                    <a:pt x="76682" y="0"/>
                  </a:moveTo>
                  <a:lnTo>
                    <a:pt x="38519" y="10439"/>
                  </a:lnTo>
                  <a:lnTo>
                    <a:pt x="10439" y="38163"/>
                  </a:lnTo>
                  <a:lnTo>
                    <a:pt x="368" y="76314"/>
                  </a:lnTo>
                  <a:lnTo>
                    <a:pt x="0" y="200875"/>
                  </a:lnTo>
                  <a:lnTo>
                    <a:pt x="670" y="210839"/>
                  </a:lnTo>
                  <a:lnTo>
                    <a:pt x="15889" y="247325"/>
                  </a:lnTo>
                  <a:lnTo>
                    <a:pt x="47112" y="271427"/>
                  </a:lnTo>
                  <a:lnTo>
                    <a:pt x="76326" y="277202"/>
                  </a:lnTo>
                  <a:lnTo>
                    <a:pt x="4511522" y="277202"/>
                  </a:lnTo>
                  <a:lnTo>
                    <a:pt x="4549686" y="266763"/>
                  </a:lnTo>
                  <a:lnTo>
                    <a:pt x="4577765" y="239039"/>
                  </a:lnTo>
                  <a:lnTo>
                    <a:pt x="4587849" y="200875"/>
                  </a:lnTo>
                  <a:lnTo>
                    <a:pt x="4587824" y="76314"/>
                  </a:lnTo>
                  <a:lnTo>
                    <a:pt x="4577410" y="38519"/>
                  </a:lnTo>
                  <a:lnTo>
                    <a:pt x="4549686" y="10439"/>
                  </a:lnTo>
                  <a:lnTo>
                    <a:pt x="4511522" y="355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53402" y="4316401"/>
              <a:ext cx="635" cy="276860"/>
            </a:xfrm>
            <a:custGeom>
              <a:avLst/>
              <a:gdLst/>
              <a:ahLst/>
              <a:cxnLst/>
              <a:rect l="l" t="t" r="r" b="b"/>
              <a:pathLst>
                <a:path w="634" h="276860">
                  <a:moveTo>
                    <a:pt x="0" y="0"/>
                  </a:moveTo>
                  <a:lnTo>
                    <a:pt x="355" y="276834"/>
                  </a:lnTo>
                </a:path>
              </a:pathLst>
            </a:custGeom>
            <a:ln w="2159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28637" y="4387572"/>
            <a:ext cx="35883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BY</a:t>
            </a:r>
            <a:r>
              <a:rPr dirty="0" sz="800" spc="18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H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19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D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Every student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has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pushed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at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least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one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commit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 their </a:t>
            </a:r>
            <a:r>
              <a:rPr dirty="0" sz="800">
                <a:solidFill>
                  <a:srgbClr val="1A1E39"/>
                </a:solidFill>
                <a:latin typeface="Calibri"/>
                <a:cs typeface="Calibri"/>
              </a:rPr>
              <a:t>own</a:t>
            </a:r>
            <a:r>
              <a:rPr dirty="0" sz="8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E39"/>
                </a:solidFill>
                <a:latin typeface="Calibri"/>
                <a:cs typeface="Calibri"/>
              </a:rPr>
              <a:t>GitHub repo.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48319" y="1475098"/>
            <a:ext cx="3141980" cy="3282950"/>
            <a:chOff x="5548319" y="1475098"/>
            <a:chExt cx="3141980" cy="3282950"/>
          </a:xfrm>
        </p:grpSpPr>
        <p:sp>
          <p:nvSpPr>
            <p:cNvPr id="25" name="object 25"/>
            <p:cNvSpPr/>
            <p:nvPr/>
          </p:nvSpPr>
          <p:spPr>
            <a:xfrm>
              <a:off x="5551919" y="1489318"/>
              <a:ext cx="3134995" cy="3254375"/>
            </a:xfrm>
            <a:custGeom>
              <a:avLst/>
              <a:gdLst/>
              <a:ahLst/>
              <a:cxnLst/>
              <a:rect l="l" t="t" r="r" b="b"/>
              <a:pathLst>
                <a:path w="3134995" h="3254375">
                  <a:moveTo>
                    <a:pt x="3000959" y="0"/>
                  </a:moveTo>
                  <a:lnTo>
                    <a:pt x="133197" y="0"/>
                  </a:lnTo>
                  <a:lnTo>
                    <a:pt x="115779" y="1142"/>
                  </a:lnTo>
                  <a:lnTo>
                    <a:pt x="66598" y="17640"/>
                  </a:lnTo>
                  <a:lnTo>
                    <a:pt x="27615" y="51967"/>
                  </a:lnTo>
                  <a:lnTo>
                    <a:pt x="4545" y="98688"/>
                  </a:lnTo>
                  <a:lnTo>
                    <a:pt x="0" y="133197"/>
                  </a:lnTo>
                  <a:lnTo>
                    <a:pt x="0" y="3120847"/>
                  </a:lnTo>
                  <a:lnTo>
                    <a:pt x="9953" y="3171460"/>
                  </a:lnTo>
                  <a:lnTo>
                    <a:pt x="38876" y="3214985"/>
                  </a:lnTo>
                  <a:lnTo>
                    <a:pt x="82223" y="3243870"/>
                  </a:lnTo>
                  <a:lnTo>
                    <a:pt x="133197" y="3254044"/>
                  </a:lnTo>
                  <a:lnTo>
                    <a:pt x="3001314" y="3253689"/>
                  </a:lnTo>
                  <a:lnTo>
                    <a:pt x="3052151" y="3243664"/>
                  </a:lnTo>
                  <a:lnTo>
                    <a:pt x="3095459" y="3214801"/>
                  </a:lnTo>
                  <a:lnTo>
                    <a:pt x="3124239" y="3171671"/>
                  </a:lnTo>
                  <a:lnTo>
                    <a:pt x="3133320" y="3138236"/>
                  </a:lnTo>
                  <a:lnTo>
                    <a:pt x="3133382" y="3137925"/>
                  </a:lnTo>
                  <a:lnTo>
                    <a:pt x="3134500" y="3120847"/>
                  </a:lnTo>
                  <a:lnTo>
                    <a:pt x="3134525" y="3120478"/>
                  </a:lnTo>
                  <a:lnTo>
                    <a:pt x="3134156" y="133197"/>
                  </a:lnTo>
                  <a:lnTo>
                    <a:pt x="3124132" y="82373"/>
                  </a:lnTo>
                  <a:lnTo>
                    <a:pt x="3095280" y="39065"/>
                  </a:lnTo>
                  <a:lnTo>
                    <a:pt x="3051940" y="10179"/>
                  </a:lnTo>
                  <a:lnTo>
                    <a:pt x="3018405" y="1142"/>
                  </a:lnTo>
                  <a:lnTo>
                    <a:pt x="3000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551919" y="1489318"/>
              <a:ext cx="3134995" cy="3254375"/>
            </a:xfrm>
            <a:custGeom>
              <a:avLst/>
              <a:gdLst/>
              <a:ahLst/>
              <a:cxnLst/>
              <a:rect l="l" t="t" r="r" b="b"/>
              <a:pathLst>
                <a:path w="3134995" h="3254375">
                  <a:moveTo>
                    <a:pt x="0" y="3606"/>
                  </a:moveTo>
                  <a:lnTo>
                    <a:pt x="3134525" y="3962"/>
                  </a:lnTo>
                </a:path>
                <a:path w="3134995" h="3254375">
                  <a:moveTo>
                    <a:pt x="3130918" y="0"/>
                  </a:moveTo>
                  <a:lnTo>
                    <a:pt x="3131286" y="3254044"/>
                  </a:lnTo>
                </a:path>
                <a:path w="3134995" h="3254375">
                  <a:moveTo>
                    <a:pt x="0" y="3250438"/>
                  </a:moveTo>
                  <a:lnTo>
                    <a:pt x="3134525" y="3250806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566321" y="1489318"/>
              <a:ext cx="635" cy="3254375"/>
            </a:xfrm>
            <a:custGeom>
              <a:avLst/>
              <a:gdLst/>
              <a:ahLst/>
              <a:cxnLst/>
              <a:rect l="l" t="t" r="r" b="b"/>
              <a:pathLst>
                <a:path w="635" h="3254375">
                  <a:moveTo>
                    <a:pt x="0" y="0"/>
                  </a:moveTo>
                  <a:lnTo>
                    <a:pt x="355" y="3254044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999565" y="1616038"/>
              <a:ext cx="557530" cy="162560"/>
            </a:xfrm>
            <a:custGeom>
              <a:avLst/>
              <a:gdLst/>
              <a:ahLst/>
              <a:cxnLst/>
              <a:rect l="l" t="t" r="r" b="b"/>
              <a:pathLst>
                <a:path w="557529" h="162560">
                  <a:moveTo>
                    <a:pt x="476275" y="0"/>
                  </a:moveTo>
                  <a:lnTo>
                    <a:pt x="81000" y="0"/>
                  </a:lnTo>
                  <a:lnTo>
                    <a:pt x="70496" y="676"/>
                  </a:lnTo>
                  <a:lnTo>
                    <a:pt x="31706" y="16741"/>
                  </a:lnTo>
                  <a:lnTo>
                    <a:pt x="6070" y="50169"/>
                  </a:lnTo>
                  <a:lnTo>
                    <a:pt x="0" y="81000"/>
                  </a:lnTo>
                  <a:lnTo>
                    <a:pt x="674" y="91510"/>
                  </a:lnTo>
                  <a:lnTo>
                    <a:pt x="16730" y="130444"/>
                  </a:lnTo>
                  <a:lnTo>
                    <a:pt x="50168" y="155930"/>
                  </a:lnTo>
                  <a:lnTo>
                    <a:pt x="81000" y="162001"/>
                  </a:lnTo>
                  <a:lnTo>
                    <a:pt x="476275" y="162001"/>
                  </a:lnTo>
                  <a:lnTo>
                    <a:pt x="516953" y="151206"/>
                  </a:lnTo>
                  <a:lnTo>
                    <a:pt x="546481" y="121678"/>
                  </a:lnTo>
                  <a:lnTo>
                    <a:pt x="557276" y="81000"/>
                  </a:lnTo>
                  <a:lnTo>
                    <a:pt x="556600" y="70501"/>
                  </a:lnTo>
                  <a:lnTo>
                    <a:pt x="540551" y="31708"/>
                  </a:lnTo>
                  <a:lnTo>
                    <a:pt x="507256" y="6081"/>
                  </a:lnTo>
                  <a:lnTo>
                    <a:pt x="476275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16244" y="2018870"/>
              <a:ext cx="2501900" cy="233679"/>
            </a:xfrm>
            <a:custGeom>
              <a:avLst/>
              <a:gdLst/>
              <a:ahLst/>
              <a:cxnLst/>
              <a:rect l="l" t="t" r="r" b="b"/>
              <a:pathLst>
                <a:path w="2501900" h="233680">
                  <a:moveTo>
                    <a:pt x="405003" y="131775"/>
                  </a:moveTo>
                  <a:lnTo>
                    <a:pt x="0" y="131775"/>
                  </a:lnTo>
                  <a:lnTo>
                    <a:pt x="0" y="233654"/>
                  </a:lnTo>
                  <a:lnTo>
                    <a:pt x="405003" y="233654"/>
                  </a:lnTo>
                  <a:lnTo>
                    <a:pt x="405003" y="131775"/>
                  </a:lnTo>
                  <a:close/>
                </a:path>
                <a:path w="2501900" h="233680">
                  <a:moveTo>
                    <a:pt x="1008697" y="0"/>
                  </a:moveTo>
                  <a:lnTo>
                    <a:pt x="161632" y="0"/>
                  </a:lnTo>
                  <a:lnTo>
                    <a:pt x="161632" y="6858"/>
                  </a:lnTo>
                  <a:lnTo>
                    <a:pt x="152996" y="6858"/>
                  </a:lnTo>
                  <a:lnTo>
                    <a:pt x="129590" y="30251"/>
                  </a:lnTo>
                  <a:lnTo>
                    <a:pt x="129590" y="69126"/>
                  </a:lnTo>
                  <a:lnTo>
                    <a:pt x="152996" y="92532"/>
                  </a:lnTo>
                  <a:lnTo>
                    <a:pt x="161632" y="92532"/>
                  </a:lnTo>
                  <a:lnTo>
                    <a:pt x="161632" y="115925"/>
                  </a:lnTo>
                  <a:lnTo>
                    <a:pt x="1008697" y="115925"/>
                  </a:lnTo>
                  <a:lnTo>
                    <a:pt x="1008697" y="0"/>
                  </a:lnTo>
                  <a:close/>
                </a:path>
                <a:path w="2501900" h="233680">
                  <a:moveTo>
                    <a:pt x="2501633" y="63728"/>
                  </a:moveTo>
                  <a:lnTo>
                    <a:pt x="2501277" y="35293"/>
                  </a:lnTo>
                  <a:lnTo>
                    <a:pt x="2501277" y="30251"/>
                  </a:lnTo>
                  <a:lnTo>
                    <a:pt x="2500198" y="25577"/>
                  </a:lnTo>
                  <a:lnTo>
                    <a:pt x="2495156" y="16929"/>
                  </a:lnTo>
                  <a:lnTo>
                    <a:pt x="2491549" y="13335"/>
                  </a:lnTo>
                  <a:lnTo>
                    <a:pt x="2482913" y="8293"/>
                  </a:lnTo>
                  <a:lnTo>
                    <a:pt x="2477871" y="6858"/>
                  </a:lnTo>
                  <a:lnTo>
                    <a:pt x="2141994" y="6858"/>
                  </a:lnTo>
                  <a:lnTo>
                    <a:pt x="2118601" y="30251"/>
                  </a:lnTo>
                  <a:lnTo>
                    <a:pt x="2118601" y="69126"/>
                  </a:lnTo>
                  <a:lnTo>
                    <a:pt x="2141994" y="92532"/>
                  </a:lnTo>
                  <a:lnTo>
                    <a:pt x="2478240" y="92176"/>
                  </a:lnTo>
                  <a:lnTo>
                    <a:pt x="2501531" y="69126"/>
                  </a:lnTo>
                  <a:lnTo>
                    <a:pt x="2501633" y="63728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698235" y="1553228"/>
            <a:ext cx="2884170" cy="196913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40"/>
              </a:spcBef>
              <a:tabLst>
                <a:tab pos="2312670" algn="l"/>
              </a:tabLst>
            </a:pPr>
            <a:r>
              <a:rPr dirty="0" sz="800" spc="-10" b="1">
                <a:solidFill>
                  <a:srgbClr val="FF6A5A"/>
                </a:solidFill>
                <a:latin typeface="Calibri"/>
                <a:cs typeface="Calibri"/>
              </a:rPr>
              <a:t>B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F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R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2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X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</a:t>
            </a:r>
            <a:r>
              <a:rPr dirty="0" sz="800" spc="21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8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r>
              <a:rPr dirty="0" sz="800" spc="-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I</a:t>
            </a:r>
            <a:r>
              <a:rPr dirty="0" sz="800" spc="-7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O</a:t>
            </a:r>
            <a:r>
              <a:rPr dirty="0" sz="800" spc="-6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	</a:t>
            </a:r>
            <a:r>
              <a:rPr dirty="0" baseline="3472" sz="1200" spc="75" b="1">
                <a:solidFill>
                  <a:srgbClr val="FF6A5A"/>
                </a:solidFill>
                <a:latin typeface="Calibri"/>
                <a:cs typeface="Calibri"/>
              </a:rPr>
              <a:t>Homework</a:t>
            </a:r>
            <a:endParaRPr baseline="3472" sz="1200">
              <a:latin typeface="Calibri"/>
              <a:cs typeface="Calibri"/>
            </a:endParaRPr>
          </a:p>
          <a:p>
            <a:pPr marL="217804" indent="-179705">
              <a:lnSpc>
                <a:spcPct val="100000"/>
              </a:lnSpc>
              <a:spcBef>
                <a:spcPts val="810"/>
              </a:spcBef>
              <a:buClr>
                <a:srgbClr val="FF6A5A"/>
              </a:buClr>
              <a:buSzPct val="128571"/>
              <a:buFont typeface="Segoe UI Symbol"/>
              <a:buChar char="☐"/>
              <a:tabLst>
                <a:tab pos="217804" algn="l"/>
              </a:tabLst>
            </a:pPr>
            <a:r>
              <a:rPr dirty="0" sz="700">
                <a:solidFill>
                  <a:srgbClr val="293183"/>
                </a:solidFill>
                <a:latin typeface="Trebuchet MS"/>
                <a:cs typeface="Trebuchet MS"/>
              </a:rPr>
              <a:t>Sa</a:t>
            </a:r>
            <a:r>
              <a:rPr dirty="0" sz="700" spc="-1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60">
                <a:solidFill>
                  <a:srgbClr val="293183"/>
                </a:solidFill>
                <a:latin typeface="Trebuchet MS"/>
                <a:cs typeface="Trebuchet MS"/>
              </a:rPr>
              <a:t>v</a:t>
            </a:r>
            <a:r>
              <a:rPr dirty="0" sz="7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293183"/>
                </a:solidFill>
                <a:latin typeface="Trebuchet MS"/>
                <a:cs typeface="Trebuchet MS"/>
              </a:rPr>
              <a:t>e</a:t>
            </a:r>
            <a:r>
              <a:rPr dirty="0" sz="700" spc="2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7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700" spc="-9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65">
                <a:solidFill>
                  <a:srgbClr val="293183"/>
                </a:solidFill>
                <a:latin typeface="Trebuchet MS"/>
                <a:cs typeface="Trebuchet MS"/>
              </a:rPr>
              <a:t>o</a:t>
            </a:r>
            <a:r>
              <a:rPr dirty="0" sz="700" spc="-114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75">
                <a:solidFill>
                  <a:srgbClr val="293183"/>
                </a:solidFill>
                <a:latin typeface="Trebuchet MS"/>
                <a:cs typeface="Trebuchet MS"/>
              </a:rPr>
              <a:t>u</a:t>
            </a:r>
            <a:r>
              <a:rPr dirty="0" sz="7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293183"/>
                </a:solidFill>
                <a:latin typeface="Trebuchet MS"/>
                <a:cs typeface="Trebuchet MS"/>
              </a:rPr>
              <a:t>r</a:t>
            </a:r>
            <a:r>
              <a:rPr dirty="0" sz="700" spc="7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Trebuchet MS"/>
                <a:cs typeface="Trebuchet MS"/>
              </a:rPr>
              <a:t>D</a:t>
            </a:r>
            <a:r>
              <a:rPr dirty="0" sz="700" spc="-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293183"/>
                </a:solidFill>
                <a:latin typeface="Trebuchet MS"/>
                <a:cs typeface="Trebuchet MS"/>
              </a:rPr>
              <a:t>a</a:t>
            </a:r>
            <a:r>
              <a:rPr dirty="0" sz="700" spc="-1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293183"/>
                </a:solidFill>
                <a:latin typeface="Trebuchet MS"/>
                <a:cs typeface="Trebuchet MS"/>
              </a:rPr>
              <a:t>y</a:t>
            </a:r>
            <a:r>
              <a:rPr dirty="0" sz="700" spc="10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293183"/>
                </a:solidFill>
                <a:latin typeface="Trebuchet MS"/>
                <a:cs typeface="Trebuchet MS"/>
              </a:rPr>
              <a:t>2</a:t>
            </a:r>
            <a:r>
              <a:rPr dirty="0" sz="700" spc="10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125">
                <a:solidFill>
                  <a:srgbClr val="293183"/>
                </a:solidFill>
                <a:latin typeface="Trebuchet MS"/>
                <a:cs typeface="Trebuchet MS"/>
              </a:rPr>
              <a:t>w</a:t>
            </a:r>
            <a:r>
              <a:rPr dirty="0" sz="700" spc="-65">
                <a:solidFill>
                  <a:srgbClr val="293183"/>
                </a:solidFill>
                <a:latin typeface="Trebuchet MS"/>
                <a:cs typeface="Trebuchet MS"/>
              </a:rPr>
              <a:t> o</a:t>
            </a:r>
            <a:r>
              <a:rPr dirty="0" sz="700" spc="-110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95">
                <a:solidFill>
                  <a:srgbClr val="293183"/>
                </a:solidFill>
                <a:latin typeface="Trebuchet MS"/>
                <a:cs typeface="Trebuchet MS"/>
              </a:rPr>
              <a:t>r</a:t>
            </a:r>
            <a:r>
              <a:rPr dirty="0" sz="700" spc="-125">
                <a:solidFill>
                  <a:srgbClr val="293183"/>
                </a:solidFill>
                <a:latin typeface="Trebuchet MS"/>
                <a:cs typeface="Trebuchet MS"/>
              </a:rPr>
              <a:t> </a:t>
            </a:r>
            <a:r>
              <a:rPr dirty="0" sz="700" spc="-50">
                <a:solidFill>
                  <a:srgbClr val="293183"/>
                </a:solidFill>
                <a:latin typeface="Trebuchet MS"/>
                <a:cs typeface="Trebuchet MS"/>
              </a:rPr>
              <a:t>k</a:t>
            </a:r>
            <a:endParaRPr sz="700">
              <a:latin typeface="Trebuchet MS"/>
              <a:cs typeface="Trebuchet MS"/>
            </a:endParaRPr>
          </a:p>
          <a:p>
            <a:pPr marL="217804">
              <a:lnSpc>
                <a:spcPts val="950"/>
              </a:lnSpc>
              <a:spcBef>
                <a:spcPts val="28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Put</a:t>
            </a:r>
            <a:r>
              <a:rPr dirty="0" sz="800" spc="-3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E39"/>
                </a:solidFill>
                <a:latin typeface="Courier New"/>
                <a:cs typeface="Courier New"/>
              </a:rPr>
              <a:t>clean_contacts</a:t>
            </a:r>
            <a:r>
              <a:rPr dirty="0" sz="800" spc="-295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any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other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functions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in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file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called</a:t>
            </a:r>
            <a:endParaRPr sz="800">
              <a:latin typeface="Calibri"/>
              <a:cs typeface="Calibri"/>
            </a:endParaRPr>
          </a:p>
          <a:p>
            <a:pPr marL="217804">
              <a:lnSpc>
                <a:spcPts val="950"/>
              </a:lnSpc>
            </a:pPr>
            <a:r>
              <a:rPr dirty="0" sz="800" spc="-95">
                <a:solidFill>
                  <a:srgbClr val="1A1E39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1A1E39"/>
                </a:solidFill>
                <a:latin typeface="Trebuchet MS"/>
                <a:cs typeface="Trebuchet MS"/>
              </a:rPr>
              <a:t>a</a:t>
            </a:r>
            <a:r>
              <a:rPr dirty="0" sz="800" spc="-12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1A1E39"/>
                </a:solidFill>
                <a:latin typeface="Trebuchet MS"/>
                <a:cs typeface="Trebuchet MS"/>
              </a:rPr>
              <a:t>y</a:t>
            </a:r>
            <a:r>
              <a:rPr dirty="0" sz="800" spc="-10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1A1E39"/>
                </a:solidFill>
                <a:latin typeface="Trebuchet MS"/>
                <a:cs typeface="Trebuchet MS"/>
              </a:rPr>
              <a:t>2</a:t>
            </a:r>
            <a:r>
              <a:rPr dirty="0" sz="800" spc="-10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1A1E39"/>
                </a:solidFill>
                <a:latin typeface="Trebuchet MS"/>
                <a:cs typeface="Trebuchet MS"/>
              </a:rPr>
              <a:t>.p</a:t>
            </a:r>
            <a:r>
              <a:rPr dirty="0" sz="800" spc="-105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1A1E39"/>
                </a:solidFill>
                <a:latin typeface="Trebuchet MS"/>
                <a:cs typeface="Trebuchet MS"/>
              </a:rPr>
              <a:t>y</a:t>
            </a:r>
            <a:r>
              <a:rPr dirty="0" sz="800" spc="-90">
                <a:solidFill>
                  <a:srgbClr val="1A1E39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Trebuchet MS"/>
                <a:cs typeface="Trebuchet MS"/>
              </a:rPr>
              <a:t>.</a:t>
            </a:r>
            <a:r>
              <a:rPr dirty="0" sz="800" spc="-4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85">
                <a:solidFill>
                  <a:srgbClr val="494E69"/>
                </a:solidFill>
                <a:latin typeface="Trebuchet MS"/>
                <a:cs typeface="Trebuchet MS"/>
              </a:rPr>
              <a:t>Yo</a:t>
            </a:r>
            <a:r>
              <a:rPr dirty="0" sz="800" spc="-12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494E69"/>
                </a:solidFill>
                <a:latin typeface="Trebuchet MS"/>
                <a:cs typeface="Trebuchet MS"/>
              </a:rPr>
              <a:t>u</a:t>
            </a:r>
            <a:r>
              <a:rPr dirty="0" sz="800" spc="-10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'</a:t>
            </a:r>
            <a:r>
              <a:rPr dirty="0" sz="800" spc="-15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Trebuchet MS"/>
                <a:cs typeface="Trebuchet MS"/>
              </a:rPr>
              <a:t>ll</a:t>
            </a:r>
            <a:r>
              <a:rPr dirty="0" sz="800" spc="-3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494E69"/>
                </a:solidFill>
                <a:latin typeface="Trebuchet MS"/>
                <a:cs typeface="Trebuchet MS"/>
              </a:rPr>
              <a:t>c</a:t>
            </a:r>
            <a:r>
              <a:rPr dirty="0" sz="800" spc="-13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494E69"/>
                </a:solidFill>
                <a:latin typeface="Trebuchet MS"/>
                <a:cs typeface="Trebuchet MS"/>
              </a:rPr>
              <a:t>o</a:t>
            </a:r>
            <a:r>
              <a:rPr dirty="0" sz="800" spc="-12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125">
                <a:solidFill>
                  <a:srgbClr val="494E69"/>
                </a:solidFill>
                <a:latin typeface="Trebuchet MS"/>
                <a:cs typeface="Trebuchet MS"/>
              </a:rPr>
              <a:t>m</a:t>
            </a:r>
            <a:r>
              <a:rPr dirty="0" sz="800" spc="-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125">
                <a:solidFill>
                  <a:srgbClr val="494E69"/>
                </a:solidFill>
                <a:latin typeface="Trebuchet MS"/>
                <a:cs typeface="Trebuchet MS"/>
              </a:rPr>
              <a:t>m</a:t>
            </a:r>
            <a:r>
              <a:rPr dirty="0" sz="800" spc="-1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90">
                <a:solidFill>
                  <a:srgbClr val="494E69"/>
                </a:solidFill>
                <a:latin typeface="Trebuchet MS"/>
                <a:cs typeface="Trebuchet MS"/>
              </a:rPr>
              <a:t>i</a:t>
            </a:r>
            <a:r>
              <a:rPr dirty="0" sz="800" spc="-17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Trebuchet MS"/>
                <a:cs typeface="Trebuchet MS"/>
              </a:rPr>
              <a:t>t</a:t>
            </a:r>
            <a:r>
              <a:rPr dirty="0" sz="800" spc="9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140">
                <a:solidFill>
                  <a:srgbClr val="494E69"/>
                </a:solidFill>
                <a:latin typeface="Trebuchet MS"/>
                <a:cs typeface="Trebuchet MS"/>
              </a:rPr>
              <a:t>t</a:t>
            </a:r>
            <a:r>
              <a:rPr dirty="0" sz="800" spc="-12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80">
                <a:solidFill>
                  <a:srgbClr val="494E69"/>
                </a:solidFill>
                <a:latin typeface="Trebuchet MS"/>
                <a:cs typeface="Trebuchet MS"/>
              </a:rPr>
              <a:t>h</a:t>
            </a:r>
            <a:r>
              <a:rPr dirty="0" sz="800" spc="-10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is</a:t>
            </a:r>
            <a:r>
              <a:rPr dirty="0" sz="800" spc="6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494E69"/>
                </a:solidFill>
                <a:latin typeface="Trebuchet MS"/>
                <a:cs typeface="Trebuchet MS"/>
              </a:rPr>
              <a:t>o</a:t>
            </a:r>
            <a:r>
              <a:rPr dirty="0" sz="800" spc="-12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n</a:t>
            </a:r>
            <a:r>
              <a:rPr dirty="0" sz="800" spc="114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Trebuchet MS"/>
                <a:cs typeface="Trebuchet MS"/>
              </a:rPr>
              <a:t>D</a:t>
            </a:r>
            <a:r>
              <a:rPr dirty="0" sz="800" spc="-105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494E69"/>
                </a:solidFill>
                <a:latin typeface="Trebuchet MS"/>
                <a:cs typeface="Trebuchet MS"/>
              </a:rPr>
              <a:t>a</a:t>
            </a:r>
            <a:r>
              <a:rPr dirty="0" sz="800" spc="-12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494E69"/>
                </a:solidFill>
                <a:latin typeface="Trebuchet MS"/>
                <a:cs typeface="Trebuchet MS"/>
              </a:rPr>
              <a:t>y</a:t>
            </a:r>
            <a:r>
              <a:rPr dirty="0" sz="800" spc="114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70">
                <a:solidFill>
                  <a:srgbClr val="494E69"/>
                </a:solidFill>
                <a:latin typeface="Trebuchet MS"/>
                <a:cs typeface="Trebuchet MS"/>
              </a:rPr>
              <a:t>3</a:t>
            </a:r>
            <a:r>
              <a:rPr dirty="0" sz="800" spc="-100">
                <a:solidFill>
                  <a:srgbClr val="494E69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494E69"/>
                </a:solidFill>
                <a:latin typeface="Trebuchet MS"/>
                <a:cs typeface="Trebuchet MS"/>
              </a:rPr>
              <a:t>.</a:t>
            </a:r>
            <a:endParaRPr sz="800">
              <a:latin typeface="Trebuchet MS"/>
              <a:cs typeface="Trebuchet MS"/>
            </a:endParaRPr>
          </a:p>
          <a:p>
            <a:pPr marL="217804" indent="-179705">
              <a:lnSpc>
                <a:spcPct val="100000"/>
              </a:lnSpc>
              <a:spcBef>
                <a:spcPts val="665"/>
              </a:spcBef>
              <a:buClr>
                <a:srgbClr val="FF6A5A"/>
              </a:buClr>
              <a:buSzPct val="128571"/>
              <a:buFont typeface="Segoe UI Symbol"/>
              <a:buChar char="☐"/>
              <a:tabLst>
                <a:tab pos="217804" algn="l"/>
              </a:tabLst>
            </a:pP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Create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7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GitHub</a:t>
            </a:r>
            <a:r>
              <a:rPr dirty="0" sz="7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account</a:t>
            </a:r>
            <a:endParaRPr sz="700">
              <a:latin typeface="Calibri"/>
              <a:cs typeface="Calibri"/>
            </a:endParaRPr>
          </a:p>
          <a:p>
            <a:pPr marL="217804">
              <a:lnSpc>
                <a:spcPct val="100000"/>
              </a:lnSpc>
              <a:spcBef>
                <a:spcPts val="455"/>
              </a:spcBef>
            </a:pP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If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haven't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already.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Use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same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email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as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your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Git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config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from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5">
                <a:solidFill>
                  <a:srgbClr val="494E69"/>
                </a:solidFill>
                <a:latin typeface="Calibri"/>
                <a:cs typeface="Calibri"/>
              </a:rPr>
              <a:t>1.</a:t>
            </a:r>
            <a:endParaRPr sz="650">
              <a:latin typeface="Calibri"/>
              <a:cs typeface="Calibri"/>
            </a:endParaRPr>
          </a:p>
          <a:p>
            <a:pPr marL="217804" indent="-179705">
              <a:lnSpc>
                <a:spcPct val="100000"/>
              </a:lnSpc>
              <a:spcBef>
                <a:spcPts val="600"/>
              </a:spcBef>
              <a:buClr>
                <a:srgbClr val="FF6A5A"/>
              </a:buClr>
              <a:buSzPct val="128571"/>
              <a:buFont typeface="Segoe UI Symbol"/>
              <a:buChar char="☐"/>
              <a:tabLst>
                <a:tab pos="217804" algn="l"/>
              </a:tabLst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Skim</a:t>
            </a:r>
            <a:r>
              <a:rPr dirty="0" sz="700" spc="-2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happygitwithr.com</a:t>
            </a:r>
            <a:endParaRPr sz="700">
              <a:latin typeface="Calibri"/>
              <a:cs typeface="Calibri"/>
            </a:endParaRPr>
          </a:p>
          <a:p>
            <a:pPr marL="217804" marR="177800">
              <a:lnSpc>
                <a:spcPts val="940"/>
              </a:lnSpc>
              <a:spcBef>
                <a:spcPts val="325"/>
              </a:spcBef>
            </a:pP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Don't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worry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about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R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parts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—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GitHub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account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+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install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section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what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you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need.</a:t>
            </a:r>
            <a:endParaRPr sz="800">
              <a:latin typeface="Calibri"/>
              <a:cs typeface="Calibri"/>
            </a:endParaRPr>
          </a:p>
          <a:p>
            <a:pPr marL="217804" indent="-179705">
              <a:lnSpc>
                <a:spcPct val="100000"/>
              </a:lnSpc>
              <a:spcBef>
                <a:spcPts val="565"/>
              </a:spcBef>
              <a:buClr>
                <a:srgbClr val="FF6A5A"/>
              </a:buClr>
              <a:buSzPct val="128571"/>
              <a:buFont typeface="Segoe UI Symbol"/>
              <a:buChar char="☐"/>
              <a:tabLst>
                <a:tab pos="217804" algn="l"/>
              </a:tabLst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Bring questions</a:t>
            </a:r>
            <a:endParaRPr sz="700">
              <a:latin typeface="Calibri"/>
              <a:cs typeface="Calibri"/>
            </a:endParaRPr>
          </a:p>
          <a:p>
            <a:pPr marL="217804" marR="102870">
              <a:lnSpc>
                <a:spcPts val="940"/>
              </a:lnSpc>
              <a:spcBef>
                <a:spcPts val="33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Anything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shaky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from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today's functions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or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file I/O.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 open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Day</a:t>
            </a:r>
            <a:r>
              <a:rPr dirty="0" sz="800" spc="50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3</a:t>
            </a:r>
            <a:r>
              <a:rPr dirty="0" sz="80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with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5-</a:t>
            </a:r>
            <a:r>
              <a:rPr dirty="0" sz="800">
                <a:solidFill>
                  <a:srgbClr val="494E69"/>
                </a:solidFill>
                <a:latin typeface="Calibri"/>
                <a:cs typeface="Calibri"/>
              </a:rPr>
              <a:t>min</a:t>
            </a:r>
            <a:r>
              <a:rPr dirty="0" sz="80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Q&amp;A.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D</a:t>
            </a:r>
            <a:r>
              <a:rPr dirty="0" spc="-60"/>
              <a:t> </a:t>
            </a:r>
            <a:r>
              <a:rPr dirty="0" spc="-45"/>
              <a:t>A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90"/>
              <a:t> </a:t>
            </a:r>
            <a:r>
              <a:rPr dirty="0"/>
              <a:t>0</a:t>
            </a:r>
            <a:r>
              <a:rPr dirty="0" spc="-15"/>
              <a:t> </a:t>
            </a:r>
            <a:r>
              <a:rPr dirty="0"/>
              <a:t>2</a:t>
            </a:r>
            <a:r>
              <a:rPr dirty="0" spc="305"/>
              <a:t> </a:t>
            </a:r>
            <a:r>
              <a:rPr dirty="0"/>
              <a:t>·</a:t>
            </a:r>
            <a:r>
              <a:rPr dirty="0" spc="229"/>
              <a:t> </a:t>
            </a:r>
            <a:r>
              <a:rPr dirty="0" spc="-20"/>
              <a:t>P</a:t>
            </a:r>
            <a:r>
              <a:rPr dirty="0" spc="-114"/>
              <a:t> </a:t>
            </a:r>
            <a:r>
              <a:rPr dirty="0" spc="-35"/>
              <a:t>Y</a:t>
            </a:r>
            <a:r>
              <a:rPr dirty="0" spc="-90"/>
              <a:t> </a:t>
            </a:r>
            <a:r>
              <a:rPr dirty="0" spc="-70"/>
              <a:t>T</a:t>
            </a:r>
            <a:r>
              <a:rPr dirty="0" spc="-55"/>
              <a:t> </a:t>
            </a:r>
            <a:r>
              <a:rPr dirty="0" spc="-60"/>
              <a:t>H</a:t>
            </a:r>
            <a:r>
              <a:rPr dirty="0" spc="-15"/>
              <a:t> </a:t>
            </a:r>
            <a:r>
              <a:rPr dirty="0"/>
              <a:t>O</a:t>
            </a:r>
            <a:r>
              <a:rPr dirty="0" spc="-35"/>
              <a:t> </a:t>
            </a:r>
            <a:r>
              <a:rPr dirty="0" spc="-50"/>
              <a:t>N</a:t>
            </a:r>
            <a:r>
              <a:rPr dirty="0" spc="-20"/>
              <a:t> </a:t>
            </a:r>
            <a:r>
              <a:rPr dirty="0"/>
              <a:t>,</a:t>
            </a:r>
            <a:r>
              <a:rPr dirty="0" spc="23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45"/>
              <a:t> </a:t>
            </a:r>
            <a:r>
              <a:rPr dirty="0" spc="-20"/>
              <a:t>P</a:t>
            </a:r>
            <a:r>
              <a:rPr dirty="0" spc="-100"/>
              <a:t> </a:t>
            </a:r>
            <a:r>
              <a:rPr dirty="0"/>
              <a:t>E</a:t>
            </a:r>
            <a:r>
              <a:rPr dirty="0" spc="-70"/>
              <a:t> </a:t>
            </a:r>
            <a:r>
              <a:rPr dirty="0"/>
              <a:t>R</a:t>
            </a:r>
            <a:r>
              <a:rPr dirty="0" spc="-60"/>
              <a:t> </a:t>
            </a:r>
            <a:r>
              <a:rPr dirty="0" spc="-35"/>
              <a:t>LY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17</a:t>
            </a:fld>
            <a:r>
              <a:rPr dirty="0" spc="395"/>
              <a:t> </a:t>
            </a:r>
            <a:r>
              <a:rPr dirty="0" spc="-70"/>
              <a:t>/</a:t>
            </a:r>
            <a:r>
              <a:rPr dirty="0" spc="170"/>
              <a:t> </a:t>
            </a:r>
            <a:r>
              <a:rPr dirty="0"/>
              <a:t>1</a:t>
            </a:r>
            <a:r>
              <a:rPr dirty="0" spc="-50"/>
              <a:t> 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438" y="442444"/>
            <a:ext cx="43180" cy="43180"/>
          </a:xfrm>
          <a:custGeom>
            <a:avLst/>
            <a:gdLst/>
            <a:ahLst/>
            <a:cxnLst/>
            <a:rect l="l" t="t" r="r" b="b"/>
            <a:pathLst>
              <a:path w="43179" h="43179">
                <a:moveTo>
                  <a:pt x="25196" y="0"/>
                </a:moveTo>
                <a:lnTo>
                  <a:pt x="17640" y="0"/>
                </a:lnTo>
                <a:lnTo>
                  <a:pt x="14046" y="1079"/>
                </a:lnTo>
                <a:lnTo>
                  <a:pt x="0" y="17995"/>
                </a:lnTo>
                <a:lnTo>
                  <a:pt x="0" y="21602"/>
                </a:lnTo>
                <a:lnTo>
                  <a:pt x="0" y="25196"/>
                </a:lnTo>
                <a:lnTo>
                  <a:pt x="17640" y="42837"/>
                </a:lnTo>
                <a:lnTo>
                  <a:pt x="25196" y="42837"/>
                </a:lnTo>
                <a:lnTo>
                  <a:pt x="42837" y="25196"/>
                </a:lnTo>
                <a:lnTo>
                  <a:pt x="42837" y="17995"/>
                </a:lnTo>
                <a:lnTo>
                  <a:pt x="28803" y="1079"/>
                </a:lnTo>
                <a:lnTo>
                  <a:pt x="25196" y="0"/>
                </a:lnTo>
                <a:close/>
              </a:path>
            </a:pathLst>
          </a:custGeom>
          <a:solidFill>
            <a:srgbClr val="FF6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5861" y="394095"/>
            <a:ext cx="15678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Q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130">
                <a:solidFill>
                  <a:srgbClr val="FF6A5A"/>
                </a:solidFill>
                <a:latin typeface="Trebuchet MS"/>
                <a:cs typeface="Trebuchet MS"/>
              </a:rPr>
              <a:t>&amp;</a:t>
            </a:r>
            <a:r>
              <a:rPr dirty="0" sz="800" spc="6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A</a:t>
            </a:r>
            <a:r>
              <a:rPr dirty="0" sz="800" spc="2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C</a:t>
            </a:r>
            <a:r>
              <a:rPr dirty="0" sz="800" spc="-5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45">
                <a:solidFill>
                  <a:srgbClr val="FF6A5A"/>
                </a:solidFill>
                <a:latin typeface="Trebuchet MS"/>
                <a:cs typeface="Trebuchet MS"/>
              </a:rPr>
              <a:t>L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O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S</a:t>
            </a:r>
            <a:r>
              <a:rPr dirty="0" sz="800" spc="-6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r>
              <a:rPr dirty="0" sz="800" spc="-2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G</a:t>
            </a:r>
            <a:r>
              <a:rPr dirty="0" sz="800" spc="30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·</a:t>
            </a:r>
            <a:r>
              <a:rPr dirty="0" sz="800" spc="27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1 5</a:t>
            </a:r>
            <a:r>
              <a:rPr dirty="0" sz="800" spc="33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>
                <a:solidFill>
                  <a:srgbClr val="FF6A5A"/>
                </a:solidFill>
                <a:latin typeface="Trebuchet MS"/>
                <a:cs typeface="Trebuchet MS"/>
              </a:rPr>
              <a:t>M</a:t>
            </a:r>
            <a:r>
              <a:rPr dirty="0" sz="800" spc="5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I</a:t>
            </a:r>
            <a:r>
              <a:rPr dirty="0" sz="800" spc="-70">
                <a:solidFill>
                  <a:srgbClr val="FF6A5A"/>
                </a:solidFill>
                <a:latin typeface="Trebuchet MS"/>
                <a:cs typeface="Trebuchet MS"/>
              </a:rPr>
              <a:t> </a:t>
            </a:r>
            <a:r>
              <a:rPr dirty="0" sz="800" spc="-50">
                <a:solidFill>
                  <a:srgbClr val="FF6A5A"/>
                </a:solidFill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1738" y="510021"/>
            <a:ext cx="6064885" cy="5403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00"/>
              <a:t>Functions</a:t>
            </a:r>
            <a:r>
              <a:rPr dirty="0" sz="3350" spc="-160"/>
              <a:t> </a:t>
            </a:r>
            <a:r>
              <a:rPr dirty="0" sz="3350" spc="-65"/>
              <a:t>are</a:t>
            </a:r>
            <a:r>
              <a:rPr dirty="0" sz="3350" spc="-160"/>
              <a:t> </a:t>
            </a:r>
            <a:r>
              <a:rPr dirty="0" sz="3350" spc="-85"/>
              <a:t>verbs.</a:t>
            </a:r>
            <a:r>
              <a:rPr dirty="0" sz="3350" spc="-155"/>
              <a:t> </a:t>
            </a:r>
            <a:r>
              <a:rPr dirty="0" sz="3350" spc="-75"/>
              <a:t>Files</a:t>
            </a:r>
            <a:r>
              <a:rPr dirty="0" sz="3350" spc="-160"/>
              <a:t> </a:t>
            </a:r>
            <a:r>
              <a:rPr dirty="0" sz="3350" spc="-65"/>
              <a:t>are</a:t>
            </a:r>
            <a:r>
              <a:rPr dirty="0" sz="3350" spc="-165"/>
              <a:t> </a:t>
            </a:r>
            <a:r>
              <a:rPr dirty="0" sz="3350" spc="-10"/>
              <a:t>nouns.</a:t>
            </a:r>
            <a:endParaRPr sz="3350"/>
          </a:p>
        </p:txBody>
      </p:sp>
      <p:sp>
        <p:nvSpPr>
          <p:cNvPr id="5" name="object 5"/>
          <p:cNvSpPr txBox="1"/>
          <p:nvPr/>
        </p:nvSpPr>
        <p:spPr>
          <a:xfrm>
            <a:off x="501738" y="1137134"/>
            <a:ext cx="527558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You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wrote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both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today.</a:t>
            </a:r>
            <a:r>
              <a:rPr dirty="0" sz="10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94E69"/>
                </a:solidFill>
                <a:latin typeface="Calibri"/>
                <a:cs typeface="Calibri"/>
              </a:rPr>
              <a:t>Tomorrow</a:t>
            </a:r>
            <a:r>
              <a:rPr dirty="0" sz="1050" spc="-2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put</a:t>
            </a:r>
            <a:r>
              <a:rPr dirty="0" sz="10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them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under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version</a:t>
            </a:r>
            <a:r>
              <a:rPr dirty="0" sz="10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control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so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they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never</a:t>
            </a:r>
            <a:r>
              <a:rPr dirty="0" sz="10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get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494E69"/>
                </a:solidFill>
                <a:latin typeface="Calibri"/>
                <a:cs typeface="Calibri"/>
              </a:rPr>
              <a:t>lost</a:t>
            </a:r>
            <a:r>
              <a:rPr dirty="0" sz="10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494E69"/>
                </a:solidFill>
                <a:latin typeface="Calibri"/>
                <a:cs typeface="Calibri"/>
              </a:rPr>
              <a:t>again.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0273" y="1454875"/>
            <a:ext cx="2626995" cy="3703320"/>
            <a:chOff x="510273" y="1454875"/>
            <a:chExt cx="2626995" cy="3703320"/>
          </a:xfrm>
        </p:grpSpPr>
        <p:sp>
          <p:nvSpPr>
            <p:cNvPr id="7" name="object 7"/>
            <p:cNvSpPr/>
            <p:nvPr/>
          </p:nvSpPr>
          <p:spPr>
            <a:xfrm>
              <a:off x="514083" y="1469163"/>
              <a:ext cx="2619375" cy="3674745"/>
            </a:xfrm>
            <a:custGeom>
              <a:avLst/>
              <a:gdLst/>
              <a:ahLst/>
              <a:cxnLst/>
              <a:rect l="l" t="t" r="r" b="b"/>
              <a:pathLst>
                <a:path w="2619375" h="3674745">
                  <a:moveTo>
                    <a:pt x="2485796" y="0"/>
                  </a:moveTo>
                  <a:lnTo>
                    <a:pt x="133197" y="0"/>
                  </a:lnTo>
                  <a:lnTo>
                    <a:pt x="115775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5" y="98683"/>
                  </a:lnTo>
                  <a:lnTo>
                    <a:pt x="0" y="133197"/>
                  </a:lnTo>
                  <a:lnTo>
                    <a:pt x="0" y="3540963"/>
                  </a:lnTo>
                  <a:lnTo>
                    <a:pt x="1116" y="3558041"/>
                  </a:lnTo>
                  <a:lnTo>
                    <a:pt x="1136" y="3558352"/>
                  </a:lnTo>
                  <a:lnTo>
                    <a:pt x="4455" y="3575113"/>
                  </a:lnTo>
                  <a:lnTo>
                    <a:pt x="4500" y="3575338"/>
                  </a:lnTo>
                  <a:lnTo>
                    <a:pt x="9953" y="3591576"/>
                  </a:lnTo>
                  <a:lnTo>
                    <a:pt x="10024" y="3591787"/>
                  </a:lnTo>
                  <a:lnTo>
                    <a:pt x="38876" y="3635097"/>
                  </a:lnTo>
                  <a:lnTo>
                    <a:pt x="82216" y="3663986"/>
                  </a:lnTo>
                  <a:lnTo>
                    <a:pt x="133197" y="3674160"/>
                  </a:lnTo>
                  <a:lnTo>
                    <a:pt x="2486152" y="3673792"/>
                  </a:lnTo>
                  <a:lnTo>
                    <a:pt x="2536983" y="3663778"/>
                  </a:lnTo>
                  <a:lnTo>
                    <a:pt x="2580295" y="3634917"/>
                  </a:lnTo>
                  <a:lnTo>
                    <a:pt x="2609076" y="3591787"/>
                  </a:lnTo>
                  <a:lnTo>
                    <a:pt x="2614738" y="3575338"/>
                  </a:lnTo>
                  <a:lnTo>
                    <a:pt x="2614815" y="3575113"/>
                  </a:lnTo>
                  <a:lnTo>
                    <a:pt x="2618158" y="3558352"/>
                  </a:lnTo>
                  <a:lnTo>
                    <a:pt x="2618220" y="3558041"/>
                  </a:lnTo>
                  <a:lnTo>
                    <a:pt x="2619338" y="3540963"/>
                  </a:lnTo>
                  <a:lnTo>
                    <a:pt x="2619362" y="3540594"/>
                  </a:lnTo>
                  <a:lnTo>
                    <a:pt x="2618994" y="133197"/>
                  </a:lnTo>
                  <a:lnTo>
                    <a:pt x="2608969" y="82373"/>
                  </a:lnTo>
                  <a:lnTo>
                    <a:pt x="2580117" y="39058"/>
                  </a:lnTo>
                  <a:lnTo>
                    <a:pt x="2536777" y="10174"/>
                  </a:lnTo>
                  <a:lnTo>
                    <a:pt x="2503242" y="1142"/>
                  </a:lnTo>
                  <a:lnTo>
                    <a:pt x="2485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4083" y="1469163"/>
              <a:ext cx="2619375" cy="3674745"/>
            </a:xfrm>
            <a:custGeom>
              <a:avLst/>
              <a:gdLst/>
              <a:ahLst/>
              <a:cxnLst/>
              <a:rect l="l" t="t" r="r" b="b"/>
              <a:pathLst>
                <a:path w="2619375" h="3674745">
                  <a:moveTo>
                    <a:pt x="0" y="3594"/>
                  </a:moveTo>
                  <a:lnTo>
                    <a:pt x="2619362" y="3962"/>
                  </a:lnTo>
                </a:path>
                <a:path w="2619375" h="3674745">
                  <a:moveTo>
                    <a:pt x="2615755" y="0"/>
                  </a:moveTo>
                  <a:lnTo>
                    <a:pt x="2616111" y="3674160"/>
                  </a:lnTo>
                </a:path>
                <a:path w="2619375" h="3674745">
                  <a:moveTo>
                    <a:pt x="0" y="3670554"/>
                  </a:moveTo>
                  <a:lnTo>
                    <a:pt x="2619362" y="3670922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8485" y="1469163"/>
              <a:ext cx="635" cy="3674745"/>
            </a:xfrm>
            <a:custGeom>
              <a:avLst/>
              <a:gdLst/>
              <a:ahLst/>
              <a:cxnLst/>
              <a:rect l="l" t="t" r="r" b="b"/>
              <a:pathLst>
                <a:path w="634" h="3674745">
                  <a:moveTo>
                    <a:pt x="0" y="0"/>
                  </a:moveTo>
                  <a:lnTo>
                    <a:pt x="355" y="3674160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90838" y="1595160"/>
              <a:ext cx="511809" cy="184150"/>
            </a:xfrm>
            <a:custGeom>
              <a:avLst/>
              <a:gdLst/>
              <a:ahLst/>
              <a:cxnLst/>
              <a:rect l="l" t="t" r="r" b="b"/>
              <a:pathLst>
                <a:path w="511810" h="184150">
                  <a:moveTo>
                    <a:pt x="419404" y="0"/>
                  </a:moveTo>
                  <a:lnTo>
                    <a:pt x="92163" y="0"/>
                  </a:lnTo>
                  <a:lnTo>
                    <a:pt x="79295" y="798"/>
                  </a:lnTo>
                  <a:lnTo>
                    <a:pt x="79841" y="798"/>
                  </a:lnTo>
                  <a:lnTo>
                    <a:pt x="68310" y="3016"/>
                  </a:lnTo>
                  <a:lnTo>
                    <a:pt x="27001" y="26690"/>
                  </a:lnTo>
                  <a:lnTo>
                    <a:pt x="3149" y="67952"/>
                  </a:lnTo>
                  <a:lnTo>
                    <a:pt x="0" y="91795"/>
                  </a:lnTo>
                  <a:lnTo>
                    <a:pt x="0" y="92163"/>
                  </a:lnTo>
                  <a:lnTo>
                    <a:pt x="738" y="103858"/>
                  </a:lnTo>
                  <a:lnTo>
                    <a:pt x="748" y="104013"/>
                  </a:lnTo>
                  <a:lnTo>
                    <a:pt x="18843" y="147926"/>
                  </a:lnTo>
                  <a:lnTo>
                    <a:pt x="56567" y="176972"/>
                  </a:lnTo>
                  <a:lnTo>
                    <a:pt x="91795" y="183959"/>
                  </a:lnTo>
                  <a:lnTo>
                    <a:pt x="419760" y="183959"/>
                  </a:lnTo>
                  <a:lnTo>
                    <a:pt x="465480" y="171361"/>
                  </a:lnTo>
                  <a:lnTo>
                    <a:pt x="499325" y="137883"/>
                  </a:lnTo>
                  <a:lnTo>
                    <a:pt x="511531" y="92163"/>
                  </a:lnTo>
                  <a:lnTo>
                    <a:pt x="511531" y="91795"/>
                  </a:lnTo>
                  <a:lnTo>
                    <a:pt x="498957" y="46075"/>
                  </a:lnTo>
                  <a:lnTo>
                    <a:pt x="465480" y="12242"/>
                  </a:lnTo>
                  <a:lnTo>
                    <a:pt x="431461" y="798"/>
                  </a:lnTo>
                  <a:lnTo>
                    <a:pt x="419404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46873" y="2108887"/>
              <a:ext cx="587375" cy="114935"/>
            </a:xfrm>
            <a:custGeom>
              <a:avLst/>
              <a:gdLst/>
              <a:ahLst/>
              <a:cxnLst/>
              <a:rect l="l" t="t" r="r" b="b"/>
              <a:pathLst>
                <a:path w="587375" h="114935">
                  <a:moveTo>
                    <a:pt x="586803" y="12954"/>
                  </a:moveTo>
                  <a:lnTo>
                    <a:pt x="564362" y="12954"/>
                  </a:lnTo>
                  <a:lnTo>
                    <a:pt x="562686" y="10071"/>
                  </a:lnTo>
                  <a:lnTo>
                    <a:pt x="559092" y="6477"/>
                  </a:lnTo>
                  <a:lnTo>
                    <a:pt x="550443" y="1435"/>
                  </a:lnTo>
                  <a:lnTo>
                    <a:pt x="545401" y="0"/>
                  </a:lnTo>
                  <a:lnTo>
                    <a:pt x="23406" y="0"/>
                  </a:lnTo>
                  <a:lnTo>
                    <a:pt x="18732" y="1079"/>
                  </a:lnTo>
                  <a:lnTo>
                    <a:pt x="10083" y="6108"/>
                  </a:lnTo>
                  <a:lnTo>
                    <a:pt x="6489" y="9715"/>
                  </a:lnTo>
                  <a:lnTo>
                    <a:pt x="4597" y="12954"/>
                  </a:lnTo>
                  <a:lnTo>
                    <a:pt x="1447" y="12954"/>
                  </a:lnTo>
                  <a:lnTo>
                    <a:pt x="1447" y="18351"/>
                  </a:lnTo>
                  <a:lnTo>
                    <a:pt x="0" y="23393"/>
                  </a:lnTo>
                  <a:lnTo>
                    <a:pt x="0" y="62268"/>
                  </a:lnTo>
                  <a:lnTo>
                    <a:pt x="1092" y="66954"/>
                  </a:lnTo>
                  <a:lnTo>
                    <a:pt x="1447" y="67576"/>
                  </a:lnTo>
                  <a:lnTo>
                    <a:pt x="1447" y="114833"/>
                  </a:lnTo>
                  <a:lnTo>
                    <a:pt x="586803" y="114833"/>
                  </a:lnTo>
                  <a:lnTo>
                    <a:pt x="586803" y="12954"/>
                  </a:lnTo>
                  <a:close/>
                </a:path>
              </a:pathLst>
            </a:custGeom>
            <a:solidFill>
              <a:srgbClr val="F3EE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73100" y="1611619"/>
            <a:ext cx="2301875" cy="618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6739" algn="l"/>
              </a:tabLst>
            </a:pP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OP</a:t>
            </a:r>
            <a:r>
              <a:rPr dirty="0" sz="800" spc="-8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N</a:t>
            </a:r>
            <a:r>
              <a:rPr dirty="0" sz="800" spc="2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TH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</a:t>
            </a:r>
            <a:r>
              <a:rPr dirty="0" sz="800" spc="22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F</a:t>
            </a:r>
            <a:r>
              <a:rPr dirty="0" sz="800" spc="-7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60" b="1">
                <a:solidFill>
                  <a:srgbClr val="293183"/>
                </a:solidFill>
                <a:latin typeface="Calibri"/>
                <a:cs typeface="Calibri"/>
              </a:rPr>
              <a:t>LOO</a:t>
            </a:r>
            <a:r>
              <a:rPr dirty="0" sz="800" spc="-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R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	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Ask</a:t>
            </a:r>
            <a:r>
              <a:rPr dirty="0" baseline="3472" sz="1200" spc="427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spc="37" b="1">
                <a:solidFill>
                  <a:srgbClr val="293183"/>
                </a:solidFill>
                <a:latin typeface="Calibri"/>
                <a:cs typeface="Calibri"/>
              </a:rPr>
              <a:t>Now</a:t>
            </a:r>
            <a:endParaRPr baseline="3472"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800">
              <a:latin typeface="Calibri"/>
              <a:cs typeface="Calibri"/>
            </a:endParaRPr>
          </a:p>
          <a:p>
            <a:pPr marL="196850" indent="-170180">
              <a:lnSpc>
                <a:spcPct val="100000"/>
              </a:lnSpc>
              <a:buClr>
                <a:srgbClr val="FF6A5A"/>
              </a:buClr>
              <a:buSzPct val="114285"/>
              <a:buFont typeface="Yu Gothic"/>
              <a:buChar char="✓"/>
              <a:tabLst>
                <a:tab pos="196850" algn="l"/>
              </a:tabLst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"Which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 function concept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still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feels shaky?"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FF6A5A"/>
              </a:buClr>
              <a:buFont typeface="Yu Gothic"/>
              <a:buChar char="✓"/>
            </a:pPr>
            <a:endParaRPr sz="700">
              <a:latin typeface="Calibri"/>
              <a:cs typeface="Calibri"/>
            </a:endParaRPr>
          </a:p>
          <a:p>
            <a:pPr marL="196850" indent="-170180">
              <a:lnSpc>
                <a:spcPct val="100000"/>
              </a:lnSpc>
              <a:buClr>
                <a:srgbClr val="FF6A5A"/>
              </a:buClr>
              <a:buSzPct val="114285"/>
              <a:buFont typeface="Yu Gothic"/>
              <a:buChar char="✓"/>
              <a:tabLst>
                <a:tab pos="196850" algn="l"/>
              </a:tabLst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"Did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ourier New"/>
                <a:cs typeface="Courier New"/>
              </a:rPr>
              <a:t>with</a:t>
            </a:r>
            <a:r>
              <a:rPr dirty="0" sz="700" spc="-2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ourier New"/>
                <a:cs typeface="Courier New"/>
              </a:rPr>
              <a:t>open()</a:t>
            </a:r>
            <a:r>
              <a:rPr dirty="0" sz="700" spc="-260">
                <a:solidFill>
                  <a:srgbClr val="1A1E39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click,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or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does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it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feel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like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magic?"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7146" y="2319733"/>
            <a:ext cx="2025014" cy="13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105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182880" algn="l"/>
              </a:tabLst>
            </a:pP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"Anything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from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pitfalls</a:t>
            </a:r>
            <a:r>
              <a:rPr dirty="0" sz="700" spc="-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slide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you've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 hit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before?"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58146" y="1454875"/>
            <a:ext cx="2626995" cy="3703320"/>
            <a:chOff x="3258146" y="1454875"/>
            <a:chExt cx="2626995" cy="3703320"/>
          </a:xfrm>
        </p:grpSpPr>
        <p:sp>
          <p:nvSpPr>
            <p:cNvPr id="15" name="object 15"/>
            <p:cNvSpPr/>
            <p:nvPr/>
          </p:nvSpPr>
          <p:spPr>
            <a:xfrm>
              <a:off x="3261956" y="1469163"/>
              <a:ext cx="2619375" cy="3674745"/>
            </a:xfrm>
            <a:custGeom>
              <a:avLst/>
              <a:gdLst/>
              <a:ahLst/>
              <a:cxnLst/>
              <a:rect l="l" t="t" r="r" b="b"/>
              <a:pathLst>
                <a:path w="2619375" h="3674745">
                  <a:moveTo>
                    <a:pt x="2485809" y="0"/>
                  </a:moveTo>
                  <a:lnTo>
                    <a:pt x="133197" y="0"/>
                  </a:lnTo>
                  <a:lnTo>
                    <a:pt x="115780" y="1142"/>
                  </a:lnTo>
                  <a:lnTo>
                    <a:pt x="66598" y="17640"/>
                  </a:lnTo>
                  <a:lnTo>
                    <a:pt x="27626" y="51960"/>
                  </a:lnTo>
                  <a:lnTo>
                    <a:pt x="4546" y="98683"/>
                  </a:lnTo>
                  <a:lnTo>
                    <a:pt x="0" y="133197"/>
                  </a:lnTo>
                  <a:lnTo>
                    <a:pt x="0" y="3540963"/>
                  </a:lnTo>
                  <a:lnTo>
                    <a:pt x="9953" y="3591576"/>
                  </a:lnTo>
                  <a:lnTo>
                    <a:pt x="10024" y="3591787"/>
                  </a:lnTo>
                  <a:lnTo>
                    <a:pt x="38885" y="3635097"/>
                  </a:lnTo>
                  <a:lnTo>
                    <a:pt x="82223" y="3663986"/>
                  </a:lnTo>
                  <a:lnTo>
                    <a:pt x="133197" y="3674160"/>
                  </a:lnTo>
                  <a:lnTo>
                    <a:pt x="2486164" y="3673792"/>
                  </a:lnTo>
                  <a:lnTo>
                    <a:pt x="2536988" y="3663778"/>
                  </a:lnTo>
                  <a:lnTo>
                    <a:pt x="2580303" y="3634917"/>
                  </a:lnTo>
                  <a:lnTo>
                    <a:pt x="2609082" y="3591787"/>
                  </a:lnTo>
                  <a:lnTo>
                    <a:pt x="2609187" y="3591576"/>
                  </a:lnTo>
                  <a:lnTo>
                    <a:pt x="2614740" y="3575338"/>
                  </a:lnTo>
                  <a:lnTo>
                    <a:pt x="2614817" y="3575113"/>
                  </a:lnTo>
                  <a:lnTo>
                    <a:pt x="2618158" y="3558352"/>
                  </a:lnTo>
                  <a:lnTo>
                    <a:pt x="2618220" y="3558041"/>
                  </a:lnTo>
                  <a:lnTo>
                    <a:pt x="2619338" y="3540963"/>
                  </a:lnTo>
                  <a:lnTo>
                    <a:pt x="2619362" y="3540594"/>
                  </a:lnTo>
                  <a:lnTo>
                    <a:pt x="2619006" y="133197"/>
                  </a:lnTo>
                  <a:lnTo>
                    <a:pt x="2608982" y="82373"/>
                  </a:lnTo>
                  <a:lnTo>
                    <a:pt x="2580120" y="39058"/>
                  </a:lnTo>
                  <a:lnTo>
                    <a:pt x="2536783" y="10174"/>
                  </a:lnTo>
                  <a:lnTo>
                    <a:pt x="2503248" y="1142"/>
                  </a:lnTo>
                  <a:lnTo>
                    <a:pt x="24858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61956" y="1469163"/>
              <a:ext cx="2619375" cy="3674745"/>
            </a:xfrm>
            <a:custGeom>
              <a:avLst/>
              <a:gdLst/>
              <a:ahLst/>
              <a:cxnLst/>
              <a:rect l="l" t="t" r="r" b="b"/>
              <a:pathLst>
                <a:path w="2619375" h="3674745">
                  <a:moveTo>
                    <a:pt x="0" y="3594"/>
                  </a:moveTo>
                  <a:lnTo>
                    <a:pt x="2619362" y="3962"/>
                  </a:lnTo>
                </a:path>
                <a:path w="2619375" h="3674745">
                  <a:moveTo>
                    <a:pt x="2615768" y="0"/>
                  </a:moveTo>
                  <a:lnTo>
                    <a:pt x="2616123" y="3674160"/>
                  </a:lnTo>
                </a:path>
                <a:path w="2619375" h="3674745">
                  <a:moveTo>
                    <a:pt x="0" y="3670554"/>
                  </a:moveTo>
                  <a:lnTo>
                    <a:pt x="2619362" y="3670922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76358" y="1469163"/>
              <a:ext cx="635" cy="3674745"/>
            </a:xfrm>
            <a:custGeom>
              <a:avLst/>
              <a:gdLst/>
              <a:ahLst/>
              <a:cxnLst/>
              <a:rect l="l" t="t" r="r" b="b"/>
              <a:pathLst>
                <a:path w="635" h="3674745">
                  <a:moveTo>
                    <a:pt x="0" y="0"/>
                  </a:moveTo>
                  <a:lnTo>
                    <a:pt x="355" y="3674160"/>
                  </a:lnTo>
                </a:path>
              </a:pathLst>
            </a:custGeom>
            <a:ln w="28439">
              <a:solidFill>
                <a:srgbClr val="FF6A5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093639" y="1595160"/>
              <a:ext cx="661035" cy="184150"/>
            </a:xfrm>
            <a:custGeom>
              <a:avLst/>
              <a:gdLst/>
              <a:ahLst/>
              <a:cxnLst/>
              <a:rect l="l" t="t" r="r" b="b"/>
              <a:pathLst>
                <a:path w="661035" h="184150">
                  <a:moveTo>
                    <a:pt x="568794" y="0"/>
                  </a:moveTo>
                  <a:lnTo>
                    <a:pt x="92519" y="0"/>
                  </a:lnTo>
                  <a:lnTo>
                    <a:pt x="79651" y="798"/>
                  </a:lnTo>
                  <a:lnTo>
                    <a:pt x="80197" y="798"/>
                  </a:lnTo>
                  <a:lnTo>
                    <a:pt x="68667" y="3016"/>
                  </a:lnTo>
                  <a:lnTo>
                    <a:pt x="27358" y="26690"/>
                  </a:lnTo>
                  <a:lnTo>
                    <a:pt x="3509" y="67952"/>
                  </a:lnTo>
                  <a:lnTo>
                    <a:pt x="355" y="91795"/>
                  </a:lnTo>
                  <a:lnTo>
                    <a:pt x="0" y="92163"/>
                  </a:lnTo>
                  <a:lnTo>
                    <a:pt x="12598" y="137883"/>
                  </a:lnTo>
                  <a:lnTo>
                    <a:pt x="46075" y="171716"/>
                  </a:lnTo>
                  <a:lnTo>
                    <a:pt x="92163" y="183959"/>
                  </a:lnTo>
                  <a:lnTo>
                    <a:pt x="569163" y="183959"/>
                  </a:lnTo>
                  <a:lnTo>
                    <a:pt x="614883" y="171361"/>
                  </a:lnTo>
                  <a:lnTo>
                    <a:pt x="648715" y="137883"/>
                  </a:lnTo>
                  <a:lnTo>
                    <a:pt x="660934" y="92163"/>
                  </a:lnTo>
                  <a:lnTo>
                    <a:pt x="660934" y="91795"/>
                  </a:lnTo>
                  <a:lnTo>
                    <a:pt x="648360" y="46075"/>
                  </a:lnTo>
                  <a:lnTo>
                    <a:pt x="614883" y="12242"/>
                  </a:lnTo>
                  <a:lnTo>
                    <a:pt x="580857" y="798"/>
                  </a:lnTo>
                  <a:lnTo>
                    <a:pt x="568794" y="0"/>
                  </a:lnTo>
                  <a:close/>
                </a:path>
              </a:pathLst>
            </a:custGeom>
            <a:solidFill>
              <a:srgbClr val="FFE6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102174" y="1606221"/>
            <a:ext cx="6419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Get</a:t>
            </a:r>
            <a:r>
              <a:rPr dirty="0" sz="800" spc="29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50" b="1">
                <a:solidFill>
                  <a:srgbClr val="FF6A5A"/>
                </a:solidFill>
                <a:latin typeface="Calibri"/>
                <a:cs typeface="Calibri"/>
              </a:rPr>
              <a:t>Unstuck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5217" y="1611619"/>
            <a:ext cx="1754505" cy="1049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BE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TW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E</a:t>
            </a:r>
            <a:r>
              <a:rPr dirty="0" sz="800" spc="-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FF6A5A"/>
                </a:solidFill>
                <a:latin typeface="Calibri"/>
                <a:cs typeface="Calibri"/>
              </a:rPr>
              <a:t>EN</a:t>
            </a:r>
            <a:r>
              <a:rPr dirty="0" sz="800" spc="27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80" b="1">
                <a:solidFill>
                  <a:srgbClr val="FF6A5A"/>
                </a:solidFill>
                <a:latin typeface="Calibri"/>
                <a:cs typeface="Calibri"/>
              </a:rPr>
              <a:t>SESSIO</a:t>
            </a:r>
            <a:r>
              <a:rPr dirty="0" sz="800" spc="-60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FF6A5A"/>
                </a:solidFill>
                <a:latin typeface="Calibri"/>
                <a:cs typeface="Calibri"/>
              </a:rPr>
              <a:t>N</a:t>
            </a:r>
            <a:r>
              <a:rPr dirty="0" sz="800" spc="-55" b="1">
                <a:solidFill>
                  <a:srgbClr val="FF6A5A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FF6A5A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  <a:p>
            <a:pPr marL="222250" indent="-170180">
              <a:lnSpc>
                <a:spcPct val="100000"/>
              </a:lnSpc>
              <a:spcBef>
                <a:spcPts val="745"/>
              </a:spcBef>
              <a:buClr>
                <a:srgbClr val="FF6A5A"/>
              </a:buClr>
              <a:buFont typeface="Yu Gothic"/>
              <a:buChar char="✓"/>
              <a:tabLst>
                <a:tab pos="222250" algn="l"/>
              </a:tabLst>
            </a:pP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Email</a:t>
            </a:r>
            <a:r>
              <a:rPr dirty="0" sz="8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·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  <a:hlinkClick r:id="rId2"/>
              </a:rPr>
              <a:t>hello@zlaark.com</a:t>
            </a:r>
            <a:endParaRPr sz="800">
              <a:latin typeface="Courier New"/>
              <a:cs typeface="Courier New"/>
            </a:endParaRPr>
          </a:p>
          <a:p>
            <a:pPr marL="223520">
              <a:lnSpc>
                <a:spcPct val="100000"/>
              </a:lnSpc>
              <a:spcBef>
                <a:spcPts val="425"/>
              </a:spcBef>
            </a:pP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For</a:t>
            </a:r>
            <a:r>
              <a:rPr dirty="0" sz="650" spc="-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longer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questions,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code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snippets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welcome.</a:t>
            </a:r>
            <a:endParaRPr sz="650">
              <a:latin typeface="Calibri"/>
              <a:cs typeface="Calibri"/>
            </a:endParaRPr>
          </a:p>
          <a:p>
            <a:pPr marL="222250" indent="-170180">
              <a:lnSpc>
                <a:spcPct val="100000"/>
              </a:lnSpc>
              <a:spcBef>
                <a:spcPts val="570"/>
              </a:spcBef>
              <a:buClr>
                <a:srgbClr val="FF6A5A"/>
              </a:buClr>
              <a:buFont typeface="Yu Gothic"/>
              <a:buChar char="✓"/>
              <a:tabLst>
                <a:tab pos="222250" algn="l"/>
              </a:tabLst>
            </a:pPr>
            <a:r>
              <a:rPr dirty="0" sz="800" spc="-20">
                <a:solidFill>
                  <a:srgbClr val="293183"/>
                </a:solidFill>
                <a:latin typeface="Calibri"/>
                <a:cs typeface="Calibri"/>
              </a:rPr>
              <a:t>Web</a:t>
            </a:r>
            <a:r>
              <a:rPr dirty="0" sz="8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293183"/>
                </a:solidFill>
                <a:latin typeface="Calibri"/>
                <a:cs typeface="Calibri"/>
              </a:rPr>
              <a:t>·</a:t>
            </a:r>
            <a:r>
              <a:rPr dirty="0" sz="800" spc="-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293183"/>
                </a:solidFill>
                <a:latin typeface="Courier New"/>
                <a:cs typeface="Courier New"/>
                <a:hlinkClick r:id="rId3"/>
              </a:rPr>
              <a:t>www.zlaark.com</a:t>
            </a:r>
            <a:endParaRPr sz="800">
              <a:latin typeface="Courier New"/>
              <a:cs typeface="Courier New"/>
            </a:endParaRPr>
          </a:p>
          <a:p>
            <a:pPr marL="223520">
              <a:lnSpc>
                <a:spcPct val="100000"/>
              </a:lnSpc>
              <a:spcBef>
                <a:spcPts val="240"/>
              </a:spcBef>
            </a:pP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Program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updates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494E69"/>
                </a:solidFill>
                <a:latin typeface="Calibri"/>
                <a:cs typeface="Calibri"/>
              </a:rPr>
              <a:t>resources.</a:t>
            </a:r>
            <a:endParaRPr sz="800">
              <a:latin typeface="Calibri"/>
              <a:cs typeface="Calibri"/>
            </a:endParaRPr>
          </a:p>
          <a:p>
            <a:pPr marL="222250" indent="-170180">
              <a:lnSpc>
                <a:spcPct val="100000"/>
              </a:lnSpc>
              <a:spcBef>
                <a:spcPts val="595"/>
              </a:spcBef>
              <a:buClr>
                <a:srgbClr val="FF6A5A"/>
              </a:buClr>
              <a:buSzPct val="114285"/>
              <a:buFont typeface="Yu Gothic"/>
              <a:buChar char="✓"/>
              <a:tabLst>
                <a:tab pos="222250" algn="l"/>
              </a:tabLst>
            </a:pP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In-session</a:t>
            </a:r>
            <a:r>
              <a:rPr dirty="0" sz="700" spc="-15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·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raise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293183"/>
                </a:solidFill>
                <a:latin typeface="Calibri"/>
                <a:cs typeface="Calibri"/>
              </a:rPr>
              <a:t>a</a:t>
            </a:r>
            <a:r>
              <a:rPr dirty="0" sz="700" spc="-10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293183"/>
                </a:solidFill>
                <a:latin typeface="Calibri"/>
                <a:cs typeface="Calibri"/>
              </a:rPr>
              <a:t>hand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06736" y="2690547"/>
            <a:ext cx="180530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No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question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is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too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small.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We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move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at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494E69"/>
                </a:solidFill>
                <a:latin typeface="Calibri"/>
                <a:cs typeface="Calibri"/>
              </a:rPr>
              <a:t>the</a:t>
            </a:r>
            <a:r>
              <a:rPr dirty="0" sz="650" spc="-15">
                <a:solidFill>
                  <a:srgbClr val="494E69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494E69"/>
                </a:solidFill>
                <a:latin typeface="Calibri"/>
                <a:cs typeface="Calibri"/>
              </a:rPr>
              <a:t>room's</a:t>
            </a:r>
            <a:r>
              <a:rPr dirty="0" sz="650" spc="-20">
                <a:solidFill>
                  <a:srgbClr val="494E69"/>
                </a:solidFill>
                <a:latin typeface="Calibri"/>
                <a:cs typeface="Calibri"/>
              </a:rPr>
              <a:t> pace.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06388" y="1454875"/>
            <a:ext cx="2626995" cy="3703320"/>
            <a:chOff x="6006388" y="1454875"/>
            <a:chExt cx="2626995" cy="3703320"/>
          </a:xfrm>
        </p:grpSpPr>
        <p:sp>
          <p:nvSpPr>
            <p:cNvPr id="23" name="object 23"/>
            <p:cNvSpPr/>
            <p:nvPr/>
          </p:nvSpPr>
          <p:spPr>
            <a:xfrm>
              <a:off x="6009843" y="1469163"/>
              <a:ext cx="2619375" cy="3674745"/>
            </a:xfrm>
            <a:custGeom>
              <a:avLst/>
              <a:gdLst/>
              <a:ahLst/>
              <a:cxnLst/>
              <a:rect l="l" t="t" r="r" b="b"/>
              <a:pathLst>
                <a:path w="2619375" h="3674745">
                  <a:moveTo>
                    <a:pt x="2485796" y="0"/>
                  </a:moveTo>
                  <a:lnTo>
                    <a:pt x="133197" y="0"/>
                  </a:lnTo>
                  <a:lnTo>
                    <a:pt x="115775" y="1142"/>
                  </a:lnTo>
                  <a:lnTo>
                    <a:pt x="66598" y="17640"/>
                  </a:lnTo>
                  <a:lnTo>
                    <a:pt x="27613" y="51960"/>
                  </a:lnTo>
                  <a:lnTo>
                    <a:pt x="4545" y="98683"/>
                  </a:lnTo>
                  <a:lnTo>
                    <a:pt x="0" y="133197"/>
                  </a:lnTo>
                  <a:lnTo>
                    <a:pt x="0" y="3540963"/>
                  </a:lnTo>
                  <a:lnTo>
                    <a:pt x="9953" y="3591576"/>
                  </a:lnTo>
                  <a:lnTo>
                    <a:pt x="10024" y="3591787"/>
                  </a:lnTo>
                  <a:lnTo>
                    <a:pt x="38876" y="3635097"/>
                  </a:lnTo>
                  <a:lnTo>
                    <a:pt x="82216" y="3663986"/>
                  </a:lnTo>
                  <a:lnTo>
                    <a:pt x="133197" y="3674160"/>
                  </a:lnTo>
                  <a:lnTo>
                    <a:pt x="2486152" y="3673792"/>
                  </a:lnTo>
                  <a:lnTo>
                    <a:pt x="2536983" y="3663778"/>
                  </a:lnTo>
                  <a:lnTo>
                    <a:pt x="2580295" y="3634917"/>
                  </a:lnTo>
                  <a:lnTo>
                    <a:pt x="2609076" y="3591787"/>
                  </a:lnTo>
                  <a:lnTo>
                    <a:pt x="2618158" y="3558352"/>
                  </a:lnTo>
                  <a:lnTo>
                    <a:pt x="2618220" y="3558041"/>
                  </a:lnTo>
                  <a:lnTo>
                    <a:pt x="2619338" y="3540963"/>
                  </a:lnTo>
                  <a:lnTo>
                    <a:pt x="2619362" y="3540594"/>
                  </a:lnTo>
                  <a:lnTo>
                    <a:pt x="2618994" y="133197"/>
                  </a:lnTo>
                  <a:lnTo>
                    <a:pt x="2608969" y="82373"/>
                  </a:lnTo>
                  <a:lnTo>
                    <a:pt x="2580117" y="39058"/>
                  </a:lnTo>
                  <a:lnTo>
                    <a:pt x="2536777" y="10174"/>
                  </a:lnTo>
                  <a:lnTo>
                    <a:pt x="2503242" y="1142"/>
                  </a:lnTo>
                  <a:lnTo>
                    <a:pt x="2485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10198" y="1469163"/>
              <a:ext cx="2619375" cy="3674745"/>
            </a:xfrm>
            <a:custGeom>
              <a:avLst/>
              <a:gdLst/>
              <a:ahLst/>
              <a:cxnLst/>
              <a:rect l="l" t="t" r="r" b="b"/>
              <a:pathLst>
                <a:path w="2619375" h="3674745">
                  <a:moveTo>
                    <a:pt x="0" y="3594"/>
                  </a:moveTo>
                  <a:lnTo>
                    <a:pt x="2619362" y="3962"/>
                  </a:lnTo>
                </a:path>
                <a:path w="2619375" h="3674745">
                  <a:moveTo>
                    <a:pt x="2615755" y="0"/>
                  </a:moveTo>
                  <a:lnTo>
                    <a:pt x="2616123" y="3674160"/>
                  </a:lnTo>
                </a:path>
                <a:path w="2619375" h="3674745">
                  <a:moveTo>
                    <a:pt x="0" y="3670554"/>
                  </a:moveTo>
                  <a:lnTo>
                    <a:pt x="2619362" y="3670922"/>
                  </a:lnTo>
                </a:path>
              </a:pathLst>
            </a:custGeom>
            <a:ln w="7199">
              <a:solidFill>
                <a:srgbClr val="E4D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24245" y="1469163"/>
              <a:ext cx="635" cy="3674745"/>
            </a:xfrm>
            <a:custGeom>
              <a:avLst/>
              <a:gdLst/>
              <a:ahLst/>
              <a:cxnLst/>
              <a:rect l="l" t="t" r="r" b="b"/>
              <a:pathLst>
                <a:path w="635" h="3674745">
                  <a:moveTo>
                    <a:pt x="0" y="0"/>
                  </a:moveTo>
                  <a:lnTo>
                    <a:pt x="355" y="3674160"/>
                  </a:lnTo>
                </a:path>
              </a:pathLst>
            </a:custGeom>
            <a:ln w="28439">
              <a:solidFill>
                <a:srgbClr val="2931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776362" y="1595160"/>
              <a:ext cx="725805" cy="184150"/>
            </a:xfrm>
            <a:custGeom>
              <a:avLst/>
              <a:gdLst/>
              <a:ahLst/>
              <a:cxnLst/>
              <a:rect l="l" t="t" r="r" b="b"/>
              <a:pathLst>
                <a:path w="725804" h="184150">
                  <a:moveTo>
                    <a:pt x="633602" y="0"/>
                  </a:moveTo>
                  <a:lnTo>
                    <a:pt x="92163" y="0"/>
                  </a:lnTo>
                  <a:lnTo>
                    <a:pt x="79295" y="798"/>
                  </a:lnTo>
                  <a:lnTo>
                    <a:pt x="79841" y="798"/>
                  </a:lnTo>
                  <a:lnTo>
                    <a:pt x="68310" y="3016"/>
                  </a:lnTo>
                  <a:lnTo>
                    <a:pt x="27001" y="26690"/>
                  </a:lnTo>
                  <a:lnTo>
                    <a:pt x="3149" y="67952"/>
                  </a:lnTo>
                  <a:lnTo>
                    <a:pt x="0" y="91795"/>
                  </a:lnTo>
                  <a:lnTo>
                    <a:pt x="0" y="92163"/>
                  </a:lnTo>
                  <a:lnTo>
                    <a:pt x="12242" y="137883"/>
                  </a:lnTo>
                  <a:lnTo>
                    <a:pt x="45720" y="171716"/>
                  </a:lnTo>
                  <a:lnTo>
                    <a:pt x="91795" y="183959"/>
                  </a:lnTo>
                  <a:lnTo>
                    <a:pt x="633958" y="183959"/>
                  </a:lnTo>
                  <a:lnTo>
                    <a:pt x="679678" y="171361"/>
                  </a:lnTo>
                  <a:lnTo>
                    <a:pt x="713511" y="137883"/>
                  </a:lnTo>
                  <a:lnTo>
                    <a:pt x="725729" y="92163"/>
                  </a:lnTo>
                  <a:lnTo>
                    <a:pt x="725729" y="91795"/>
                  </a:lnTo>
                  <a:lnTo>
                    <a:pt x="713155" y="46075"/>
                  </a:lnTo>
                  <a:lnTo>
                    <a:pt x="679678" y="12242"/>
                  </a:lnTo>
                  <a:lnTo>
                    <a:pt x="645658" y="798"/>
                  </a:lnTo>
                  <a:lnTo>
                    <a:pt x="633602" y="0"/>
                  </a:lnTo>
                  <a:close/>
                </a:path>
              </a:pathLst>
            </a:custGeom>
            <a:solidFill>
              <a:srgbClr val="E7E9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168859" y="1611619"/>
            <a:ext cx="2336800" cy="843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4170" algn="l"/>
              </a:tabLst>
            </a:pP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RU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L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ES</a:t>
            </a:r>
            <a:r>
              <a:rPr dirty="0" sz="800" spc="2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O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F</a:t>
            </a:r>
            <a:r>
              <a:rPr dirty="0" sz="800" spc="2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EN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55" b="1">
                <a:solidFill>
                  <a:srgbClr val="293183"/>
                </a:solidFill>
                <a:latin typeface="Calibri"/>
                <a:cs typeface="Calibri"/>
              </a:rPr>
              <a:t>GAG</a:t>
            </a:r>
            <a:r>
              <a:rPr dirty="0" sz="800" spc="-6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EM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45" b="1">
                <a:solidFill>
                  <a:srgbClr val="293183"/>
                </a:solidFill>
                <a:latin typeface="Calibri"/>
                <a:cs typeface="Calibri"/>
              </a:rPr>
              <a:t>EN</a:t>
            </a:r>
            <a:r>
              <a:rPr dirty="0" sz="800" spc="-60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293183"/>
                </a:solidFill>
                <a:latin typeface="Calibri"/>
                <a:cs typeface="Calibri"/>
              </a:rPr>
              <a:t>T</a:t>
            </a:r>
            <a:r>
              <a:rPr dirty="0" sz="800" b="1">
                <a:solidFill>
                  <a:srgbClr val="293183"/>
                </a:solidFill>
                <a:latin typeface="Calibri"/>
                <a:cs typeface="Calibri"/>
              </a:rPr>
              <a:t>	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How</a:t>
            </a:r>
            <a:r>
              <a:rPr dirty="0" baseline="3472" sz="1200" spc="3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b="1">
                <a:solidFill>
                  <a:srgbClr val="293183"/>
                </a:solidFill>
                <a:latin typeface="Calibri"/>
                <a:cs typeface="Calibri"/>
              </a:rPr>
              <a:t>We</a:t>
            </a:r>
            <a:r>
              <a:rPr dirty="0" baseline="3472" sz="1200" spc="375" b="1">
                <a:solidFill>
                  <a:srgbClr val="293183"/>
                </a:solidFill>
                <a:latin typeface="Calibri"/>
                <a:cs typeface="Calibri"/>
              </a:rPr>
              <a:t> </a:t>
            </a:r>
            <a:r>
              <a:rPr dirty="0" baseline="3472" sz="1200" spc="-30" b="1">
                <a:solidFill>
                  <a:srgbClr val="293183"/>
                </a:solidFill>
                <a:latin typeface="Calibri"/>
                <a:cs typeface="Calibri"/>
              </a:rPr>
              <a:t>Work</a:t>
            </a:r>
            <a:endParaRPr baseline="3472"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800">
              <a:latin typeface="Calibri"/>
              <a:cs typeface="Calibri"/>
            </a:endParaRPr>
          </a:p>
          <a:p>
            <a:pPr marL="196850" indent="-170180">
              <a:lnSpc>
                <a:spcPct val="100000"/>
              </a:lnSpc>
              <a:buClr>
                <a:srgbClr val="FF6A5A"/>
              </a:buClr>
              <a:buSzPct val="114285"/>
              <a:buFont typeface="Yu Gothic"/>
              <a:buChar char="✓"/>
              <a:tabLst>
                <a:tab pos="196850" algn="l"/>
              </a:tabLst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Min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80%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attendance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to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qualify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for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the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certificate.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FF6A5A"/>
              </a:buClr>
              <a:buFont typeface="Yu Gothic"/>
              <a:buChar char="✓"/>
            </a:pPr>
            <a:endParaRPr sz="700">
              <a:latin typeface="Calibri"/>
              <a:cs typeface="Calibri"/>
            </a:endParaRPr>
          </a:p>
          <a:p>
            <a:pPr marL="196850" indent="-170180">
              <a:lnSpc>
                <a:spcPct val="100000"/>
              </a:lnSpc>
              <a:buClr>
                <a:srgbClr val="FF6A5A"/>
              </a:buClr>
              <a:buSzPct val="114285"/>
              <a:buFont typeface="Yu Gothic"/>
              <a:buChar char="✓"/>
              <a:tabLst>
                <a:tab pos="196850" algn="l"/>
              </a:tabLst>
            </a:pP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Save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every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day's</a:t>
            </a:r>
            <a:r>
              <a:rPr dirty="0" sz="700" spc="-20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code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Day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3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we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start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committing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1A1E39"/>
                </a:solidFill>
                <a:latin typeface="Calibri"/>
                <a:cs typeface="Calibri"/>
              </a:rPr>
              <a:t>it.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FF6A5A"/>
              </a:buClr>
              <a:buFont typeface="Yu Gothic"/>
              <a:buChar char="✓"/>
            </a:pPr>
            <a:endParaRPr sz="700">
              <a:latin typeface="Calibri"/>
              <a:cs typeface="Calibri"/>
            </a:endParaRPr>
          </a:p>
          <a:p>
            <a:pPr marL="196850" indent="-170180">
              <a:lnSpc>
                <a:spcPct val="100000"/>
              </a:lnSpc>
              <a:buClr>
                <a:srgbClr val="FF6A5A"/>
              </a:buClr>
              <a:buSzPct val="114285"/>
              <a:buFont typeface="Yu Gothic"/>
              <a:buChar char="✓"/>
              <a:tabLst>
                <a:tab pos="196850" algn="l"/>
              </a:tabLst>
            </a:pP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Demo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Day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is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mandatory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E39"/>
                </a:solidFill>
                <a:latin typeface="Calibri"/>
                <a:cs typeface="Calibri"/>
              </a:rPr>
              <a:t>—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every student</a:t>
            </a:r>
            <a:r>
              <a:rPr dirty="0" sz="700" spc="-15">
                <a:solidFill>
                  <a:srgbClr val="1A1E39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1A1E39"/>
                </a:solidFill>
                <a:latin typeface="Calibri"/>
                <a:cs typeface="Calibri"/>
              </a:rPr>
              <a:t>presents.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-355" y="4577767"/>
            <a:ext cx="9144000" cy="565785"/>
            <a:chOff x="-355" y="4577767"/>
            <a:chExt cx="9144000" cy="565785"/>
          </a:xfrm>
        </p:grpSpPr>
        <p:sp>
          <p:nvSpPr>
            <p:cNvPr id="29" name="object 29"/>
            <p:cNvSpPr/>
            <p:nvPr/>
          </p:nvSpPr>
          <p:spPr>
            <a:xfrm>
              <a:off x="-355" y="4577767"/>
              <a:ext cx="9144000" cy="565785"/>
            </a:xfrm>
            <a:custGeom>
              <a:avLst/>
              <a:gdLst/>
              <a:ahLst/>
              <a:cxnLst/>
              <a:rect l="l" t="t" r="r" b="b"/>
              <a:pathLst>
                <a:path w="9144000" h="565785">
                  <a:moveTo>
                    <a:pt x="9143631" y="0"/>
                  </a:moveTo>
                  <a:lnTo>
                    <a:pt x="0" y="0"/>
                  </a:lnTo>
                  <a:lnTo>
                    <a:pt x="0" y="565188"/>
                  </a:lnTo>
                  <a:lnTo>
                    <a:pt x="4572000" y="565188"/>
                  </a:lnTo>
                  <a:lnTo>
                    <a:pt x="9143631" y="565188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2931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24878" y="4835882"/>
              <a:ext cx="194310" cy="46990"/>
            </a:xfrm>
            <a:custGeom>
              <a:avLst/>
              <a:gdLst/>
              <a:ahLst/>
              <a:cxnLst/>
              <a:rect l="l" t="t" r="r" b="b"/>
              <a:pathLst>
                <a:path w="194309" h="46989">
                  <a:moveTo>
                    <a:pt x="26276" y="3238"/>
                  </a:moveTo>
                  <a:lnTo>
                    <a:pt x="1803" y="3238"/>
                  </a:lnTo>
                  <a:lnTo>
                    <a:pt x="1803" y="9359"/>
                  </a:lnTo>
                  <a:lnTo>
                    <a:pt x="1803" y="11163"/>
                  </a:lnTo>
                  <a:lnTo>
                    <a:pt x="26276" y="11163"/>
                  </a:lnTo>
                  <a:lnTo>
                    <a:pt x="26276" y="3238"/>
                  </a:lnTo>
                  <a:close/>
                </a:path>
                <a:path w="194309" h="46989">
                  <a:moveTo>
                    <a:pt x="41757" y="38163"/>
                  </a:moveTo>
                  <a:lnTo>
                    <a:pt x="17284" y="38163"/>
                  </a:lnTo>
                  <a:lnTo>
                    <a:pt x="17284" y="39243"/>
                  </a:lnTo>
                  <a:lnTo>
                    <a:pt x="17284" y="46075"/>
                  </a:lnTo>
                  <a:lnTo>
                    <a:pt x="41757" y="46075"/>
                  </a:lnTo>
                  <a:lnTo>
                    <a:pt x="41757" y="38163"/>
                  </a:lnTo>
                  <a:close/>
                </a:path>
                <a:path w="194309" h="46989">
                  <a:moveTo>
                    <a:pt x="43561" y="9004"/>
                  </a:moveTo>
                  <a:lnTo>
                    <a:pt x="41402" y="6845"/>
                  </a:lnTo>
                  <a:lnTo>
                    <a:pt x="39598" y="4673"/>
                  </a:lnTo>
                  <a:lnTo>
                    <a:pt x="37439" y="2514"/>
                  </a:lnTo>
                  <a:lnTo>
                    <a:pt x="0" y="39954"/>
                  </a:lnTo>
                  <a:lnTo>
                    <a:pt x="6477" y="46443"/>
                  </a:lnTo>
                  <a:lnTo>
                    <a:pt x="15659" y="37058"/>
                  </a:lnTo>
                  <a:lnTo>
                    <a:pt x="43561" y="9004"/>
                  </a:lnTo>
                  <a:close/>
                </a:path>
                <a:path w="194309" h="46989">
                  <a:moveTo>
                    <a:pt x="59042" y="0"/>
                  </a:moveTo>
                  <a:lnTo>
                    <a:pt x="50406" y="0"/>
                  </a:lnTo>
                  <a:lnTo>
                    <a:pt x="50406" y="44996"/>
                  </a:lnTo>
                  <a:lnTo>
                    <a:pt x="59042" y="44996"/>
                  </a:lnTo>
                  <a:lnTo>
                    <a:pt x="59042" y="0"/>
                  </a:lnTo>
                  <a:close/>
                </a:path>
                <a:path w="194309" h="46989">
                  <a:moveTo>
                    <a:pt x="96126" y="14757"/>
                  </a:moveTo>
                  <a:lnTo>
                    <a:pt x="88925" y="14757"/>
                  </a:lnTo>
                  <a:lnTo>
                    <a:pt x="87845" y="17640"/>
                  </a:lnTo>
                  <a:lnTo>
                    <a:pt x="87350" y="16992"/>
                  </a:lnTo>
                  <a:lnTo>
                    <a:pt x="87350" y="26644"/>
                  </a:lnTo>
                  <a:lnTo>
                    <a:pt x="87350" y="33121"/>
                  </a:lnTo>
                  <a:lnTo>
                    <a:pt x="86766" y="34925"/>
                  </a:lnTo>
                  <a:lnTo>
                    <a:pt x="85318" y="36360"/>
                  </a:lnTo>
                  <a:lnTo>
                    <a:pt x="83527" y="37795"/>
                  </a:lnTo>
                  <a:lnTo>
                    <a:pt x="81724" y="38163"/>
                  </a:lnTo>
                  <a:lnTo>
                    <a:pt x="77406" y="38163"/>
                  </a:lnTo>
                  <a:lnTo>
                    <a:pt x="76327" y="37795"/>
                  </a:lnTo>
                  <a:lnTo>
                    <a:pt x="75603" y="37084"/>
                  </a:lnTo>
                  <a:lnTo>
                    <a:pt x="74523" y="36715"/>
                  </a:lnTo>
                  <a:lnTo>
                    <a:pt x="73799" y="36004"/>
                  </a:lnTo>
                  <a:lnTo>
                    <a:pt x="73075" y="34925"/>
                  </a:lnTo>
                  <a:lnTo>
                    <a:pt x="72720" y="34201"/>
                  </a:lnTo>
                  <a:lnTo>
                    <a:pt x="72364" y="33121"/>
                  </a:lnTo>
                  <a:lnTo>
                    <a:pt x="71640" y="32042"/>
                  </a:lnTo>
                  <a:lnTo>
                    <a:pt x="71640" y="27724"/>
                  </a:lnTo>
                  <a:lnTo>
                    <a:pt x="72364" y="26644"/>
                  </a:lnTo>
                  <a:lnTo>
                    <a:pt x="72948" y="24841"/>
                  </a:lnTo>
                  <a:lnTo>
                    <a:pt x="78486" y="21234"/>
                  </a:lnTo>
                  <a:lnTo>
                    <a:pt x="80645" y="21234"/>
                  </a:lnTo>
                  <a:lnTo>
                    <a:pt x="82804" y="21958"/>
                  </a:lnTo>
                  <a:lnTo>
                    <a:pt x="83527" y="21958"/>
                  </a:lnTo>
                  <a:lnTo>
                    <a:pt x="84607" y="22682"/>
                  </a:lnTo>
                  <a:lnTo>
                    <a:pt x="86042" y="24117"/>
                  </a:lnTo>
                  <a:lnTo>
                    <a:pt x="86398" y="24841"/>
                  </a:lnTo>
                  <a:lnTo>
                    <a:pt x="87122" y="25920"/>
                  </a:lnTo>
                  <a:lnTo>
                    <a:pt x="87350" y="26644"/>
                  </a:lnTo>
                  <a:lnTo>
                    <a:pt x="87350" y="16992"/>
                  </a:lnTo>
                  <a:lnTo>
                    <a:pt x="86766" y="16205"/>
                  </a:lnTo>
                  <a:lnTo>
                    <a:pt x="85318" y="15125"/>
                  </a:lnTo>
                  <a:lnTo>
                    <a:pt x="83883" y="14757"/>
                  </a:lnTo>
                  <a:lnTo>
                    <a:pt x="82080" y="14033"/>
                  </a:lnTo>
                  <a:lnTo>
                    <a:pt x="80276" y="13677"/>
                  </a:lnTo>
                  <a:lnTo>
                    <a:pt x="76327" y="13677"/>
                  </a:lnTo>
                  <a:lnTo>
                    <a:pt x="74168" y="14033"/>
                  </a:lnTo>
                  <a:lnTo>
                    <a:pt x="72364" y="15125"/>
                  </a:lnTo>
                  <a:lnTo>
                    <a:pt x="70561" y="15836"/>
                  </a:lnTo>
                  <a:lnTo>
                    <a:pt x="63525" y="33121"/>
                  </a:lnTo>
                  <a:lnTo>
                    <a:pt x="63715" y="34201"/>
                  </a:lnTo>
                  <a:lnTo>
                    <a:pt x="64439" y="36004"/>
                  </a:lnTo>
                  <a:lnTo>
                    <a:pt x="65036" y="37795"/>
                  </a:lnTo>
                  <a:lnTo>
                    <a:pt x="76327" y="45720"/>
                  </a:lnTo>
                  <a:lnTo>
                    <a:pt x="82080" y="45720"/>
                  </a:lnTo>
                  <a:lnTo>
                    <a:pt x="83527" y="44996"/>
                  </a:lnTo>
                  <a:lnTo>
                    <a:pt x="85318" y="44640"/>
                  </a:lnTo>
                  <a:lnTo>
                    <a:pt x="86766" y="43561"/>
                  </a:lnTo>
                  <a:lnTo>
                    <a:pt x="87845" y="41757"/>
                  </a:lnTo>
                  <a:lnTo>
                    <a:pt x="88798" y="44640"/>
                  </a:lnTo>
                  <a:lnTo>
                    <a:pt x="88925" y="44996"/>
                  </a:lnTo>
                  <a:lnTo>
                    <a:pt x="96126" y="44996"/>
                  </a:lnTo>
                  <a:lnTo>
                    <a:pt x="96126" y="41757"/>
                  </a:lnTo>
                  <a:lnTo>
                    <a:pt x="96126" y="38163"/>
                  </a:lnTo>
                  <a:lnTo>
                    <a:pt x="96126" y="21234"/>
                  </a:lnTo>
                  <a:lnTo>
                    <a:pt x="96126" y="17640"/>
                  </a:lnTo>
                  <a:lnTo>
                    <a:pt x="96126" y="14757"/>
                  </a:lnTo>
                  <a:close/>
                </a:path>
                <a:path w="194309" h="46989">
                  <a:moveTo>
                    <a:pt x="133565" y="14757"/>
                  </a:moveTo>
                  <a:lnTo>
                    <a:pt x="126365" y="14757"/>
                  </a:lnTo>
                  <a:lnTo>
                    <a:pt x="125285" y="17640"/>
                  </a:lnTo>
                  <a:lnTo>
                    <a:pt x="124790" y="16992"/>
                  </a:lnTo>
                  <a:lnTo>
                    <a:pt x="124790" y="26644"/>
                  </a:lnTo>
                  <a:lnTo>
                    <a:pt x="124790" y="33121"/>
                  </a:lnTo>
                  <a:lnTo>
                    <a:pt x="124206" y="34925"/>
                  </a:lnTo>
                  <a:lnTo>
                    <a:pt x="122758" y="36360"/>
                  </a:lnTo>
                  <a:lnTo>
                    <a:pt x="120967" y="37795"/>
                  </a:lnTo>
                  <a:lnTo>
                    <a:pt x="119164" y="38163"/>
                  </a:lnTo>
                  <a:lnTo>
                    <a:pt x="114846" y="38163"/>
                  </a:lnTo>
                  <a:lnTo>
                    <a:pt x="113766" y="37795"/>
                  </a:lnTo>
                  <a:lnTo>
                    <a:pt x="113042" y="37084"/>
                  </a:lnTo>
                  <a:lnTo>
                    <a:pt x="111963" y="36715"/>
                  </a:lnTo>
                  <a:lnTo>
                    <a:pt x="111239" y="36004"/>
                  </a:lnTo>
                  <a:lnTo>
                    <a:pt x="110515" y="34925"/>
                  </a:lnTo>
                  <a:lnTo>
                    <a:pt x="110159" y="34201"/>
                  </a:lnTo>
                  <a:lnTo>
                    <a:pt x="109804" y="33121"/>
                  </a:lnTo>
                  <a:lnTo>
                    <a:pt x="109080" y="32042"/>
                  </a:lnTo>
                  <a:lnTo>
                    <a:pt x="109080" y="27724"/>
                  </a:lnTo>
                  <a:lnTo>
                    <a:pt x="109804" y="26644"/>
                  </a:lnTo>
                  <a:lnTo>
                    <a:pt x="110388" y="24841"/>
                  </a:lnTo>
                  <a:lnTo>
                    <a:pt x="115925" y="21234"/>
                  </a:lnTo>
                  <a:lnTo>
                    <a:pt x="118084" y="21234"/>
                  </a:lnTo>
                  <a:lnTo>
                    <a:pt x="120243" y="21958"/>
                  </a:lnTo>
                  <a:lnTo>
                    <a:pt x="120967" y="21958"/>
                  </a:lnTo>
                  <a:lnTo>
                    <a:pt x="122047" y="22682"/>
                  </a:lnTo>
                  <a:lnTo>
                    <a:pt x="123482" y="24117"/>
                  </a:lnTo>
                  <a:lnTo>
                    <a:pt x="123837" y="24841"/>
                  </a:lnTo>
                  <a:lnTo>
                    <a:pt x="124561" y="25920"/>
                  </a:lnTo>
                  <a:lnTo>
                    <a:pt x="124790" y="26644"/>
                  </a:lnTo>
                  <a:lnTo>
                    <a:pt x="124790" y="16992"/>
                  </a:lnTo>
                  <a:lnTo>
                    <a:pt x="124206" y="16205"/>
                  </a:lnTo>
                  <a:lnTo>
                    <a:pt x="122758" y="15125"/>
                  </a:lnTo>
                  <a:lnTo>
                    <a:pt x="121323" y="14757"/>
                  </a:lnTo>
                  <a:lnTo>
                    <a:pt x="119519" y="14033"/>
                  </a:lnTo>
                  <a:lnTo>
                    <a:pt x="117716" y="13677"/>
                  </a:lnTo>
                  <a:lnTo>
                    <a:pt x="113766" y="13677"/>
                  </a:lnTo>
                  <a:lnTo>
                    <a:pt x="111607" y="14033"/>
                  </a:lnTo>
                  <a:lnTo>
                    <a:pt x="109804" y="15125"/>
                  </a:lnTo>
                  <a:lnTo>
                    <a:pt x="108000" y="15836"/>
                  </a:lnTo>
                  <a:lnTo>
                    <a:pt x="100977" y="33121"/>
                  </a:lnTo>
                  <a:lnTo>
                    <a:pt x="101155" y="34201"/>
                  </a:lnTo>
                  <a:lnTo>
                    <a:pt x="101879" y="36004"/>
                  </a:lnTo>
                  <a:lnTo>
                    <a:pt x="102476" y="37795"/>
                  </a:lnTo>
                  <a:lnTo>
                    <a:pt x="113766" y="45720"/>
                  </a:lnTo>
                  <a:lnTo>
                    <a:pt x="119519" y="45720"/>
                  </a:lnTo>
                  <a:lnTo>
                    <a:pt x="120967" y="44996"/>
                  </a:lnTo>
                  <a:lnTo>
                    <a:pt x="122758" y="44640"/>
                  </a:lnTo>
                  <a:lnTo>
                    <a:pt x="124206" y="43561"/>
                  </a:lnTo>
                  <a:lnTo>
                    <a:pt x="125285" y="41757"/>
                  </a:lnTo>
                  <a:lnTo>
                    <a:pt x="126238" y="44640"/>
                  </a:lnTo>
                  <a:lnTo>
                    <a:pt x="126365" y="44996"/>
                  </a:lnTo>
                  <a:lnTo>
                    <a:pt x="133565" y="44996"/>
                  </a:lnTo>
                  <a:lnTo>
                    <a:pt x="133565" y="41757"/>
                  </a:lnTo>
                  <a:lnTo>
                    <a:pt x="133565" y="38163"/>
                  </a:lnTo>
                  <a:lnTo>
                    <a:pt x="133565" y="21234"/>
                  </a:lnTo>
                  <a:lnTo>
                    <a:pt x="133565" y="17640"/>
                  </a:lnTo>
                  <a:lnTo>
                    <a:pt x="133565" y="14757"/>
                  </a:lnTo>
                  <a:close/>
                </a:path>
                <a:path w="194309" h="46989">
                  <a:moveTo>
                    <a:pt x="161277" y="14401"/>
                  </a:moveTo>
                  <a:lnTo>
                    <a:pt x="157683" y="13677"/>
                  </a:lnTo>
                  <a:lnTo>
                    <a:pt x="155155" y="13677"/>
                  </a:lnTo>
                  <a:lnTo>
                    <a:pt x="154076" y="14033"/>
                  </a:lnTo>
                  <a:lnTo>
                    <a:pt x="153365" y="14401"/>
                  </a:lnTo>
                  <a:lnTo>
                    <a:pt x="152285" y="14401"/>
                  </a:lnTo>
                  <a:lnTo>
                    <a:pt x="151561" y="14757"/>
                  </a:lnTo>
                  <a:lnTo>
                    <a:pt x="150837" y="15481"/>
                  </a:lnTo>
                  <a:lnTo>
                    <a:pt x="150126" y="15836"/>
                  </a:lnTo>
                  <a:lnTo>
                    <a:pt x="149402" y="16560"/>
                  </a:lnTo>
                  <a:lnTo>
                    <a:pt x="148678" y="16916"/>
                  </a:lnTo>
                  <a:lnTo>
                    <a:pt x="147967" y="18364"/>
                  </a:lnTo>
                  <a:lnTo>
                    <a:pt x="147243" y="18719"/>
                  </a:lnTo>
                  <a:lnTo>
                    <a:pt x="146519" y="14757"/>
                  </a:lnTo>
                  <a:lnTo>
                    <a:pt x="138963" y="14757"/>
                  </a:lnTo>
                  <a:lnTo>
                    <a:pt x="138963" y="44996"/>
                  </a:lnTo>
                  <a:lnTo>
                    <a:pt x="147243" y="44996"/>
                  </a:lnTo>
                  <a:lnTo>
                    <a:pt x="147243" y="27724"/>
                  </a:lnTo>
                  <a:lnTo>
                    <a:pt x="147599" y="27000"/>
                  </a:lnTo>
                  <a:lnTo>
                    <a:pt x="147967" y="25920"/>
                  </a:lnTo>
                  <a:lnTo>
                    <a:pt x="148678" y="25196"/>
                  </a:lnTo>
                  <a:lnTo>
                    <a:pt x="149402" y="24117"/>
                  </a:lnTo>
                  <a:lnTo>
                    <a:pt x="150126" y="23761"/>
                  </a:lnTo>
                  <a:lnTo>
                    <a:pt x="150837" y="23037"/>
                  </a:lnTo>
                  <a:lnTo>
                    <a:pt x="151917" y="22313"/>
                  </a:lnTo>
                  <a:lnTo>
                    <a:pt x="154076" y="21602"/>
                  </a:lnTo>
                  <a:lnTo>
                    <a:pt x="158762" y="21602"/>
                  </a:lnTo>
                  <a:lnTo>
                    <a:pt x="159118" y="21958"/>
                  </a:lnTo>
                  <a:lnTo>
                    <a:pt x="160566" y="21958"/>
                  </a:lnTo>
                  <a:lnTo>
                    <a:pt x="161277" y="14401"/>
                  </a:lnTo>
                  <a:close/>
                </a:path>
                <a:path w="194309" h="46989">
                  <a:moveTo>
                    <a:pt x="194043" y="44996"/>
                  </a:moveTo>
                  <a:lnTo>
                    <a:pt x="181444" y="27355"/>
                  </a:lnTo>
                  <a:lnTo>
                    <a:pt x="193319" y="14757"/>
                  </a:lnTo>
                  <a:lnTo>
                    <a:pt x="182880" y="14757"/>
                  </a:lnTo>
                  <a:lnTo>
                    <a:pt x="172796" y="25196"/>
                  </a:lnTo>
                  <a:lnTo>
                    <a:pt x="172796" y="355"/>
                  </a:lnTo>
                  <a:lnTo>
                    <a:pt x="164515" y="355"/>
                  </a:lnTo>
                  <a:lnTo>
                    <a:pt x="164515" y="44996"/>
                  </a:lnTo>
                  <a:lnTo>
                    <a:pt x="172796" y="44996"/>
                  </a:lnTo>
                  <a:lnTo>
                    <a:pt x="172796" y="36360"/>
                  </a:lnTo>
                  <a:lnTo>
                    <a:pt x="176047" y="33121"/>
                  </a:lnTo>
                  <a:lnTo>
                    <a:pt x="183959" y="44996"/>
                  </a:lnTo>
                  <a:lnTo>
                    <a:pt x="194043" y="44996"/>
                  </a:lnTo>
                  <a:close/>
                </a:path>
              </a:pathLst>
            </a:custGeom>
            <a:solidFill>
              <a:srgbClr val="F75E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44105" y="4699344"/>
            <a:ext cx="203453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Se</a:t>
            </a:r>
            <a:r>
              <a:rPr dirty="0" sz="1800" spc="-290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e</a:t>
            </a:r>
            <a:r>
              <a:rPr dirty="0" sz="1800" spc="-2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60">
                <a:solidFill>
                  <a:srgbClr val="FAF7F0"/>
                </a:solidFill>
                <a:latin typeface="Trebuchet MS"/>
                <a:cs typeface="Trebuchet MS"/>
              </a:rPr>
              <a:t>y</a:t>
            </a:r>
            <a:r>
              <a:rPr dirty="0" sz="1800" spc="-250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50">
                <a:solidFill>
                  <a:srgbClr val="FAF7F0"/>
                </a:solidFill>
                <a:latin typeface="Trebuchet MS"/>
                <a:cs typeface="Trebuchet MS"/>
              </a:rPr>
              <a:t>o</a:t>
            </a:r>
            <a:r>
              <a:rPr dirty="0" sz="1800" spc="-2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u</a:t>
            </a:r>
            <a:r>
              <a:rPr dirty="0" sz="1800" spc="1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50">
                <a:solidFill>
                  <a:srgbClr val="FAF7F0"/>
                </a:solidFill>
                <a:latin typeface="Trebuchet MS"/>
                <a:cs typeface="Trebuchet MS"/>
              </a:rPr>
              <a:t>o</a:t>
            </a:r>
            <a:r>
              <a:rPr dirty="0" sz="1800" spc="-2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n</a:t>
            </a:r>
            <a:r>
              <a:rPr dirty="0" sz="1800" spc="1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AF7F0"/>
                </a:solidFill>
                <a:latin typeface="Trebuchet MS"/>
                <a:cs typeface="Trebuchet MS"/>
              </a:rPr>
              <a:t>D</a:t>
            </a:r>
            <a:r>
              <a:rPr dirty="0" sz="1800" spc="-254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40">
                <a:solidFill>
                  <a:srgbClr val="FAF7F0"/>
                </a:solidFill>
                <a:latin typeface="Trebuchet MS"/>
                <a:cs typeface="Trebuchet MS"/>
              </a:rPr>
              <a:t>a</a:t>
            </a:r>
            <a:r>
              <a:rPr dirty="0" sz="1800" spc="-2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AF7F0"/>
                </a:solidFill>
                <a:latin typeface="Trebuchet MS"/>
                <a:cs typeface="Trebuchet MS"/>
              </a:rPr>
              <a:t>y</a:t>
            </a:r>
            <a:r>
              <a:rPr dirty="0" sz="1800" spc="195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140">
                <a:solidFill>
                  <a:srgbClr val="FAF7F0"/>
                </a:solidFill>
                <a:latin typeface="Trebuchet MS"/>
                <a:cs typeface="Trebuchet MS"/>
              </a:rPr>
              <a:t>3</a:t>
            </a:r>
            <a:r>
              <a:rPr dirty="0" sz="1800" spc="-250">
                <a:solidFill>
                  <a:srgbClr val="FAF7F0"/>
                </a:solidFill>
                <a:latin typeface="Trebuchet MS"/>
                <a:cs typeface="Trebuchet MS"/>
              </a:rPr>
              <a:t> </a:t>
            </a:r>
            <a:r>
              <a:rPr dirty="0" sz="1800" spc="-310">
                <a:solidFill>
                  <a:srgbClr val="FAF7F0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15340" y="4819944"/>
            <a:ext cx="1628139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E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PA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E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D</a:t>
            </a:r>
            <a:r>
              <a:rPr dirty="0" sz="600" spc="17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BY</a:t>
            </a:r>
            <a:r>
              <a:rPr dirty="0" sz="600" spc="17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Z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L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A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A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K</a:t>
            </a:r>
            <a:r>
              <a:rPr dirty="0" sz="600" spc="17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F</a:t>
            </a:r>
            <a:r>
              <a:rPr dirty="0" sz="600" spc="-6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O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R</a:t>
            </a:r>
            <a:r>
              <a:rPr dirty="0" sz="600" spc="17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H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I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N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D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U</a:t>
            </a:r>
            <a:r>
              <a:rPr dirty="0" sz="600" spc="17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C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FBF9F4"/>
                </a:solidFill>
                <a:latin typeface="Calibri"/>
                <a:cs typeface="Calibri"/>
              </a:rPr>
              <a:t>O</a:t>
            </a:r>
            <a:r>
              <a:rPr dirty="0" sz="600" spc="-55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L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>
                <a:solidFill>
                  <a:srgbClr val="FBF9F4"/>
                </a:solidFill>
                <a:latin typeface="Calibri"/>
                <a:cs typeface="Calibri"/>
              </a:rPr>
              <a:t>L</a:t>
            </a:r>
            <a:r>
              <a:rPr dirty="0" sz="600" spc="-50">
                <a:solidFill>
                  <a:srgbClr val="FBF9F4"/>
                </a:solidFill>
                <a:latin typeface="Calibri"/>
                <a:cs typeface="Calibri"/>
              </a:rPr>
              <a:t> </a:t>
            </a:r>
            <a:r>
              <a:rPr dirty="0" sz="600" spc="-25">
                <a:solidFill>
                  <a:srgbClr val="FBF9F4"/>
                </a:solidFill>
                <a:latin typeface="Calibri"/>
                <a:cs typeface="Calibri"/>
              </a:rPr>
              <a:t>EG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05585" y="4819944"/>
            <a:ext cx="3619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FBF9F4"/>
                </a:solidFill>
                <a:latin typeface="Trebuchet MS"/>
                <a:cs typeface="Trebuchet MS"/>
              </a:rPr>
              <a:t>2</a:t>
            </a:r>
            <a:r>
              <a:rPr dirty="0" sz="600" spc="-30">
                <a:solidFill>
                  <a:srgbClr val="FBF9F4"/>
                </a:solidFill>
                <a:latin typeface="Trebuchet MS"/>
                <a:cs typeface="Trebuchet MS"/>
              </a:rPr>
              <a:t> </a:t>
            </a:r>
            <a:r>
              <a:rPr dirty="0" sz="600">
                <a:solidFill>
                  <a:srgbClr val="FBF9F4"/>
                </a:solidFill>
                <a:latin typeface="Trebuchet MS"/>
                <a:cs typeface="Trebuchet MS"/>
              </a:rPr>
              <a:t>9</a:t>
            </a:r>
            <a:r>
              <a:rPr dirty="0" sz="600" spc="225">
                <a:solidFill>
                  <a:srgbClr val="FBF9F4"/>
                </a:solidFill>
                <a:latin typeface="Trebuchet MS"/>
                <a:cs typeface="Trebuchet MS"/>
              </a:rPr>
              <a:t> </a:t>
            </a:r>
            <a:r>
              <a:rPr dirty="0" sz="600" spc="-35">
                <a:solidFill>
                  <a:srgbClr val="FBF9F4"/>
                </a:solidFill>
                <a:latin typeface="Trebuchet MS"/>
                <a:cs typeface="Trebuchet MS"/>
              </a:rPr>
              <a:t>JU</a:t>
            </a:r>
            <a:r>
              <a:rPr dirty="0" sz="600" spc="-15">
                <a:solidFill>
                  <a:srgbClr val="FBF9F4"/>
                </a:solidFill>
                <a:latin typeface="Trebuchet MS"/>
                <a:cs typeface="Trebuchet MS"/>
              </a:rPr>
              <a:t> </a:t>
            </a:r>
            <a:r>
              <a:rPr dirty="0" sz="600" spc="-25">
                <a:solidFill>
                  <a:srgbClr val="FBF9F4"/>
                </a:solidFill>
                <a:latin typeface="Trebuchet MS"/>
                <a:cs typeface="Trebuchet MS"/>
              </a:rPr>
              <a:t>LY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2026-08-06T13:51:54Z</dcterms:created>
  <dcterms:modified xsi:type="dcterms:W3CDTF">2026-08-06T13:51:54Z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2026-08-02T00:00:00Z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2026-08-02T00:00:00Z</vt:filetime>
  </property>
</Properties>
</file>