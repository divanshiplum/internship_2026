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50" b="1" i="0">
                <a:solidFill>
                  <a:srgbClr val="293283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1" i="0">
                <a:solidFill>
                  <a:srgbClr val="FF6A5B"/>
                </a:solidFill>
                <a:latin typeface="Courier New"/>
                <a:cs typeface="Courier New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00" b="1" i="0">
                <a:solidFill>
                  <a:srgbClr val="293283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pc="-45"/>
              <a:t>D</a:t>
            </a:r>
            <a:r>
              <a:rPr dirty="0" spc="-65"/>
              <a:t> </a:t>
            </a:r>
            <a:r>
              <a:rPr dirty="0"/>
              <a:t>AY</a:t>
            </a:r>
            <a:r>
              <a:rPr dirty="0" spc="240"/>
              <a:t> </a:t>
            </a:r>
            <a:r>
              <a:rPr dirty="0" spc="-65"/>
              <a:t>0</a:t>
            </a:r>
            <a:r>
              <a:rPr dirty="0" spc="-45"/>
              <a:t> </a:t>
            </a:r>
            <a:r>
              <a:rPr dirty="0"/>
              <a:t>5</a:t>
            </a:r>
            <a:r>
              <a:rPr dirty="0" spc="265"/>
              <a:t> </a:t>
            </a:r>
            <a:r>
              <a:rPr dirty="0"/>
              <a:t>·</a:t>
            </a:r>
            <a:r>
              <a:rPr dirty="0" spc="260"/>
              <a:t> </a:t>
            </a:r>
            <a:r>
              <a:rPr dirty="0" spc="-40"/>
              <a:t>W</a:t>
            </a:r>
            <a:r>
              <a:rPr dirty="0" spc="-45"/>
              <a:t> </a:t>
            </a:r>
            <a:r>
              <a:rPr dirty="0" spc="-65"/>
              <a:t>I</a:t>
            </a:r>
            <a:r>
              <a:rPr dirty="0" spc="-45"/>
              <a:t> D </a:t>
            </a:r>
            <a:r>
              <a:rPr dirty="0"/>
              <a:t>G</a:t>
            </a:r>
            <a:r>
              <a:rPr dirty="0" spc="-45"/>
              <a:t> </a:t>
            </a:r>
            <a:r>
              <a:rPr dirty="0" spc="-70"/>
              <a:t>E</a:t>
            </a:r>
            <a:r>
              <a:rPr dirty="0" spc="-45"/>
              <a:t> </a:t>
            </a:r>
            <a:r>
              <a:rPr dirty="0" spc="-114"/>
              <a:t>T</a:t>
            </a:r>
            <a:r>
              <a:rPr dirty="0" spc="-50"/>
              <a:t> </a:t>
            </a:r>
            <a:r>
              <a:rPr dirty="0"/>
              <a:t>S</a:t>
            </a:r>
            <a:r>
              <a:rPr dirty="0" spc="265"/>
              <a:t> </a:t>
            </a:r>
            <a:r>
              <a:rPr dirty="0"/>
              <a:t>&amp;</a:t>
            </a:r>
            <a:r>
              <a:rPr dirty="0" spc="265"/>
              <a:t> </a:t>
            </a:r>
            <a:r>
              <a:rPr dirty="0" spc="-100"/>
              <a:t>L</a:t>
            </a:r>
            <a:r>
              <a:rPr dirty="0" spc="-45"/>
              <a:t> </a:t>
            </a:r>
            <a:r>
              <a:rPr dirty="0" spc="-20"/>
              <a:t>AY</a:t>
            </a:r>
            <a:r>
              <a:rPr dirty="0" spc="-80"/>
              <a:t> </a:t>
            </a:r>
            <a:r>
              <a:rPr dirty="0" spc="-10"/>
              <a:t>O</a:t>
            </a:r>
            <a:r>
              <a:rPr dirty="0" spc="-45"/>
              <a:t> </a:t>
            </a:r>
            <a:r>
              <a:rPr dirty="0"/>
              <a:t>U</a:t>
            </a:r>
            <a:r>
              <a:rPr dirty="0" spc="-45"/>
              <a:t> </a:t>
            </a:r>
            <a:r>
              <a:rPr dirty="0" spc="-50"/>
              <a:t>T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797E94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pc="-30"/>
              <a:t>0</a:t>
            </a:r>
            <a:r>
              <a:rPr dirty="0" spc="-120"/>
              <a:t> </a:t>
            </a:r>
            <a:fld id="{81D60167-4931-47E6-BA6A-407CBD079E47}" type="slidenum">
              <a:rPr dirty="0"/>
              <a:t>#</a:t>
            </a:fld>
            <a:r>
              <a:rPr dirty="0" spc="204"/>
              <a:t> </a:t>
            </a:r>
            <a:r>
              <a:rPr dirty="0"/>
              <a:t>/</a:t>
            </a:r>
            <a:r>
              <a:rPr dirty="0" spc="204"/>
              <a:t> </a:t>
            </a:r>
            <a:r>
              <a:rPr dirty="0" spc="-30"/>
              <a:t>1</a:t>
            </a:r>
            <a:r>
              <a:rPr dirty="0" spc="-120"/>
              <a:t> </a:t>
            </a:r>
            <a:r>
              <a:rPr dirty="0" spc="-60"/>
              <a:t>5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50" b="1" i="0">
                <a:solidFill>
                  <a:srgbClr val="293283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900" b="1" i="0">
                <a:solidFill>
                  <a:srgbClr val="FF6A5B"/>
                </a:solidFill>
                <a:latin typeface="Courier New"/>
                <a:cs typeface="Courier New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00" b="1" i="0">
                <a:solidFill>
                  <a:srgbClr val="293283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pc="-45"/>
              <a:t>D</a:t>
            </a:r>
            <a:r>
              <a:rPr dirty="0" spc="-65"/>
              <a:t> </a:t>
            </a:r>
            <a:r>
              <a:rPr dirty="0"/>
              <a:t>AY</a:t>
            </a:r>
            <a:r>
              <a:rPr dirty="0" spc="240"/>
              <a:t> </a:t>
            </a:r>
            <a:r>
              <a:rPr dirty="0" spc="-65"/>
              <a:t>0</a:t>
            </a:r>
            <a:r>
              <a:rPr dirty="0" spc="-45"/>
              <a:t> </a:t>
            </a:r>
            <a:r>
              <a:rPr dirty="0"/>
              <a:t>5</a:t>
            </a:r>
            <a:r>
              <a:rPr dirty="0" spc="265"/>
              <a:t> </a:t>
            </a:r>
            <a:r>
              <a:rPr dirty="0"/>
              <a:t>·</a:t>
            </a:r>
            <a:r>
              <a:rPr dirty="0" spc="260"/>
              <a:t> </a:t>
            </a:r>
            <a:r>
              <a:rPr dirty="0" spc="-40"/>
              <a:t>W</a:t>
            </a:r>
            <a:r>
              <a:rPr dirty="0" spc="-45"/>
              <a:t> </a:t>
            </a:r>
            <a:r>
              <a:rPr dirty="0" spc="-65"/>
              <a:t>I</a:t>
            </a:r>
            <a:r>
              <a:rPr dirty="0" spc="-45"/>
              <a:t> D </a:t>
            </a:r>
            <a:r>
              <a:rPr dirty="0"/>
              <a:t>G</a:t>
            </a:r>
            <a:r>
              <a:rPr dirty="0" spc="-45"/>
              <a:t> </a:t>
            </a:r>
            <a:r>
              <a:rPr dirty="0" spc="-70"/>
              <a:t>E</a:t>
            </a:r>
            <a:r>
              <a:rPr dirty="0" spc="-45"/>
              <a:t> </a:t>
            </a:r>
            <a:r>
              <a:rPr dirty="0" spc="-114"/>
              <a:t>T</a:t>
            </a:r>
            <a:r>
              <a:rPr dirty="0" spc="-50"/>
              <a:t> </a:t>
            </a:r>
            <a:r>
              <a:rPr dirty="0"/>
              <a:t>S</a:t>
            </a:r>
            <a:r>
              <a:rPr dirty="0" spc="265"/>
              <a:t> </a:t>
            </a:r>
            <a:r>
              <a:rPr dirty="0"/>
              <a:t>&amp;</a:t>
            </a:r>
            <a:r>
              <a:rPr dirty="0" spc="265"/>
              <a:t> </a:t>
            </a:r>
            <a:r>
              <a:rPr dirty="0" spc="-100"/>
              <a:t>L</a:t>
            </a:r>
            <a:r>
              <a:rPr dirty="0" spc="-45"/>
              <a:t> </a:t>
            </a:r>
            <a:r>
              <a:rPr dirty="0" spc="-20"/>
              <a:t>AY</a:t>
            </a:r>
            <a:r>
              <a:rPr dirty="0" spc="-80"/>
              <a:t> </a:t>
            </a:r>
            <a:r>
              <a:rPr dirty="0" spc="-10"/>
              <a:t>O</a:t>
            </a:r>
            <a:r>
              <a:rPr dirty="0" spc="-45"/>
              <a:t> </a:t>
            </a:r>
            <a:r>
              <a:rPr dirty="0"/>
              <a:t>U</a:t>
            </a:r>
            <a:r>
              <a:rPr dirty="0" spc="-45"/>
              <a:t> </a:t>
            </a:r>
            <a:r>
              <a:rPr dirty="0" spc="-50"/>
              <a:t>T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797E94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pc="-30"/>
              <a:t>0</a:t>
            </a:r>
            <a:r>
              <a:rPr dirty="0" spc="-120"/>
              <a:t> </a:t>
            </a:r>
            <a:fld id="{81D60167-4931-47E6-BA6A-407CBD079E47}" type="slidenum">
              <a:rPr dirty="0"/>
              <a:t>#</a:t>
            </a:fld>
            <a:r>
              <a:rPr dirty="0" spc="204"/>
              <a:t> </a:t>
            </a:r>
            <a:r>
              <a:rPr dirty="0"/>
              <a:t>/</a:t>
            </a:r>
            <a:r>
              <a:rPr dirty="0" spc="204"/>
              <a:t> </a:t>
            </a:r>
            <a:r>
              <a:rPr dirty="0" spc="-30"/>
              <a:t>1</a:t>
            </a:r>
            <a:r>
              <a:rPr dirty="0" spc="-120"/>
              <a:t> </a:t>
            </a:r>
            <a:r>
              <a:rPr dirty="0" spc="-60"/>
              <a:t>5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85799" y="64769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FF6A5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50" b="1" i="0">
                <a:solidFill>
                  <a:srgbClr val="293283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00" b="1" i="0">
                <a:solidFill>
                  <a:srgbClr val="293283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pc="-45"/>
              <a:t>D</a:t>
            </a:r>
            <a:r>
              <a:rPr dirty="0" spc="-65"/>
              <a:t> </a:t>
            </a:r>
            <a:r>
              <a:rPr dirty="0"/>
              <a:t>AY</a:t>
            </a:r>
            <a:r>
              <a:rPr dirty="0" spc="240"/>
              <a:t> </a:t>
            </a:r>
            <a:r>
              <a:rPr dirty="0" spc="-65"/>
              <a:t>0</a:t>
            </a:r>
            <a:r>
              <a:rPr dirty="0" spc="-45"/>
              <a:t> </a:t>
            </a:r>
            <a:r>
              <a:rPr dirty="0"/>
              <a:t>5</a:t>
            </a:r>
            <a:r>
              <a:rPr dirty="0" spc="265"/>
              <a:t> </a:t>
            </a:r>
            <a:r>
              <a:rPr dirty="0"/>
              <a:t>·</a:t>
            </a:r>
            <a:r>
              <a:rPr dirty="0" spc="260"/>
              <a:t> </a:t>
            </a:r>
            <a:r>
              <a:rPr dirty="0" spc="-40"/>
              <a:t>W</a:t>
            </a:r>
            <a:r>
              <a:rPr dirty="0" spc="-45"/>
              <a:t> </a:t>
            </a:r>
            <a:r>
              <a:rPr dirty="0" spc="-65"/>
              <a:t>I</a:t>
            </a:r>
            <a:r>
              <a:rPr dirty="0" spc="-45"/>
              <a:t> D </a:t>
            </a:r>
            <a:r>
              <a:rPr dirty="0"/>
              <a:t>G</a:t>
            </a:r>
            <a:r>
              <a:rPr dirty="0" spc="-45"/>
              <a:t> </a:t>
            </a:r>
            <a:r>
              <a:rPr dirty="0" spc="-70"/>
              <a:t>E</a:t>
            </a:r>
            <a:r>
              <a:rPr dirty="0" spc="-45"/>
              <a:t> </a:t>
            </a:r>
            <a:r>
              <a:rPr dirty="0" spc="-114"/>
              <a:t>T</a:t>
            </a:r>
            <a:r>
              <a:rPr dirty="0" spc="-50"/>
              <a:t> </a:t>
            </a:r>
            <a:r>
              <a:rPr dirty="0"/>
              <a:t>S</a:t>
            </a:r>
            <a:r>
              <a:rPr dirty="0" spc="265"/>
              <a:t> </a:t>
            </a:r>
            <a:r>
              <a:rPr dirty="0"/>
              <a:t>&amp;</a:t>
            </a:r>
            <a:r>
              <a:rPr dirty="0" spc="265"/>
              <a:t> </a:t>
            </a:r>
            <a:r>
              <a:rPr dirty="0" spc="-100"/>
              <a:t>L</a:t>
            </a:r>
            <a:r>
              <a:rPr dirty="0" spc="-45"/>
              <a:t> </a:t>
            </a:r>
            <a:r>
              <a:rPr dirty="0" spc="-20"/>
              <a:t>AY</a:t>
            </a:r>
            <a:r>
              <a:rPr dirty="0" spc="-80"/>
              <a:t> </a:t>
            </a:r>
            <a:r>
              <a:rPr dirty="0" spc="-10"/>
              <a:t>O</a:t>
            </a:r>
            <a:r>
              <a:rPr dirty="0" spc="-45"/>
              <a:t> </a:t>
            </a:r>
            <a:r>
              <a:rPr dirty="0"/>
              <a:t>U</a:t>
            </a:r>
            <a:r>
              <a:rPr dirty="0" spc="-45"/>
              <a:t> </a:t>
            </a:r>
            <a:r>
              <a:rPr dirty="0" spc="-50"/>
              <a:t>T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797E94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pc="-30"/>
              <a:t>0</a:t>
            </a:r>
            <a:r>
              <a:rPr dirty="0" spc="-120"/>
              <a:t> </a:t>
            </a:r>
            <a:fld id="{81D60167-4931-47E6-BA6A-407CBD079E47}" type="slidenum">
              <a:rPr dirty="0"/>
              <a:t>#</a:t>
            </a:fld>
            <a:r>
              <a:rPr dirty="0" spc="204"/>
              <a:t> </a:t>
            </a:r>
            <a:r>
              <a:rPr dirty="0"/>
              <a:t>/</a:t>
            </a:r>
            <a:r>
              <a:rPr dirty="0" spc="204"/>
              <a:t> </a:t>
            </a:r>
            <a:r>
              <a:rPr dirty="0" spc="-30"/>
              <a:t>1</a:t>
            </a:r>
            <a:r>
              <a:rPr dirty="0" spc="-120"/>
              <a:t> </a:t>
            </a:r>
            <a:r>
              <a:rPr dirty="0" spc="-60"/>
              <a:t>5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50" b="1" i="0">
                <a:solidFill>
                  <a:srgbClr val="293283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00" b="1" i="0">
                <a:solidFill>
                  <a:srgbClr val="293283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pc="-45"/>
              <a:t>D</a:t>
            </a:r>
            <a:r>
              <a:rPr dirty="0" spc="-65"/>
              <a:t> </a:t>
            </a:r>
            <a:r>
              <a:rPr dirty="0"/>
              <a:t>AY</a:t>
            </a:r>
            <a:r>
              <a:rPr dirty="0" spc="240"/>
              <a:t> </a:t>
            </a:r>
            <a:r>
              <a:rPr dirty="0" spc="-65"/>
              <a:t>0</a:t>
            </a:r>
            <a:r>
              <a:rPr dirty="0" spc="-45"/>
              <a:t> </a:t>
            </a:r>
            <a:r>
              <a:rPr dirty="0"/>
              <a:t>5</a:t>
            </a:r>
            <a:r>
              <a:rPr dirty="0" spc="265"/>
              <a:t> </a:t>
            </a:r>
            <a:r>
              <a:rPr dirty="0"/>
              <a:t>·</a:t>
            </a:r>
            <a:r>
              <a:rPr dirty="0" spc="260"/>
              <a:t> </a:t>
            </a:r>
            <a:r>
              <a:rPr dirty="0" spc="-40"/>
              <a:t>W</a:t>
            </a:r>
            <a:r>
              <a:rPr dirty="0" spc="-45"/>
              <a:t> </a:t>
            </a:r>
            <a:r>
              <a:rPr dirty="0" spc="-65"/>
              <a:t>I</a:t>
            </a:r>
            <a:r>
              <a:rPr dirty="0" spc="-45"/>
              <a:t> D </a:t>
            </a:r>
            <a:r>
              <a:rPr dirty="0"/>
              <a:t>G</a:t>
            </a:r>
            <a:r>
              <a:rPr dirty="0" spc="-45"/>
              <a:t> </a:t>
            </a:r>
            <a:r>
              <a:rPr dirty="0" spc="-70"/>
              <a:t>E</a:t>
            </a:r>
            <a:r>
              <a:rPr dirty="0" spc="-45"/>
              <a:t> </a:t>
            </a:r>
            <a:r>
              <a:rPr dirty="0" spc="-114"/>
              <a:t>T</a:t>
            </a:r>
            <a:r>
              <a:rPr dirty="0" spc="-50"/>
              <a:t> </a:t>
            </a:r>
            <a:r>
              <a:rPr dirty="0"/>
              <a:t>S</a:t>
            </a:r>
            <a:r>
              <a:rPr dirty="0" spc="265"/>
              <a:t> </a:t>
            </a:r>
            <a:r>
              <a:rPr dirty="0"/>
              <a:t>&amp;</a:t>
            </a:r>
            <a:r>
              <a:rPr dirty="0" spc="265"/>
              <a:t> </a:t>
            </a:r>
            <a:r>
              <a:rPr dirty="0" spc="-100"/>
              <a:t>L</a:t>
            </a:r>
            <a:r>
              <a:rPr dirty="0" spc="-45"/>
              <a:t> </a:t>
            </a:r>
            <a:r>
              <a:rPr dirty="0" spc="-20"/>
              <a:t>AY</a:t>
            </a:r>
            <a:r>
              <a:rPr dirty="0" spc="-80"/>
              <a:t> </a:t>
            </a:r>
            <a:r>
              <a:rPr dirty="0" spc="-10"/>
              <a:t>O</a:t>
            </a:r>
            <a:r>
              <a:rPr dirty="0" spc="-45"/>
              <a:t> </a:t>
            </a:r>
            <a:r>
              <a:rPr dirty="0"/>
              <a:t>U</a:t>
            </a:r>
            <a:r>
              <a:rPr dirty="0" spc="-45"/>
              <a:t> </a:t>
            </a:r>
            <a:r>
              <a:rPr dirty="0" spc="-50"/>
              <a:t>T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797E94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pc="-30"/>
              <a:t>0</a:t>
            </a:r>
            <a:r>
              <a:rPr dirty="0" spc="-120"/>
              <a:t> </a:t>
            </a:r>
            <a:fld id="{81D60167-4931-47E6-BA6A-407CBD079E47}" type="slidenum">
              <a:rPr dirty="0"/>
              <a:t>#</a:t>
            </a:fld>
            <a:r>
              <a:rPr dirty="0" spc="204"/>
              <a:t> </a:t>
            </a:r>
            <a:r>
              <a:rPr dirty="0"/>
              <a:t>/</a:t>
            </a:r>
            <a:r>
              <a:rPr dirty="0" spc="204"/>
              <a:t> </a:t>
            </a:r>
            <a:r>
              <a:rPr dirty="0" spc="-30"/>
              <a:t>1</a:t>
            </a:r>
            <a:r>
              <a:rPr dirty="0" spc="-120"/>
              <a:t> </a:t>
            </a:r>
            <a:r>
              <a:rPr dirty="0" spc="-60"/>
              <a:t>5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00" b="1" i="0">
                <a:solidFill>
                  <a:srgbClr val="293283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pc="-45"/>
              <a:t>D</a:t>
            </a:r>
            <a:r>
              <a:rPr dirty="0" spc="-65"/>
              <a:t> </a:t>
            </a:r>
            <a:r>
              <a:rPr dirty="0"/>
              <a:t>AY</a:t>
            </a:r>
            <a:r>
              <a:rPr dirty="0" spc="240"/>
              <a:t> </a:t>
            </a:r>
            <a:r>
              <a:rPr dirty="0" spc="-65"/>
              <a:t>0</a:t>
            </a:r>
            <a:r>
              <a:rPr dirty="0" spc="-45"/>
              <a:t> </a:t>
            </a:r>
            <a:r>
              <a:rPr dirty="0"/>
              <a:t>5</a:t>
            </a:r>
            <a:r>
              <a:rPr dirty="0" spc="265"/>
              <a:t> </a:t>
            </a:r>
            <a:r>
              <a:rPr dirty="0"/>
              <a:t>·</a:t>
            </a:r>
            <a:r>
              <a:rPr dirty="0" spc="260"/>
              <a:t> </a:t>
            </a:r>
            <a:r>
              <a:rPr dirty="0" spc="-40"/>
              <a:t>W</a:t>
            </a:r>
            <a:r>
              <a:rPr dirty="0" spc="-45"/>
              <a:t> </a:t>
            </a:r>
            <a:r>
              <a:rPr dirty="0" spc="-65"/>
              <a:t>I</a:t>
            </a:r>
            <a:r>
              <a:rPr dirty="0" spc="-45"/>
              <a:t> D </a:t>
            </a:r>
            <a:r>
              <a:rPr dirty="0"/>
              <a:t>G</a:t>
            </a:r>
            <a:r>
              <a:rPr dirty="0" spc="-45"/>
              <a:t> </a:t>
            </a:r>
            <a:r>
              <a:rPr dirty="0" spc="-70"/>
              <a:t>E</a:t>
            </a:r>
            <a:r>
              <a:rPr dirty="0" spc="-45"/>
              <a:t> </a:t>
            </a:r>
            <a:r>
              <a:rPr dirty="0" spc="-114"/>
              <a:t>T</a:t>
            </a:r>
            <a:r>
              <a:rPr dirty="0" spc="-50"/>
              <a:t> </a:t>
            </a:r>
            <a:r>
              <a:rPr dirty="0"/>
              <a:t>S</a:t>
            </a:r>
            <a:r>
              <a:rPr dirty="0" spc="265"/>
              <a:t> </a:t>
            </a:r>
            <a:r>
              <a:rPr dirty="0"/>
              <a:t>&amp;</a:t>
            </a:r>
            <a:r>
              <a:rPr dirty="0" spc="265"/>
              <a:t> </a:t>
            </a:r>
            <a:r>
              <a:rPr dirty="0" spc="-100"/>
              <a:t>L</a:t>
            </a:r>
            <a:r>
              <a:rPr dirty="0" spc="-45"/>
              <a:t> </a:t>
            </a:r>
            <a:r>
              <a:rPr dirty="0" spc="-20"/>
              <a:t>AY</a:t>
            </a:r>
            <a:r>
              <a:rPr dirty="0" spc="-80"/>
              <a:t> </a:t>
            </a:r>
            <a:r>
              <a:rPr dirty="0" spc="-10"/>
              <a:t>O</a:t>
            </a:r>
            <a:r>
              <a:rPr dirty="0" spc="-45"/>
              <a:t> </a:t>
            </a:r>
            <a:r>
              <a:rPr dirty="0"/>
              <a:t>U</a:t>
            </a:r>
            <a:r>
              <a:rPr dirty="0" spc="-45"/>
              <a:t> </a:t>
            </a:r>
            <a:r>
              <a:rPr dirty="0" spc="-50"/>
              <a:t>T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797E94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pc="-30"/>
              <a:t>0</a:t>
            </a:r>
            <a:r>
              <a:rPr dirty="0" spc="-120"/>
              <a:t> </a:t>
            </a:r>
            <a:fld id="{81D60167-4931-47E6-BA6A-407CBD079E47}" type="slidenum">
              <a:rPr dirty="0"/>
              <a:t>#</a:t>
            </a:fld>
            <a:r>
              <a:rPr dirty="0" spc="204"/>
              <a:t> </a:t>
            </a:r>
            <a:r>
              <a:rPr dirty="0"/>
              <a:t>/</a:t>
            </a:r>
            <a:r>
              <a:rPr dirty="0" spc="204"/>
              <a:t> </a:t>
            </a:r>
            <a:r>
              <a:rPr dirty="0" spc="-30"/>
              <a:t>1</a:t>
            </a:r>
            <a:r>
              <a:rPr dirty="0" spc="-120"/>
              <a:t> </a:t>
            </a:r>
            <a:r>
              <a:rPr dirty="0" spc="-60"/>
              <a:t>5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85799" y="59054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FF6A5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73099" y="777875"/>
            <a:ext cx="10845800" cy="368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50" b="1" i="0">
                <a:solidFill>
                  <a:srgbClr val="293283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221666" y="1758950"/>
            <a:ext cx="5264150" cy="40081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1" i="0">
                <a:solidFill>
                  <a:srgbClr val="FF6A5B"/>
                </a:solidFill>
                <a:latin typeface="Courier New"/>
                <a:cs typeface="Courier New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73099" y="6431213"/>
            <a:ext cx="1676400" cy="153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1" i="0">
                <a:solidFill>
                  <a:srgbClr val="293283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pc="-45"/>
              <a:t>D</a:t>
            </a:r>
            <a:r>
              <a:rPr dirty="0" spc="-65"/>
              <a:t> </a:t>
            </a:r>
            <a:r>
              <a:rPr dirty="0"/>
              <a:t>AY</a:t>
            </a:r>
            <a:r>
              <a:rPr dirty="0" spc="240"/>
              <a:t> </a:t>
            </a:r>
            <a:r>
              <a:rPr dirty="0" spc="-65"/>
              <a:t>0</a:t>
            </a:r>
            <a:r>
              <a:rPr dirty="0" spc="-45"/>
              <a:t> </a:t>
            </a:r>
            <a:r>
              <a:rPr dirty="0"/>
              <a:t>5</a:t>
            </a:r>
            <a:r>
              <a:rPr dirty="0" spc="265"/>
              <a:t> </a:t>
            </a:r>
            <a:r>
              <a:rPr dirty="0"/>
              <a:t>·</a:t>
            </a:r>
            <a:r>
              <a:rPr dirty="0" spc="260"/>
              <a:t> </a:t>
            </a:r>
            <a:r>
              <a:rPr dirty="0" spc="-40"/>
              <a:t>W</a:t>
            </a:r>
            <a:r>
              <a:rPr dirty="0" spc="-45"/>
              <a:t> </a:t>
            </a:r>
            <a:r>
              <a:rPr dirty="0" spc="-65"/>
              <a:t>I</a:t>
            </a:r>
            <a:r>
              <a:rPr dirty="0" spc="-45"/>
              <a:t> D </a:t>
            </a:r>
            <a:r>
              <a:rPr dirty="0"/>
              <a:t>G</a:t>
            </a:r>
            <a:r>
              <a:rPr dirty="0" spc="-45"/>
              <a:t> </a:t>
            </a:r>
            <a:r>
              <a:rPr dirty="0" spc="-70"/>
              <a:t>E</a:t>
            </a:r>
            <a:r>
              <a:rPr dirty="0" spc="-45"/>
              <a:t> </a:t>
            </a:r>
            <a:r>
              <a:rPr dirty="0" spc="-114"/>
              <a:t>T</a:t>
            </a:r>
            <a:r>
              <a:rPr dirty="0" spc="-50"/>
              <a:t> </a:t>
            </a:r>
            <a:r>
              <a:rPr dirty="0"/>
              <a:t>S</a:t>
            </a:r>
            <a:r>
              <a:rPr dirty="0" spc="265"/>
              <a:t> </a:t>
            </a:r>
            <a:r>
              <a:rPr dirty="0"/>
              <a:t>&amp;</a:t>
            </a:r>
            <a:r>
              <a:rPr dirty="0" spc="265"/>
              <a:t> </a:t>
            </a:r>
            <a:r>
              <a:rPr dirty="0" spc="-100"/>
              <a:t>L</a:t>
            </a:r>
            <a:r>
              <a:rPr dirty="0" spc="-45"/>
              <a:t> </a:t>
            </a:r>
            <a:r>
              <a:rPr dirty="0" spc="-20"/>
              <a:t>AY</a:t>
            </a:r>
            <a:r>
              <a:rPr dirty="0" spc="-80"/>
              <a:t> </a:t>
            </a:r>
            <a:r>
              <a:rPr dirty="0" spc="-10"/>
              <a:t>O</a:t>
            </a:r>
            <a:r>
              <a:rPr dirty="0" spc="-45"/>
              <a:t> </a:t>
            </a:r>
            <a:r>
              <a:rPr dirty="0"/>
              <a:t>U</a:t>
            </a:r>
            <a:r>
              <a:rPr dirty="0" spc="-45"/>
              <a:t> </a:t>
            </a:r>
            <a:r>
              <a:rPr dirty="0" spc="-50"/>
              <a:t>T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1075887" y="6431213"/>
            <a:ext cx="426720" cy="153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rgbClr val="797E94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pc="-30"/>
              <a:t>0</a:t>
            </a:r>
            <a:r>
              <a:rPr dirty="0" spc="-120"/>
              <a:t> </a:t>
            </a:r>
            <a:fld id="{81D60167-4931-47E6-BA6A-407CBD079E47}" type="slidenum">
              <a:rPr dirty="0"/>
              <a:t>#</a:t>
            </a:fld>
            <a:r>
              <a:rPr dirty="0" spc="204"/>
              <a:t> </a:t>
            </a:r>
            <a:r>
              <a:rPr dirty="0"/>
              <a:t>/</a:t>
            </a:r>
            <a:r>
              <a:rPr dirty="0" spc="204"/>
              <a:t> </a:t>
            </a:r>
            <a:r>
              <a:rPr dirty="0" spc="-30"/>
              <a:t>1</a:t>
            </a:r>
            <a:r>
              <a:rPr dirty="0" spc="-120"/>
              <a:t> </a:t>
            </a:r>
            <a:r>
              <a:rPr dirty="0" spc="-60"/>
              <a:t>5</a:t>
            </a:r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Relationship Id="rId9" Type="http://schemas.openxmlformats.org/officeDocument/2006/relationships/image" Target="../media/image26.png"/><Relationship Id="rId10" Type="http://schemas.openxmlformats.org/officeDocument/2006/relationships/image" Target="../media/image27.png"/><Relationship Id="rId11" Type="http://schemas.openxmlformats.org/officeDocument/2006/relationships/image" Target="../media/image28.png"/><Relationship Id="rId12" Type="http://schemas.openxmlformats.org/officeDocument/2006/relationships/image" Target="../media/image29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32.png"/><Relationship Id="rId8" Type="http://schemas.openxmlformats.org/officeDocument/2006/relationships/image" Target="../media/image33.png"/><Relationship Id="rId9" Type="http://schemas.openxmlformats.org/officeDocument/2006/relationships/image" Target="../media/image26.png"/><Relationship Id="rId10" Type="http://schemas.openxmlformats.org/officeDocument/2006/relationships/image" Target="../media/image34.png"/><Relationship Id="rId11" Type="http://schemas.openxmlformats.org/officeDocument/2006/relationships/image" Target="../media/image35.png"/><Relationship Id="rId12" Type="http://schemas.openxmlformats.org/officeDocument/2006/relationships/image" Target="../media/image36.png"/><Relationship Id="rId13" Type="http://schemas.openxmlformats.org/officeDocument/2006/relationships/image" Target="../media/image28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2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Relationship Id="rId5" Type="http://schemas.openxmlformats.org/officeDocument/2006/relationships/image" Target="../media/image45.png"/><Relationship Id="rId6" Type="http://schemas.openxmlformats.org/officeDocument/2006/relationships/image" Target="../media/image46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7.png"/><Relationship Id="rId3" Type="http://schemas.openxmlformats.org/officeDocument/2006/relationships/image" Target="../media/image48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9.png"/><Relationship Id="rId3" Type="http://schemas.openxmlformats.org/officeDocument/2006/relationships/image" Target="../media/image50.png"/><Relationship Id="rId4" Type="http://schemas.openxmlformats.org/officeDocument/2006/relationships/image" Target="../media/image51.png"/><Relationship Id="rId5" Type="http://schemas.openxmlformats.org/officeDocument/2006/relationships/image" Target="../media/image52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mailto:hello@zlaark.com" TargetMode="External"/><Relationship Id="rId3" Type="http://schemas.openxmlformats.org/officeDocument/2006/relationships/hyperlink" Target="http://www.zlaark.com/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1999" cy="6857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0286999" y="1904999"/>
              <a:ext cx="1905000" cy="3048000"/>
            </a:xfrm>
            <a:custGeom>
              <a:avLst/>
              <a:gdLst/>
              <a:ahLst/>
              <a:cxnLst/>
              <a:rect l="l" t="t" r="r" b="b"/>
              <a:pathLst>
                <a:path w="1905000" h="3048000">
                  <a:moveTo>
                    <a:pt x="1542702" y="3047999"/>
                  </a:moveTo>
                  <a:lnTo>
                    <a:pt x="1505296" y="3047999"/>
                  </a:lnTo>
                  <a:lnTo>
                    <a:pt x="1467906" y="3046966"/>
                  </a:lnTo>
                  <a:lnTo>
                    <a:pt x="1411887" y="3043869"/>
                  </a:lnTo>
                  <a:lnTo>
                    <a:pt x="1356019" y="3038713"/>
                  </a:lnTo>
                  <a:lnTo>
                    <a:pt x="1300382" y="3031504"/>
                  </a:lnTo>
                  <a:lnTo>
                    <a:pt x="1245047" y="3022252"/>
                  </a:lnTo>
                  <a:lnTo>
                    <a:pt x="1190087" y="3010969"/>
                  </a:lnTo>
                  <a:lnTo>
                    <a:pt x="1135581" y="2997671"/>
                  </a:lnTo>
                  <a:lnTo>
                    <a:pt x="1081604" y="2982376"/>
                  </a:lnTo>
                  <a:lnTo>
                    <a:pt x="1028226" y="2965105"/>
                  </a:lnTo>
                  <a:lnTo>
                    <a:pt x="975516" y="2945880"/>
                  </a:lnTo>
                  <a:lnTo>
                    <a:pt x="923551" y="2924728"/>
                  </a:lnTo>
                  <a:lnTo>
                    <a:pt x="872404" y="2901679"/>
                  </a:lnTo>
                  <a:lnTo>
                    <a:pt x="822138" y="2876762"/>
                  </a:lnTo>
                  <a:lnTo>
                    <a:pt x="772820" y="2850011"/>
                  </a:lnTo>
                  <a:lnTo>
                    <a:pt x="724522" y="2821463"/>
                  </a:lnTo>
                  <a:lnTo>
                    <a:pt x="677309" y="2791159"/>
                  </a:lnTo>
                  <a:lnTo>
                    <a:pt x="631243" y="2759137"/>
                  </a:lnTo>
                  <a:lnTo>
                    <a:pt x="586385" y="2725439"/>
                  </a:lnTo>
                  <a:lnTo>
                    <a:pt x="542798" y="2690113"/>
                  </a:lnTo>
                  <a:lnTo>
                    <a:pt x="500542" y="2653209"/>
                  </a:lnTo>
                  <a:lnTo>
                    <a:pt x="459673" y="2614774"/>
                  </a:lnTo>
                  <a:lnTo>
                    <a:pt x="420245" y="2574859"/>
                  </a:lnTo>
                  <a:lnTo>
                    <a:pt x="382313" y="2533520"/>
                  </a:lnTo>
                  <a:lnTo>
                    <a:pt x="345930" y="2490815"/>
                  </a:lnTo>
                  <a:lnTo>
                    <a:pt x="311144" y="2446799"/>
                  </a:lnTo>
                  <a:lnTo>
                    <a:pt x="277999" y="2401531"/>
                  </a:lnTo>
                  <a:lnTo>
                    <a:pt x="246543" y="2355073"/>
                  </a:lnTo>
                  <a:lnTo>
                    <a:pt x="216821" y="2307492"/>
                  </a:lnTo>
                  <a:lnTo>
                    <a:pt x="188868" y="2258849"/>
                  </a:lnTo>
                  <a:lnTo>
                    <a:pt x="162723" y="2209207"/>
                  </a:lnTo>
                  <a:lnTo>
                    <a:pt x="138425" y="2158636"/>
                  </a:lnTo>
                  <a:lnTo>
                    <a:pt x="116005" y="2107208"/>
                  </a:lnTo>
                  <a:lnTo>
                    <a:pt x="95493" y="2054990"/>
                  </a:lnTo>
                  <a:lnTo>
                    <a:pt x="76918" y="2002050"/>
                  </a:lnTo>
                  <a:lnTo>
                    <a:pt x="60302" y="1948462"/>
                  </a:lnTo>
                  <a:lnTo>
                    <a:pt x="45671" y="1894301"/>
                  </a:lnTo>
                  <a:lnTo>
                    <a:pt x="33044" y="1839638"/>
                  </a:lnTo>
                  <a:lnTo>
                    <a:pt x="22436" y="1784545"/>
                  </a:lnTo>
                  <a:lnTo>
                    <a:pt x="13864" y="1729099"/>
                  </a:lnTo>
                  <a:lnTo>
                    <a:pt x="7338" y="1673378"/>
                  </a:lnTo>
                  <a:lnTo>
                    <a:pt x="2868" y="1617454"/>
                  </a:lnTo>
                  <a:lnTo>
                    <a:pt x="0" y="1542703"/>
                  </a:lnTo>
                  <a:lnTo>
                    <a:pt x="0" y="1505296"/>
                  </a:lnTo>
                  <a:lnTo>
                    <a:pt x="1835" y="1449220"/>
                  </a:lnTo>
                  <a:lnTo>
                    <a:pt x="5619" y="1393246"/>
                  </a:lnTo>
                  <a:lnTo>
                    <a:pt x="11461" y="1337445"/>
                  </a:lnTo>
                  <a:lnTo>
                    <a:pt x="19352" y="1281898"/>
                  </a:lnTo>
                  <a:lnTo>
                    <a:pt x="29282" y="1226681"/>
                  </a:lnTo>
                  <a:lnTo>
                    <a:pt x="41238" y="1171868"/>
                  </a:lnTo>
                  <a:lnTo>
                    <a:pt x="55205" y="1117529"/>
                  </a:lnTo>
                  <a:lnTo>
                    <a:pt x="71162" y="1063741"/>
                  </a:lnTo>
                  <a:lnTo>
                    <a:pt x="89084" y="1010579"/>
                  </a:lnTo>
                  <a:lnTo>
                    <a:pt x="108953" y="958113"/>
                  </a:lnTo>
                  <a:lnTo>
                    <a:pt x="130742" y="906411"/>
                  </a:lnTo>
                  <a:lnTo>
                    <a:pt x="154418" y="855547"/>
                  </a:lnTo>
                  <a:lnTo>
                    <a:pt x="179950" y="805591"/>
                  </a:lnTo>
                  <a:lnTo>
                    <a:pt x="207303" y="756608"/>
                  </a:lnTo>
                  <a:lnTo>
                    <a:pt x="236441" y="708663"/>
                  </a:lnTo>
                  <a:lnTo>
                    <a:pt x="267325" y="661823"/>
                  </a:lnTo>
                  <a:lnTo>
                    <a:pt x="299911" y="616153"/>
                  </a:lnTo>
                  <a:lnTo>
                    <a:pt x="334154" y="571715"/>
                  </a:lnTo>
                  <a:lnTo>
                    <a:pt x="370012" y="528564"/>
                  </a:lnTo>
                  <a:lnTo>
                    <a:pt x="407433" y="486762"/>
                  </a:lnTo>
                  <a:lnTo>
                    <a:pt x="446367" y="446368"/>
                  </a:lnTo>
                  <a:lnTo>
                    <a:pt x="486761" y="407435"/>
                  </a:lnTo>
                  <a:lnTo>
                    <a:pt x="528563" y="370013"/>
                  </a:lnTo>
                  <a:lnTo>
                    <a:pt x="571714" y="334155"/>
                  </a:lnTo>
                  <a:lnTo>
                    <a:pt x="616152" y="299911"/>
                  </a:lnTo>
                  <a:lnTo>
                    <a:pt x="661822" y="267326"/>
                  </a:lnTo>
                  <a:lnTo>
                    <a:pt x="708661" y="236442"/>
                  </a:lnTo>
                  <a:lnTo>
                    <a:pt x="756606" y="207304"/>
                  </a:lnTo>
                  <a:lnTo>
                    <a:pt x="805589" y="179951"/>
                  </a:lnTo>
                  <a:lnTo>
                    <a:pt x="855545" y="154420"/>
                  </a:lnTo>
                  <a:lnTo>
                    <a:pt x="906409" y="130744"/>
                  </a:lnTo>
                  <a:lnTo>
                    <a:pt x="958110" y="108955"/>
                  </a:lnTo>
                  <a:lnTo>
                    <a:pt x="1010577" y="89086"/>
                  </a:lnTo>
                  <a:lnTo>
                    <a:pt x="1063740" y="71161"/>
                  </a:lnTo>
                  <a:lnTo>
                    <a:pt x="1117528" y="55205"/>
                  </a:lnTo>
                  <a:lnTo>
                    <a:pt x="1171866" y="41239"/>
                  </a:lnTo>
                  <a:lnTo>
                    <a:pt x="1226680" y="29283"/>
                  </a:lnTo>
                  <a:lnTo>
                    <a:pt x="1281897" y="19352"/>
                  </a:lnTo>
                  <a:lnTo>
                    <a:pt x="1337445" y="11461"/>
                  </a:lnTo>
                  <a:lnTo>
                    <a:pt x="1393245" y="5619"/>
                  </a:lnTo>
                  <a:lnTo>
                    <a:pt x="1449220" y="1835"/>
                  </a:lnTo>
                  <a:lnTo>
                    <a:pt x="1505296" y="0"/>
                  </a:lnTo>
                  <a:lnTo>
                    <a:pt x="1542702" y="0"/>
                  </a:lnTo>
                  <a:lnTo>
                    <a:pt x="1598778" y="1835"/>
                  </a:lnTo>
                  <a:lnTo>
                    <a:pt x="1654753" y="5619"/>
                  </a:lnTo>
                  <a:lnTo>
                    <a:pt x="1710552" y="11460"/>
                  </a:lnTo>
                  <a:lnTo>
                    <a:pt x="1766098" y="19352"/>
                  </a:lnTo>
                  <a:lnTo>
                    <a:pt x="1821316" y="29283"/>
                  </a:lnTo>
                  <a:lnTo>
                    <a:pt x="1876129" y="41238"/>
                  </a:lnTo>
                  <a:lnTo>
                    <a:pt x="1904999" y="48422"/>
                  </a:lnTo>
                  <a:lnTo>
                    <a:pt x="1904999" y="2999576"/>
                  </a:lnTo>
                  <a:lnTo>
                    <a:pt x="1857908" y="3010969"/>
                  </a:lnTo>
                  <a:lnTo>
                    <a:pt x="1802949" y="3022252"/>
                  </a:lnTo>
                  <a:lnTo>
                    <a:pt x="1747614" y="3031504"/>
                  </a:lnTo>
                  <a:lnTo>
                    <a:pt x="1691978" y="3038713"/>
                  </a:lnTo>
                  <a:lnTo>
                    <a:pt x="1636112" y="3043869"/>
                  </a:lnTo>
                  <a:lnTo>
                    <a:pt x="1580092" y="3046966"/>
                  </a:lnTo>
                  <a:lnTo>
                    <a:pt x="1542702" y="3047999"/>
                  </a:lnTo>
                  <a:close/>
                </a:path>
              </a:pathLst>
            </a:custGeom>
            <a:solidFill>
              <a:srgbClr val="FF6A5B">
                <a:alpha val="11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144247" y="914399"/>
              <a:ext cx="133351" cy="13334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685799" y="638174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32364" y="57149"/>
                  </a:moveTo>
                  <a:lnTo>
                    <a:pt x="24785" y="57149"/>
                  </a:lnTo>
                  <a:lnTo>
                    <a:pt x="21140" y="56424"/>
                  </a:lnTo>
                  <a:lnTo>
                    <a:pt x="0" y="32364"/>
                  </a:lnTo>
                  <a:lnTo>
                    <a:pt x="0" y="24785"/>
                  </a:lnTo>
                  <a:lnTo>
                    <a:pt x="24785" y="0"/>
                  </a:lnTo>
                  <a:lnTo>
                    <a:pt x="32364" y="0"/>
                  </a:lnTo>
                  <a:lnTo>
                    <a:pt x="57150" y="28574"/>
                  </a:lnTo>
                  <a:lnTo>
                    <a:pt x="57149" y="32364"/>
                  </a:lnTo>
                  <a:lnTo>
                    <a:pt x="32364" y="57149"/>
                  </a:lnTo>
                  <a:close/>
                </a:path>
              </a:pathLst>
            </a:custGeom>
            <a:solidFill>
              <a:srgbClr val="FF6A5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825500" y="577850"/>
            <a:ext cx="54102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80" b="1">
                <a:solidFill>
                  <a:srgbClr val="FF6A5B"/>
                </a:solidFill>
                <a:latin typeface="Cambria"/>
                <a:cs typeface="Cambria"/>
              </a:rPr>
              <a:t>D</a:t>
            </a:r>
            <a:r>
              <a:rPr dirty="0" sz="900" spc="-6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25" b="1">
                <a:solidFill>
                  <a:srgbClr val="FF6A5B"/>
                </a:solidFill>
                <a:latin typeface="Cambria"/>
                <a:cs typeface="Cambria"/>
              </a:rPr>
              <a:t>AY</a:t>
            </a:r>
            <a:r>
              <a:rPr dirty="0" sz="900" spc="33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90" b="1">
                <a:solidFill>
                  <a:srgbClr val="FF6A5B"/>
                </a:solidFill>
                <a:latin typeface="Cambria"/>
                <a:cs typeface="Cambria"/>
              </a:rPr>
              <a:t>0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90" b="1">
                <a:solidFill>
                  <a:srgbClr val="FF6A5B"/>
                </a:solidFill>
                <a:latin typeface="Cambria"/>
                <a:cs typeface="Cambria"/>
              </a:rPr>
              <a:t>5</a:t>
            </a:r>
            <a:r>
              <a:rPr dirty="0" sz="900" spc="70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10" b="1">
                <a:solidFill>
                  <a:srgbClr val="FF6A5B"/>
                </a:solidFill>
                <a:latin typeface="Cambria"/>
                <a:cs typeface="Cambria"/>
              </a:rPr>
              <a:t>·</a:t>
            </a:r>
            <a:r>
              <a:rPr dirty="0" sz="900" spc="70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85" b="1">
                <a:solidFill>
                  <a:srgbClr val="FF6A5B"/>
                </a:solidFill>
                <a:latin typeface="Cambria"/>
                <a:cs typeface="Cambria"/>
              </a:rPr>
              <a:t>H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75" b="1">
                <a:solidFill>
                  <a:srgbClr val="FF6A5B"/>
                </a:solidFill>
                <a:latin typeface="Cambria"/>
                <a:cs typeface="Cambria"/>
              </a:rPr>
              <a:t>I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25" b="1">
                <a:solidFill>
                  <a:srgbClr val="FF6A5B"/>
                </a:solidFill>
                <a:latin typeface="Cambria"/>
                <a:cs typeface="Cambria"/>
              </a:rPr>
              <a:t>N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80" b="1">
                <a:solidFill>
                  <a:srgbClr val="FF6A5B"/>
                </a:solidFill>
                <a:latin typeface="Cambria"/>
                <a:cs typeface="Cambria"/>
              </a:rPr>
              <a:t>D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35" b="1">
                <a:solidFill>
                  <a:srgbClr val="FF6A5B"/>
                </a:solidFill>
                <a:latin typeface="Cambria"/>
                <a:cs typeface="Cambria"/>
              </a:rPr>
              <a:t>U</a:t>
            </a:r>
            <a:r>
              <a:rPr dirty="0" sz="900" spc="33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45" b="1">
                <a:solidFill>
                  <a:srgbClr val="FF6A5B"/>
                </a:solidFill>
                <a:latin typeface="Cambria"/>
                <a:cs typeface="Cambria"/>
              </a:rPr>
              <a:t>C </a:t>
            </a:r>
            <a:r>
              <a:rPr dirty="0" sz="900" spc="-20" b="1">
                <a:solidFill>
                  <a:srgbClr val="FF6A5B"/>
                </a:solidFill>
                <a:latin typeface="Cambria"/>
                <a:cs typeface="Cambria"/>
              </a:rPr>
              <a:t>O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120" b="1">
                <a:solidFill>
                  <a:srgbClr val="FF6A5B"/>
                </a:solidFill>
                <a:latin typeface="Cambria"/>
                <a:cs typeface="Cambria"/>
              </a:rPr>
              <a:t>L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120" b="1">
                <a:solidFill>
                  <a:srgbClr val="FF6A5B"/>
                </a:solidFill>
                <a:latin typeface="Cambria"/>
                <a:cs typeface="Cambria"/>
              </a:rPr>
              <a:t>L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90" b="1">
                <a:solidFill>
                  <a:srgbClr val="FF6A5B"/>
                </a:solidFill>
                <a:latin typeface="Cambria"/>
                <a:cs typeface="Cambria"/>
              </a:rPr>
              <a:t>E</a:t>
            </a:r>
            <a:r>
              <a:rPr dirty="0" sz="900" spc="-5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20" b="1">
                <a:solidFill>
                  <a:srgbClr val="FF6A5B"/>
                </a:solidFill>
                <a:latin typeface="Cambria"/>
                <a:cs typeface="Cambria"/>
              </a:rPr>
              <a:t>G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90" b="1">
                <a:solidFill>
                  <a:srgbClr val="FF6A5B"/>
                </a:solidFill>
                <a:latin typeface="Cambria"/>
                <a:cs typeface="Cambria"/>
              </a:rPr>
              <a:t>E</a:t>
            </a:r>
            <a:r>
              <a:rPr dirty="0" sz="900" spc="33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50" b="1">
                <a:solidFill>
                  <a:srgbClr val="FF6A5B"/>
                </a:solidFill>
                <a:latin typeface="Cambria"/>
                <a:cs typeface="Cambria"/>
              </a:rPr>
              <a:t>A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20" b="1">
                <a:solidFill>
                  <a:srgbClr val="FF6A5B"/>
                </a:solidFill>
                <a:latin typeface="Cambria"/>
                <a:cs typeface="Cambria"/>
              </a:rPr>
              <a:t>M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100" b="1">
                <a:solidFill>
                  <a:srgbClr val="FF6A5B"/>
                </a:solidFill>
                <a:latin typeface="Cambria"/>
                <a:cs typeface="Cambria"/>
              </a:rPr>
              <a:t>R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75" b="1">
                <a:solidFill>
                  <a:srgbClr val="FF6A5B"/>
                </a:solidFill>
                <a:latin typeface="Cambria"/>
                <a:cs typeface="Cambria"/>
              </a:rPr>
              <a:t>I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135" b="1">
                <a:solidFill>
                  <a:srgbClr val="FF6A5B"/>
                </a:solidFill>
                <a:latin typeface="Cambria"/>
                <a:cs typeface="Cambria"/>
              </a:rPr>
              <a:t>T</a:t>
            </a:r>
            <a:r>
              <a:rPr dirty="0" sz="900" spc="-45" b="1">
                <a:solidFill>
                  <a:srgbClr val="FF6A5B"/>
                </a:solidFill>
                <a:latin typeface="Cambria"/>
                <a:cs typeface="Cambria"/>
              </a:rPr>
              <a:t> S</a:t>
            </a:r>
            <a:r>
              <a:rPr dirty="0" sz="900" spc="-50" b="1">
                <a:solidFill>
                  <a:srgbClr val="FF6A5B"/>
                </a:solidFill>
                <a:latin typeface="Cambria"/>
                <a:cs typeface="Cambria"/>
              </a:rPr>
              <a:t> A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100" b="1">
                <a:solidFill>
                  <a:srgbClr val="FF6A5B"/>
                </a:solidFill>
                <a:latin typeface="Cambria"/>
                <a:cs typeface="Cambria"/>
              </a:rPr>
              <a:t>R</a:t>
            </a:r>
            <a:r>
              <a:rPr dirty="0" sz="900" spc="70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10" b="1">
                <a:solidFill>
                  <a:srgbClr val="FF6A5B"/>
                </a:solidFill>
                <a:latin typeface="Cambria"/>
                <a:cs typeface="Cambria"/>
              </a:rPr>
              <a:t>·</a:t>
            </a:r>
            <a:r>
              <a:rPr dirty="0" sz="900" spc="70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90" b="1">
                <a:solidFill>
                  <a:srgbClr val="FF6A5B"/>
                </a:solidFill>
                <a:latin typeface="Cambria"/>
                <a:cs typeface="Cambria"/>
              </a:rPr>
              <a:t>B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45" b="1">
                <a:solidFill>
                  <a:srgbClr val="FF6A5B"/>
                </a:solidFill>
                <a:latin typeface="Cambria"/>
                <a:cs typeface="Cambria"/>
              </a:rPr>
              <a:t>C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50" b="1">
                <a:solidFill>
                  <a:srgbClr val="FF6A5B"/>
                </a:solidFill>
                <a:latin typeface="Cambria"/>
                <a:cs typeface="Cambria"/>
              </a:rPr>
              <a:t>A</a:t>
            </a:r>
            <a:r>
              <a:rPr dirty="0" sz="900" spc="33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45" b="1">
                <a:solidFill>
                  <a:srgbClr val="FF6A5B"/>
                </a:solidFill>
                <a:latin typeface="Cambria"/>
                <a:cs typeface="Cambria"/>
              </a:rPr>
              <a:t>S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90" b="1">
                <a:solidFill>
                  <a:srgbClr val="FF6A5B"/>
                </a:solidFill>
                <a:latin typeface="Cambria"/>
                <a:cs typeface="Cambria"/>
              </a:rPr>
              <a:t>E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20" b="1">
                <a:solidFill>
                  <a:srgbClr val="FF6A5B"/>
                </a:solidFill>
                <a:latin typeface="Cambria"/>
                <a:cs typeface="Cambria"/>
              </a:rPr>
              <a:t>M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90" b="1">
                <a:solidFill>
                  <a:srgbClr val="FF6A5B"/>
                </a:solidFill>
                <a:latin typeface="Cambria"/>
                <a:cs typeface="Cambria"/>
              </a:rPr>
              <a:t>E</a:t>
            </a:r>
            <a:r>
              <a:rPr dirty="0" sz="900" spc="-45" b="1">
                <a:solidFill>
                  <a:srgbClr val="FF6A5B"/>
                </a:solidFill>
                <a:latin typeface="Cambria"/>
                <a:cs typeface="Cambria"/>
              </a:rPr>
              <a:t> S </a:t>
            </a:r>
            <a:r>
              <a:rPr dirty="0" sz="900" spc="-135" b="1">
                <a:solidFill>
                  <a:srgbClr val="FF6A5B"/>
                </a:solidFill>
                <a:latin typeface="Cambria"/>
                <a:cs typeface="Cambria"/>
              </a:rPr>
              <a:t>T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90" b="1">
                <a:solidFill>
                  <a:srgbClr val="FF6A5B"/>
                </a:solidFill>
                <a:latin typeface="Cambria"/>
                <a:cs typeface="Cambria"/>
              </a:rPr>
              <a:t>E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100" b="1">
                <a:solidFill>
                  <a:srgbClr val="FF6A5B"/>
                </a:solidFill>
                <a:latin typeface="Cambria"/>
                <a:cs typeface="Cambria"/>
              </a:rPr>
              <a:t>R</a:t>
            </a:r>
            <a:r>
              <a:rPr dirty="0" sz="900" spc="33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75" b="1">
                <a:solidFill>
                  <a:srgbClr val="FF6A5B"/>
                </a:solidFill>
                <a:latin typeface="Cambria"/>
                <a:cs typeface="Cambria"/>
              </a:rPr>
              <a:t>I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75" b="1">
                <a:solidFill>
                  <a:srgbClr val="FF6A5B"/>
                </a:solidFill>
                <a:latin typeface="Cambria"/>
                <a:cs typeface="Cambria"/>
              </a:rPr>
              <a:t>I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75" b="1">
                <a:solidFill>
                  <a:srgbClr val="FF6A5B"/>
                </a:solidFill>
                <a:latin typeface="Cambria"/>
                <a:cs typeface="Cambria"/>
              </a:rPr>
              <a:t>I</a:t>
            </a:r>
            <a:r>
              <a:rPr dirty="0" sz="900" spc="70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10" b="1">
                <a:solidFill>
                  <a:srgbClr val="FF6A5B"/>
                </a:solidFill>
                <a:latin typeface="Cambria"/>
                <a:cs typeface="Cambria"/>
              </a:rPr>
              <a:t>·</a:t>
            </a:r>
            <a:r>
              <a:rPr dirty="0" sz="900" spc="70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75" b="1">
                <a:solidFill>
                  <a:srgbClr val="FF6A5B"/>
                </a:solidFill>
                <a:latin typeface="Cambria"/>
                <a:cs typeface="Cambria"/>
              </a:rPr>
              <a:t>P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85" b="1">
                <a:solidFill>
                  <a:srgbClr val="FF6A5B"/>
                </a:solidFill>
                <a:latin typeface="Cambria"/>
                <a:cs typeface="Cambria"/>
              </a:rPr>
              <a:t>H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50" b="1">
                <a:solidFill>
                  <a:srgbClr val="FF6A5B"/>
                </a:solidFill>
                <a:latin typeface="Cambria"/>
                <a:cs typeface="Cambria"/>
              </a:rPr>
              <a:t>A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45" b="1">
                <a:solidFill>
                  <a:srgbClr val="FF6A5B"/>
                </a:solidFill>
                <a:latin typeface="Cambria"/>
                <a:cs typeface="Cambria"/>
              </a:rPr>
              <a:t>S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90" b="1">
                <a:solidFill>
                  <a:srgbClr val="FF6A5B"/>
                </a:solidFill>
                <a:latin typeface="Cambria"/>
                <a:cs typeface="Cambria"/>
              </a:rPr>
              <a:t>E</a:t>
            </a:r>
            <a:r>
              <a:rPr dirty="0" sz="900" spc="33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90" b="1">
                <a:solidFill>
                  <a:srgbClr val="FF6A5B"/>
                </a:solidFill>
                <a:latin typeface="Cambria"/>
                <a:cs typeface="Cambria"/>
              </a:rPr>
              <a:t>2</a:t>
            </a:r>
            <a:r>
              <a:rPr dirty="0" sz="900" spc="33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45" b="1">
                <a:solidFill>
                  <a:srgbClr val="FF6A5B"/>
                </a:solidFill>
                <a:latin typeface="Cambria"/>
                <a:cs typeface="Cambria"/>
              </a:rPr>
              <a:t>C </a:t>
            </a:r>
            <a:r>
              <a:rPr dirty="0" sz="900" spc="-20" b="1">
                <a:solidFill>
                  <a:srgbClr val="FF6A5B"/>
                </a:solidFill>
                <a:latin typeface="Cambria"/>
                <a:cs typeface="Cambria"/>
              </a:rPr>
              <a:t>O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25" b="1">
                <a:solidFill>
                  <a:srgbClr val="FF6A5B"/>
                </a:solidFill>
                <a:latin typeface="Cambria"/>
                <a:cs typeface="Cambria"/>
              </a:rPr>
              <a:t>N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135" b="1">
                <a:solidFill>
                  <a:srgbClr val="FF6A5B"/>
                </a:solidFill>
                <a:latin typeface="Cambria"/>
                <a:cs typeface="Cambria"/>
              </a:rPr>
              <a:t>T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75" b="1">
                <a:solidFill>
                  <a:srgbClr val="FF6A5B"/>
                </a:solidFill>
                <a:latin typeface="Cambria"/>
                <a:cs typeface="Cambria"/>
              </a:rPr>
              <a:t>I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25" b="1">
                <a:solidFill>
                  <a:srgbClr val="FF6A5B"/>
                </a:solidFill>
                <a:latin typeface="Cambria"/>
                <a:cs typeface="Cambria"/>
              </a:rPr>
              <a:t>N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35" b="1">
                <a:solidFill>
                  <a:srgbClr val="FF6A5B"/>
                </a:solidFill>
                <a:latin typeface="Cambria"/>
                <a:cs typeface="Cambria"/>
              </a:rPr>
              <a:t>U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90" b="1">
                <a:solidFill>
                  <a:srgbClr val="FF6A5B"/>
                </a:solidFill>
                <a:latin typeface="Cambria"/>
                <a:cs typeface="Cambria"/>
              </a:rPr>
              <a:t>E</a:t>
            </a:r>
            <a:r>
              <a:rPr dirty="0" sz="900" spc="-45" b="1">
                <a:solidFill>
                  <a:srgbClr val="FF6A5B"/>
                </a:solidFill>
                <a:latin typeface="Cambria"/>
                <a:cs typeface="Cambria"/>
              </a:rPr>
              <a:t> S</a:t>
            </a:r>
            <a:endParaRPr sz="900">
              <a:latin typeface="Cambria"/>
              <a:cs typeface="Cambri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85799" y="594974"/>
            <a:ext cx="10765155" cy="5631180"/>
            <a:chOff x="685799" y="594974"/>
            <a:chExt cx="10765155" cy="5631180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295873" y="594974"/>
              <a:ext cx="154658" cy="154638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685799" y="3724274"/>
              <a:ext cx="457200" cy="28575"/>
            </a:xfrm>
            <a:custGeom>
              <a:avLst/>
              <a:gdLst/>
              <a:ahLst/>
              <a:cxnLst/>
              <a:rect l="l" t="t" r="r" b="b"/>
              <a:pathLst>
                <a:path w="457200" h="28575">
                  <a:moveTo>
                    <a:pt x="444807" y="28574"/>
                  </a:moveTo>
                  <a:lnTo>
                    <a:pt x="12392" y="28574"/>
                  </a:lnTo>
                  <a:lnTo>
                    <a:pt x="10570" y="28212"/>
                  </a:lnTo>
                  <a:lnTo>
                    <a:pt x="0" y="16181"/>
                  </a:lnTo>
                  <a:lnTo>
                    <a:pt x="0" y="14287"/>
                  </a:lnTo>
                  <a:lnTo>
                    <a:pt x="0" y="12392"/>
                  </a:lnTo>
                  <a:lnTo>
                    <a:pt x="12392" y="0"/>
                  </a:lnTo>
                  <a:lnTo>
                    <a:pt x="444807" y="0"/>
                  </a:lnTo>
                  <a:lnTo>
                    <a:pt x="457199" y="12392"/>
                  </a:lnTo>
                  <a:lnTo>
                    <a:pt x="457199" y="16181"/>
                  </a:lnTo>
                  <a:lnTo>
                    <a:pt x="446629" y="28212"/>
                  </a:lnTo>
                  <a:lnTo>
                    <a:pt x="444807" y="28574"/>
                  </a:lnTo>
                  <a:close/>
                </a:path>
              </a:pathLst>
            </a:custGeom>
            <a:solidFill>
              <a:srgbClr val="FF6A5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7534274" y="2514599"/>
              <a:ext cx="9525" cy="2152650"/>
            </a:xfrm>
            <a:custGeom>
              <a:avLst/>
              <a:gdLst/>
              <a:ahLst/>
              <a:cxnLst/>
              <a:rect l="l" t="t" r="r" b="b"/>
              <a:pathLst>
                <a:path w="9525" h="2152650">
                  <a:moveTo>
                    <a:pt x="9524" y="2152649"/>
                  </a:moveTo>
                  <a:lnTo>
                    <a:pt x="0" y="2152649"/>
                  </a:lnTo>
                  <a:lnTo>
                    <a:pt x="0" y="0"/>
                  </a:lnTo>
                  <a:lnTo>
                    <a:pt x="9524" y="0"/>
                  </a:lnTo>
                  <a:lnTo>
                    <a:pt x="9524" y="2152649"/>
                  </a:lnTo>
                  <a:close/>
                </a:path>
              </a:pathLst>
            </a:custGeom>
            <a:solidFill>
              <a:srgbClr val="E4DE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697534" y="6172555"/>
              <a:ext cx="226060" cy="53975"/>
            </a:xfrm>
            <a:custGeom>
              <a:avLst/>
              <a:gdLst/>
              <a:ahLst/>
              <a:cxnLst/>
              <a:rect l="l" t="t" r="r" b="b"/>
              <a:pathLst>
                <a:path w="226059" h="53975">
                  <a:moveTo>
                    <a:pt x="30441" y="3479"/>
                  </a:moveTo>
                  <a:lnTo>
                    <a:pt x="2120" y="3479"/>
                  </a:lnTo>
                  <a:lnTo>
                    <a:pt x="2120" y="10871"/>
                  </a:lnTo>
                  <a:lnTo>
                    <a:pt x="2120" y="12915"/>
                  </a:lnTo>
                  <a:lnTo>
                    <a:pt x="30441" y="12915"/>
                  </a:lnTo>
                  <a:lnTo>
                    <a:pt x="30441" y="3479"/>
                  </a:lnTo>
                  <a:close/>
                </a:path>
                <a:path w="226059" h="53975">
                  <a:moveTo>
                    <a:pt x="48768" y="44005"/>
                  </a:moveTo>
                  <a:lnTo>
                    <a:pt x="20320" y="44005"/>
                  </a:lnTo>
                  <a:lnTo>
                    <a:pt x="20320" y="45161"/>
                  </a:lnTo>
                  <a:lnTo>
                    <a:pt x="20320" y="53416"/>
                  </a:lnTo>
                  <a:lnTo>
                    <a:pt x="48768" y="53416"/>
                  </a:lnTo>
                  <a:lnTo>
                    <a:pt x="48768" y="44005"/>
                  </a:lnTo>
                  <a:close/>
                </a:path>
                <a:path w="226059" h="53975">
                  <a:moveTo>
                    <a:pt x="50698" y="10375"/>
                  </a:moveTo>
                  <a:lnTo>
                    <a:pt x="43472" y="2908"/>
                  </a:lnTo>
                  <a:lnTo>
                    <a:pt x="27813" y="18529"/>
                  </a:lnTo>
                  <a:lnTo>
                    <a:pt x="0" y="46240"/>
                  </a:lnTo>
                  <a:lnTo>
                    <a:pt x="7480" y="53606"/>
                  </a:lnTo>
                  <a:lnTo>
                    <a:pt x="50698" y="10375"/>
                  </a:lnTo>
                  <a:close/>
                </a:path>
                <a:path w="226059" h="53975">
                  <a:moveTo>
                    <a:pt x="68491" y="0"/>
                  </a:moveTo>
                  <a:lnTo>
                    <a:pt x="58623" y="0"/>
                  </a:lnTo>
                  <a:lnTo>
                    <a:pt x="58623" y="52222"/>
                  </a:lnTo>
                  <a:lnTo>
                    <a:pt x="68491" y="52222"/>
                  </a:lnTo>
                  <a:lnTo>
                    <a:pt x="68491" y="0"/>
                  </a:lnTo>
                  <a:close/>
                </a:path>
                <a:path w="226059" h="53975">
                  <a:moveTo>
                    <a:pt x="111645" y="16789"/>
                  </a:moveTo>
                  <a:lnTo>
                    <a:pt x="103136" y="16789"/>
                  </a:lnTo>
                  <a:lnTo>
                    <a:pt x="102133" y="20281"/>
                  </a:lnTo>
                  <a:lnTo>
                    <a:pt x="101790" y="19850"/>
                  </a:lnTo>
                  <a:lnTo>
                    <a:pt x="101790" y="32715"/>
                  </a:lnTo>
                  <a:lnTo>
                    <a:pt x="101739" y="37858"/>
                  </a:lnTo>
                  <a:lnTo>
                    <a:pt x="100825" y="40309"/>
                  </a:lnTo>
                  <a:lnTo>
                    <a:pt x="97243" y="43484"/>
                  </a:lnTo>
                  <a:lnTo>
                    <a:pt x="95059" y="44284"/>
                  </a:lnTo>
                  <a:lnTo>
                    <a:pt x="91211" y="44284"/>
                  </a:lnTo>
                  <a:lnTo>
                    <a:pt x="89662" y="43954"/>
                  </a:lnTo>
                  <a:lnTo>
                    <a:pt x="89852" y="43954"/>
                  </a:lnTo>
                  <a:lnTo>
                    <a:pt x="87769" y="42976"/>
                  </a:lnTo>
                  <a:lnTo>
                    <a:pt x="83197" y="35814"/>
                  </a:lnTo>
                  <a:lnTo>
                    <a:pt x="83273" y="32715"/>
                  </a:lnTo>
                  <a:lnTo>
                    <a:pt x="90195" y="24752"/>
                  </a:lnTo>
                  <a:lnTo>
                    <a:pt x="90398" y="24752"/>
                  </a:lnTo>
                  <a:lnTo>
                    <a:pt x="91211" y="24561"/>
                  </a:lnTo>
                  <a:lnTo>
                    <a:pt x="93776" y="24561"/>
                  </a:lnTo>
                  <a:lnTo>
                    <a:pt x="94983" y="24752"/>
                  </a:lnTo>
                  <a:lnTo>
                    <a:pt x="101638" y="31826"/>
                  </a:lnTo>
                  <a:lnTo>
                    <a:pt x="101790" y="32715"/>
                  </a:lnTo>
                  <a:lnTo>
                    <a:pt x="93421" y="15786"/>
                  </a:lnTo>
                  <a:lnTo>
                    <a:pt x="88607" y="15786"/>
                  </a:lnTo>
                  <a:lnTo>
                    <a:pt x="73761" y="31165"/>
                  </a:lnTo>
                  <a:lnTo>
                    <a:pt x="73799" y="37858"/>
                  </a:lnTo>
                  <a:lnTo>
                    <a:pt x="88607" y="53073"/>
                  </a:lnTo>
                  <a:lnTo>
                    <a:pt x="93230" y="53073"/>
                  </a:lnTo>
                  <a:lnTo>
                    <a:pt x="95250" y="52768"/>
                  </a:lnTo>
                  <a:lnTo>
                    <a:pt x="99098" y="51523"/>
                  </a:lnTo>
                  <a:lnTo>
                    <a:pt x="100761" y="50292"/>
                  </a:lnTo>
                  <a:lnTo>
                    <a:pt x="102133" y="48437"/>
                  </a:lnTo>
                  <a:lnTo>
                    <a:pt x="103136" y="52222"/>
                  </a:lnTo>
                  <a:lnTo>
                    <a:pt x="111645" y="52222"/>
                  </a:lnTo>
                  <a:lnTo>
                    <a:pt x="111645" y="48437"/>
                  </a:lnTo>
                  <a:lnTo>
                    <a:pt x="111645" y="44284"/>
                  </a:lnTo>
                  <a:lnTo>
                    <a:pt x="111645" y="24561"/>
                  </a:lnTo>
                  <a:lnTo>
                    <a:pt x="111645" y="20281"/>
                  </a:lnTo>
                  <a:lnTo>
                    <a:pt x="111645" y="16789"/>
                  </a:lnTo>
                  <a:close/>
                </a:path>
                <a:path w="226059" h="53975">
                  <a:moveTo>
                    <a:pt x="155079" y="16789"/>
                  </a:moveTo>
                  <a:lnTo>
                    <a:pt x="146583" y="16789"/>
                  </a:lnTo>
                  <a:lnTo>
                    <a:pt x="145580" y="20281"/>
                  </a:lnTo>
                  <a:lnTo>
                    <a:pt x="145224" y="19837"/>
                  </a:lnTo>
                  <a:lnTo>
                    <a:pt x="145224" y="32715"/>
                  </a:lnTo>
                  <a:lnTo>
                    <a:pt x="145173" y="37858"/>
                  </a:lnTo>
                  <a:lnTo>
                    <a:pt x="144259" y="40309"/>
                  </a:lnTo>
                  <a:lnTo>
                    <a:pt x="140677" y="43484"/>
                  </a:lnTo>
                  <a:lnTo>
                    <a:pt x="138506" y="44284"/>
                  </a:lnTo>
                  <a:lnTo>
                    <a:pt x="134645" y="44284"/>
                  </a:lnTo>
                  <a:lnTo>
                    <a:pt x="133096" y="43954"/>
                  </a:lnTo>
                  <a:lnTo>
                    <a:pt x="133286" y="43954"/>
                  </a:lnTo>
                  <a:lnTo>
                    <a:pt x="131203" y="42976"/>
                  </a:lnTo>
                  <a:lnTo>
                    <a:pt x="126644" y="35814"/>
                  </a:lnTo>
                  <a:lnTo>
                    <a:pt x="126707" y="32715"/>
                  </a:lnTo>
                  <a:lnTo>
                    <a:pt x="133629" y="24752"/>
                  </a:lnTo>
                  <a:lnTo>
                    <a:pt x="133832" y="24752"/>
                  </a:lnTo>
                  <a:lnTo>
                    <a:pt x="134645" y="24561"/>
                  </a:lnTo>
                  <a:lnTo>
                    <a:pt x="137223" y="24561"/>
                  </a:lnTo>
                  <a:lnTo>
                    <a:pt x="138417" y="24752"/>
                  </a:lnTo>
                  <a:lnTo>
                    <a:pt x="145224" y="32715"/>
                  </a:lnTo>
                  <a:lnTo>
                    <a:pt x="145224" y="19837"/>
                  </a:lnTo>
                  <a:lnTo>
                    <a:pt x="144335" y="18707"/>
                  </a:lnTo>
                  <a:lnTo>
                    <a:pt x="142760" y="17564"/>
                  </a:lnTo>
                  <a:lnTo>
                    <a:pt x="138950" y="16141"/>
                  </a:lnTo>
                  <a:lnTo>
                    <a:pt x="136855" y="15786"/>
                  </a:lnTo>
                  <a:lnTo>
                    <a:pt x="132054" y="15786"/>
                  </a:lnTo>
                  <a:lnTo>
                    <a:pt x="117208" y="31165"/>
                  </a:lnTo>
                  <a:lnTo>
                    <a:pt x="117233" y="37858"/>
                  </a:lnTo>
                  <a:lnTo>
                    <a:pt x="132054" y="53073"/>
                  </a:lnTo>
                  <a:lnTo>
                    <a:pt x="136677" y="53073"/>
                  </a:lnTo>
                  <a:lnTo>
                    <a:pt x="138684" y="52768"/>
                  </a:lnTo>
                  <a:lnTo>
                    <a:pt x="142532" y="51523"/>
                  </a:lnTo>
                  <a:lnTo>
                    <a:pt x="144195" y="50292"/>
                  </a:lnTo>
                  <a:lnTo>
                    <a:pt x="145580" y="48437"/>
                  </a:lnTo>
                  <a:lnTo>
                    <a:pt x="146583" y="52222"/>
                  </a:lnTo>
                  <a:lnTo>
                    <a:pt x="155079" y="52222"/>
                  </a:lnTo>
                  <a:lnTo>
                    <a:pt x="155079" y="48437"/>
                  </a:lnTo>
                  <a:lnTo>
                    <a:pt x="155079" y="44284"/>
                  </a:lnTo>
                  <a:lnTo>
                    <a:pt x="155079" y="24561"/>
                  </a:lnTo>
                  <a:lnTo>
                    <a:pt x="155079" y="20281"/>
                  </a:lnTo>
                  <a:lnTo>
                    <a:pt x="155079" y="16789"/>
                  </a:lnTo>
                  <a:close/>
                </a:path>
                <a:path w="226059" h="53975">
                  <a:moveTo>
                    <a:pt x="187299" y="16713"/>
                  </a:moveTo>
                  <a:lnTo>
                    <a:pt x="185153" y="16141"/>
                  </a:lnTo>
                  <a:lnTo>
                    <a:pt x="183273" y="15862"/>
                  </a:lnTo>
                  <a:lnTo>
                    <a:pt x="180276" y="15862"/>
                  </a:lnTo>
                  <a:lnTo>
                    <a:pt x="171157" y="21704"/>
                  </a:lnTo>
                  <a:lnTo>
                    <a:pt x="170218" y="16789"/>
                  </a:lnTo>
                  <a:lnTo>
                    <a:pt x="161302" y="16789"/>
                  </a:lnTo>
                  <a:lnTo>
                    <a:pt x="161302" y="52222"/>
                  </a:lnTo>
                  <a:lnTo>
                    <a:pt x="171157" y="52222"/>
                  </a:lnTo>
                  <a:lnTo>
                    <a:pt x="171157" y="32194"/>
                  </a:lnTo>
                  <a:lnTo>
                    <a:pt x="171437" y="31038"/>
                  </a:lnTo>
                  <a:lnTo>
                    <a:pt x="180416" y="24777"/>
                  </a:lnTo>
                  <a:lnTo>
                    <a:pt x="182372" y="24777"/>
                  </a:lnTo>
                  <a:lnTo>
                    <a:pt x="185331" y="25285"/>
                  </a:lnTo>
                  <a:lnTo>
                    <a:pt x="185851" y="25412"/>
                  </a:lnTo>
                  <a:lnTo>
                    <a:pt x="186372" y="25488"/>
                  </a:lnTo>
                  <a:lnTo>
                    <a:pt x="187299" y="16713"/>
                  </a:lnTo>
                  <a:close/>
                </a:path>
                <a:path w="226059" h="53975">
                  <a:moveTo>
                    <a:pt x="225450" y="52222"/>
                  </a:moveTo>
                  <a:lnTo>
                    <a:pt x="210527" y="31496"/>
                  </a:lnTo>
                  <a:lnTo>
                    <a:pt x="224307" y="16789"/>
                  </a:lnTo>
                  <a:lnTo>
                    <a:pt x="212305" y="16789"/>
                  </a:lnTo>
                  <a:lnTo>
                    <a:pt x="200799" y="29006"/>
                  </a:lnTo>
                  <a:lnTo>
                    <a:pt x="200799" y="63"/>
                  </a:lnTo>
                  <a:lnTo>
                    <a:pt x="190944" y="63"/>
                  </a:lnTo>
                  <a:lnTo>
                    <a:pt x="190944" y="52222"/>
                  </a:lnTo>
                  <a:lnTo>
                    <a:pt x="200799" y="52222"/>
                  </a:lnTo>
                  <a:lnTo>
                    <a:pt x="200799" y="41859"/>
                  </a:lnTo>
                  <a:lnTo>
                    <a:pt x="204304" y="38074"/>
                  </a:lnTo>
                  <a:lnTo>
                    <a:pt x="213664" y="52222"/>
                  </a:lnTo>
                  <a:lnTo>
                    <a:pt x="225450" y="52222"/>
                  </a:lnTo>
                  <a:close/>
                </a:path>
              </a:pathLst>
            </a:custGeom>
            <a:solidFill>
              <a:srgbClr val="F75E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$PPTXTitle"/>
          <p:cNvSpPr txBox="1">
            <a:spLocks noGrp="1"/>
          </p:cNvSpPr>
          <p:nvPr>
            <p:ph type="title"/>
          </p:nvPr>
        </p:nvSpPr>
        <p:spPr>
          <a:xfrm>
            <a:off x="673099" y="1920875"/>
            <a:ext cx="2762250" cy="1570355"/>
          </a:xfrm>
          <a:prstGeom prst="rect"/>
        </p:spPr>
        <p:txBody>
          <a:bodyPr wrap="square" lIns="0" tIns="204470" rIns="0" bIns="0" rtlCol="0" vert="horz">
            <a:spAutoFit/>
          </a:bodyPr>
          <a:lstStyle/>
          <a:p>
            <a:pPr marL="12700" marR="5080">
              <a:lnSpc>
                <a:spcPct val="77900"/>
              </a:lnSpc>
              <a:spcBef>
                <a:spcPts val="1610"/>
              </a:spcBef>
            </a:pPr>
            <a:r>
              <a:rPr dirty="0" sz="5700" spc="-440"/>
              <a:t>Widgets </a:t>
            </a:r>
            <a:r>
              <a:rPr dirty="0" sz="5700" spc="-220"/>
              <a:t>&amp;</a:t>
            </a:r>
            <a:r>
              <a:rPr dirty="0" sz="5700" spc="-250"/>
              <a:t> </a:t>
            </a:r>
            <a:r>
              <a:rPr dirty="0" sz="5700" spc="-425"/>
              <a:t>Layout.</a:t>
            </a:r>
            <a:endParaRPr sz="5700"/>
          </a:p>
        </p:txBody>
      </p:sp>
      <p:sp>
        <p:nvSpPr>
          <p:cNvPr id="14" name="object 14"/>
          <p:cNvSpPr txBox="1"/>
          <p:nvPr/>
        </p:nvSpPr>
        <p:spPr>
          <a:xfrm>
            <a:off x="673099" y="3943984"/>
            <a:ext cx="5838190" cy="1149350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12700" marR="5080">
              <a:lnSpc>
                <a:spcPct val="112400"/>
              </a:lnSpc>
              <a:spcBef>
                <a:spcPts val="50"/>
              </a:spcBef>
            </a:pPr>
            <a:r>
              <a:rPr dirty="0" sz="1650" spc="-100">
                <a:solidFill>
                  <a:srgbClr val="4A4E6A"/>
                </a:solidFill>
                <a:latin typeface="Tahoma"/>
                <a:cs typeface="Tahoma"/>
              </a:rPr>
              <a:t>Yesterday</a:t>
            </a:r>
            <a:r>
              <a:rPr dirty="0" sz="1650" spc="-13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650" spc="-80">
                <a:solidFill>
                  <a:srgbClr val="4A4E6A"/>
                </a:solidFill>
                <a:latin typeface="Tahoma"/>
                <a:cs typeface="Tahoma"/>
              </a:rPr>
              <a:t>you</a:t>
            </a:r>
            <a:r>
              <a:rPr dirty="0" sz="1650" spc="-13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650" spc="-40">
                <a:solidFill>
                  <a:srgbClr val="4A4E6A"/>
                </a:solidFill>
                <a:latin typeface="Tahoma"/>
                <a:cs typeface="Tahoma"/>
              </a:rPr>
              <a:t>built</a:t>
            </a:r>
            <a:r>
              <a:rPr dirty="0" sz="1650" spc="-13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650" spc="-85">
                <a:solidFill>
                  <a:srgbClr val="4A4E6A"/>
                </a:solidFill>
                <a:latin typeface="Tahoma"/>
                <a:cs typeface="Tahoma"/>
              </a:rPr>
              <a:t>a</a:t>
            </a:r>
            <a:r>
              <a:rPr dirty="0" sz="1650" spc="-13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650" spc="-100">
                <a:solidFill>
                  <a:srgbClr val="4A4E6A"/>
                </a:solidFill>
                <a:latin typeface="Tahoma"/>
                <a:cs typeface="Tahoma"/>
              </a:rPr>
              <a:t>5-</a:t>
            </a:r>
            <a:r>
              <a:rPr dirty="0" sz="1650" spc="-40">
                <a:solidFill>
                  <a:srgbClr val="4A4E6A"/>
                </a:solidFill>
                <a:latin typeface="Tahoma"/>
                <a:cs typeface="Tahoma"/>
              </a:rPr>
              <a:t>line</a:t>
            </a:r>
            <a:r>
              <a:rPr dirty="0" sz="1650" spc="-13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650" spc="-80">
                <a:solidFill>
                  <a:srgbClr val="4A4E6A"/>
                </a:solidFill>
                <a:latin typeface="Tahoma"/>
                <a:cs typeface="Tahoma"/>
              </a:rPr>
              <a:t>app.</a:t>
            </a:r>
            <a:r>
              <a:rPr dirty="0" sz="1650" spc="-130">
                <a:solidFill>
                  <a:srgbClr val="4A4E6A"/>
                </a:solidFill>
                <a:latin typeface="Tahoma"/>
                <a:cs typeface="Tahoma"/>
              </a:rPr>
              <a:t> Today </a:t>
            </a:r>
            <a:r>
              <a:rPr dirty="0" sz="1650" spc="-65">
                <a:solidFill>
                  <a:srgbClr val="4A4E6A"/>
                </a:solidFill>
                <a:latin typeface="Tahoma"/>
                <a:cs typeface="Tahoma"/>
              </a:rPr>
              <a:t>we</a:t>
            </a:r>
            <a:r>
              <a:rPr dirty="0" sz="1650" spc="-13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650" spc="-70">
                <a:solidFill>
                  <a:srgbClr val="4A4E6A"/>
                </a:solidFill>
                <a:latin typeface="Tahoma"/>
                <a:cs typeface="Tahoma"/>
              </a:rPr>
              <a:t>add</a:t>
            </a:r>
            <a:r>
              <a:rPr dirty="0" sz="1650" spc="-13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650" spc="-50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1650" spc="-13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650" spc="-80">
                <a:solidFill>
                  <a:srgbClr val="4A4E6A"/>
                </a:solidFill>
                <a:latin typeface="Tahoma"/>
                <a:cs typeface="Tahoma"/>
              </a:rPr>
              <a:t>5</a:t>
            </a:r>
            <a:r>
              <a:rPr dirty="0" sz="1650" spc="-13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650" spc="-70">
                <a:solidFill>
                  <a:srgbClr val="4A4E6A"/>
                </a:solidFill>
                <a:latin typeface="Tahoma"/>
                <a:cs typeface="Tahoma"/>
              </a:rPr>
              <a:t>layout</a:t>
            </a:r>
            <a:r>
              <a:rPr dirty="0" sz="1650" spc="-13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650" spc="-10">
                <a:solidFill>
                  <a:srgbClr val="4A4E6A"/>
                </a:solidFill>
                <a:latin typeface="Tahoma"/>
                <a:cs typeface="Tahoma"/>
              </a:rPr>
              <a:t>primitives </a:t>
            </a:r>
            <a:r>
              <a:rPr dirty="0" sz="1650" spc="-55">
                <a:solidFill>
                  <a:srgbClr val="4A4E6A"/>
                </a:solidFill>
                <a:latin typeface="Tahoma"/>
                <a:cs typeface="Tahoma"/>
              </a:rPr>
              <a:t>that</a:t>
            </a:r>
            <a:r>
              <a:rPr dirty="0" sz="1650" spc="-13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650" spc="-55">
                <a:solidFill>
                  <a:srgbClr val="4A4E6A"/>
                </a:solidFill>
                <a:latin typeface="Tahoma"/>
                <a:cs typeface="Tahoma"/>
              </a:rPr>
              <a:t>turn</a:t>
            </a:r>
            <a:r>
              <a:rPr dirty="0" sz="1650" spc="-13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650" spc="-85">
                <a:solidFill>
                  <a:srgbClr val="4A4E6A"/>
                </a:solidFill>
                <a:latin typeface="Tahoma"/>
                <a:cs typeface="Tahoma"/>
              </a:rPr>
              <a:t>a</a:t>
            </a:r>
            <a:r>
              <a:rPr dirty="0" sz="1650" spc="-13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650" spc="-85">
                <a:solidFill>
                  <a:srgbClr val="4A4E6A"/>
                </a:solidFill>
                <a:latin typeface="Tahoma"/>
                <a:cs typeface="Tahoma"/>
              </a:rPr>
              <a:t>stack</a:t>
            </a:r>
            <a:r>
              <a:rPr dirty="0" sz="1650" spc="-13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650" spc="-45">
                <a:solidFill>
                  <a:srgbClr val="4A4E6A"/>
                </a:solidFill>
                <a:latin typeface="Tahoma"/>
                <a:cs typeface="Tahoma"/>
              </a:rPr>
              <a:t>of</a:t>
            </a:r>
            <a:r>
              <a:rPr dirty="0" sz="1650" spc="-13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650" spc="-75">
                <a:solidFill>
                  <a:srgbClr val="4A4E6A"/>
                </a:solidFill>
                <a:latin typeface="Tahoma"/>
                <a:cs typeface="Tahoma"/>
              </a:rPr>
              <a:t>widgets</a:t>
            </a:r>
            <a:r>
              <a:rPr dirty="0" sz="1650" spc="-13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650" spc="-50">
                <a:solidFill>
                  <a:srgbClr val="4A4E6A"/>
                </a:solidFill>
                <a:latin typeface="Tahoma"/>
                <a:cs typeface="Tahoma"/>
              </a:rPr>
              <a:t>into</a:t>
            </a:r>
            <a:r>
              <a:rPr dirty="0" sz="1650" spc="-13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650" spc="-85">
                <a:solidFill>
                  <a:srgbClr val="4A4E6A"/>
                </a:solidFill>
                <a:latin typeface="Tahoma"/>
                <a:cs typeface="Tahoma"/>
              </a:rPr>
              <a:t>a</a:t>
            </a:r>
            <a:r>
              <a:rPr dirty="0" sz="1650" spc="-13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650" spc="-60">
                <a:solidFill>
                  <a:srgbClr val="4A4E6A"/>
                </a:solidFill>
                <a:latin typeface="Tahoma"/>
                <a:cs typeface="Tahoma"/>
              </a:rPr>
              <a:t>real</a:t>
            </a:r>
            <a:r>
              <a:rPr dirty="0" sz="1650" spc="-13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650" spc="-75">
                <a:solidFill>
                  <a:srgbClr val="4A4E6A"/>
                </a:solidFill>
                <a:latin typeface="Tahoma"/>
                <a:cs typeface="Tahoma"/>
              </a:rPr>
              <a:t>dashboard</a:t>
            </a:r>
            <a:r>
              <a:rPr dirty="0" sz="1650" spc="-13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650" spc="-15">
                <a:solidFill>
                  <a:srgbClr val="4A4E6A"/>
                </a:solidFill>
                <a:latin typeface="Tahoma"/>
                <a:cs typeface="Tahoma"/>
              </a:rPr>
              <a:t>—</a:t>
            </a:r>
            <a:r>
              <a:rPr dirty="0" sz="1650" spc="-13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650" spc="-10">
                <a:solidFill>
                  <a:srgbClr val="4A4E6A"/>
                </a:solidFill>
                <a:latin typeface="Tahoma"/>
                <a:cs typeface="Tahoma"/>
              </a:rPr>
              <a:t>sidebars, </a:t>
            </a:r>
            <a:r>
              <a:rPr dirty="0" sz="1650" spc="-80">
                <a:solidFill>
                  <a:srgbClr val="4A4E6A"/>
                </a:solidFill>
                <a:latin typeface="Tahoma"/>
                <a:cs typeface="Tahoma"/>
              </a:rPr>
              <a:t>columns,</a:t>
            </a:r>
            <a:r>
              <a:rPr dirty="0" sz="1650" spc="-12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650" spc="-80">
                <a:solidFill>
                  <a:srgbClr val="4A4E6A"/>
                </a:solidFill>
                <a:latin typeface="Tahoma"/>
                <a:cs typeface="Tahoma"/>
              </a:rPr>
              <a:t>tabs,</a:t>
            </a:r>
            <a:r>
              <a:rPr dirty="0" sz="1650" spc="-12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650" spc="-85">
                <a:solidFill>
                  <a:srgbClr val="4A4E6A"/>
                </a:solidFill>
                <a:latin typeface="Tahoma"/>
                <a:cs typeface="Tahoma"/>
              </a:rPr>
              <a:t>expanders,</a:t>
            </a:r>
            <a:r>
              <a:rPr dirty="0" sz="1650" spc="-12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650" spc="-75">
                <a:solidFill>
                  <a:srgbClr val="4A4E6A"/>
                </a:solidFill>
                <a:latin typeface="Tahoma"/>
                <a:cs typeface="Tahoma"/>
              </a:rPr>
              <a:t>and</a:t>
            </a:r>
            <a:r>
              <a:rPr dirty="0" sz="1650" spc="-12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650" spc="-50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1650" spc="-12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650" spc="-80">
                <a:solidFill>
                  <a:srgbClr val="4A4E6A"/>
                </a:solidFill>
                <a:latin typeface="Tahoma"/>
                <a:cs typeface="Tahoma"/>
              </a:rPr>
              <a:t>session</a:t>
            </a:r>
            <a:r>
              <a:rPr dirty="0" sz="1650" spc="-12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650" spc="-70">
                <a:solidFill>
                  <a:srgbClr val="4A4E6A"/>
                </a:solidFill>
                <a:latin typeface="Tahoma"/>
                <a:cs typeface="Tahoma"/>
              </a:rPr>
              <a:t>state</a:t>
            </a:r>
            <a:r>
              <a:rPr dirty="0" sz="1650" spc="-12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650" spc="-55">
                <a:solidFill>
                  <a:srgbClr val="4A4E6A"/>
                </a:solidFill>
                <a:latin typeface="Tahoma"/>
                <a:cs typeface="Tahoma"/>
              </a:rPr>
              <a:t>that</a:t>
            </a:r>
            <a:r>
              <a:rPr dirty="0" sz="1650" spc="-12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650" spc="-100">
                <a:solidFill>
                  <a:srgbClr val="4A4E6A"/>
                </a:solidFill>
                <a:latin typeface="Tahoma"/>
                <a:cs typeface="Tahoma"/>
              </a:rPr>
              <a:t>makes</a:t>
            </a:r>
            <a:r>
              <a:rPr dirty="0" sz="1650" spc="-12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650" spc="-10">
                <a:solidFill>
                  <a:srgbClr val="4A4E6A"/>
                </a:solidFill>
                <a:latin typeface="Tahoma"/>
                <a:cs typeface="Tahoma"/>
              </a:rPr>
              <a:t>it</a:t>
            </a:r>
            <a:r>
              <a:rPr dirty="0" sz="1650" spc="-12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650" spc="-25">
                <a:solidFill>
                  <a:srgbClr val="4A4E6A"/>
                </a:solidFill>
                <a:latin typeface="Tahoma"/>
                <a:cs typeface="Tahoma"/>
              </a:rPr>
              <a:t>all </a:t>
            </a:r>
            <a:r>
              <a:rPr dirty="0" sz="1650" spc="-10">
                <a:solidFill>
                  <a:srgbClr val="4A4E6A"/>
                </a:solidFill>
                <a:latin typeface="Tahoma"/>
                <a:cs typeface="Tahoma"/>
              </a:rPr>
              <a:t>remember.</a:t>
            </a:r>
            <a:endParaRPr sz="165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067625" y="2450464"/>
            <a:ext cx="1572260" cy="556895"/>
          </a:xfrm>
          <a:prstGeom prst="rect">
            <a:avLst/>
          </a:prstGeom>
        </p:spPr>
        <p:txBody>
          <a:bodyPr wrap="square" lIns="0" tIns="673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dirty="0" sz="800" spc="-55" b="1">
                <a:solidFill>
                  <a:srgbClr val="797E94"/>
                </a:solidFill>
                <a:latin typeface="Cambria"/>
                <a:cs typeface="Cambria"/>
              </a:rPr>
              <a:t>P</a:t>
            </a:r>
            <a:r>
              <a:rPr dirty="0" sz="800" spc="-30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800" spc="-65" b="1">
                <a:solidFill>
                  <a:srgbClr val="797E94"/>
                </a:solidFill>
                <a:latin typeface="Cambria"/>
                <a:cs typeface="Cambria"/>
              </a:rPr>
              <a:t>R</a:t>
            </a:r>
            <a:r>
              <a:rPr dirty="0" sz="800" spc="-35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800" b="1">
                <a:solidFill>
                  <a:srgbClr val="797E94"/>
                </a:solidFill>
                <a:latin typeface="Cambria"/>
                <a:cs typeface="Cambria"/>
              </a:rPr>
              <a:t>O</a:t>
            </a:r>
            <a:r>
              <a:rPr dirty="0" sz="800" spc="-25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800" b="1">
                <a:solidFill>
                  <a:srgbClr val="797E94"/>
                </a:solidFill>
                <a:latin typeface="Cambria"/>
                <a:cs typeface="Cambria"/>
              </a:rPr>
              <a:t>G</a:t>
            </a:r>
            <a:r>
              <a:rPr dirty="0" sz="800" spc="-25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800" spc="-70" b="1">
                <a:solidFill>
                  <a:srgbClr val="797E94"/>
                </a:solidFill>
                <a:latin typeface="Cambria"/>
                <a:cs typeface="Cambria"/>
              </a:rPr>
              <a:t>R</a:t>
            </a:r>
            <a:r>
              <a:rPr dirty="0" sz="800" spc="-30" b="1">
                <a:solidFill>
                  <a:srgbClr val="797E94"/>
                </a:solidFill>
                <a:latin typeface="Cambria"/>
                <a:cs typeface="Cambria"/>
              </a:rPr>
              <a:t> A</a:t>
            </a:r>
            <a:r>
              <a:rPr dirty="0" sz="800" spc="-25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800" spc="-50" b="1">
                <a:solidFill>
                  <a:srgbClr val="797E94"/>
                </a:solidFill>
                <a:latin typeface="Cambria"/>
                <a:cs typeface="Cambria"/>
              </a:rPr>
              <a:t>M</a:t>
            </a:r>
            <a:endParaRPr sz="8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dirty="0" sz="1650" spc="-105" b="1">
                <a:solidFill>
                  <a:srgbClr val="293283"/>
                </a:solidFill>
                <a:latin typeface="Cambria"/>
                <a:cs typeface="Cambria"/>
              </a:rPr>
              <a:t>Python</a:t>
            </a:r>
            <a:r>
              <a:rPr dirty="0" sz="1650" spc="45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1650" spc="-110" b="1">
                <a:solidFill>
                  <a:srgbClr val="293283"/>
                </a:solidFill>
                <a:latin typeface="Cambria"/>
                <a:cs typeface="Cambria"/>
              </a:rPr>
              <a:t>Internship</a:t>
            </a:r>
            <a:endParaRPr sz="1650">
              <a:latin typeface="Cambria"/>
              <a:cs typeface="Cambr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067625" y="3311525"/>
            <a:ext cx="414655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100" b="1">
                <a:solidFill>
                  <a:srgbClr val="797E94"/>
                </a:solidFill>
                <a:latin typeface="Cambria"/>
                <a:cs typeface="Cambria"/>
              </a:rPr>
              <a:t>L</a:t>
            </a:r>
            <a:r>
              <a:rPr dirty="0" sz="800" spc="-30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800" spc="-70" b="1">
                <a:solidFill>
                  <a:srgbClr val="797E94"/>
                </a:solidFill>
                <a:latin typeface="Cambria"/>
                <a:cs typeface="Cambria"/>
              </a:rPr>
              <a:t>E</a:t>
            </a:r>
            <a:r>
              <a:rPr dirty="0" sz="800" spc="-30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800" b="1">
                <a:solidFill>
                  <a:srgbClr val="797E94"/>
                </a:solidFill>
                <a:latin typeface="Cambria"/>
                <a:cs typeface="Cambria"/>
              </a:rPr>
              <a:t>D</a:t>
            </a:r>
            <a:r>
              <a:rPr dirty="0" sz="800" spc="285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800" spc="-70" b="1">
                <a:solidFill>
                  <a:srgbClr val="797E94"/>
                </a:solidFill>
                <a:latin typeface="Cambria"/>
                <a:cs typeface="Cambria"/>
              </a:rPr>
              <a:t>B</a:t>
            </a:r>
            <a:r>
              <a:rPr dirty="0" sz="800" spc="-60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800" spc="-50" b="1">
                <a:solidFill>
                  <a:srgbClr val="797E94"/>
                </a:solidFill>
                <a:latin typeface="Cambria"/>
                <a:cs typeface="Cambria"/>
              </a:rPr>
              <a:t>Y</a:t>
            </a:r>
            <a:endParaRPr sz="800">
              <a:latin typeface="Cambria"/>
              <a:cs typeface="Cambr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067625" y="3549650"/>
            <a:ext cx="554990" cy="276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50" spc="-130" b="1">
                <a:solidFill>
                  <a:srgbClr val="293283"/>
                </a:solidFill>
                <a:latin typeface="Cambria"/>
                <a:cs typeface="Cambria"/>
              </a:rPr>
              <a:t>Zlaark</a:t>
            </a:r>
            <a:endParaRPr sz="1650">
              <a:latin typeface="Cambria"/>
              <a:cs typeface="Cambr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067625" y="4079239"/>
            <a:ext cx="613410" cy="556895"/>
          </a:xfrm>
          <a:prstGeom prst="rect">
            <a:avLst/>
          </a:prstGeom>
        </p:spPr>
        <p:txBody>
          <a:bodyPr wrap="square" lIns="0" tIns="673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dirty="0" sz="800" spc="-30" b="1">
                <a:solidFill>
                  <a:srgbClr val="797E94"/>
                </a:solidFill>
                <a:latin typeface="Cambria"/>
                <a:cs typeface="Cambria"/>
              </a:rPr>
              <a:t>S </a:t>
            </a:r>
            <a:r>
              <a:rPr dirty="0" sz="800" spc="-65" b="1">
                <a:solidFill>
                  <a:srgbClr val="797E94"/>
                </a:solidFill>
                <a:latin typeface="Cambria"/>
                <a:cs typeface="Cambria"/>
              </a:rPr>
              <a:t>E</a:t>
            </a:r>
            <a:r>
              <a:rPr dirty="0" sz="800" spc="-35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800" spc="-30" b="1">
                <a:solidFill>
                  <a:srgbClr val="797E94"/>
                </a:solidFill>
                <a:latin typeface="Cambria"/>
                <a:cs typeface="Cambria"/>
              </a:rPr>
              <a:t>S</a:t>
            </a:r>
            <a:r>
              <a:rPr dirty="0" sz="800" spc="-25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800" spc="-30" b="1">
                <a:solidFill>
                  <a:srgbClr val="797E94"/>
                </a:solidFill>
                <a:latin typeface="Cambria"/>
                <a:cs typeface="Cambria"/>
              </a:rPr>
              <a:t>S </a:t>
            </a:r>
            <a:r>
              <a:rPr dirty="0" sz="800" spc="-65" b="1">
                <a:solidFill>
                  <a:srgbClr val="797E94"/>
                </a:solidFill>
                <a:latin typeface="Cambria"/>
                <a:cs typeface="Cambria"/>
              </a:rPr>
              <a:t>I</a:t>
            </a:r>
            <a:r>
              <a:rPr dirty="0" sz="800" spc="-25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800" b="1">
                <a:solidFill>
                  <a:srgbClr val="797E94"/>
                </a:solidFill>
                <a:latin typeface="Cambria"/>
                <a:cs typeface="Cambria"/>
              </a:rPr>
              <a:t>O</a:t>
            </a:r>
            <a:r>
              <a:rPr dirty="0" sz="800" spc="-25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800" spc="-50" b="1">
                <a:solidFill>
                  <a:srgbClr val="797E94"/>
                </a:solidFill>
                <a:latin typeface="Cambria"/>
                <a:cs typeface="Cambria"/>
              </a:rPr>
              <a:t>N</a:t>
            </a:r>
            <a:endParaRPr sz="8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dirty="0" sz="1650" spc="-155" b="1">
                <a:solidFill>
                  <a:srgbClr val="293283"/>
                </a:solidFill>
                <a:latin typeface="Cambria"/>
                <a:cs typeface="Cambria"/>
              </a:rPr>
              <a:t>5</a:t>
            </a:r>
            <a:r>
              <a:rPr dirty="0" sz="1650" spc="-5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1650" b="1">
                <a:solidFill>
                  <a:srgbClr val="293283"/>
                </a:solidFill>
                <a:latin typeface="Cambria"/>
                <a:cs typeface="Cambria"/>
              </a:rPr>
              <a:t>of</a:t>
            </a:r>
            <a:r>
              <a:rPr dirty="0" sz="1650" spc="-80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1650" spc="-110" b="1">
                <a:solidFill>
                  <a:srgbClr val="293283"/>
                </a:solidFill>
                <a:latin typeface="Cambria"/>
                <a:cs typeface="Cambria"/>
              </a:rPr>
              <a:t>24</a:t>
            </a:r>
            <a:endParaRPr sz="1650">
              <a:latin typeface="Cambria"/>
              <a:cs typeface="Cambr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0442921" y="6102349"/>
            <a:ext cx="1056640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solidFill>
                  <a:srgbClr val="4A4E6A"/>
                </a:solidFill>
                <a:latin typeface="Tahoma"/>
                <a:cs typeface="Tahoma"/>
              </a:rPr>
              <a:t>1</a:t>
            </a:r>
            <a:r>
              <a:rPr dirty="0" sz="950" spc="20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50" spc="-20">
                <a:solidFill>
                  <a:srgbClr val="4A4E6A"/>
                </a:solidFill>
                <a:latin typeface="Tahoma"/>
                <a:cs typeface="Tahoma"/>
              </a:rPr>
              <a:t>A</a:t>
            </a:r>
            <a:r>
              <a:rPr dirty="0" sz="950" spc="-1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4A4E6A"/>
                </a:solidFill>
                <a:latin typeface="Tahoma"/>
                <a:cs typeface="Tahoma"/>
              </a:rPr>
              <a:t>U</a:t>
            </a:r>
            <a:r>
              <a:rPr dirty="0" sz="950" spc="-1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50" spc="-35">
                <a:solidFill>
                  <a:srgbClr val="4A4E6A"/>
                </a:solidFill>
                <a:latin typeface="Tahoma"/>
                <a:cs typeface="Tahoma"/>
              </a:rPr>
              <a:t>G</a:t>
            </a:r>
            <a:r>
              <a:rPr dirty="0" sz="950" spc="-1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4A4E6A"/>
                </a:solidFill>
                <a:latin typeface="Tahoma"/>
                <a:cs typeface="Tahoma"/>
              </a:rPr>
              <a:t>U</a:t>
            </a:r>
            <a:r>
              <a:rPr dirty="0" sz="950" spc="-1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50" spc="-85">
                <a:solidFill>
                  <a:srgbClr val="4A4E6A"/>
                </a:solidFill>
                <a:latin typeface="Tahoma"/>
                <a:cs typeface="Tahoma"/>
              </a:rPr>
              <a:t>S</a:t>
            </a:r>
            <a:r>
              <a:rPr dirty="0" sz="950" spc="-1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4A4E6A"/>
                </a:solidFill>
                <a:latin typeface="Tahoma"/>
                <a:cs typeface="Tahoma"/>
              </a:rPr>
              <a:t>T</a:t>
            </a:r>
            <a:r>
              <a:rPr dirty="0" sz="950" spc="22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50" spc="-30">
                <a:solidFill>
                  <a:srgbClr val="4A4E6A"/>
                </a:solidFill>
                <a:latin typeface="Tahoma"/>
                <a:cs typeface="Tahoma"/>
              </a:rPr>
              <a:t>2</a:t>
            </a:r>
            <a:r>
              <a:rPr dirty="0" sz="950" spc="-1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50" spc="-30">
                <a:solidFill>
                  <a:srgbClr val="4A4E6A"/>
                </a:solidFill>
                <a:latin typeface="Tahoma"/>
                <a:cs typeface="Tahoma"/>
              </a:rPr>
              <a:t>0</a:t>
            </a:r>
            <a:r>
              <a:rPr dirty="0" sz="950" spc="-1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50" spc="-30">
                <a:solidFill>
                  <a:srgbClr val="4A4E6A"/>
                </a:solidFill>
                <a:latin typeface="Tahoma"/>
                <a:cs typeface="Tahoma"/>
              </a:rPr>
              <a:t>2</a:t>
            </a:r>
            <a:r>
              <a:rPr dirty="0" sz="950" spc="-1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50" spc="-50">
                <a:solidFill>
                  <a:srgbClr val="4A4E6A"/>
                </a:solidFill>
                <a:latin typeface="Tahoma"/>
                <a:cs typeface="Tahoma"/>
              </a:rPr>
              <a:t>6</a:t>
            </a:r>
            <a:endParaRPr sz="9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25500" y="587375"/>
            <a:ext cx="113665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5" b="1">
                <a:solidFill>
                  <a:srgbClr val="FF6A5B"/>
                </a:solidFill>
                <a:latin typeface="Cambria"/>
                <a:cs typeface="Cambria"/>
              </a:rPr>
              <a:t>A</a:t>
            </a:r>
            <a:r>
              <a:rPr dirty="0" sz="900" spc="-5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20" b="1">
                <a:solidFill>
                  <a:srgbClr val="FF6A5B"/>
                </a:solidFill>
                <a:latin typeface="Cambria"/>
                <a:cs typeface="Cambria"/>
              </a:rPr>
              <a:t>G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95" b="1">
                <a:solidFill>
                  <a:srgbClr val="FF6A5B"/>
                </a:solidFill>
                <a:latin typeface="Cambria"/>
                <a:cs typeface="Cambria"/>
              </a:rPr>
              <a:t>E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30" b="1">
                <a:solidFill>
                  <a:srgbClr val="FF6A5B"/>
                </a:solidFill>
                <a:latin typeface="Cambria"/>
                <a:cs typeface="Cambria"/>
              </a:rPr>
              <a:t>N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85" b="1">
                <a:solidFill>
                  <a:srgbClr val="FF6A5B"/>
                </a:solidFill>
                <a:latin typeface="Cambria"/>
                <a:cs typeface="Cambria"/>
              </a:rPr>
              <a:t>D</a:t>
            </a:r>
            <a:r>
              <a:rPr dirty="0" sz="900" spc="-6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b="1">
                <a:solidFill>
                  <a:srgbClr val="FF6A5B"/>
                </a:solidFill>
                <a:latin typeface="Cambria"/>
                <a:cs typeface="Cambria"/>
              </a:rPr>
              <a:t>A</a:t>
            </a:r>
            <a:r>
              <a:rPr dirty="0" sz="900" spc="295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b="1">
                <a:solidFill>
                  <a:srgbClr val="FF6A5B"/>
                </a:solidFill>
                <a:latin typeface="Cambria"/>
                <a:cs typeface="Cambria"/>
              </a:rPr>
              <a:t>·</a:t>
            </a:r>
            <a:r>
              <a:rPr dirty="0" sz="900" spc="32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85" b="1">
                <a:solidFill>
                  <a:srgbClr val="FF6A5B"/>
                </a:solidFill>
                <a:latin typeface="Cambria"/>
                <a:cs typeface="Cambria"/>
              </a:rPr>
              <a:t>D</a:t>
            </a:r>
            <a:r>
              <a:rPr dirty="0" sz="900" spc="-6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b="1">
                <a:solidFill>
                  <a:srgbClr val="FF6A5B"/>
                </a:solidFill>
                <a:latin typeface="Cambria"/>
                <a:cs typeface="Cambria"/>
              </a:rPr>
              <a:t>AY</a:t>
            </a:r>
            <a:r>
              <a:rPr dirty="0" sz="900" spc="32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95" b="1">
                <a:solidFill>
                  <a:srgbClr val="FF6A5B"/>
                </a:solidFill>
                <a:latin typeface="Cambria"/>
                <a:cs typeface="Cambria"/>
              </a:rPr>
              <a:t>0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50" b="1">
                <a:solidFill>
                  <a:srgbClr val="FF6A5B"/>
                </a:solidFill>
                <a:latin typeface="Cambria"/>
                <a:cs typeface="Cambria"/>
              </a:rPr>
              <a:t>5</a:t>
            </a:r>
            <a:endParaRPr sz="900">
              <a:latin typeface="Cambria"/>
              <a:cs typeface="Cambri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673099" y="570229"/>
            <a:ext cx="7789545" cy="1107440"/>
          </a:xfrm>
          <a:prstGeom prst="rect"/>
        </p:spPr>
        <p:txBody>
          <a:bodyPr wrap="square" lIns="0" tIns="2298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10"/>
              </a:spcBef>
            </a:pPr>
            <a:r>
              <a:rPr dirty="0" sz="2850" spc="-204"/>
              <a:t>How</a:t>
            </a:r>
            <a:r>
              <a:rPr dirty="0" sz="2850" spc="-20"/>
              <a:t> </a:t>
            </a:r>
            <a:r>
              <a:rPr dirty="0" sz="2850" spc="-150"/>
              <a:t>we’ll</a:t>
            </a:r>
            <a:r>
              <a:rPr dirty="0" sz="2850" spc="-10"/>
              <a:t> </a:t>
            </a:r>
            <a:r>
              <a:rPr dirty="0" sz="2850" spc="-204"/>
              <a:t>spend</a:t>
            </a:r>
            <a:r>
              <a:rPr dirty="0" sz="2850" spc="-10"/>
              <a:t> </a:t>
            </a:r>
            <a:r>
              <a:rPr dirty="0" sz="2850" spc="-225"/>
              <a:t>our</a:t>
            </a:r>
            <a:r>
              <a:rPr dirty="0" sz="2850" spc="-10"/>
              <a:t> </a:t>
            </a:r>
            <a:r>
              <a:rPr dirty="0" sz="2850" spc="-270"/>
              <a:t>90</a:t>
            </a:r>
            <a:r>
              <a:rPr dirty="0" sz="2850" spc="-10"/>
              <a:t> </a:t>
            </a:r>
            <a:r>
              <a:rPr dirty="0" sz="2850" spc="-204"/>
              <a:t>minutes</a:t>
            </a:r>
            <a:r>
              <a:rPr dirty="0" sz="2850" spc="-5"/>
              <a:t> </a:t>
            </a:r>
            <a:r>
              <a:rPr dirty="0" sz="2850" spc="-10"/>
              <a:t>today.</a:t>
            </a:r>
            <a:endParaRPr sz="2850"/>
          </a:p>
          <a:p>
            <a:pPr marL="12700" marR="5080">
              <a:lnSpc>
                <a:spcPct val="119000"/>
              </a:lnSpc>
              <a:spcBef>
                <a:spcPts val="390"/>
              </a:spcBef>
            </a:pPr>
            <a:r>
              <a:rPr dirty="0" sz="1050" spc="-55" b="0">
                <a:solidFill>
                  <a:srgbClr val="797E94"/>
                </a:solidFill>
                <a:latin typeface="Tahoma"/>
                <a:cs typeface="Tahoma"/>
              </a:rPr>
              <a:t>Five</a:t>
            </a:r>
            <a:r>
              <a:rPr dirty="0" sz="1050" spc="-60" b="0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1050" spc="-50" b="0">
                <a:solidFill>
                  <a:srgbClr val="797E94"/>
                </a:solidFill>
                <a:latin typeface="Tahoma"/>
                <a:cs typeface="Tahoma"/>
              </a:rPr>
              <a:t>layout</a:t>
            </a:r>
            <a:r>
              <a:rPr dirty="0" sz="1050" spc="-60" b="0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1050" spc="-45" b="0">
                <a:solidFill>
                  <a:srgbClr val="797E94"/>
                </a:solidFill>
                <a:latin typeface="Tahoma"/>
                <a:cs typeface="Tahoma"/>
              </a:rPr>
              <a:t>primitives,</a:t>
            </a:r>
            <a:r>
              <a:rPr dirty="0" sz="1050" spc="-60" b="0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1050" spc="-45" b="0">
                <a:solidFill>
                  <a:srgbClr val="797E94"/>
                </a:solidFill>
                <a:latin typeface="Tahoma"/>
                <a:cs typeface="Tahoma"/>
              </a:rPr>
              <a:t>one</a:t>
            </a:r>
            <a:r>
              <a:rPr dirty="0" sz="1050" spc="-60" b="0">
                <a:solidFill>
                  <a:srgbClr val="797E94"/>
                </a:solidFill>
                <a:latin typeface="Tahoma"/>
                <a:cs typeface="Tahoma"/>
              </a:rPr>
              <a:t> session-</a:t>
            </a:r>
            <a:r>
              <a:rPr dirty="0" sz="1050" spc="-50" b="0">
                <a:solidFill>
                  <a:srgbClr val="797E94"/>
                </a:solidFill>
                <a:latin typeface="Tahoma"/>
                <a:cs typeface="Tahoma"/>
              </a:rPr>
              <a:t>state</a:t>
            </a:r>
            <a:r>
              <a:rPr dirty="0" sz="1050" spc="-60" b="0">
                <a:solidFill>
                  <a:srgbClr val="797E94"/>
                </a:solidFill>
                <a:latin typeface="Tahoma"/>
                <a:cs typeface="Tahoma"/>
              </a:rPr>
              <a:t> preview, </a:t>
            </a:r>
            <a:r>
              <a:rPr dirty="0" sz="1050" spc="-55" b="0">
                <a:solidFill>
                  <a:srgbClr val="797E94"/>
                </a:solidFill>
                <a:latin typeface="Tahoma"/>
                <a:cs typeface="Tahoma"/>
              </a:rPr>
              <a:t>and</a:t>
            </a:r>
            <a:r>
              <a:rPr dirty="0" sz="1050" spc="-60" b="0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1050" spc="-55" b="0">
                <a:solidFill>
                  <a:srgbClr val="797E94"/>
                </a:solidFill>
                <a:latin typeface="Tahoma"/>
                <a:cs typeface="Tahoma"/>
              </a:rPr>
              <a:t>a</a:t>
            </a:r>
            <a:r>
              <a:rPr dirty="0" sz="1050" spc="-60" b="0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1050" spc="-55" b="0">
                <a:solidFill>
                  <a:srgbClr val="797E94"/>
                </a:solidFill>
                <a:latin typeface="Tahoma"/>
                <a:cs typeface="Tahoma"/>
              </a:rPr>
              <a:t>personal-info-</a:t>
            </a:r>
            <a:r>
              <a:rPr dirty="0" sz="1050" spc="-45" b="0">
                <a:solidFill>
                  <a:srgbClr val="797E94"/>
                </a:solidFill>
                <a:latin typeface="Tahoma"/>
                <a:cs typeface="Tahoma"/>
              </a:rPr>
              <a:t>form</a:t>
            </a:r>
            <a:r>
              <a:rPr dirty="0" sz="1050" spc="-60" b="0">
                <a:solidFill>
                  <a:srgbClr val="797E94"/>
                </a:solidFill>
                <a:latin typeface="Tahoma"/>
                <a:cs typeface="Tahoma"/>
              </a:rPr>
              <a:t> exercise. </a:t>
            </a:r>
            <a:r>
              <a:rPr dirty="0" sz="1050" spc="-75" b="0">
                <a:solidFill>
                  <a:srgbClr val="797E94"/>
                </a:solidFill>
                <a:latin typeface="Tahoma"/>
                <a:cs typeface="Tahoma"/>
              </a:rPr>
              <a:t>The</a:t>
            </a:r>
            <a:r>
              <a:rPr dirty="0" sz="1050" spc="-60" b="0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1050" spc="-65" b="0">
                <a:solidFill>
                  <a:srgbClr val="797E94"/>
                </a:solidFill>
                <a:latin typeface="Tahoma"/>
                <a:cs typeface="Tahoma"/>
              </a:rPr>
              <a:t>day</a:t>
            </a:r>
            <a:r>
              <a:rPr dirty="0" sz="1050" spc="-60" b="0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1050" spc="-50" b="0">
                <a:solidFill>
                  <a:srgbClr val="797E94"/>
                </a:solidFill>
                <a:latin typeface="Tahoma"/>
                <a:cs typeface="Tahoma"/>
              </a:rPr>
              <a:t>your</a:t>
            </a:r>
            <a:r>
              <a:rPr dirty="0" sz="1050" spc="-60" b="0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1050" spc="-55" b="0">
                <a:solidFill>
                  <a:srgbClr val="797E94"/>
                </a:solidFill>
                <a:latin typeface="Tahoma"/>
                <a:cs typeface="Tahoma"/>
              </a:rPr>
              <a:t>apps</a:t>
            </a:r>
            <a:r>
              <a:rPr dirty="0" sz="1050" spc="-60" b="0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1050" spc="-45" b="0">
                <a:solidFill>
                  <a:srgbClr val="797E94"/>
                </a:solidFill>
                <a:latin typeface="Tahoma"/>
                <a:cs typeface="Tahoma"/>
              </a:rPr>
              <a:t>stop</a:t>
            </a:r>
            <a:r>
              <a:rPr dirty="0" sz="1050" spc="-60" b="0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1050" spc="-55" b="0">
                <a:solidFill>
                  <a:srgbClr val="797E94"/>
                </a:solidFill>
                <a:latin typeface="Tahoma"/>
                <a:cs typeface="Tahoma"/>
              </a:rPr>
              <a:t>being</a:t>
            </a:r>
            <a:r>
              <a:rPr dirty="0" sz="1050" spc="-60" b="0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1050" spc="-55" b="0">
                <a:solidFill>
                  <a:srgbClr val="797E94"/>
                </a:solidFill>
                <a:latin typeface="Tahoma"/>
                <a:cs typeface="Tahoma"/>
              </a:rPr>
              <a:t>a</a:t>
            </a:r>
            <a:r>
              <a:rPr dirty="0" sz="1050" spc="-60" b="0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1050" spc="-40" b="0">
                <a:solidFill>
                  <a:srgbClr val="797E94"/>
                </a:solidFill>
                <a:latin typeface="Tahoma"/>
                <a:cs typeface="Tahoma"/>
              </a:rPr>
              <a:t>vertical</a:t>
            </a:r>
            <a:r>
              <a:rPr dirty="0" sz="1050" spc="-60" b="0">
                <a:solidFill>
                  <a:srgbClr val="797E94"/>
                </a:solidFill>
                <a:latin typeface="Tahoma"/>
                <a:cs typeface="Tahoma"/>
              </a:rPr>
              <a:t> stack </a:t>
            </a:r>
            <a:r>
              <a:rPr dirty="0" sz="1050" spc="-55" b="0">
                <a:solidFill>
                  <a:srgbClr val="797E94"/>
                </a:solidFill>
                <a:latin typeface="Tahoma"/>
                <a:cs typeface="Tahoma"/>
              </a:rPr>
              <a:t>and</a:t>
            </a:r>
            <a:r>
              <a:rPr dirty="0" sz="1050" spc="-60" b="0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1050" spc="-45" b="0">
                <a:solidFill>
                  <a:srgbClr val="797E94"/>
                </a:solidFill>
                <a:latin typeface="Tahoma"/>
                <a:cs typeface="Tahoma"/>
              </a:rPr>
              <a:t>start</a:t>
            </a:r>
            <a:r>
              <a:rPr dirty="0" sz="1050" spc="-60" b="0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1050" spc="-10" b="0">
                <a:solidFill>
                  <a:srgbClr val="797E94"/>
                </a:solidFill>
                <a:latin typeface="Tahoma"/>
                <a:cs typeface="Tahoma"/>
              </a:rPr>
              <a:t>looking intentional.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742066" y="1225550"/>
            <a:ext cx="777875" cy="45021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43510">
              <a:lnSpc>
                <a:spcPts val="880"/>
              </a:lnSpc>
              <a:spcBef>
                <a:spcPts val="125"/>
              </a:spcBef>
            </a:pPr>
            <a:r>
              <a:rPr dirty="0" sz="800">
                <a:solidFill>
                  <a:srgbClr val="797E94"/>
                </a:solidFill>
                <a:latin typeface="Courier New"/>
                <a:cs typeface="Courier New"/>
              </a:rPr>
              <a:t>D</a:t>
            </a:r>
            <a:r>
              <a:rPr dirty="0" sz="800" spc="-350">
                <a:solidFill>
                  <a:srgbClr val="797E94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797E94"/>
                </a:solidFill>
                <a:latin typeface="Courier New"/>
                <a:cs typeface="Courier New"/>
              </a:rPr>
              <a:t>U</a:t>
            </a:r>
            <a:r>
              <a:rPr dirty="0" sz="800" spc="-345">
                <a:solidFill>
                  <a:srgbClr val="797E94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797E94"/>
                </a:solidFill>
                <a:latin typeface="Courier New"/>
                <a:cs typeface="Courier New"/>
              </a:rPr>
              <a:t>R</a:t>
            </a:r>
            <a:r>
              <a:rPr dirty="0" sz="800" spc="-345">
                <a:solidFill>
                  <a:srgbClr val="797E94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797E94"/>
                </a:solidFill>
                <a:latin typeface="Courier New"/>
                <a:cs typeface="Courier New"/>
              </a:rPr>
              <a:t>A</a:t>
            </a:r>
            <a:r>
              <a:rPr dirty="0" sz="800" spc="-345">
                <a:solidFill>
                  <a:srgbClr val="797E94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797E94"/>
                </a:solidFill>
                <a:latin typeface="Courier New"/>
                <a:cs typeface="Courier New"/>
              </a:rPr>
              <a:t>T</a:t>
            </a:r>
            <a:r>
              <a:rPr dirty="0" sz="800" spc="-345">
                <a:solidFill>
                  <a:srgbClr val="797E94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797E94"/>
                </a:solidFill>
                <a:latin typeface="Courier New"/>
                <a:cs typeface="Courier New"/>
              </a:rPr>
              <a:t>I</a:t>
            </a:r>
            <a:r>
              <a:rPr dirty="0" sz="800" spc="-350">
                <a:solidFill>
                  <a:srgbClr val="797E94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797E94"/>
                </a:solidFill>
                <a:latin typeface="Courier New"/>
                <a:cs typeface="Courier New"/>
              </a:rPr>
              <a:t>O</a:t>
            </a:r>
            <a:r>
              <a:rPr dirty="0" sz="800" spc="-345">
                <a:solidFill>
                  <a:srgbClr val="797E94"/>
                </a:solidFill>
                <a:latin typeface="Courier New"/>
                <a:cs typeface="Courier New"/>
              </a:rPr>
              <a:t> </a:t>
            </a:r>
            <a:r>
              <a:rPr dirty="0" sz="800" spc="-50">
                <a:solidFill>
                  <a:srgbClr val="797E94"/>
                </a:solidFill>
                <a:latin typeface="Courier New"/>
                <a:cs typeface="Courier New"/>
              </a:rPr>
              <a:t>N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ts val="2440"/>
              </a:lnSpc>
            </a:pPr>
            <a:r>
              <a:rPr dirty="0" sz="2100" spc="-200" b="1">
                <a:solidFill>
                  <a:srgbClr val="293283"/>
                </a:solidFill>
                <a:latin typeface="Cambria"/>
                <a:cs typeface="Cambria"/>
              </a:rPr>
              <a:t>90</a:t>
            </a:r>
            <a:r>
              <a:rPr dirty="0" sz="2100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2100" spc="-140" b="1">
                <a:solidFill>
                  <a:srgbClr val="293283"/>
                </a:solidFill>
                <a:latin typeface="Cambria"/>
                <a:cs typeface="Cambria"/>
              </a:rPr>
              <a:t>min</a:t>
            </a:r>
            <a:endParaRPr sz="2100">
              <a:latin typeface="Cambria"/>
              <a:cs typeface="Cambri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85799" y="1904999"/>
            <a:ext cx="3505200" cy="2133600"/>
            <a:chOff x="685799" y="1904999"/>
            <a:chExt cx="3505200" cy="2133600"/>
          </a:xfrm>
        </p:grpSpPr>
        <p:sp>
          <p:nvSpPr>
            <p:cNvPr id="6" name="object 6"/>
            <p:cNvSpPr/>
            <p:nvPr/>
          </p:nvSpPr>
          <p:spPr>
            <a:xfrm>
              <a:off x="690562" y="1909762"/>
              <a:ext cx="3495675" cy="2124075"/>
            </a:xfrm>
            <a:custGeom>
              <a:avLst/>
              <a:gdLst/>
              <a:ahLst/>
              <a:cxnLst/>
              <a:rect l="l" t="t" r="r" b="b"/>
              <a:pathLst>
                <a:path w="3495675" h="2124075">
                  <a:moveTo>
                    <a:pt x="3375530" y="2124074"/>
                  </a:moveTo>
                  <a:lnTo>
                    <a:pt x="120144" y="2124074"/>
                  </a:lnTo>
                  <a:lnTo>
                    <a:pt x="111782" y="2123251"/>
                  </a:lnTo>
                  <a:lnTo>
                    <a:pt x="71578" y="2111055"/>
                  </a:lnTo>
                  <a:lnTo>
                    <a:pt x="31692" y="2080441"/>
                  </a:lnTo>
                  <a:lnTo>
                    <a:pt x="6557" y="2036894"/>
                  </a:lnTo>
                  <a:lnTo>
                    <a:pt x="0" y="2003930"/>
                  </a:lnTo>
                  <a:lnTo>
                    <a:pt x="0" y="1995487"/>
                  </a:lnTo>
                  <a:lnTo>
                    <a:pt x="0" y="120144"/>
                  </a:lnTo>
                  <a:lnTo>
                    <a:pt x="13019" y="71578"/>
                  </a:lnTo>
                  <a:lnTo>
                    <a:pt x="43632" y="31692"/>
                  </a:lnTo>
                  <a:lnTo>
                    <a:pt x="87179" y="6556"/>
                  </a:lnTo>
                  <a:lnTo>
                    <a:pt x="120144" y="0"/>
                  </a:lnTo>
                  <a:lnTo>
                    <a:pt x="3375530" y="0"/>
                  </a:lnTo>
                  <a:lnTo>
                    <a:pt x="3424095" y="13018"/>
                  </a:lnTo>
                  <a:lnTo>
                    <a:pt x="3463982" y="43632"/>
                  </a:lnTo>
                  <a:lnTo>
                    <a:pt x="3489117" y="87179"/>
                  </a:lnTo>
                  <a:lnTo>
                    <a:pt x="3495674" y="120144"/>
                  </a:lnTo>
                  <a:lnTo>
                    <a:pt x="3495674" y="2003930"/>
                  </a:lnTo>
                  <a:lnTo>
                    <a:pt x="3482654" y="2052495"/>
                  </a:lnTo>
                  <a:lnTo>
                    <a:pt x="3452041" y="2092382"/>
                  </a:lnTo>
                  <a:lnTo>
                    <a:pt x="3408494" y="2117517"/>
                  </a:lnTo>
                  <a:lnTo>
                    <a:pt x="3383892" y="2123250"/>
                  </a:lnTo>
                  <a:lnTo>
                    <a:pt x="3375530" y="21240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690562" y="1909762"/>
              <a:ext cx="3495675" cy="2124075"/>
            </a:xfrm>
            <a:custGeom>
              <a:avLst/>
              <a:gdLst/>
              <a:ahLst/>
              <a:cxnLst/>
              <a:rect l="l" t="t" r="r" b="b"/>
              <a:pathLst>
                <a:path w="3495675" h="2124075">
                  <a:moveTo>
                    <a:pt x="0" y="1995487"/>
                  </a:moveTo>
                  <a:lnTo>
                    <a:pt x="0" y="128587"/>
                  </a:lnTo>
                  <a:lnTo>
                    <a:pt x="0" y="120144"/>
                  </a:lnTo>
                  <a:lnTo>
                    <a:pt x="823" y="111782"/>
                  </a:lnTo>
                  <a:lnTo>
                    <a:pt x="13019" y="71578"/>
                  </a:lnTo>
                  <a:lnTo>
                    <a:pt x="37662" y="37662"/>
                  </a:lnTo>
                  <a:lnTo>
                    <a:pt x="57148" y="21670"/>
                  </a:lnTo>
                  <a:lnTo>
                    <a:pt x="64168" y="16979"/>
                  </a:lnTo>
                  <a:lnTo>
                    <a:pt x="103501" y="2470"/>
                  </a:lnTo>
                  <a:lnTo>
                    <a:pt x="120144" y="0"/>
                  </a:lnTo>
                  <a:lnTo>
                    <a:pt x="128587" y="0"/>
                  </a:lnTo>
                  <a:lnTo>
                    <a:pt x="3367087" y="0"/>
                  </a:lnTo>
                  <a:lnTo>
                    <a:pt x="3375530" y="0"/>
                  </a:lnTo>
                  <a:lnTo>
                    <a:pt x="3383892" y="823"/>
                  </a:lnTo>
                  <a:lnTo>
                    <a:pt x="3424095" y="13018"/>
                  </a:lnTo>
                  <a:lnTo>
                    <a:pt x="3438526" y="21670"/>
                  </a:lnTo>
                  <a:lnTo>
                    <a:pt x="3445546" y="26361"/>
                  </a:lnTo>
                  <a:lnTo>
                    <a:pt x="3474003" y="57147"/>
                  </a:lnTo>
                  <a:lnTo>
                    <a:pt x="3478693" y="64168"/>
                  </a:lnTo>
                  <a:lnTo>
                    <a:pt x="3493203" y="103501"/>
                  </a:lnTo>
                  <a:lnTo>
                    <a:pt x="3494850" y="111782"/>
                  </a:lnTo>
                  <a:lnTo>
                    <a:pt x="3495674" y="120144"/>
                  </a:lnTo>
                  <a:lnTo>
                    <a:pt x="3495674" y="128587"/>
                  </a:lnTo>
                  <a:lnTo>
                    <a:pt x="3495674" y="1995487"/>
                  </a:lnTo>
                  <a:lnTo>
                    <a:pt x="3489117" y="2036894"/>
                  </a:lnTo>
                  <a:lnTo>
                    <a:pt x="3474003" y="2066926"/>
                  </a:lnTo>
                  <a:lnTo>
                    <a:pt x="3469312" y="2073946"/>
                  </a:lnTo>
                  <a:lnTo>
                    <a:pt x="3438526" y="2102403"/>
                  </a:lnTo>
                  <a:lnTo>
                    <a:pt x="3431505" y="2107093"/>
                  </a:lnTo>
                  <a:lnTo>
                    <a:pt x="3424095" y="2111055"/>
                  </a:lnTo>
                  <a:lnTo>
                    <a:pt x="3416294" y="2114285"/>
                  </a:lnTo>
                  <a:lnTo>
                    <a:pt x="3408494" y="2117517"/>
                  </a:lnTo>
                  <a:lnTo>
                    <a:pt x="3367087" y="2124074"/>
                  </a:lnTo>
                  <a:lnTo>
                    <a:pt x="128587" y="2124074"/>
                  </a:lnTo>
                  <a:lnTo>
                    <a:pt x="87179" y="2117517"/>
                  </a:lnTo>
                  <a:lnTo>
                    <a:pt x="79379" y="2114285"/>
                  </a:lnTo>
                  <a:lnTo>
                    <a:pt x="71578" y="2111055"/>
                  </a:lnTo>
                  <a:lnTo>
                    <a:pt x="37662" y="2086412"/>
                  </a:lnTo>
                  <a:lnTo>
                    <a:pt x="13019" y="2052495"/>
                  </a:lnTo>
                  <a:lnTo>
                    <a:pt x="823" y="2012292"/>
                  </a:lnTo>
                  <a:lnTo>
                    <a:pt x="0" y="2003930"/>
                  </a:lnTo>
                  <a:lnTo>
                    <a:pt x="0" y="1995487"/>
                  </a:lnTo>
                  <a:close/>
                </a:path>
              </a:pathLst>
            </a:custGeom>
            <a:ln w="9524">
              <a:solidFill>
                <a:srgbClr val="E4DED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885824" y="2124074"/>
              <a:ext cx="1066800" cy="238125"/>
            </a:xfrm>
            <a:custGeom>
              <a:avLst/>
              <a:gdLst/>
              <a:ahLst/>
              <a:cxnLst/>
              <a:rect l="l" t="t" r="r" b="b"/>
              <a:pathLst>
                <a:path w="1066800" h="238125">
                  <a:moveTo>
                    <a:pt x="955555" y="238124"/>
                  </a:moveTo>
                  <a:lnTo>
                    <a:pt x="111244" y="238124"/>
                  </a:lnTo>
                  <a:lnTo>
                    <a:pt x="103502" y="237362"/>
                  </a:lnTo>
                  <a:lnTo>
                    <a:pt x="66276" y="226069"/>
                  </a:lnTo>
                  <a:lnTo>
                    <a:pt x="29344" y="197724"/>
                  </a:lnTo>
                  <a:lnTo>
                    <a:pt x="6071" y="157402"/>
                  </a:lnTo>
                  <a:lnTo>
                    <a:pt x="0" y="126880"/>
                  </a:lnTo>
                  <a:lnTo>
                    <a:pt x="0" y="119062"/>
                  </a:lnTo>
                  <a:lnTo>
                    <a:pt x="0" y="111244"/>
                  </a:lnTo>
                  <a:lnTo>
                    <a:pt x="12054" y="66276"/>
                  </a:lnTo>
                  <a:lnTo>
                    <a:pt x="40400" y="29344"/>
                  </a:lnTo>
                  <a:lnTo>
                    <a:pt x="80721" y="6071"/>
                  </a:lnTo>
                  <a:lnTo>
                    <a:pt x="111244" y="0"/>
                  </a:lnTo>
                  <a:lnTo>
                    <a:pt x="955555" y="0"/>
                  </a:lnTo>
                  <a:lnTo>
                    <a:pt x="1000523" y="12054"/>
                  </a:lnTo>
                  <a:lnTo>
                    <a:pt x="1037455" y="40400"/>
                  </a:lnTo>
                  <a:lnTo>
                    <a:pt x="1060728" y="80721"/>
                  </a:lnTo>
                  <a:lnTo>
                    <a:pt x="1066799" y="111244"/>
                  </a:lnTo>
                  <a:lnTo>
                    <a:pt x="1066799" y="126880"/>
                  </a:lnTo>
                  <a:lnTo>
                    <a:pt x="1054744" y="171848"/>
                  </a:lnTo>
                  <a:lnTo>
                    <a:pt x="1026399" y="208780"/>
                  </a:lnTo>
                  <a:lnTo>
                    <a:pt x="986077" y="232053"/>
                  </a:lnTo>
                  <a:lnTo>
                    <a:pt x="963297" y="237362"/>
                  </a:lnTo>
                  <a:lnTo>
                    <a:pt x="955555" y="238124"/>
                  </a:lnTo>
                  <a:close/>
                </a:path>
              </a:pathLst>
            </a:custGeom>
            <a:solidFill>
              <a:srgbClr val="FFE7E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968375" y="2149475"/>
            <a:ext cx="893444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b="1">
                <a:solidFill>
                  <a:srgbClr val="FF6A5B"/>
                </a:solidFill>
                <a:latin typeface="Courier New"/>
                <a:cs typeface="Courier New"/>
              </a:rPr>
              <a:t>00:00</a:t>
            </a:r>
            <a:r>
              <a:rPr dirty="0" sz="800" spc="195" b="1">
                <a:solidFill>
                  <a:srgbClr val="FF6A5B"/>
                </a:solidFill>
                <a:latin typeface="Courier New"/>
                <a:cs typeface="Courier New"/>
              </a:rPr>
              <a:t> </a:t>
            </a:r>
            <a:r>
              <a:rPr dirty="0" sz="800" b="1">
                <a:solidFill>
                  <a:srgbClr val="FF6A5B"/>
                </a:solidFill>
                <a:latin typeface="Courier New"/>
                <a:cs typeface="Courier New"/>
              </a:rPr>
              <a:t>–</a:t>
            </a:r>
            <a:r>
              <a:rPr dirty="0" sz="800" spc="195" b="1">
                <a:solidFill>
                  <a:srgbClr val="FF6A5B"/>
                </a:solidFill>
                <a:latin typeface="Courier New"/>
                <a:cs typeface="Courier New"/>
              </a:rPr>
              <a:t> </a:t>
            </a:r>
            <a:r>
              <a:rPr dirty="0" sz="800" spc="-10" b="1">
                <a:solidFill>
                  <a:srgbClr val="FF6A5B"/>
                </a:solidFill>
                <a:latin typeface="Courier New"/>
                <a:cs typeface="Courier New"/>
              </a:rPr>
              <a:t>00:10</a:t>
            </a:r>
            <a:endParaRPr sz="800">
              <a:latin typeface="Courier New"/>
              <a:cs typeface="Courier New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686174" y="2085974"/>
            <a:ext cx="304800" cy="304800"/>
            <a:chOff x="3686174" y="2085974"/>
            <a:chExt cx="304800" cy="304800"/>
          </a:xfrm>
        </p:grpSpPr>
        <p:sp>
          <p:nvSpPr>
            <p:cNvPr id="11" name="object 11"/>
            <p:cNvSpPr/>
            <p:nvPr/>
          </p:nvSpPr>
          <p:spPr>
            <a:xfrm>
              <a:off x="3686174" y="2085974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233603" y="304799"/>
                  </a:moveTo>
                  <a:lnTo>
                    <a:pt x="71196" y="304799"/>
                  </a:lnTo>
                  <a:lnTo>
                    <a:pt x="66241" y="304311"/>
                  </a:lnTo>
                  <a:lnTo>
                    <a:pt x="29705" y="289177"/>
                  </a:lnTo>
                  <a:lnTo>
                    <a:pt x="3885" y="253137"/>
                  </a:lnTo>
                  <a:lnTo>
                    <a:pt x="0" y="233603"/>
                  </a:lnTo>
                  <a:lnTo>
                    <a:pt x="0" y="2285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233603" y="0"/>
                  </a:lnTo>
                  <a:lnTo>
                    <a:pt x="275094" y="15621"/>
                  </a:lnTo>
                  <a:lnTo>
                    <a:pt x="300913" y="51661"/>
                  </a:lnTo>
                  <a:lnTo>
                    <a:pt x="304799" y="71196"/>
                  </a:lnTo>
                  <a:lnTo>
                    <a:pt x="304799" y="233603"/>
                  </a:lnTo>
                  <a:lnTo>
                    <a:pt x="289177" y="275094"/>
                  </a:lnTo>
                  <a:lnTo>
                    <a:pt x="253137" y="300914"/>
                  </a:lnTo>
                  <a:lnTo>
                    <a:pt x="238558" y="304311"/>
                  </a:lnTo>
                  <a:lnTo>
                    <a:pt x="233603" y="304799"/>
                  </a:lnTo>
                  <a:close/>
                </a:path>
              </a:pathLst>
            </a:custGeom>
            <a:solidFill>
              <a:srgbClr val="E7E9F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78250" y="2158999"/>
              <a:ext cx="120650" cy="146050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873125" y="2473325"/>
            <a:ext cx="2868930" cy="64008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50" spc="-90" b="1">
                <a:solidFill>
                  <a:srgbClr val="293283"/>
                </a:solidFill>
                <a:latin typeface="Cambria"/>
                <a:cs typeface="Cambria"/>
              </a:rPr>
              <a:t>Day</a:t>
            </a:r>
            <a:r>
              <a:rPr dirty="0" sz="1250" spc="-30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1250" spc="-105" b="1">
                <a:solidFill>
                  <a:srgbClr val="293283"/>
                </a:solidFill>
                <a:latin typeface="Cambria"/>
                <a:cs typeface="Cambria"/>
              </a:rPr>
              <a:t>4</a:t>
            </a:r>
            <a:r>
              <a:rPr dirty="0" sz="1250" spc="-30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1250" spc="-85" b="1">
                <a:solidFill>
                  <a:srgbClr val="293283"/>
                </a:solidFill>
                <a:latin typeface="Cambria"/>
                <a:cs typeface="Cambria"/>
              </a:rPr>
              <a:t>Recap</a:t>
            </a:r>
            <a:r>
              <a:rPr dirty="0" sz="1250" spc="-25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1250" b="1">
                <a:solidFill>
                  <a:srgbClr val="293283"/>
                </a:solidFill>
                <a:latin typeface="Cambria"/>
                <a:cs typeface="Cambria"/>
              </a:rPr>
              <a:t>&amp;</a:t>
            </a:r>
            <a:r>
              <a:rPr dirty="0" sz="1250" spc="-30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1250" spc="-25" b="1">
                <a:solidFill>
                  <a:srgbClr val="293283"/>
                </a:solidFill>
                <a:latin typeface="Cambria"/>
                <a:cs typeface="Cambria"/>
              </a:rPr>
              <a:t>Q&amp;A</a:t>
            </a:r>
            <a:endParaRPr sz="1250">
              <a:latin typeface="Cambria"/>
              <a:cs typeface="Cambria"/>
            </a:endParaRPr>
          </a:p>
          <a:p>
            <a:pPr marL="12700" marR="5080">
              <a:lnSpc>
                <a:spcPct val="125000"/>
              </a:lnSpc>
              <a:spcBef>
                <a:spcPts val="605"/>
              </a:spcBef>
            </a:pPr>
            <a:r>
              <a:rPr dirty="0" sz="900" spc="-25">
                <a:solidFill>
                  <a:srgbClr val="4A4E6A"/>
                </a:solidFill>
                <a:latin typeface="Tahoma"/>
                <a:cs typeface="Tahoma"/>
              </a:rPr>
              <a:t>Streamlit</a:t>
            </a:r>
            <a:r>
              <a:rPr dirty="0" sz="90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0">
                <a:solidFill>
                  <a:srgbClr val="4A4E6A"/>
                </a:solidFill>
                <a:latin typeface="Tahoma"/>
                <a:cs typeface="Tahoma"/>
              </a:rPr>
              <a:t>run-</a:t>
            </a:r>
            <a:r>
              <a:rPr dirty="0" sz="900" spc="-20">
                <a:solidFill>
                  <a:srgbClr val="4A4E6A"/>
                </a:solidFill>
                <a:latin typeface="Tahoma"/>
                <a:cs typeface="Tahoma"/>
              </a:rPr>
              <a:t>loop,</a:t>
            </a:r>
            <a:r>
              <a:rPr dirty="0" sz="90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90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45">
                <a:solidFill>
                  <a:srgbClr val="4A4E6A"/>
                </a:solidFill>
                <a:latin typeface="Tahoma"/>
                <a:cs typeface="Tahoma"/>
              </a:rPr>
              <a:t>5-</a:t>
            </a:r>
            <a:r>
              <a:rPr dirty="0" sz="900" spc="-30">
                <a:solidFill>
                  <a:srgbClr val="4A4E6A"/>
                </a:solidFill>
                <a:latin typeface="Tahoma"/>
                <a:cs typeface="Tahoma"/>
              </a:rPr>
              <a:t>step</a:t>
            </a:r>
            <a:r>
              <a:rPr dirty="0" sz="900" spc="-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ahoma"/>
                <a:cs typeface="Tahoma"/>
              </a:rPr>
              <a:t>app,</a:t>
            </a:r>
            <a:r>
              <a:rPr dirty="0" sz="90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90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4A4E6A"/>
                </a:solidFill>
                <a:latin typeface="Tahoma"/>
                <a:cs typeface="Tahoma"/>
              </a:rPr>
              <a:t>unit</a:t>
            </a:r>
            <a:r>
              <a:rPr dirty="0" sz="90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40">
                <a:solidFill>
                  <a:srgbClr val="4A4E6A"/>
                </a:solidFill>
                <a:latin typeface="Tahoma"/>
                <a:cs typeface="Tahoma"/>
              </a:rPr>
              <a:t>converter.</a:t>
            </a:r>
            <a:r>
              <a:rPr dirty="0" sz="900" spc="-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20">
                <a:solidFill>
                  <a:srgbClr val="4A4E6A"/>
                </a:solidFill>
                <a:latin typeface="Tahoma"/>
                <a:cs typeface="Tahoma"/>
              </a:rPr>
              <a:t>Quick </a:t>
            </a:r>
            <a:r>
              <a:rPr dirty="0" sz="900" spc="-10">
                <a:solidFill>
                  <a:srgbClr val="4A4E6A"/>
                </a:solidFill>
                <a:latin typeface="Tahoma"/>
                <a:cs typeface="Tahoma"/>
              </a:rPr>
              <a:t>check.</a:t>
            </a:r>
            <a:endParaRPr sz="900">
              <a:latin typeface="Tahoma"/>
              <a:cs typeface="Tahom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343399" y="1904999"/>
            <a:ext cx="3505200" cy="2133600"/>
            <a:chOff x="4343399" y="1904999"/>
            <a:chExt cx="3505200" cy="2133600"/>
          </a:xfrm>
        </p:grpSpPr>
        <p:sp>
          <p:nvSpPr>
            <p:cNvPr id="15" name="object 15"/>
            <p:cNvSpPr/>
            <p:nvPr/>
          </p:nvSpPr>
          <p:spPr>
            <a:xfrm>
              <a:off x="4348161" y="1909762"/>
              <a:ext cx="3495675" cy="2124075"/>
            </a:xfrm>
            <a:custGeom>
              <a:avLst/>
              <a:gdLst/>
              <a:ahLst/>
              <a:cxnLst/>
              <a:rect l="l" t="t" r="r" b="b"/>
              <a:pathLst>
                <a:path w="3495675" h="2124075">
                  <a:moveTo>
                    <a:pt x="3375530" y="2124074"/>
                  </a:moveTo>
                  <a:lnTo>
                    <a:pt x="120144" y="2124074"/>
                  </a:lnTo>
                  <a:lnTo>
                    <a:pt x="111782" y="2123251"/>
                  </a:lnTo>
                  <a:lnTo>
                    <a:pt x="71578" y="2111055"/>
                  </a:lnTo>
                  <a:lnTo>
                    <a:pt x="31692" y="2080441"/>
                  </a:lnTo>
                  <a:lnTo>
                    <a:pt x="6556" y="2036894"/>
                  </a:lnTo>
                  <a:lnTo>
                    <a:pt x="0" y="2003930"/>
                  </a:lnTo>
                  <a:lnTo>
                    <a:pt x="0" y="1995487"/>
                  </a:lnTo>
                  <a:lnTo>
                    <a:pt x="0" y="120144"/>
                  </a:lnTo>
                  <a:lnTo>
                    <a:pt x="13018" y="71578"/>
                  </a:lnTo>
                  <a:lnTo>
                    <a:pt x="43632" y="31692"/>
                  </a:lnTo>
                  <a:lnTo>
                    <a:pt x="87179" y="6556"/>
                  </a:lnTo>
                  <a:lnTo>
                    <a:pt x="120144" y="0"/>
                  </a:lnTo>
                  <a:lnTo>
                    <a:pt x="3375530" y="0"/>
                  </a:lnTo>
                  <a:lnTo>
                    <a:pt x="3424095" y="13018"/>
                  </a:lnTo>
                  <a:lnTo>
                    <a:pt x="3463982" y="43632"/>
                  </a:lnTo>
                  <a:lnTo>
                    <a:pt x="3489117" y="87179"/>
                  </a:lnTo>
                  <a:lnTo>
                    <a:pt x="3495674" y="120144"/>
                  </a:lnTo>
                  <a:lnTo>
                    <a:pt x="3495674" y="2003930"/>
                  </a:lnTo>
                  <a:lnTo>
                    <a:pt x="3482654" y="2052495"/>
                  </a:lnTo>
                  <a:lnTo>
                    <a:pt x="3452042" y="2092382"/>
                  </a:lnTo>
                  <a:lnTo>
                    <a:pt x="3408494" y="2117517"/>
                  </a:lnTo>
                  <a:lnTo>
                    <a:pt x="3383892" y="2123250"/>
                  </a:lnTo>
                  <a:lnTo>
                    <a:pt x="3375530" y="21240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4348161" y="1909762"/>
              <a:ext cx="3495675" cy="2124075"/>
            </a:xfrm>
            <a:custGeom>
              <a:avLst/>
              <a:gdLst/>
              <a:ahLst/>
              <a:cxnLst/>
              <a:rect l="l" t="t" r="r" b="b"/>
              <a:pathLst>
                <a:path w="3495675" h="2124075">
                  <a:moveTo>
                    <a:pt x="0" y="1995487"/>
                  </a:moveTo>
                  <a:lnTo>
                    <a:pt x="0" y="128587"/>
                  </a:lnTo>
                  <a:lnTo>
                    <a:pt x="0" y="120144"/>
                  </a:lnTo>
                  <a:lnTo>
                    <a:pt x="823" y="111782"/>
                  </a:lnTo>
                  <a:lnTo>
                    <a:pt x="2470" y="103501"/>
                  </a:lnTo>
                  <a:lnTo>
                    <a:pt x="4117" y="95220"/>
                  </a:lnTo>
                  <a:lnTo>
                    <a:pt x="6556" y="87179"/>
                  </a:lnTo>
                  <a:lnTo>
                    <a:pt x="9788" y="79378"/>
                  </a:lnTo>
                  <a:lnTo>
                    <a:pt x="13018" y="71578"/>
                  </a:lnTo>
                  <a:lnTo>
                    <a:pt x="16980" y="64168"/>
                  </a:lnTo>
                  <a:lnTo>
                    <a:pt x="21670" y="57147"/>
                  </a:lnTo>
                  <a:lnTo>
                    <a:pt x="26361" y="50127"/>
                  </a:lnTo>
                  <a:lnTo>
                    <a:pt x="31692" y="43632"/>
                  </a:lnTo>
                  <a:lnTo>
                    <a:pt x="37662" y="37662"/>
                  </a:lnTo>
                  <a:lnTo>
                    <a:pt x="43632" y="31692"/>
                  </a:lnTo>
                  <a:lnTo>
                    <a:pt x="50127" y="26361"/>
                  </a:lnTo>
                  <a:lnTo>
                    <a:pt x="57147" y="21670"/>
                  </a:lnTo>
                  <a:lnTo>
                    <a:pt x="64168" y="16979"/>
                  </a:lnTo>
                  <a:lnTo>
                    <a:pt x="71578" y="13018"/>
                  </a:lnTo>
                  <a:lnTo>
                    <a:pt x="111782" y="823"/>
                  </a:lnTo>
                  <a:lnTo>
                    <a:pt x="120144" y="0"/>
                  </a:lnTo>
                  <a:lnTo>
                    <a:pt x="128587" y="0"/>
                  </a:lnTo>
                  <a:lnTo>
                    <a:pt x="3367087" y="0"/>
                  </a:lnTo>
                  <a:lnTo>
                    <a:pt x="3375530" y="0"/>
                  </a:lnTo>
                  <a:lnTo>
                    <a:pt x="3383892" y="823"/>
                  </a:lnTo>
                  <a:lnTo>
                    <a:pt x="3424095" y="13018"/>
                  </a:lnTo>
                  <a:lnTo>
                    <a:pt x="3438526" y="21670"/>
                  </a:lnTo>
                  <a:lnTo>
                    <a:pt x="3445546" y="26361"/>
                  </a:lnTo>
                  <a:lnTo>
                    <a:pt x="3474003" y="57147"/>
                  </a:lnTo>
                  <a:lnTo>
                    <a:pt x="3478694" y="64168"/>
                  </a:lnTo>
                  <a:lnTo>
                    <a:pt x="3493204" y="103501"/>
                  </a:lnTo>
                  <a:lnTo>
                    <a:pt x="3495675" y="128587"/>
                  </a:lnTo>
                  <a:lnTo>
                    <a:pt x="3495675" y="1995487"/>
                  </a:lnTo>
                  <a:lnTo>
                    <a:pt x="3489117" y="2036894"/>
                  </a:lnTo>
                  <a:lnTo>
                    <a:pt x="3474003" y="2066926"/>
                  </a:lnTo>
                  <a:lnTo>
                    <a:pt x="3469312" y="2073946"/>
                  </a:lnTo>
                  <a:lnTo>
                    <a:pt x="3463982" y="2080441"/>
                  </a:lnTo>
                  <a:lnTo>
                    <a:pt x="3458012" y="2086412"/>
                  </a:lnTo>
                  <a:lnTo>
                    <a:pt x="3452042" y="2092382"/>
                  </a:lnTo>
                  <a:lnTo>
                    <a:pt x="3445546" y="2097712"/>
                  </a:lnTo>
                  <a:lnTo>
                    <a:pt x="3438526" y="2102403"/>
                  </a:lnTo>
                  <a:lnTo>
                    <a:pt x="3431505" y="2107093"/>
                  </a:lnTo>
                  <a:lnTo>
                    <a:pt x="3424095" y="2111055"/>
                  </a:lnTo>
                  <a:lnTo>
                    <a:pt x="3416294" y="2114285"/>
                  </a:lnTo>
                  <a:lnTo>
                    <a:pt x="3408494" y="2117517"/>
                  </a:lnTo>
                  <a:lnTo>
                    <a:pt x="3367087" y="2124074"/>
                  </a:lnTo>
                  <a:lnTo>
                    <a:pt x="128587" y="2124074"/>
                  </a:lnTo>
                  <a:lnTo>
                    <a:pt x="87179" y="2117517"/>
                  </a:lnTo>
                  <a:lnTo>
                    <a:pt x="79379" y="2114285"/>
                  </a:lnTo>
                  <a:lnTo>
                    <a:pt x="71578" y="2111055"/>
                  </a:lnTo>
                  <a:lnTo>
                    <a:pt x="64168" y="2107093"/>
                  </a:lnTo>
                  <a:lnTo>
                    <a:pt x="57148" y="2102403"/>
                  </a:lnTo>
                  <a:lnTo>
                    <a:pt x="50127" y="2097712"/>
                  </a:lnTo>
                  <a:lnTo>
                    <a:pt x="43632" y="2092382"/>
                  </a:lnTo>
                  <a:lnTo>
                    <a:pt x="37662" y="2086412"/>
                  </a:lnTo>
                  <a:lnTo>
                    <a:pt x="31692" y="2080441"/>
                  </a:lnTo>
                  <a:lnTo>
                    <a:pt x="26361" y="2073946"/>
                  </a:lnTo>
                  <a:lnTo>
                    <a:pt x="21670" y="2066925"/>
                  </a:lnTo>
                  <a:lnTo>
                    <a:pt x="16980" y="2059905"/>
                  </a:lnTo>
                  <a:lnTo>
                    <a:pt x="13018" y="2052495"/>
                  </a:lnTo>
                  <a:lnTo>
                    <a:pt x="9788" y="2044695"/>
                  </a:lnTo>
                  <a:lnTo>
                    <a:pt x="6556" y="2036894"/>
                  </a:lnTo>
                  <a:lnTo>
                    <a:pt x="4117" y="2028853"/>
                  </a:lnTo>
                  <a:lnTo>
                    <a:pt x="2470" y="2020573"/>
                  </a:lnTo>
                  <a:lnTo>
                    <a:pt x="823" y="2012292"/>
                  </a:lnTo>
                  <a:lnTo>
                    <a:pt x="0" y="2003930"/>
                  </a:lnTo>
                  <a:lnTo>
                    <a:pt x="0" y="1995487"/>
                  </a:lnTo>
                  <a:close/>
                </a:path>
              </a:pathLst>
            </a:custGeom>
            <a:ln w="9524">
              <a:solidFill>
                <a:srgbClr val="E4DED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4543424" y="2124074"/>
              <a:ext cx="1066800" cy="238125"/>
            </a:xfrm>
            <a:custGeom>
              <a:avLst/>
              <a:gdLst/>
              <a:ahLst/>
              <a:cxnLst/>
              <a:rect l="l" t="t" r="r" b="b"/>
              <a:pathLst>
                <a:path w="1066800" h="238125">
                  <a:moveTo>
                    <a:pt x="955554" y="238124"/>
                  </a:moveTo>
                  <a:lnTo>
                    <a:pt x="111244" y="238124"/>
                  </a:lnTo>
                  <a:lnTo>
                    <a:pt x="103501" y="237362"/>
                  </a:lnTo>
                  <a:lnTo>
                    <a:pt x="66275" y="226069"/>
                  </a:lnTo>
                  <a:lnTo>
                    <a:pt x="29344" y="197724"/>
                  </a:lnTo>
                  <a:lnTo>
                    <a:pt x="6070" y="157402"/>
                  </a:lnTo>
                  <a:lnTo>
                    <a:pt x="0" y="126880"/>
                  </a:lnTo>
                  <a:lnTo>
                    <a:pt x="0" y="119062"/>
                  </a:lnTo>
                  <a:lnTo>
                    <a:pt x="0" y="111244"/>
                  </a:lnTo>
                  <a:lnTo>
                    <a:pt x="12054" y="66276"/>
                  </a:lnTo>
                  <a:lnTo>
                    <a:pt x="40400" y="29344"/>
                  </a:lnTo>
                  <a:lnTo>
                    <a:pt x="80720" y="6071"/>
                  </a:lnTo>
                  <a:lnTo>
                    <a:pt x="111244" y="0"/>
                  </a:lnTo>
                  <a:lnTo>
                    <a:pt x="955554" y="0"/>
                  </a:lnTo>
                  <a:lnTo>
                    <a:pt x="1000522" y="12054"/>
                  </a:lnTo>
                  <a:lnTo>
                    <a:pt x="1037454" y="40400"/>
                  </a:lnTo>
                  <a:lnTo>
                    <a:pt x="1060728" y="80721"/>
                  </a:lnTo>
                  <a:lnTo>
                    <a:pt x="1066799" y="111244"/>
                  </a:lnTo>
                  <a:lnTo>
                    <a:pt x="1066799" y="126880"/>
                  </a:lnTo>
                  <a:lnTo>
                    <a:pt x="1054744" y="171848"/>
                  </a:lnTo>
                  <a:lnTo>
                    <a:pt x="1026398" y="208780"/>
                  </a:lnTo>
                  <a:lnTo>
                    <a:pt x="986077" y="232053"/>
                  </a:lnTo>
                  <a:lnTo>
                    <a:pt x="963297" y="237362"/>
                  </a:lnTo>
                  <a:lnTo>
                    <a:pt x="955554" y="238124"/>
                  </a:lnTo>
                  <a:close/>
                </a:path>
              </a:pathLst>
            </a:custGeom>
            <a:solidFill>
              <a:srgbClr val="FFE7E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4625975" y="2149475"/>
            <a:ext cx="893444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b="1">
                <a:solidFill>
                  <a:srgbClr val="FF6A5B"/>
                </a:solidFill>
                <a:latin typeface="Courier New"/>
                <a:cs typeface="Courier New"/>
              </a:rPr>
              <a:t>00:10</a:t>
            </a:r>
            <a:r>
              <a:rPr dirty="0" sz="800" spc="195" b="1">
                <a:solidFill>
                  <a:srgbClr val="FF6A5B"/>
                </a:solidFill>
                <a:latin typeface="Courier New"/>
                <a:cs typeface="Courier New"/>
              </a:rPr>
              <a:t> </a:t>
            </a:r>
            <a:r>
              <a:rPr dirty="0" sz="800" b="1">
                <a:solidFill>
                  <a:srgbClr val="FF6A5B"/>
                </a:solidFill>
                <a:latin typeface="Courier New"/>
                <a:cs typeface="Courier New"/>
              </a:rPr>
              <a:t>–</a:t>
            </a:r>
            <a:r>
              <a:rPr dirty="0" sz="800" spc="195" b="1">
                <a:solidFill>
                  <a:srgbClr val="FF6A5B"/>
                </a:solidFill>
                <a:latin typeface="Courier New"/>
                <a:cs typeface="Courier New"/>
              </a:rPr>
              <a:t> </a:t>
            </a:r>
            <a:r>
              <a:rPr dirty="0" sz="800" spc="-10" b="1">
                <a:solidFill>
                  <a:srgbClr val="FF6A5B"/>
                </a:solidFill>
                <a:latin typeface="Courier New"/>
                <a:cs typeface="Courier New"/>
              </a:rPr>
              <a:t>00:20</a:t>
            </a:r>
            <a:endParaRPr sz="800">
              <a:latin typeface="Courier New"/>
              <a:cs typeface="Courier New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7343774" y="2085974"/>
            <a:ext cx="304800" cy="304800"/>
            <a:chOff x="7343774" y="2085974"/>
            <a:chExt cx="304800" cy="304800"/>
          </a:xfrm>
        </p:grpSpPr>
        <p:sp>
          <p:nvSpPr>
            <p:cNvPr id="20" name="object 20"/>
            <p:cNvSpPr/>
            <p:nvPr/>
          </p:nvSpPr>
          <p:spPr>
            <a:xfrm>
              <a:off x="7343774" y="2085974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233603" y="304799"/>
                  </a:moveTo>
                  <a:lnTo>
                    <a:pt x="71196" y="304799"/>
                  </a:lnTo>
                  <a:lnTo>
                    <a:pt x="66241" y="304311"/>
                  </a:lnTo>
                  <a:lnTo>
                    <a:pt x="29705" y="289177"/>
                  </a:lnTo>
                  <a:lnTo>
                    <a:pt x="3885" y="253137"/>
                  </a:lnTo>
                  <a:lnTo>
                    <a:pt x="0" y="233603"/>
                  </a:lnTo>
                  <a:lnTo>
                    <a:pt x="0" y="2285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233603" y="0"/>
                  </a:lnTo>
                  <a:lnTo>
                    <a:pt x="275094" y="15621"/>
                  </a:lnTo>
                  <a:lnTo>
                    <a:pt x="300913" y="51661"/>
                  </a:lnTo>
                  <a:lnTo>
                    <a:pt x="304800" y="71196"/>
                  </a:lnTo>
                  <a:lnTo>
                    <a:pt x="304800" y="233603"/>
                  </a:lnTo>
                  <a:lnTo>
                    <a:pt x="289177" y="275094"/>
                  </a:lnTo>
                  <a:lnTo>
                    <a:pt x="253137" y="300914"/>
                  </a:lnTo>
                  <a:lnTo>
                    <a:pt x="238558" y="304311"/>
                  </a:lnTo>
                  <a:lnTo>
                    <a:pt x="233603" y="304799"/>
                  </a:lnTo>
                  <a:close/>
                </a:path>
              </a:pathLst>
            </a:custGeom>
            <a:solidFill>
              <a:srgbClr val="E7E9F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16800" y="2193924"/>
              <a:ext cx="158750" cy="88900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4530725" y="2473325"/>
            <a:ext cx="3064510" cy="64008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50" spc="-70" b="1">
                <a:solidFill>
                  <a:srgbClr val="293283"/>
                </a:solidFill>
                <a:latin typeface="Cambria"/>
                <a:cs typeface="Cambria"/>
              </a:rPr>
              <a:t>Widget</a:t>
            </a:r>
            <a:r>
              <a:rPr dirty="0" sz="1250" spc="-25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1250" spc="-20" b="1">
                <a:solidFill>
                  <a:srgbClr val="293283"/>
                </a:solidFill>
                <a:latin typeface="Cambria"/>
                <a:cs typeface="Cambria"/>
              </a:rPr>
              <a:t>Keys</a:t>
            </a:r>
            <a:endParaRPr sz="1250">
              <a:latin typeface="Cambria"/>
              <a:cs typeface="Cambria"/>
            </a:endParaRPr>
          </a:p>
          <a:p>
            <a:pPr marL="12700" marR="5080">
              <a:lnSpc>
                <a:spcPct val="125000"/>
              </a:lnSpc>
              <a:spcBef>
                <a:spcPts val="605"/>
              </a:spcBef>
            </a:pPr>
            <a:r>
              <a:rPr dirty="0" sz="900" spc="-25">
                <a:solidFill>
                  <a:srgbClr val="4A4E6A"/>
                </a:solidFill>
                <a:latin typeface="Tahoma"/>
                <a:cs typeface="Tahoma"/>
              </a:rPr>
              <a:t>Why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0">
                <a:solidFill>
                  <a:srgbClr val="4A4E6A"/>
                </a:solidFill>
                <a:latin typeface="Tahoma"/>
                <a:cs typeface="Tahoma"/>
              </a:rPr>
              <a:t>every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4A4E6A"/>
                </a:solidFill>
                <a:latin typeface="Tahoma"/>
                <a:cs typeface="Tahoma"/>
              </a:rPr>
              <a:t>widget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4A4E6A"/>
                </a:solidFill>
                <a:latin typeface="Tahoma"/>
                <a:cs typeface="Tahoma"/>
              </a:rPr>
              <a:t>should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40">
                <a:solidFill>
                  <a:srgbClr val="4A4E6A"/>
                </a:solidFill>
                <a:latin typeface="Tahoma"/>
                <a:cs typeface="Tahoma"/>
              </a:rPr>
              <a:t>have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ahoma"/>
                <a:cs typeface="Tahoma"/>
              </a:rPr>
              <a:t>a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20">
                <a:solidFill>
                  <a:srgbClr val="4A4E6A"/>
                </a:solidFill>
                <a:latin typeface="Tahoma"/>
                <a:cs typeface="Tahoma"/>
              </a:rPr>
              <a:t>unique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65">
                <a:solidFill>
                  <a:srgbClr val="4A4E6A"/>
                </a:solidFill>
                <a:latin typeface="Tahoma"/>
                <a:cs typeface="Tahoma"/>
              </a:rPr>
              <a:t>key.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45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90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20">
                <a:solidFill>
                  <a:srgbClr val="4A4E6A"/>
                </a:solidFill>
                <a:latin typeface="Tahoma"/>
                <a:cs typeface="Tahoma"/>
              </a:rPr>
              <a:t>habit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20">
                <a:solidFill>
                  <a:srgbClr val="4A4E6A"/>
                </a:solidFill>
                <a:latin typeface="Tahoma"/>
                <a:cs typeface="Tahoma"/>
              </a:rPr>
              <a:t>that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20">
                <a:solidFill>
                  <a:srgbClr val="4A4E6A"/>
                </a:solidFill>
                <a:latin typeface="Tahoma"/>
                <a:cs typeface="Tahoma"/>
              </a:rPr>
              <a:t>pays off</a:t>
            </a:r>
            <a:r>
              <a:rPr dirty="0" sz="90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4A4E6A"/>
                </a:solidFill>
                <a:latin typeface="Tahoma"/>
                <a:cs typeface="Tahoma"/>
              </a:rPr>
              <a:t>in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ahoma"/>
                <a:cs typeface="Tahoma"/>
              </a:rPr>
              <a:t>Phase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4A4E6A"/>
                </a:solidFill>
                <a:latin typeface="Tahoma"/>
                <a:cs typeface="Tahoma"/>
              </a:rPr>
              <a:t>4.</a:t>
            </a:r>
            <a:endParaRPr sz="900">
              <a:latin typeface="Tahoma"/>
              <a:cs typeface="Tahoma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8000999" y="1905000"/>
            <a:ext cx="3505200" cy="2133600"/>
            <a:chOff x="8000999" y="1905000"/>
            <a:chExt cx="3505200" cy="2133600"/>
          </a:xfrm>
        </p:grpSpPr>
        <p:sp>
          <p:nvSpPr>
            <p:cNvPr id="24" name="object 24"/>
            <p:cNvSpPr/>
            <p:nvPr/>
          </p:nvSpPr>
          <p:spPr>
            <a:xfrm>
              <a:off x="8020049" y="1909762"/>
              <a:ext cx="3481704" cy="2124075"/>
            </a:xfrm>
            <a:custGeom>
              <a:avLst/>
              <a:gdLst/>
              <a:ahLst/>
              <a:cxnLst/>
              <a:rect l="l" t="t" r="r" b="b"/>
              <a:pathLst>
                <a:path w="3481704" h="2124075">
                  <a:moveTo>
                    <a:pt x="3361242" y="2124074"/>
                  </a:moveTo>
                  <a:lnTo>
                    <a:pt x="106795" y="2124074"/>
                  </a:lnTo>
                  <a:lnTo>
                    <a:pt x="99361" y="2123251"/>
                  </a:lnTo>
                  <a:lnTo>
                    <a:pt x="57037" y="2107093"/>
                  </a:lnTo>
                  <a:lnTo>
                    <a:pt x="28170" y="2080441"/>
                  </a:lnTo>
                  <a:lnTo>
                    <a:pt x="5827" y="2036894"/>
                  </a:lnTo>
                  <a:lnTo>
                    <a:pt x="0" y="2003930"/>
                  </a:lnTo>
                  <a:lnTo>
                    <a:pt x="0" y="1995487"/>
                  </a:lnTo>
                  <a:lnTo>
                    <a:pt x="0" y="120144"/>
                  </a:lnTo>
                  <a:lnTo>
                    <a:pt x="11571" y="71578"/>
                  </a:lnTo>
                  <a:lnTo>
                    <a:pt x="38783" y="31692"/>
                  </a:lnTo>
                  <a:lnTo>
                    <a:pt x="77492" y="6556"/>
                  </a:lnTo>
                  <a:lnTo>
                    <a:pt x="106795" y="0"/>
                  </a:lnTo>
                  <a:lnTo>
                    <a:pt x="3361242" y="0"/>
                  </a:lnTo>
                  <a:lnTo>
                    <a:pt x="3409807" y="13018"/>
                  </a:lnTo>
                  <a:lnTo>
                    <a:pt x="3449694" y="43632"/>
                  </a:lnTo>
                  <a:lnTo>
                    <a:pt x="3474828" y="87179"/>
                  </a:lnTo>
                  <a:lnTo>
                    <a:pt x="3481386" y="120144"/>
                  </a:lnTo>
                  <a:lnTo>
                    <a:pt x="3481386" y="2003930"/>
                  </a:lnTo>
                  <a:lnTo>
                    <a:pt x="3468366" y="2052495"/>
                  </a:lnTo>
                  <a:lnTo>
                    <a:pt x="3437754" y="2092382"/>
                  </a:lnTo>
                  <a:lnTo>
                    <a:pt x="3394207" y="2117517"/>
                  </a:lnTo>
                  <a:lnTo>
                    <a:pt x="3369605" y="2123250"/>
                  </a:lnTo>
                  <a:lnTo>
                    <a:pt x="3361242" y="21240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8068971" y="1904999"/>
              <a:ext cx="3437254" cy="2133600"/>
            </a:xfrm>
            <a:custGeom>
              <a:avLst/>
              <a:gdLst/>
              <a:ahLst/>
              <a:cxnLst/>
              <a:rect l="l" t="t" r="r" b="b"/>
              <a:pathLst>
                <a:path w="3437254" h="2133600">
                  <a:moveTo>
                    <a:pt x="3437217" y="133350"/>
                  </a:moveTo>
                  <a:lnTo>
                    <a:pt x="3431514" y="94703"/>
                  </a:lnTo>
                  <a:lnTo>
                    <a:pt x="3414763" y="59258"/>
                  </a:lnTo>
                  <a:lnTo>
                    <a:pt x="3398609" y="39573"/>
                  </a:lnTo>
                  <a:lnTo>
                    <a:pt x="3366795" y="15773"/>
                  </a:lnTo>
                  <a:lnTo>
                    <a:pt x="3329889" y="2540"/>
                  </a:lnTo>
                  <a:lnTo>
                    <a:pt x="3303867" y="0"/>
                  </a:lnTo>
                  <a:lnTo>
                    <a:pt x="65366" y="0"/>
                  </a:lnTo>
                  <a:lnTo>
                    <a:pt x="26720" y="5715"/>
                  </a:lnTo>
                  <a:lnTo>
                    <a:pt x="0" y="17233"/>
                  </a:lnTo>
                  <a:lnTo>
                    <a:pt x="22542" y="22872"/>
                  </a:lnTo>
                  <a:lnTo>
                    <a:pt x="28917" y="18961"/>
                  </a:lnTo>
                  <a:lnTo>
                    <a:pt x="37769" y="14833"/>
                  </a:lnTo>
                  <a:lnTo>
                    <a:pt x="46786" y="11887"/>
                  </a:lnTo>
                  <a:lnTo>
                    <a:pt x="55994" y="10121"/>
                  </a:lnTo>
                  <a:lnTo>
                    <a:pt x="65366" y="9525"/>
                  </a:lnTo>
                  <a:lnTo>
                    <a:pt x="3303867" y="9525"/>
                  </a:lnTo>
                  <a:lnTo>
                    <a:pt x="3351250" y="18961"/>
                  </a:lnTo>
                  <a:lnTo>
                    <a:pt x="3391433" y="45796"/>
                  </a:lnTo>
                  <a:lnTo>
                    <a:pt x="3391878" y="46304"/>
                  </a:lnTo>
                  <a:lnTo>
                    <a:pt x="3399637" y="54838"/>
                  </a:lnTo>
                  <a:lnTo>
                    <a:pt x="3422396" y="97459"/>
                  </a:lnTo>
                  <a:lnTo>
                    <a:pt x="3427692" y="133350"/>
                  </a:lnTo>
                  <a:lnTo>
                    <a:pt x="3427692" y="2000250"/>
                  </a:lnTo>
                  <a:lnTo>
                    <a:pt x="3418268" y="2047646"/>
                  </a:lnTo>
                  <a:lnTo>
                    <a:pt x="3391878" y="2087308"/>
                  </a:lnTo>
                  <a:lnTo>
                    <a:pt x="3391433" y="2087816"/>
                  </a:lnTo>
                  <a:lnTo>
                    <a:pt x="3351250" y="2114651"/>
                  </a:lnTo>
                  <a:lnTo>
                    <a:pt x="3316325" y="2123452"/>
                  </a:lnTo>
                  <a:lnTo>
                    <a:pt x="3316833" y="2123452"/>
                  </a:lnTo>
                  <a:lnTo>
                    <a:pt x="3303867" y="2124075"/>
                  </a:lnTo>
                  <a:lnTo>
                    <a:pt x="65366" y="2124075"/>
                  </a:lnTo>
                  <a:lnTo>
                    <a:pt x="55397" y="2123452"/>
                  </a:lnTo>
                  <a:lnTo>
                    <a:pt x="55791" y="2123452"/>
                  </a:lnTo>
                  <a:lnTo>
                    <a:pt x="46786" y="2121725"/>
                  </a:lnTo>
                  <a:lnTo>
                    <a:pt x="37769" y="2118779"/>
                  </a:lnTo>
                  <a:lnTo>
                    <a:pt x="28917" y="2114651"/>
                  </a:lnTo>
                  <a:lnTo>
                    <a:pt x="22542" y="2110740"/>
                  </a:lnTo>
                  <a:lnTo>
                    <a:pt x="0" y="2116378"/>
                  </a:lnTo>
                  <a:lnTo>
                    <a:pt x="39357" y="2131072"/>
                  </a:lnTo>
                  <a:lnTo>
                    <a:pt x="65366" y="2133600"/>
                  </a:lnTo>
                  <a:lnTo>
                    <a:pt x="3303867" y="2133600"/>
                  </a:lnTo>
                  <a:lnTo>
                    <a:pt x="3317011" y="2132977"/>
                  </a:lnTo>
                  <a:lnTo>
                    <a:pt x="3329889" y="2131072"/>
                  </a:lnTo>
                  <a:lnTo>
                    <a:pt x="3342525" y="2127897"/>
                  </a:lnTo>
                  <a:lnTo>
                    <a:pt x="3353155" y="2124075"/>
                  </a:lnTo>
                  <a:lnTo>
                    <a:pt x="3354908" y="2123452"/>
                  </a:lnTo>
                  <a:lnTo>
                    <a:pt x="3388423" y="2103386"/>
                  </a:lnTo>
                  <a:lnTo>
                    <a:pt x="3414763" y="2074354"/>
                  </a:lnTo>
                  <a:lnTo>
                    <a:pt x="3431514" y="2038908"/>
                  </a:lnTo>
                  <a:lnTo>
                    <a:pt x="3437217" y="2000250"/>
                  </a:lnTo>
                  <a:lnTo>
                    <a:pt x="3437217" y="133350"/>
                  </a:lnTo>
                  <a:close/>
                </a:path>
              </a:pathLst>
            </a:custGeom>
            <a:solidFill>
              <a:srgbClr val="E4DE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8000999" y="1922063"/>
              <a:ext cx="90805" cy="2099945"/>
            </a:xfrm>
            <a:custGeom>
              <a:avLst/>
              <a:gdLst/>
              <a:ahLst/>
              <a:cxnLst/>
              <a:rect l="l" t="t" r="r" b="b"/>
              <a:pathLst>
                <a:path w="90804" h="2099945">
                  <a:moveTo>
                    <a:pt x="68254" y="2099473"/>
                  </a:moveTo>
                  <a:lnTo>
                    <a:pt x="30216" y="2067741"/>
                  </a:lnTo>
                  <a:lnTo>
                    <a:pt x="10150" y="2034217"/>
                  </a:lnTo>
                  <a:lnTo>
                    <a:pt x="634" y="1996322"/>
                  </a:lnTo>
                  <a:lnTo>
                    <a:pt x="0" y="1983186"/>
                  </a:lnTo>
                  <a:lnTo>
                    <a:pt x="0" y="116286"/>
                  </a:lnTo>
                  <a:lnTo>
                    <a:pt x="5709" y="77634"/>
                  </a:lnTo>
                  <a:lnTo>
                    <a:pt x="22452" y="42187"/>
                  </a:lnTo>
                  <a:lnTo>
                    <a:pt x="48794" y="13153"/>
                  </a:lnTo>
                  <a:lnTo>
                    <a:pt x="68253" y="0"/>
                  </a:lnTo>
                  <a:lnTo>
                    <a:pt x="90791" y="5634"/>
                  </a:lnTo>
                  <a:lnTo>
                    <a:pt x="88403" y="7099"/>
                  </a:lnTo>
                  <a:lnTo>
                    <a:pt x="80421" y="13310"/>
                  </a:lnTo>
                  <a:lnTo>
                    <a:pt x="54137" y="47479"/>
                  </a:lnTo>
                  <a:lnTo>
                    <a:pt x="39912" y="92124"/>
                  </a:lnTo>
                  <a:lnTo>
                    <a:pt x="38100" y="116286"/>
                  </a:lnTo>
                  <a:lnTo>
                    <a:pt x="38100" y="1983186"/>
                  </a:lnTo>
                  <a:lnTo>
                    <a:pt x="45349" y="2030572"/>
                  </a:lnTo>
                  <a:lnTo>
                    <a:pt x="65998" y="2070743"/>
                  </a:lnTo>
                  <a:lnTo>
                    <a:pt x="90792" y="2093838"/>
                  </a:lnTo>
                  <a:lnTo>
                    <a:pt x="68254" y="2099473"/>
                  </a:lnTo>
                  <a:close/>
                </a:path>
              </a:pathLst>
            </a:custGeom>
            <a:solidFill>
              <a:srgbClr val="FF6A5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8229587" y="2085974"/>
              <a:ext cx="3076575" cy="304800"/>
            </a:xfrm>
            <a:custGeom>
              <a:avLst/>
              <a:gdLst/>
              <a:ahLst/>
              <a:cxnLst/>
              <a:rect l="l" t="t" r="r" b="b"/>
              <a:pathLst>
                <a:path w="3076575" h="304800">
                  <a:moveTo>
                    <a:pt x="1066800" y="149352"/>
                  </a:moveTo>
                  <a:lnTo>
                    <a:pt x="1054747" y="104381"/>
                  </a:lnTo>
                  <a:lnTo>
                    <a:pt x="1026401" y="67449"/>
                  </a:lnTo>
                  <a:lnTo>
                    <a:pt x="986078" y="44183"/>
                  </a:lnTo>
                  <a:lnTo>
                    <a:pt x="955560" y="38100"/>
                  </a:lnTo>
                  <a:lnTo>
                    <a:pt x="111252" y="38100"/>
                  </a:lnTo>
                  <a:lnTo>
                    <a:pt x="66281" y="50165"/>
                  </a:lnTo>
                  <a:lnTo>
                    <a:pt x="29349" y="78511"/>
                  </a:lnTo>
                  <a:lnTo>
                    <a:pt x="6070" y="118833"/>
                  </a:lnTo>
                  <a:lnTo>
                    <a:pt x="0" y="149352"/>
                  </a:lnTo>
                  <a:lnTo>
                    <a:pt x="0" y="157162"/>
                  </a:lnTo>
                  <a:lnTo>
                    <a:pt x="0" y="164985"/>
                  </a:lnTo>
                  <a:lnTo>
                    <a:pt x="12052" y="209956"/>
                  </a:lnTo>
                  <a:lnTo>
                    <a:pt x="40398" y="246888"/>
                  </a:lnTo>
                  <a:lnTo>
                    <a:pt x="80721" y="270154"/>
                  </a:lnTo>
                  <a:lnTo>
                    <a:pt x="111252" y="276225"/>
                  </a:lnTo>
                  <a:lnTo>
                    <a:pt x="955560" y="276225"/>
                  </a:lnTo>
                  <a:lnTo>
                    <a:pt x="1000531" y="264172"/>
                  </a:lnTo>
                  <a:lnTo>
                    <a:pt x="1037463" y="235826"/>
                  </a:lnTo>
                  <a:lnTo>
                    <a:pt x="1060729" y="195503"/>
                  </a:lnTo>
                  <a:lnTo>
                    <a:pt x="1066800" y="164985"/>
                  </a:lnTo>
                  <a:lnTo>
                    <a:pt x="1066800" y="149352"/>
                  </a:lnTo>
                  <a:close/>
                </a:path>
                <a:path w="3076575" h="304800">
                  <a:moveTo>
                    <a:pt x="3076575" y="71208"/>
                  </a:moveTo>
                  <a:lnTo>
                    <a:pt x="3060954" y="29705"/>
                  </a:lnTo>
                  <a:lnTo>
                    <a:pt x="3024911" y="3886"/>
                  </a:lnTo>
                  <a:lnTo>
                    <a:pt x="3005378" y="0"/>
                  </a:lnTo>
                  <a:lnTo>
                    <a:pt x="2842971" y="0"/>
                  </a:lnTo>
                  <a:lnTo>
                    <a:pt x="2801480" y="15633"/>
                  </a:lnTo>
                  <a:lnTo>
                    <a:pt x="2775661" y="51663"/>
                  </a:lnTo>
                  <a:lnTo>
                    <a:pt x="2771775" y="71208"/>
                  </a:lnTo>
                  <a:lnTo>
                    <a:pt x="2771775" y="228600"/>
                  </a:lnTo>
                  <a:lnTo>
                    <a:pt x="2771775" y="233603"/>
                  </a:lnTo>
                  <a:lnTo>
                    <a:pt x="2787396" y="275094"/>
                  </a:lnTo>
                  <a:lnTo>
                    <a:pt x="2823438" y="300926"/>
                  </a:lnTo>
                  <a:lnTo>
                    <a:pt x="2842971" y="304800"/>
                  </a:lnTo>
                  <a:lnTo>
                    <a:pt x="3005378" y="304800"/>
                  </a:lnTo>
                  <a:lnTo>
                    <a:pt x="3046869" y="289179"/>
                  </a:lnTo>
                  <a:lnTo>
                    <a:pt x="3072688" y="253149"/>
                  </a:lnTo>
                  <a:lnTo>
                    <a:pt x="3076575" y="233603"/>
                  </a:lnTo>
                  <a:lnTo>
                    <a:pt x="3076575" y="71208"/>
                  </a:lnTo>
                  <a:close/>
                </a:path>
              </a:pathLst>
            </a:custGeom>
            <a:solidFill>
              <a:srgbClr val="FFE7E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087099" y="2187574"/>
              <a:ext cx="133350" cy="101600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8229587" y="2800349"/>
              <a:ext cx="3009900" cy="323850"/>
            </a:xfrm>
            <a:custGeom>
              <a:avLst/>
              <a:gdLst/>
              <a:ahLst/>
              <a:cxnLst/>
              <a:rect l="l" t="t" r="r" b="b"/>
              <a:pathLst>
                <a:path w="3009900" h="323850">
                  <a:moveTo>
                    <a:pt x="742950" y="33058"/>
                  </a:moveTo>
                  <a:lnTo>
                    <a:pt x="714768" y="977"/>
                  </a:lnTo>
                  <a:lnTo>
                    <a:pt x="709904" y="0"/>
                  </a:lnTo>
                  <a:lnTo>
                    <a:pt x="33058" y="0"/>
                  </a:lnTo>
                  <a:lnTo>
                    <a:pt x="965" y="28194"/>
                  </a:lnTo>
                  <a:lnTo>
                    <a:pt x="0" y="33058"/>
                  </a:lnTo>
                  <a:lnTo>
                    <a:pt x="0" y="104775"/>
                  </a:lnTo>
                  <a:lnTo>
                    <a:pt x="0" y="109829"/>
                  </a:lnTo>
                  <a:lnTo>
                    <a:pt x="28194" y="141909"/>
                  </a:lnTo>
                  <a:lnTo>
                    <a:pt x="33058" y="142875"/>
                  </a:lnTo>
                  <a:lnTo>
                    <a:pt x="709904" y="142875"/>
                  </a:lnTo>
                  <a:lnTo>
                    <a:pt x="741984" y="114693"/>
                  </a:lnTo>
                  <a:lnTo>
                    <a:pt x="742950" y="109829"/>
                  </a:lnTo>
                  <a:lnTo>
                    <a:pt x="742950" y="33058"/>
                  </a:lnTo>
                  <a:close/>
                </a:path>
                <a:path w="3009900" h="323850">
                  <a:moveTo>
                    <a:pt x="876300" y="214033"/>
                  </a:moveTo>
                  <a:lnTo>
                    <a:pt x="848118" y="181952"/>
                  </a:lnTo>
                  <a:lnTo>
                    <a:pt x="843254" y="180975"/>
                  </a:lnTo>
                  <a:lnTo>
                    <a:pt x="33058" y="180975"/>
                  </a:lnTo>
                  <a:lnTo>
                    <a:pt x="965" y="209169"/>
                  </a:lnTo>
                  <a:lnTo>
                    <a:pt x="0" y="214033"/>
                  </a:lnTo>
                  <a:lnTo>
                    <a:pt x="0" y="285750"/>
                  </a:lnTo>
                  <a:lnTo>
                    <a:pt x="0" y="290804"/>
                  </a:lnTo>
                  <a:lnTo>
                    <a:pt x="28194" y="322884"/>
                  </a:lnTo>
                  <a:lnTo>
                    <a:pt x="33058" y="323850"/>
                  </a:lnTo>
                  <a:lnTo>
                    <a:pt x="843254" y="323850"/>
                  </a:lnTo>
                  <a:lnTo>
                    <a:pt x="875334" y="295668"/>
                  </a:lnTo>
                  <a:lnTo>
                    <a:pt x="876300" y="290804"/>
                  </a:lnTo>
                  <a:lnTo>
                    <a:pt x="876300" y="214033"/>
                  </a:lnTo>
                  <a:close/>
                </a:path>
                <a:path w="3009900" h="323850">
                  <a:moveTo>
                    <a:pt x="1533525" y="214033"/>
                  </a:moveTo>
                  <a:lnTo>
                    <a:pt x="1505343" y="181952"/>
                  </a:lnTo>
                  <a:lnTo>
                    <a:pt x="1500479" y="180975"/>
                  </a:lnTo>
                  <a:lnTo>
                    <a:pt x="956983" y="180975"/>
                  </a:lnTo>
                  <a:lnTo>
                    <a:pt x="924890" y="209169"/>
                  </a:lnTo>
                  <a:lnTo>
                    <a:pt x="923925" y="214033"/>
                  </a:lnTo>
                  <a:lnTo>
                    <a:pt x="923925" y="285750"/>
                  </a:lnTo>
                  <a:lnTo>
                    <a:pt x="923925" y="290804"/>
                  </a:lnTo>
                  <a:lnTo>
                    <a:pt x="952119" y="322884"/>
                  </a:lnTo>
                  <a:lnTo>
                    <a:pt x="956983" y="323850"/>
                  </a:lnTo>
                  <a:lnTo>
                    <a:pt x="1500479" y="323850"/>
                  </a:lnTo>
                  <a:lnTo>
                    <a:pt x="1532559" y="295668"/>
                  </a:lnTo>
                  <a:lnTo>
                    <a:pt x="1533525" y="290804"/>
                  </a:lnTo>
                  <a:lnTo>
                    <a:pt x="1533525" y="214033"/>
                  </a:lnTo>
                  <a:close/>
                </a:path>
                <a:path w="3009900" h="323850">
                  <a:moveTo>
                    <a:pt x="1543050" y="33058"/>
                  </a:moveTo>
                  <a:lnTo>
                    <a:pt x="1514868" y="977"/>
                  </a:lnTo>
                  <a:lnTo>
                    <a:pt x="1510004" y="0"/>
                  </a:lnTo>
                  <a:lnTo>
                    <a:pt x="833158" y="0"/>
                  </a:lnTo>
                  <a:lnTo>
                    <a:pt x="801065" y="28194"/>
                  </a:lnTo>
                  <a:lnTo>
                    <a:pt x="800100" y="33058"/>
                  </a:lnTo>
                  <a:lnTo>
                    <a:pt x="800100" y="104775"/>
                  </a:lnTo>
                  <a:lnTo>
                    <a:pt x="800100" y="109829"/>
                  </a:lnTo>
                  <a:lnTo>
                    <a:pt x="828294" y="141909"/>
                  </a:lnTo>
                  <a:lnTo>
                    <a:pt x="833158" y="142875"/>
                  </a:lnTo>
                  <a:lnTo>
                    <a:pt x="1510004" y="142875"/>
                  </a:lnTo>
                  <a:lnTo>
                    <a:pt x="1542084" y="114693"/>
                  </a:lnTo>
                  <a:lnTo>
                    <a:pt x="1543050" y="109829"/>
                  </a:lnTo>
                  <a:lnTo>
                    <a:pt x="1543050" y="33058"/>
                  </a:lnTo>
                  <a:close/>
                </a:path>
                <a:path w="3009900" h="323850">
                  <a:moveTo>
                    <a:pt x="2152650" y="33058"/>
                  </a:moveTo>
                  <a:lnTo>
                    <a:pt x="2124468" y="977"/>
                  </a:lnTo>
                  <a:lnTo>
                    <a:pt x="2119604" y="0"/>
                  </a:lnTo>
                  <a:lnTo>
                    <a:pt x="1633258" y="0"/>
                  </a:lnTo>
                  <a:lnTo>
                    <a:pt x="1601165" y="28194"/>
                  </a:lnTo>
                  <a:lnTo>
                    <a:pt x="1600200" y="33058"/>
                  </a:lnTo>
                  <a:lnTo>
                    <a:pt x="1600200" y="104775"/>
                  </a:lnTo>
                  <a:lnTo>
                    <a:pt x="1600200" y="109829"/>
                  </a:lnTo>
                  <a:lnTo>
                    <a:pt x="1628394" y="141909"/>
                  </a:lnTo>
                  <a:lnTo>
                    <a:pt x="1633258" y="142875"/>
                  </a:lnTo>
                  <a:lnTo>
                    <a:pt x="2119604" y="142875"/>
                  </a:lnTo>
                  <a:lnTo>
                    <a:pt x="2151684" y="114693"/>
                  </a:lnTo>
                  <a:lnTo>
                    <a:pt x="2152650" y="109829"/>
                  </a:lnTo>
                  <a:lnTo>
                    <a:pt x="2152650" y="33058"/>
                  </a:lnTo>
                  <a:close/>
                </a:path>
                <a:path w="3009900" h="323850">
                  <a:moveTo>
                    <a:pt x="3009900" y="33058"/>
                  </a:moveTo>
                  <a:lnTo>
                    <a:pt x="2981718" y="977"/>
                  </a:lnTo>
                  <a:lnTo>
                    <a:pt x="2976854" y="0"/>
                  </a:lnTo>
                  <a:lnTo>
                    <a:pt x="2233333" y="0"/>
                  </a:lnTo>
                  <a:lnTo>
                    <a:pt x="2201253" y="28194"/>
                  </a:lnTo>
                  <a:lnTo>
                    <a:pt x="2200275" y="33058"/>
                  </a:lnTo>
                  <a:lnTo>
                    <a:pt x="2200275" y="104775"/>
                  </a:lnTo>
                  <a:lnTo>
                    <a:pt x="2200275" y="109829"/>
                  </a:lnTo>
                  <a:lnTo>
                    <a:pt x="2228469" y="141909"/>
                  </a:lnTo>
                  <a:lnTo>
                    <a:pt x="2233333" y="142875"/>
                  </a:lnTo>
                  <a:lnTo>
                    <a:pt x="2976854" y="142875"/>
                  </a:lnTo>
                  <a:lnTo>
                    <a:pt x="3008934" y="114693"/>
                  </a:lnTo>
                  <a:lnTo>
                    <a:pt x="3009900" y="109829"/>
                  </a:lnTo>
                  <a:lnTo>
                    <a:pt x="3009900" y="33058"/>
                  </a:lnTo>
                  <a:close/>
                </a:path>
              </a:pathLst>
            </a:custGeom>
            <a:solidFill>
              <a:srgbClr val="F4EFE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/>
          <p:cNvSpPr txBox="1"/>
          <p:nvPr/>
        </p:nvSpPr>
        <p:spPr>
          <a:xfrm>
            <a:off x="8068972" y="2149475"/>
            <a:ext cx="3391535" cy="97345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255270">
              <a:lnSpc>
                <a:spcPct val="100000"/>
              </a:lnSpc>
              <a:spcBef>
                <a:spcPts val="125"/>
              </a:spcBef>
            </a:pPr>
            <a:r>
              <a:rPr dirty="0" sz="800" b="1">
                <a:solidFill>
                  <a:srgbClr val="FF6A5B"/>
                </a:solidFill>
                <a:latin typeface="Courier New"/>
                <a:cs typeface="Courier New"/>
              </a:rPr>
              <a:t>00:20</a:t>
            </a:r>
            <a:r>
              <a:rPr dirty="0" sz="800" spc="195" b="1">
                <a:solidFill>
                  <a:srgbClr val="FF6A5B"/>
                </a:solidFill>
                <a:latin typeface="Courier New"/>
                <a:cs typeface="Courier New"/>
              </a:rPr>
              <a:t> </a:t>
            </a:r>
            <a:r>
              <a:rPr dirty="0" sz="800" b="1">
                <a:solidFill>
                  <a:srgbClr val="FF6A5B"/>
                </a:solidFill>
                <a:latin typeface="Courier New"/>
                <a:cs typeface="Courier New"/>
              </a:rPr>
              <a:t>–</a:t>
            </a:r>
            <a:r>
              <a:rPr dirty="0" sz="800" spc="195" b="1">
                <a:solidFill>
                  <a:srgbClr val="FF6A5B"/>
                </a:solidFill>
                <a:latin typeface="Courier New"/>
                <a:cs typeface="Courier New"/>
              </a:rPr>
              <a:t> </a:t>
            </a:r>
            <a:r>
              <a:rPr dirty="0" sz="800" spc="-10" b="1">
                <a:solidFill>
                  <a:srgbClr val="FF6A5B"/>
                </a:solidFill>
                <a:latin typeface="Courier New"/>
                <a:cs typeface="Courier New"/>
              </a:rPr>
              <a:t>00:45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680"/>
              </a:spcBef>
            </a:pPr>
            <a:endParaRPr sz="800">
              <a:latin typeface="Courier New"/>
              <a:cs typeface="Courier New"/>
            </a:endParaRPr>
          </a:p>
          <a:p>
            <a:pPr marL="160020">
              <a:lnSpc>
                <a:spcPct val="100000"/>
              </a:lnSpc>
            </a:pPr>
            <a:r>
              <a:rPr dirty="0" sz="1250" spc="-110" b="1">
                <a:solidFill>
                  <a:srgbClr val="293283"/>
                </a:solidFill>
                <a:latin typeface="Cambria"/>
                <a:cs typeface="Cambria"/>
              </a:rPr>
              <a:t>The</a:t>
            </a:r>
            <a:r>
              <a:rPr dirty="0" sz="1250" spc="-5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1250" spc="-105" b="1">
                <a:solidFill>
                  <a:srgbClr val="293283"/>
                </a:solidFill>
                <a:latin typeface="Cambria"/>
                <a:cs typeface="Cambria"/>
              </a:rPr>
              <a:t>5</a:t>
            </a:r>
            <a:r>
              <a:rPr dirty="0" sz="1250" spc="-5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1250" spc="-95" b="1">
                <a:solidFill>
                  <a:srgbClr val="293283"/>
                </a:solidFill>
                <a:latin typeface="Cambria"/>
                <a:cs typeface="Cambria"/>
              </a:rPr>
              <a:t>Layout</a:t>
            </a:r>
            <a:r>
              <a:rPr dirty="0" sz="1250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1250" spc="-10" b="1">
                <a:solidFill>
                  <a:srgbClr val="293283"/>
                </a:solidFill>
                <a:latin typeface="Cambria"/>
                <a:cs typeface="Cambria"/>
              </a:rPr>
              <a:t>Primitives</a:t>
            </a:r>
            <a:endParaRPr sz="1250">
              <a:latin typeface="Cambria"/>
              <a:cs typeface="Cambria"/>
            </a:endParaRPr>
          </a:p>
          <a:p>
            <a:pPr marL="207645">
              <a:lnSpc>
                <a:spcPct val="100000"/>
              </a:lnSpc>
              <a:spcBef>
                <a:spcPts val="875"/>
              </a:spcBef>
            </a:pPr>
            <a:r>
              <a:rPr dirty="0" sz="850" spc="-10">
                <a:solidFill>
                  <a:srgbClr val="293283"/>
                </a:solidFill>
                <a:latin typeface="Courier New"/>
                <a:cs typeface="Courier New"/>
              </a:rPr>
              <a:t>st.columns</a:t>
            </a:r>
            <a:r>
              <a:rPr dirty="0" sz="850" spc="-145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900">
                <a:solidFill>
                  <a:srgbClr val="4A4E6A"/>
                </a:solidFill>
                <a:latin typeface="Tahoma"/>
                <a:cs typeface="Tahoma"/>
              </a:rPr>
              <a:t>,</a:t>
            </a:r>
            <a:r>
              <a:rPr dirty="0" sz="900" spc="24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10">
                <a:solidFill>
                  <a:srgbClr val="293283"/>
                </a:solidFill>
                <a:latin typeface="Courier New"/>
                <a:cs typeface="Courier New"/>
              </a:rPr>
              <a:t>st.sidebar</a:t>
            </a:r>
            <a:r>
              <a:rPr dirty="0" sz="850" spc="-145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900">
                <a:solidFill>
                  <a:srgbClr val="4A4E6A"/>
                </a:solidFill>
                <a:latin typeface="Tahoma"/>
                <a:cs typeface="Tahoma"/>
              </a:rPr>
              <a:t>,</a:t>
            </a:r>
            <a:r>
              <a:rPr dirty="0" sz="900" spc="28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10">
                <a:solidFill>
                  <a:srgbClr val="293283"/>
                </a:solidFill>
                <a:latin typeface="Courier New"/>
                <a:cs typeface="Courier New"/>
              </a:rPr>
              <a:t>st.tabs</a:t>
            </a:r>
            <a:r>
              <a:rPr dirty="0" sz="850" spc="-145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900">
                <a:solidFill>
                  <a:srgbClr val="4A4E6A"/>
                </a:solidFill>
                <a:latin typeface="Tahoma"/>
                <a:cs typeface="Tahoma"/>
              </a:rPr>
              <a:t>,</a:t>
            </a:r>
            <a:r>
              <a:rPr dirty="0" sz="900" spc="28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10">
                <a:solidFill>
                  <a:srgbClr val="293283"/>
                </a:solidFill>
                <a:latin typeface="Courier New"/>
                <a:cs typeface="Courier New"/>
              </a:rPr>
              <a:t>st.expander</a:t>
            </a:r>
            <a:r>
              <a:rPr dirty="0" sz="850" spc="-145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900" spc="-50">
                <a:solidFill>
                  <a:srgbClr val="4A4E6A"/>
                </a:solidFill>
                <a:latin typeface="Tahoma"/>
                <a:cs typeface="Tahoma"/>
              </a:rPr>
              <a:t>,</a:t>
            </a:r>
            <a:endParaRPr sz="900">
              <a:latin typeface="Tahoma"/>
              <a:cs typeface="Tahoma"/>
            </a:endParaRPr>
          </a:p>
          <a:p>
            <a:pPr marL="207645">
              <a:lnSpc>
                <a:spcPct val="100000"/>
              </a:lnSpc>
              <a:spcBef>
                <a:spcPts val="345"/>
              </a:spcBef>
            </a:pPr>
            <a:r>
              <a:rPr dirty="0" sz="850" spc="-10">
                <a:solidFill>
                  <a:srgbClr val="293283"/>
                </a:solidFill>
                <a:latin typeface="Courier New"/>
                <a:cs typeface="Courier New"/>
              </a:rPr>
              <a:t>st.container</a:t>
            </a:r>
            <a:r>
              <a:rPr dirty="0" sz="850" spc="-120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900">
                <a:solidFill>
                  <a:srgbClr val="4A4E6A"/>
                </a:solidFill>
                <a:latin typeface="Tahoma"/>
                <a:cs typeface="Tahoma"/>
              </a:rPr>
              <a:t>/</a:t>
            </a:r>
            <a:r>
              <a:rPr dirty="0" sz="900" spc="11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10">
                <a:solidFill>
                  <a:srgbClr val="293283"/>
                </a:solidFill>
                <a:latin typeface="Courier New"/>
                <a:cs typeface="Courier New"/>
              </a:rPr>
              <a:t>st.empty</a:t>
            </a:r>
            <a:r>
              <a:rPr dirty="0" sz="850" spc="-114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900" spc="-45">
                <a:solidFill>
                  <a:srgbClr val="4A4E6A"/>
                </a:solidFill>
                <a:latin typeface="Tahoma"/>
                <a:cs typeface="Tahoma"/>
              </a:rPr>
              <a:t>.</a:t>
            </a:r>
            <a:r>
              <a:rPr dirty="0" sz="90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4A4E6A"/>
                </a:solidFill>
                <a:latin typeface="Tahoma"/>
                <a:cs typeface="Tahoma"/>
              </a:rPr>
              <a:t>One</a:t>
            </a:r>
            <a:r>
              <a:rPr dirty="0" sz="90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20">
                <a:solidFill>
                  <a:srgbClr val="4A4E6A"/>
                </a:solidFill>
                <a:latin typeface="Tahoma"/>
                <a:cs typeface="Tahoma"/>
              </a:rPr>
              <a:t>slide</a:t>
            </a:r>
            <a:r>
              <a:rPr dirty="0" sz="90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ahoma"/>
                <a:cs typeface="Tahoma"/>
              </a:rPr>
              <a:t>each,</a:t>
            </a:r>
            <a:r>
              <a:rPr dirty="0" sz="90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4A4E6A"/>
                </a:solidFill>
                <a:latin typeface="Tahoma"/>
                <a:cs typeface="Tahoma"/>
              </a:rPr>
              <a:t>typed</a:t>
            </a:r>
            <a:r>
              <a:rPr dirty="0" sz="90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20">
                <a:solidFill>
                  <a:srgbClr val="4A4E6A"/>
                </a:solidFill>
                <a:latin typeface="Tahoma"/>
                <a:cs typeface="Tahoma"/>
              </a:rPr>
              <a:t>live.</a:t>
            </a:r>
            <a:endParaRPr sz="900">
              <a:latin typeface="Tahoma"/>
              <a:cs typeface="Tahoma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685799" y="4190999"/>
            <a:ext cx="3505200" cy="2133600"/>
            <a:chOff x="685799" y="4190999"/>
            <a:chExt cx="3505200" cy="2133600"/>
          </a:xfrm>
        </p:grpSpPr>
        <p:sp>
          <p:nvSpPr>
            <p:cNvPr id="32" name="object 32"/>
            <p:cNvSpPr/>
            <p:nvPr/>
          </p:nvSpPr>
          <p:spPr>
            <a:xfrm>
              <a:off x="690562" y="4195762"/>
              <a:ext cx="3495675" cy="2124075"/>
            </a:xfrm>
            <a:custGeom>
              <a:avLst/>
              <a:gdLst/>
              <a:ahLst/>
              <a:cxnLst/>
              <a:rect l="l" t="t" r="r" b="b"/>
              <a:pathLst>
                <a:path w="3495675" h="2124075">
                  <a:moveTo>
                    <a:pt x="3375530" y="2124074"/>
                  </a:moveTo>
                  <a:lnTo>
                    <a:pt x="120144" y="2124074"/>
                  </a:lnTo>
                  <a:lnTo>
                    <a:pt x="111782" y="2123250"/>
                  </a:lnTo>
                  <a:lnTo>
                    <a:pt x="71578" y="2111054"/>
                  </a:lnTo>
                  <a:lnTo>
                    <a:pt x="31692" y="2080441"/>
                  </a:lnTo>
                  <a:lnTo>
                    <a:pt x="6557" y="2036894"/>
                  </a:lnTo>
                  <a:lnTo>
                    <a:pt x="0" y="2003930"/>
                  </a:lnTo>
                  <a:lnTo>
                    <a:pt x="0" y="1995487"/>
                  </a:lnTo>
                  <a:lnTo>
                    <a:pt x="0" y="120144"/>
                  </a:lnTo>
                  <a:lnTo>
                    <a:pt x="13019" y="71578"/>
                  </a:lnTo>
                  <a:lnTo>
                    <a:pt x="43632" y="31691"/>
                  </a:lnTo>
                  <a:lnTo>
                    <a:pt x="87179" y="6556"/>
                  </a:lnTo>
                  <a:lnTo>
                    <a:pt x="120144" y="0"/>
                  </a:lnTo>
                  <a:lnTo>
                    <a:pt x="3375530" y="0"/>
                  </a:lnTo>
                  <a:lnTo>
                    <a:pt x="3424095" y="13018"/>
                  </a:lnTo>
                  <a:lnTo>
                    <a:pt x="3463982" y="43632"/>
                  </a:lnTo>
                  <a:lnTo>
                    <a:pt x="3489117" y="87178"/>
                  </a:lnTo>
                  <a:lnTo>
                    <a:pt x="3495674" y="120144"/>
                  </a:lnTo>
                  <a:lnTo>
                    <a:pt x="3495674" y="2003930"/>
                  </a:lnTo>
                  <a:lnTo>
                    <a:pt x="3482654" y="2052494"/>
                  </a:lnTo>
                  <a:lnTo>
                    <a:pt x="3452041" y="2092381"/>
                  </a:lnTo>
                  <a:lnTo>
                    <a:pt x="3408494" y="2117517"/>
                  </a:lnTo>
                  <a:lnTo>
                    <a:pt x="3383892" y="2123250"/>
                  </a:lnTo>
                  <a:lnTo>
                    <a:pt x="3375530" y="21240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690562" y="4195762"/>
              <a:ext cx="3495675" cy="2124075"/>
            </a:xfrm>
            <a:custGeom>
              <a:avLst/>
              <a:gdLst/>
              <a:ahLst/>
              <a:cxnLst/>
              <a:rect l="l" t="t" r="r" b="b"/>
              <a:pathLst>
                <a:path w="3495675" h="2124075">
                  <a:moveTo>
                    <a:pt x="0" y="1995487"/>
                  </a:moveTo>
                  <a:lnTo>
                    <a:pt x="0" y="128587"/>
                  </a:lnTo>
                  <a:lnTo>
                    <a:pt x="0" y="120144"/>
                  </a:lnTo>
                  <a:lnTo>
                    <a:pt x="823" y="111781"/>
                  </a:lnTo>
                  <a:lnTo>
                    <a:pt x="13019" y="71578"/>
                  </a:lnTo>
                  <a:lnTo>
                    <a:pt x="37662" y="37662"/>
                  </a:lnTo>
                  <a:lnTo>
                    <a:pt x="43632" y="31691"/>
                  </a:lnTo>
                  <a:lnTo>
                    <a:pt x="50127" y="26361"/>
                  </a:lnTo>
                  <a:lnTo>
                    <a:pt x="57148" y="21670"/>
                  </a:lnTo>
                  <a:lnTo>
                    <a:pt x="64168" y="16979"/>
                  </a:lnTo>
                  <a:lnTo>
                    <a:pt x="103501" y="2470"/>
                  </a:lnTo>
                  <a:lnTo>
                    <a:pt x="120144" y="0"/>
                  </a:lnTo>
                  <a:lnTo>
                    <a:pt x="128587" y="0"/>
                  </a:lnTo>
                  <a:lnTo>
                    <a:pt x="3367087" y="0"/>
                  </a:lnTo>
                  <a:lnTo>
                    <a:pt x="3375530" y="0"/>
                  </a:lnTo>
                  <a:lnTo>
                    <a:pt x="3383892" y="823"/>
                  </a:lnTo>
                  <a:lnTo>
                    <a:pt x="3424095" y="13018"/>
                  </a:lnTo>
                  <a:lnTo>
                    <a:pt x="3438526" y="21670"/>
                  </a:lnTo>
                  <a:lnTo>
                    <a:pt x="3445546" y="26361"/>
                  </a:lnTo>
                  <a:lnTo>
                    <a:pt x="3474003" y="57147"/>
                  </a:lnTo>
                  <a:lnTo>
                    <a:pt x="3478693" y="64167"/>
                  </a:lnTo>
                  <a:lnTo>
                    <a:pt x="3493203" y="103500"/>
                  </a:lnTo>
                  <a:lnTo>
                    <a:pt x="3495674" y="128587"/>
                  </a:lnTo>
                  <a:lnTo>
                    <a:pt x="3495674" y="1995487"/>
                  </a:lnTo>
                  <a:lnTo>
                    <a:pt x="3489117" y="2036894"/>
                  </a:lnTo>
                  <a:lnTo>
                    <a:pt x="3474003" y="2066925"/>
                  </a:lnTo>
                  <a:lnTo>
                    <a:pt x="3469312" y="2073945"/>
                  </a:lnTo>
                  <a:lnTo>
                    <a:pt x="3438526" y="2102402"/>
                  </a:lnTo>
                  <a:lnTo>
                    <a:pt x="3431505" y="2107093"/>
                  </a:lnTo>
                  <a:lnTo>
                    <a:pt x="3392173" y="2121602"/>
                  </a:lnTo>
                  <a:lnTo>
                    <a:pt x="3383892" y="2123250"/>
                  </a:lnTo>
                  <a:lnTo>
                    <a:pt x="3375530" y="2124074"/>
                  </a:lnTo>
                  <a:lnTo>
                    <a:pt x="3367087" y="2124074"/>
                  </a:lnTo>
                  <a:lnTo>
                    <a:pt x="128587" y="2124074"/>
                  </a:lnTo>
                  <a:lnTo>
                    <a:pt x="120144" y="2124074"/>
                  </a:lnTo>
                  <a:lnTo>
                    <a:pt x="111782" y="2123250"/>
                  </a:lnTo>
                  <a:lnTo>
                    <a:pt x="103501" y="2121602"/>
                  </a:lnTo>
                  <a:lnTo>
                    <a:pt x="95220" y="2119955"/>
                  </a:lnTo>
                  <a:lnTo>
                    <a:pt x="57148" y="2102402"/>
                  </a:lnTo>
                  <a:lnTo>
                    <a:pt x="50127" y="2097711"/>
                  </a:lnTo>
                  <a:lnTo>
                    <a:pt x="43632" y="2092381"/>
                  </a:lnTo>
                  <a:lnTo>
                    <a:pt x="37662" y="2086411"/>
                  </a:lnTo>
                  <a:lnTo>
                    <a:pt x="31692" y="2080441"/>
                  </a:lnTo>
                  <a:lnTo>
                    <a:pt x="26361" y="2073945"/>
                  </a:lnTo>
                  <a:lnTo>
                    <a:pt x="21670" y="2066925"/>
                  </a:lnTo>
                  <a:lnTo>
                    <a:pt x="16980" y="2059905"/>
                  </a:lnTo>
                  <a:lnTo>
                    <a:pt x="2470" y="2020573"/>
                  </a:lnTo>
                  <a:lnTo>
                    <a:pt x="0" y="2003930"/>
                  </a:lnTo>
                  <a:lnTo>
                    <a:pt x="0" y="1995487"/>
                  </a:lnTo>
                  <a:close/>
                </a:path>
              </a:pathLst>
            </a:custGeom>
            <a:ln w="9524">
              <a:solidFill>
                <a:srgbClr val="E4DED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885824" y="4410074"/>
              <a:ext cx="1066800" cy="228600"/>
            </a:xfrm>
            <a:custGeom>
              <a:avLst/>
              <a:gdLst/>
              <a:ahLst/>
              <a:cxnLst/>
              <a:rect l="l" t="t" r="r" b="b"/>
              <a:pathLst>
                <a:path w="1066800" h="228600">
                  <a:moveTo>
                    <a:pt x="960004" y="228599"/>
                  </a:moveTo>
                  <a:lnTo>
                    <a:pt x="106794" y="228599"/>
                  </a:lnTo>
                  <a:lnTo>
                    <a:pt x="99361" y="227867"/>
                  </a:lnTo>
                  <a:lnTo>
                    <a:pt x="57038" y="213505"/>
                  </a:lnTo>
                  <a:lnTo>
                    <a:pt x="23432" y="184040"/>
                  </a:lnTo>
                  <a:lnTo>
                    <a:pt x="3660" y="143958"/>
                  </a:lnTo>
                  <a:lnTo>
                    <a:pt x="0" y="121804"/>
                  </a:lnTo>
                  <a:lnTo>
                    <a:pt x="0" y="114299"/>
                  </a:lnTo>
                  <a:lnTo>
                    <a:pt x="0" y="106794"/>
                  </a:lnTo>
                  <a:lnTo>
                    <a:pt x="11572" y="63624"/>
                  </a:lnTo>
                  <a:lnTo>
                    <a:pt x="38784" y="28170"/>
                  </a:lnTo>
                  <a:lnTo>
                    <a:pt x="77492" y="5827"/>
                  </a:lnTo>
                  <a:lnTo>
                    <a:pt x="106794" y="0"/>
                  </a:lnTo>
                  <a:lnTo>
                    <a:pt x="960004" y="0"/>
                  </a:lnTo>
                  <a:lnTo>
                    <a:pt x="1003174" y="11572"/>
                  </a:lnTo>
                  <a:lnTo>
                    <a:pt x="1038628" y="38783"/>
                  </a:lnTo>
                  <a:lnTo>
                    <a:pt x="1060971" y="77492"/>
                  </a:lnTo>
                  <a:lnTo>
                    <a:pt x="1066799" y="106794"/>
                  </a:lnTo>
                  <a:lnTo>
                    <a:pt x="1066799" y="121804"/>
                  </a:lnTo>
                  <a:lnTo>
                    <a:pt x="1055227" y="164973"/>
                  </a:lnTo>
                  <a:lnTo>
                    <a:pt x="1028015" y="200428"/>
                  </a:lnTo>
                  <a:lnTo>
                    <a:pt x="989306" y="222770"/>
                  </a:lnTo>
                  <a:lnTo>
                    <a:pt x="967437" y="227867"/>
                  </a:lnTo>
                  <a:lnTo>
                    <a:pt x="960004" y="228599"/>
                  </a:lnTo>
                  <a:close/>
                </a:path>
              </a:pathLst>
            </a:custGeom>
            <a:solidFill>
              <a:srgbClr val="FFE7E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/>
          <p:cNvSpPr txBox="1"/>
          <p:nvPr/>
        </p:nvSpPr>
        <p:spPr>
          <a:xfrm>
            <a:off x="968375" y="4435475"/>
            <a:ext cx="893444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b="1">
                <a:solidFill>
                  <a:srgbClr val="FF6A5B"/>
                </a:solidFill>
                <a:latin typeface="Courier New"/>
                <a:cs typeface="Courier New"/>
              </a:rPr>
              <a:t>00:45</a:t>
            </a:r>
            <a:r>
              <a:rPr dirty="0" sz="800" spc="195" b="1">
                <a:solidFill>
                  <a:srgbClr val="FF6A5B"/>
                </a:solidFill>
                <a:latin typeface="Courier New"/>
                <a:cs typeface="Courier New"/>
              </a:rPr>
              <a:t> </a:t>
            </a:r>
            <a:r>
              <a:rPr dirty="0" sz="800" b="1">
                <a:solidFill>
                  <a:srgbClr val="FF6A5B"/>
                </a:solidFill>
                <a:latin typeface="Courier New"/>
                <a:cs typeface="Courier New"/>
              </a:rPr>
              <a:t>–</a:t>
            </a:r>
            <a:r>
              <a:rPr dirty="0" sz="800" spc="195" b="1">
                <a:solidFill>
                  <a:srgbClr val="FF6A5B"/>
                </a:solidFill>
                <a:latin typeface="Courier New"/>
                <a:cs typeface="Courier New"/>
              </a:rPr>
              <a:t> </a:t>
            </a:r>
            <a:r>
              <a:rPr dirty="0" sz="800" spc="-10" b="1">
                <a:solidFill>
                  <a:srgbClr val="FF6A5B"/>
                </a:solidFill>
                <a:latin typeface="Courier New"/>
                <a:cs typeface="Courier New"/>
              </a:rPr>
              <a:t>01:00</a:t>
            </a:r>
            <a:endParaRPr sz="800">
              <a:latin typeface="Courier New"/>
              <a:cs typeface="Courier New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3686174" y="4371974"/>
            <a:ext cx="304800" cy="304800"/>
            <a:chOff x="3686174" y="4371974"/>
            <a:chExt cx="304800" cy="304800"/>
          </a:xfrm>
        </p:grpSpPr>
        <p:sp>
          <p:nvSpPr>
            <p:cNvPr id="37" name="object 37"/>
            <p:cNvSpPr/>
            <p:nvPr/>
          </p:nvSpPr>
          <p:spPr>
            <a:xfrm>
              <a:off x="3686174" y="4371974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233603" y="304799"/>
                  </a:moveTo>
                  <a:lnTo>
                    <a:pt x="71196" y="304799"/>
                  </a:lnTo>
                  <a:lnTo>
                    <a:pt x="66241" y="304311"/>
                  </a:lnTo>
                  <a:lnTo>
                    <a:pt x="29705" y="289177"/>
                  </a:lnTo>
                  <a:lnTo>
                    <a:pt x="3885" y="253137"/>
                  </a:lnTo>
                  <a:lnTo>
                    <a:pt x="0" y="233603"/>
                  </a:lnTo>
                  <a:lnTo>
                    <a:pt x="0" y="228599"/>
                  </a:lnTo>
                  <a:lnTo>
                    <a:pt x="0" y="71196"/>
                  </a:lnTo>
                  <a:lnTo>
                    <a:pt x="15621" y="29704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233603" y="0"/>
                  </a:lnTo>
                  <a:lnTo>
                    <a:pt x="275094" y="15621"/>
                  </a:lnTo>
                  <a:lnTo>
                    <a:pt x="300913" y="51661"/>
                  </a:lnTo>
                  <a:lnTo>
                    <a:pt x="304799" y="71196"/>
                  </a:lnTo>
                  <a:lnTo>
                    <a:pt x="304799" y="233603"/>
                  </a:lnTo>
                  <a:lnTo>
                    <a:pt x="289177" y="275094"/>
                  </a:lnTo>
                  <a:lnTo>
                    <a:pt x="253137" y="300913"/>
                  </a:lnTo>
                  <a:lnTo>
                    <a:pt x="238558" y="304311"/>
                  </a:lnTo>
                  <a:lnTo>
                    <a:pt x="233603" y="304799"/>
                  </a:lnTo>
                  <a:close/>
                </a:path>
              </a:pathLst>
            </a:custGeom>
            <a:solidFill>
              <a:srgbClr val="E7E9F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8" name="object 3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771900" y="4457699"/>
              <a:ext cx="133350" cy="133350"/>
            </a:xfrm>
            <a:prstGeom prst="rect">
              <a:avLst/>
            </a:prstGeom>
          </p:spPr>
        </p:pic>
      </p:grpSp>
      <p:sp>
        <p:nvSpPr>
          <p:cNvPr id="39" name="object 39"/>
          <p:cNvSpPr txBox="1"/>
          <p:nvPr/>
        </p:nvSpPr>
        <p:spPr>
          <a:xfrm>
            <a:off x="873125" y="4759325"/>
            <a:ext cx="2791460" cy="64008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50" spc="-60" b="1">
                <a:solidFill>
                  <a:srgbClr val="293283"/>
                </a:solidFill>
                <a:latin typeface="Cambria"/>
                <a:cs typeface="Cambria"/>
              </a:rPr>
              <a:t>session_state</a:t>
            </a:r>
            <a:r>
              <a:rPr dirty="0" sz="1250" spc="25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1250" spc="-10" b="1">
                <a:solidFill>
                  <a:srgbClr val="293283"/>
                </a:solidFill>
                <a:latin typeface="Cambria"/>
                <a:cs typeface="Cambria"/>
              </a:rPr>
              <a:t>Preview</a:t>
            </a:r>
            <a:endParaRPr sz="1250">
              <a:latin typeface="Cambria"/>
              <a:cs typeface="Cambria"/>
            </a:endParaRPr>
          </a:p>
          <a:p>
            <a:pPr marL="12700" marR="5080">
              <a:lnSpc>
                <a:spcPct val="125000"/>
              </a:lnSpc>
              <a:spcBef>
                <a:spcPts val="605"/>
              </a:spcBef>
            </a:pPr>
            <a:r>
              <a:rPr dirty="0" sz="900" spc="-45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114">
                <a:solidFill>
                  <a:srgbClr val="4A4E6A"/>
                </a:solidFill>
                <a:latin typeface="Tahoma"/>
                <a:cs typeface="Tahoma"/>
              </a:rPr>
              <a:t>#1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4A4E6A"/>
                </a:solidFill>
                <a:latin typeface="Tahoma"/>
                <a:cs typeface="Tahoma"/>
              </a:rPr>
              <a:t>question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20">
                <a:solidFill>
                  <a:srgbClr val="4A4E6A"/>
                </a:solidFill>
                <a:latin typeface="Tahoma"/>
                <a:cs typeface="Tahoma"/>
              </a:rPr>
              <a:t>from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50">
                <a:solidFill>
                  <a:srgbClr val="4A4E6A"/>
                </a:solidFill>
                <a:latin typeface="Tahoma"/>
                <a:cs typeface="Tahoma"/>
              </a:rPr>
              <a:t>Day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50">
                <a:solidFill>
                  <a:srgbClr val="4A4E6A"/>
                </a:solidFill>
                <a:latin typeface="Tahoma"/>
                <a:cs typeface="Tahoma"/>
              </a:rPr>
              <a:t>4: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4A4E6A"/>
                </a:solidFill>
                <a:latin typeface="Tahoma"/>
                <a:cs typeface="Tahoma"/>
              </a:rPr>
              <a:t>how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4A4E6A"/>
                </a:solidFill>
                <a:latin typeface="Tahoma"/>
                <a:cs typeface="Tahoma"/>
              </a:rPr>
              <a:t>do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110">
                <a:solidFill>
                  <a:srgbClr val="4A4E6A"/>
                </a:solidFill>
                <a:latin typeface="Tahoma"/>
                <a:cs typeface="Tahoma"/>
              </a:rPr>
              <a:t>I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40">
                <a:solidFill>
                  <a:srgbClr val="4A4E6A"/>
                </a:solidFill>
                <a:latin typeface="Tahoma"/>
                <a:cs typeface="Tahoma"/>
              </a:rPr>
              <a:t>make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ahoma"/>
                <a:cs typeface="Tahoma"/>
              </a:rPr>
              <a:t>a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4A4E6A"/>
                </a:solidFill>
                <a:latin typeface="Tahoma"/>
                <a:cs typeface="Tahoma"/>
              </a:rPr>
              <a:t>counter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20">
                <a:solidFill>
                  <a:srgbClr val="4A4E6A"/>
                </a:solidFill>
                <a:latin typeface="Tahoma"/>
                <a:cs typeface="Tahoma"/>
              </a:rPr>
              <a:t>that </a:t>
            </a:r>
            <a:r>
              <a:rPr dirty="0" sz="900" spc="-25">
                <a:solidFill>
                  <a:srgbClr val="4A4E6A"/>
                </a:solidFill>
                <a:latin typeface="Tahoma"/>
                <a:cs typeface="Tahoma"/>
              </a:rPr>
              <a:t>actually</a:t>
            </a:r>
            <a:r>
              <a:rPr dirty="0" sz="900" spc="-4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0">
                <a:solidFill>
                  <a:srgbClr val="4A4E6A"/>
                </a:solidFill>
                <a:latin typeface="Tahoma"/>
                <a:cs typeface="Tahoma"/>
              </a:rPr>
              <a:t>persists</a:t>
            </a:r>
            <a:r>
              <a:rPr dirty="0" sz="900" spc="-4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ahoma"/>
                <a:cs typeface="Tahoma"/>
              </a:rPr>
              <a:t>across</a:t>
            </a:r>
            <a:r>
              <a:rPr dirty="0" sz="900" spc="-4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4A4E6A"/>
                </a:solidFill>
                <a:latin typeface="Tahoma"/>
                <a:cs typeface="Tahoma"/>
              </a:rPr>
              <a:t>reruns?</a:t>
            </a:r>
            <a:endParaRPr sz="900">
              <a:latin typeface="Tahoma"/>
              <a:cs typeface="Tahoma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4343399" y="4190999"/>
            <a:ext cx="3505200" cy="2133600"/>
            <a:chOff x="4343399" y="4190999"/>
            <a:chExt cx="3505200" cy="2133600"/>
          </a:xfrm>
        </p:grpSpPr>
        <p:sp>
          <p:nvSpPr>
            <p:cNvPr id="41" name="object 41"/>
            <p:cNvSpPr/>
            <p:nvPr/>
          </p:nvSpPr>
          <p:spPr>
            <a:xfrm>
              <a:off x="4343399" y="4190999"/>
              <a:ext cx="3505200" cy="2133600"/>
            </a:xfrm>
            <a:custGeom>
              <a:avLst/>
              <a:gdLst/>
              <a:ahLst/>
              <a:cxnLst/>
              <a:rect l="l" t="t" r="r" b="b"/>
              <a:pathLst>
                <a:path w="3505200" h="2133600">
                  <a:moveTo>
                    <a:pt x="3371849" y="2133599"/>
                  </a:moveTo>
                  <a:lnTo>
                    <a:pt x="133349" y="2133599"/>
                  </a:lnTo>
                  <a:lnTo>
                    <a:pt x="120213" y="2132965"/>
                  </a:lnTo>
                  <a:lnTo>
                    <a:pt x="82318" y="2123449"/>
                  </a:lnTo>
                  <a:lnTo>
                    <a:pt x="48794" y="2103382"/>
                  </a:lnTo>
                  <a:lnTo>
                    <a:pt x="22452" y="2074348"/>
                  </a:lnTo>
                  <a:lnTo>
                    <a:pt x="5709" y="2038901"/>
                  </a:lnTo>
                  <a:lnTo>
                    <a:pt x="0" y="2000249"/>
                  </a:lnTo>
                  <a:lnTo>
                    <a:pt x="0" y="133349"/>
                  </a:lnTo>
                  <a:lnTo>
                    <a:pt x="5709" y="94697"/>
                  </a:lnTo>
                  <a:lnTo>
                    <a:pt x="22452" y="59250"/>
                  </a:lnTo>
                  <a:lnTo>
                    <a:pt x="48794" y="30216"/>
                  </a:lnTo>
                  <a:lnTo>
                    <a:pt x="82318" y="10150"/>
                  </a:lnTo>
                  <a:lnTo>
                    <a:pt x="120213" y="634"/>
                  </a:lnTo>
                  <a:lnTo>
                    <a:pt x="133349" y="0"/>
                  </a:lnTo>
                  <a:lnTo>
                    <a:pt x="3371849" y="0"/>
                  </a:lnTo>
                  <a:lnTo>
                    <a:pt x="3410500" y="5709"/>
                  </a:lnTo>
                  <a:lnTo>
                    <a:pt x="3445948" y="22452"/>
                  </a:lnTo>
                  <a:lnTo>
                    <a:pt x="3474982" y="48794"/>
                  </a:lnTo>
                  <a:lnTo>
                    <a:pt x="3495048" y="82318"/>
                  </a:lnTo>
                  <a:lnTo>
                    <a:pt x="3504564" y="120213"/>
                  </a:lnTo>
                  <a:lnTo>
                    <a:pt x="3505199" y="133349"/>
                  </a:lnTo>
                  <a:lnTo>
                    <a:pt x="3505199" y="2000249"/>
                  </a:lnTo>
                  <a:lnTo>
                    <a:pt x="3499489" y="2038901"/>
                  </a:lnTo>
                  <a:lnTo>
                    <a:pt x="3482746" y="2074348"/>
                  </a:lnTo>
                  <a:lnTo>
                    <a:pt x="3456404" y="2103382"/>
                  </a:lnTo>
                  <a:lnTo>
                    <a:pt x="3422879" y="2123449"/>
                  </a:lnTo>
                  <a:lnTo>
                    <a:pt x="3384985" y="2132965"/>
                  </a:lnTo>
                  <a:lnTo>
                    <a:pt x="3371849" y="2133599"/>
                  </a:lnTo>
                  <a:close/>
                </a:path>
              </a:pathLst>
            </a:custGeom>
            <a:solidFill>
              <a:srgbClr val="E7E9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4543424" y="4410074"/>
              <a:ext cx="1066800" cy="228600"/>
            </a:xfrm>
            <a:custGeom>
              <a:avLst/>
              <a:gdLst/>
              <a:ahLst/>
              <a:cxnLst/>
              <a:rect l="l" t="t" r="r" b="b"/>
              <a:pathLst>
                <a:path w="1066800" h="228600">
                  <a:moveTo>
                    <a:pt x="960004" y="228599"/>
                  </a:moveTo>
                  <a:lnTo>
                    <a:pt x="106794" y="228599"/>
                  </a:lnTo>
                  <a:lnTo>
                    <a:pt x="99361" y="227867"/>
                  </a:lnTo>
                  <a:lnTo>
                    <a:pt x="57037" y="213505"/>
                  </a:lnTo>
                  <a:lnTo>
                    <a:pt x="23431" y="184040"/>
                  </a:lnTo>
                  <a:lnTo>
                    <a:pt x="3659" y="143958"/>
                  </a:lnTo>
                  <a:lnTo>
                    <a:pt x="0" y="121804"/>
                  </a:lnTo>
                  <a:lnTo>
                    <a:pt x="0" y="114299"/>
                  </a:lnTo>
                  <a:lnTo>
                    <a:pt x="0" y="106794"/>
                  </a:lnTo>
                  <a:lnTo>
                    <a:pt x="11571" y="63624"/>
                  </a:lnTo>
                  <a:lnTo>
                    <a:pt x="38784" y="28170"/>
                  </a:lnTo>
                  <a:lnTo>
                    <a:pt x="77492" y="5827"/>
                  </a:lnTo>
                  <a:lnTo>
                    <a:pt x="106794" y="0"/>
                  </a:lnTo>
                  <a:lnTo>
                    <a:pt x="960004" y="0"/>
                  </a:lnTo>
                  <a:lnTo>
                    <a:pt x="1003174" y="11572"/>
                  </a:lnTo>
                  <a:lnTo>
                    <a:pt x="1038628" y="38783"/>
                  </a:lnTo>
                  <a:lnTo>
                    <a:pt x="1060970" y="77492"/>
                  </a:lnTo>
                  <a:lnTo>
                    <a:pt x="1066799" y="106794"/>
                  </a:lnTo>
                  <a:lnTo>
                    <a:pt x="1066799" y="121804"/>
                  </a:lnTo>
                  <a:lnTo>
                    <a:pt x="1055226" y="164973"/>
                  </a:lnTo>
                  <a:lnTo>
                    <a:pt x="1028015" y="200428"/>
                  </a:lnTo>
                  <a:lnTo>
                    <a:pt x="989306" y="222770"/>
                  </a:lnTo>
                  <a:lnTo>
                    <a:pt x="967437" y="227867"/>
                  </a:lnTo>
                  <a:lnTo>
                    <a:pt x="960004" y="2285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3" name="object 43"/>
          <p:cNvSpPr txBox="1"/>
          <p:nvPr/>
        </p:nvSpPr>
        <p:spPr>
          <a:xfrm>
            <a:off x="4625975" y="4435475"/>
            <a:ext cx="893444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b="1">
                <a:solidFill>
                  <a:srgbClr val="293283"/>
                </a:solidFill>
                <a:latin typeface="Courier New"/>
                <a:cs typeface="Courier New"/>
              </a:rPr>
              <a:t>01:00</a:t>
            </a:r>
            <a:r>
              <a:rPr dirty="0" sz="800" spc="195" b="1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800" b="1">
                <a:solidFill>
                  <a:srgbClr val="293283"/>
                </a:solidFill>
                <a:latin typeface="Courier New"/>
                <a:cs typeface="Courier New"/>
              </a:rPr>
              <a:t>–</a:t>
            </a:r>
            <a:r>
              <a:rPr dirty="0" sz="800" spc="195" b="1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800" spc="-10" b="1">
                <a:solidFill>
                  <a:srgbClr val="293283"/>
                </a:solidFill>
                <a:latin typeface="Courier New"/>
                <a:cs typeface="Courier New"/>
              </a:rPr>
              <a:t>01:20</a:t>
            </a:r>
            <a:endParaRPr sz="800">
              <a:latin typeface="Courier New"/>
              <a:cs typeface="Courier New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5381623" y="4371974"/>
            <a:ext cx="2266950" cy="857250"/>
            <a:chOff x="5381623" y="4371974"/>
            <a:chExt cx="2266950" cy="857250"/>
          </a:xfrm>
        </p:grpSpPr>
        <p:sp>
          <p:nvSpPr>
            <p:cNvPr id="45" name="object 45"/>
            <p:cNvSpPr/>
            <p:nvPr/>
          </p:nvSpPr>
          <p:spPr>
            <a:xfrm>
              <a:off x="7343773" y="4371974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233603" y="304799"/>
                  </a:moveTo>
                  <a:lnTo>
                    <a:pt x="71196" y="304799"/>
                  </a:lnTo>
                  <a:lnTo>
                    <a:pt x="66241" y="304311"/>
                  </a:lnTo>
                  <a:lnTo>
                    <a:pt x="29705" y="289177"/>
                  </a:lnTo>
                  <a:lnTo>
                    <a:pt x="3885" y="253137"/>
                  </a:lnTo>
                  <a:lnTo>
                    <a:pt x="0" y="233603"/>
                  </a:lnTo>
                  <a:lnTo>
                    <a:pt x="0" y="228599"/>
                  </a:lnTo>
                  <a:lnTo>
                    <a:pt x="0" y="71196"/>
                  </a:lnTo>
                  <a:lnTo>
                    <a:pt x="15621" y="29704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233603" y="0"/>
                  </a:lnTo>
                  <a:lnTo>
                    <a:pt x="275094" y="15621"/>
                  </a:lnTo>
                  <a:lnTo>
                    <a:pt x="300913" y="51661"/>
                  </a:lnTo>
                  <a:lnTo>
                    <a:pt x="304800" y="71196"/>
                  </a:lnTo>
                  <a:lnTo>
                    <a:pt x="304800" y="233603"/>
                  </a:lnTo>
                  <a:lnTo>
                    <a:pt x="289177" y="275094"/>
                  </a:lnTo>
                  <a:lnTo>
                    <a:pt x="253137" y="300913"/>
                  </a:lnTo>
                  <a:lnTo>
                    <a:pt x="238558" y="304311"/>
                  </a:lnTo>
                  <a:lnTo>
                    <a:pt x="233603" y="3047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6" name="object 4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429499" y="4479924"/>
              <a:ext cx="133350" cy="111125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5381623" y="5086349"/>
              <a:ext cx="552450" cy="142875"/>
            </a:xfrm>
            <a:custGeom>
              <a:avLst/>
              <a:gdLst/>
              <a:ahLst/>
              <a:cxnLst/>
              <a:rect l="l" t="t" r="r" b="b"/>
              <a:pathLst>
                <a:path w="552450" h="142875">
                  <a:moveTo>
                    <a:pt x="519402" y="142874"/>
                  </a:moveTo>
                  <a:lnTo>
                    <a:pt x="33047" y="142874"/>
                  </a:lnTo>
                  <a:lnTo>
                    <a:pt x="28187" y="141907"/>
                  </a:lnTo>
                  <a:lnTo>
                    <a:pt x="966" y="114687"/>
                  </a:lnTo>
                  <a:lnTo>
                    <a:pt x="0" y="109827"/>
                  </a:lnTo>
                  <a:lnTo>
                    <a:pt x="0" y="104774"/>
                  </a:lnTo>
                  <a:lnTo>
                    <a:pt x="0" y="33046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519402" y="0"/>
                  </a:lnTo>
                  <a:lnTo>
                    <a:pt x="551483" y="28186"/>
                  </a:lnTo>
                  <a:lnTo>
                    <a:pt x="552449" y="33046"/>
                  </a:lnTo>
                  <a:lnTo>
                    <a:pt x="552449" y="109827"/>
                  </a:lnTo>
                  <a:lnTo>
                    <a:pt x="524262" y="141907"/>
                  </a:lnTo>
                  <a:lnTo>
                    <a:pt x="519402" y="142874"/>
                  </a:lnTo>
                  <a:close/>
                </a:path>
              </a:pathLst>
            </a:custGeom>
            <a:solidFill>
              <a:srgbClr val="FFFFFF">
                <a:alpha val="701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8" name="object 48"/>
          <p:cNvSpPr txBox="1"/>
          <p:nvPr/>
        </p:nvSpPr>
        <p:spPr>
          <a:xfrm>
            <a:off x="4530725" y="4759325"/>
            <a:ext cx="3025775" cy="8115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50" spc="-90" b="1">
                <a:solidFill>
                  <a:srgbClr val="293283"/>
                </a:solidFill>
                <a:latin typeface="Cambria"/>
                <a:cs typeface="Cambria"/>
              </a:rPr>
              <a:t>Exercise:</a:t>
            </a:r>
            <a:r>
              <a:rPr dirty="0" sz="1250" spc="-20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1250" spc="-90" b="1">
                <a:solidFill>
                  <a:srgbClr val="293283"/>
                </a:solidFill>
                <a:latin typeface="Cambria"/>
                <a:cs typeface="Cambria"/>
              </a:rPr>
              <a:t>Personal</a:t>
            </a:r>
            <a:r>
              <a:rPr dirty="0" sz="1250" spc="-15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1250" spc="-75" b="1">
                <a:solidFill>
                  <a:srgbClr val="293283"/>
                </a:solidFill>
                <a:latin typeface="Cambria"/>
                <a:cs typeface="Cambria"/>
              </a:rPr>
              <a:t>Info</a:t>
            </a:r>
            <a:r>
              <a:rPr dirty="0" sz="1250" spc="-20" b="1">
                <a:solidFill>
                  <a:srgbClr val="293283"/>
                </a:solidFill>
                <a:latin typeface="Cambria"/>
                <a:cs typeface="Cambria"/>
              </a:rPr>
              <a:t> Form</a:t>
            </a:r>
            <a:endParaRPr sz="1250">
              <a:latin typeface="Cambria"/>
              <a:cs typeface="Cambria"/>
            </a:endParaRPr>
          </a:p>
          <a:p>
            <a:pPr marL="12700" marR="5080">
              <a:lnSpc>
                <a:spcPct val="125000"/>
              </a:lnSpc>
              <a:spcBef>
                <a:spcPts val="605"/>
              </a:spcBef>
            </a:pPr>
            <a:r>
              <a:rPr dirty="0" sz="900" spc="-10">
                <a:solidFill>
                  <a:srgbClr val="4A4E6A"/>
                </a:solidFill>
                <a:latin typeface="Tahoma"/>
                <a:cs typeface="Tahoma"/>
              </a:rPr>
              <a:t>Build</a:t>
            </a:r>
            <a:r>
              <a:rPr dirty="0" sz="900" spc="-7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ahoma"/>
                <a:cs typeface="Tahoma"/>
              </a:rPr>
              <a:t>a</a:t>
            </a:r>
            <a:r>
              <a:rPr dirty="0" sz="90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20">
                <a:solidFill>
                  <a:srgbClr val="4A4E6A"/>
                </a:solidFill>
                <a:latin typeface="Tahoma"/>
                <a:cs typeface="Tahoma"/>
              </a:rPr>
              <a:t>form</a:t>
            </a:r>
            <a:r>
              <a:rPr dirty="0" sz="90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4A4E6A"/>
                </a:solidFill>
                <a:latin typeface="Tahoma"/>
                <a:cs typeface="Tahoma"/>
              </a:rPr>
              <a:t>with</a:t>
            </a:r>
            <a:r>
              <a:rPr dirty="0" sz="900" spc="34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10">
                <a:solidFill>
                  <a:srgbClr val="293283"/>
                </a:solidFill>
                <a:latin typeface="Courier New"/>
                <a:cs typeface="Courier New"/>
              </a:rPr>
              <a:t>st.form</a:t>
            </a:r>
            <a:r>
              <a:rPr dirty="0" sz="850" spc="-120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900" spc="-70">
                <a:solidFill>
                  <a:srgbClr val="4A4E6A"/>
                </a:solidFill>
                <a:latin typeface="Tahoma"/>
                <a:cs typeface="Tahoma"/>
              </a:rPr>
              <a:t>: </a:t>
            </a:r>
            <a:r>
              <a:rPr dirty="0" sz="900" spc="-35">
                <a:solidFill>
                  <a:srgbClr val="4A4E6A"/>
                </a:solidFill>
                <a:latin typeface="Tahoma"/>
                <a:cs typeface="Tahoma"/>
              </a:rPr>
              <a:t>name,</a:t>
            </a:r>
            <a:r>
              <a:rPr dirty="0" sz="90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4A4E6A"/>
                </a:solidFill>
                <a:latin typeface="Tahoma"/>
                <a:cs typeface="Tahoma"/>
              </a:rPr>
              <a:t>email,</a:t>
            </a:r>
            <a:r>
              <a:rPr dirty="0" sz="90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50">
                <a:solidFill>
                  <a:srgbClr val="4A4E6A"/>
                </a:solidFill>
                <a:latin typeface="Tahoma"/>
                <a:cs typeface="Tahoma"/>
              </a:rPr>
              <a:t>age</a:t>
            </a:r>
            <a:r>
              <a:rPr dirty="0" sz="90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ahoma"/>
                <a:cs typeface="Tahoma"/>
              </a:rPr>
              <a:t>slider,</a:t>
            </a:r>
            <a:r>
              <a:rPr dirty="0" sz="90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4A4E6A"/>
                </a:solidFill>
                <a:latin typeface="Tahoma"/>
                <a:cs typeface="Tahoma"/>
              </a:rPr>
              <a:t>gender </a:t>
            </a:r>
            <a:r>
              <a:rPr dirty="0" sz="900" spc="-30">
                <a:solidFill>
                  <a:srgbClr val="4A4E6A"/>
                </a:solidFill>
                <a:latin typeface="Tahoma"/>
                <a:cs typeface="Tahoma"/>
              </a:rPr>
              <a:t>radio,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20">
                <a:solidFill>
                  <a:srgbClr val="4A4E6A"/>
                </a:solidFill>
                <a:latin typeface="Tahoma"/>
                <a:cs typeface="Tahoma"/>
              </a:rPr>
              <a:t>submit</a:t>
            </a:r>
            <a:r>
              <a:rPr dirty="0" sz="90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4A4E6A"/>
                </a:solidFill>
                <a:latin typeface="Tahoma"/>
                <a:cs typeface="Tahoma"/>
              </a:rPr>
              <a:t>button.</a:t>
            </a:r>
            <a:r>
              <a:rPr dirty="0" sz="90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45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90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20">
                <a:solidFill>
                  <a:srgbClr val="4A4E6A"/>
                </a:solidFill>
                <a:latin typeface="Tahoma"/>
                <a:cs typeface="Tahoma"/>
              </a:rPr>
              <a:t>form</a:t>
            </a:r>
            <a:r>
              <a:rPr dirty="0" sz="90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4A4E6A"/>
                </a:solidFill>
                <a:latin typeface="Tahoma"/>
                <a:cs typeface="Tahoma"/>
              </a:rPr>
              <a:t>pattern</a:t>
            </a:r>
            <a:r>
              <a:rPr dirty="0" sz="90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40">
                <a:solidFill>
                  <a:srgbClr val="4A4E6A"/>
                </a:solidFill>
                <a:latin typeface="Tahoma"/>
                <a:cs typeface="Tahoma"/>
              </a:rPr>
              <a:t>groups</a:t>
            </a:r>
            <a:r>
              <a:rPr dirty="0" sz="90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4A4E6A"/>
                </a:solidFill>
                <a:latin typeface="Tahoma"/>
                <a:cs typeface="Tahoma"/>
              </a:rPr>
              <a:t>will</a:t>
            </a:r>
            <a:r>
              <a:rPr dirty="0" sz="90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ahoma"/>
                <a:cs typeface="Tahoma"/>
              </a:rPr>
              <a:t>use</a:t>
            </a:r>
            <a:r>
              <a:rPr dirty="0" sz="90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4A4E6A"/>
                </a:solidFill>
                <a:latin typeface="Tahoma"/>
                <a:cs typeface="Tahoma"/>
              </a:rPr>
              <a:t>in</a:t>
            </a:r>
            <a:r>
              <a:rPr dirty="0" sz="90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20">
                <a:solidFill>
                  <a:srgbClr val="4A4E6A"/>
                </a:solidFill>
                <a:latin typeface="Tahoma"/>
                <a:cs typeface="Tahoma"/>
              </a:rPr>
              <a:t>Phase </a:t>
            </a:r>
            <a:r>
              <a:rPr dirty="0" sz="900" spc="-25">
                <a:solidFill>
                  <a:srgbClr val="4A4E6A"/>
                </a:solidFill>
                <a:latin typeface="Tahoma"/>
                <a:cs typeface="Tahoma"/>
              </a:rPr>
              <a:t>4.</a:t>
            </a:r>
            <a:endParaRPr sz="900">
              <a:latin typeface="Tahoma"/>
              <a:cs typeface="Tahoma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8000998" y="4190999"/>
            <a:ext cx="3505200" cy="2133600"/>
            <a:chOff x="8000998" y="4190999"/>
            <a:chExt cx="3505200" cy="2133600"/>
          </a:xfrm>
        </p:grpSpPr>
        <p:sp>
          <p:nvSpPr>
            <p:cNvPr id="50" name="object 50"/>
            <p:cNvSpPr/>
            <p:nvPr/>
          </p:nvSpPr>
          <p:spPr>
            <a:xfrm>
              <a:off x="8005760" y="4195762"/>
              <a:ext cx="3495675" cy="2124075"/>
            </a:xfrm>
            <a:custGeom>
              <a:avLst/>
              <a:gdLst/>
              <a:ahLst/>
              <a:cxnLst/>
              <a:rect l="l" t="t" r="r" b="b"/>
              <a:pathLst>
                <a:path w="3495675" h="2124075">
                  <a:moveTo>
                    <a:pt x="3375530" y="2124074"/>
                  </a:moveTo>
                  <a:lnTo>
                    <a:pt x="120145" y="2124074"/>
                  </a:lnTo>
                  <a:lnTo>
                    <a:pt x="111782" y="2123250"/>
                  </a:lnTo>
                  <a:lnTo>
                    <a:pt x="71578" y="2111054"/>
                  </a:lnTo>
                  <a:lnTo>
                    <a:pt x="31691" y="2080441"/>
                  </a:lnTo>
                  <a:lnTo>
                    <a:pt x="6556" y="2036894"/>
                  </a:lnTo>
                  <a:lnTo>
                    <a:pt x="0" y="2003930"/>
                  </a:lnTo>
                  <a:lnTo>
                    <a:pt x="0" y="1995487"/>
                  </a:lnTo>
                  <a:lnTo>
                    <a:pt x="0" y="120144"/>
                  </a:lnTo>
                  <a:lnTo>
                    <a:pt x="13018" y="71578"/>
                  </a:lnTo>
                  <a:lnTo>
                    <a:pt x="43632" y="31691"/>
                  </a:lnTo>
                  <a:lnTo>
                    <a:pt x="87179" y="6556"/>
                  </a:lnTo>
                  <a:lnTo>
                    <a:pt x="120145" y="0"/>
                  </a:lnTo>
                  <a:lnTo>
                    <a:pt x="3375530" y="0"/>
                  </a:lnTo>
                  <a:lnTo>
                    <a:pt x="3424094" y="13018"/>
                  </a:lnTo>
                  <a:lnTo>
                    <a:pt x="3463981" y="43632"/>
                  </a:lnTo>
                  <a:lnTo>
                    <a:pt x="3489116" y="87178"/>
                  </a:lnTo>
                  <a:lnTo>
                    <a:pt x="3495674" y="120144"/>
                  </a:lnTo>
                  <a:lnTo>
                    <a:pt x="3495674" y="2003930"/>
                  </a:lnTo>
                  <a:lnTo>
                    <a:pt x="3482653" y="2052494"/>
                  </a:lnTo>
                  <a:lnTo>
                    <a:pt x="3452041" y="2092381"/>
                  </a:lnTo>
                  <a:lnTo>
                    <a:pt x="3408494" y="2117517"/>
                  </a:lnTo>
                  <a:lnTo>
                    <a:pt x="3383892" y="2123250"/>
                  </a:lnTo>
                  <a:lnTo>
                    <a:pt x="3375530" y="21240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8005760" y="4195762"/>
              <a:ext cx="3495675" cy="2124075"/>
            </a:xfrm>
            <a:custGeom>
              <a:avLst/>
              <a:gdLst/>
              <a:ahLst/>
              <a:cxnLst/>
              <a:rect l="l" t="t" r="r" b="b"/>
              <a:pathLst>
                <a:path w="3495675" h="2124075">
                  <a:moveTo>
                    <a:pt x="0" y="1995487"/>
                  </a:moveTo>
                  <a:lnTo>
                    <a:pt x="0" y="128587"/>
                  </a:lnTo>
                  <a:lnTo>
                    <a:pt x="0" y="120144"/>
                  </a:lnTo>
                  <a:lnTo>
                    <a:pt x="823" y="111781"/>
                  </a:lnTo>
                  <a:lnTo>
                    <a:pt x="2470" y="103500"/>
                  </a:lnTo>
                  <a:lnTo>
                    <a:pt x="4117" y="95219"/>
                  </a:lnTo>
                  <a:lnTo>
                    <a:pt x="6557" y="87178"/>
                  </a:lnTo>
                  <a:lnTo>
                    <a:pt x="9788" y="79378"/>
                  </a:lnTo>
                  <a:lnTo>
                    <a:pt x="13018" y="71578"/>
                  </a:lnTo>
                  <a:lnTo>
                    <a:pt x="37662" y="37662"/>
                  </a:lnTo>
                  <a:lnTo>
                    <a:pt x="43632" y="31691"/>
                  </a:lnTo>
                  <a:lnTo>
                    <a:pt x="50128" y="26361"/>
                  </a:lnTo>
                  <a:lnTo>
                    <a:pt x="57148" y="21670"/>
                  </a:lnTo>
                  <a:lnTo>
                    <a:pt x="64168" y="16979"/>
                  </a:lnTo>
                  <a:lnTo>
                    <a:pt x="71578" y="13018"/>
                  </a:lnTo>
                  <a:lnTo>
                    <a:pt x="79379" y="9787"/>
                  </a:lnTo>
                  <a:lnTo>
                    <a:pt x="87179" y="6556"/>
                  </a:lnTo>
                  <a:lnTo>
                    <a:pt x="95220" y="4117"/>
                  </a:lnTo>
                  <a:lnTo>
                    <a:pt x="103501" y="2470"/>
                  </a:lnTo>
                  <a:lnTo>
                    <a:pt x="111782" y="823"/>
                  </a:lnTo>
                  <a:lnTo>
                    <a:pt x="120145" y="0"/>
                  </a:lnTo>
                  <a:lnTo>
                    <a:pt x="128588" y="0"/>
                  </a:lnTo>
                  <a:lnTo>
                    <a:pt x="3367087" y="0"/>
                  </a:lnTo>
                  <a:lnTo>
                    <a:pt x="3375530" y="0"/>
                  </a:lnTo>
                  <a:lnTo>
                    <a:pt x="3383892" y="823"/>
                  </a:lnTo>
                  <a:lnTo>
                    <a:pt x="3392173" y="2470"/>
                  </a:lnTo>
                  <a:lnTo>
                    <a:pt x="3400454" y="4117"/>
                  </a:lnTo>
                  <a:lnTo>
                    <a:pt x="3408494" y="6556"/>
                  </a:lnTo>
                  <a:lnTo>
                    <a:pt x="3416294" y="9787"/>
                  </a:lnTo>
                  <a:lnTo>
                    <a:pt x="3424094" y="13018"/>
                  </a:lnTo>
                  <a:lnTo>
                    <a:pt x="3431504" y="16979"/>
                  </a:lnTo>
                  <a:lnTo>
                    <a:pt x="3438525" y="21670"/>
                  </a:lnTo>
                  <a:lnTo>
                    <a:pt x="3445545" y="26361"/>
                  </a:lnTo>
                  <a:lnTo>
                    <a:pt x="3474003" y="57147"/>
                  </a:lnTo>
                  <a:lnTo>
                    <a:pt x="3491555" y="95219"/>
                  </a:lnTo>
                  <a:lnTo>
                    <a:pt x="3495675" y="128587"/>
                  </a:lnTo>
                  <a:lnTo>
                    <a:pt x="3495675" y="1995487"/>
                  </a:lnTo>
                  <a:lnTo>
                    <a:pt x="3489116" y="2036894"/>
                  </a:lnTo>
                  <a:lnTo>
                    <a:pt x="3469311" y="2073945"/>
                  </a:lnTo>
                  <a:lnTo>
                    <a:pt x="3438525" y="2102402"/>
                  </a:lnTo>
                  <a:lnTo>
                    <a:pt x="3431504" y="2107093"/>
                  </a:lnTo>
                  <a:lnTo>
                    <a:pt x="3392173" y="2121602"/>
                  </a:lnTo>
                  <a:lnTo>
                    <a:pt x="3383892" y="2123250"/>
                  </a:lnTo>
                  <a:lnTo>
                    <a:pt x="3375530" y="2124074"/>
                  </a:lnTo>
                  <a:lnTo>
                    <a:pt x="3367087" y="2124074"/>
                  </a:lnTo>
                  <a:lnTo>
                    <a:pt x="128588" y="2124074"/>
                  </a:lnTo>
                  <a:lnTo>
                    <a:pt x="120145" y="2124074"/>
                  </a:lnTo>
                  <a:lnTo>
                    <a:pt x="111782" y="2123250"/>
                  </a:lnTo>
                  <a:lnTo>
                    <a:pt x="103501" y="2121602"/>
                  </a:lnTo>
                  <a:lnTo>
                    <a:pt x="95220" y="2119955"/>
                  </a:lnTo>
                  <a:lnTo>
                    <a:pt x="57148" y="2102402"/>
                  </a:lnTo>
                  <a:lnTo>
                    <a:pt x="50128" y="2097711"/>
                  </a:lnTo>
                  <a:lnTo>
                    <a:pt x="43632" y="2092381"/>
                  </a:lnTo>
                  <a:lnTo>
                    <a:pt x="37662" y="2086411"/>
                  </a:lnTo>
                  <a:lnTo>
                    <a:pt x="31691" y="2080441"/>
                  </a:lnTo>
                  <a:lnTo>
                    <a:pt x="26360" y="2073945"/>
                  </a:lnTo>
                  <a:lnTo>
                    <a:pt x="21669" y="2066925"/>
                  </a:lnTo>
                  <a:lnTo>
                    <a:pt x="16978" y="2059905"/>
                  </a:lnTo>
                  <a:lnTo>
                    <a:pt x="13018" y="2052494"/>
                  </a:lnTo>
                  <a:lnTo>
                    <a:pt x="9787" y="2044694"/>
                  </a:lnTo>
                  <a:lnTo>
                    <a:pt x="6556" y="2036894"/>
                  </a:lnTo>
                  <a:lnTo>
                    <a:pt x="4117" y="2028853"/>
                  </a:lnTo>
                  <a:lnTo>
                    <a:pt x="2470" y="2020573"/>
                  </a:lnTo>
                  <a:lnTo>
                    <a:pt x="823" y="2012292"/>
                  </a:lnTo>
                  <a:lnTo>
                    <a:pt x="0" y="2003930"/>
                  </a:lnTo>
                  <a:lnTo>
                    <a:pt x="0" y="1995487"/>
                  </a:lnTo>
                  <a:close/>
                </a:path>
              </a:pathLst>
            </a:custGeom>
            <a:ln w="9524">
              <a:solidFill>
                <a:srgbClr val="E4DED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8201023" y="4410074"/>
              <a:ext cx="1066800" cy="228600"/>
            </a:xfrm>
            <a:custGeom>
              <a:avLst/>
              <a:gdLst/>
              <a:ahLst/>
              <a:cxnLst/>
              <a:rect l="l" t="t" r="r" b="b"/>
              <a:pathLst>
                <a:path w="1066800" h="228600">
                  <a:moveTo>
                    <a:pt x="960005" y="228599"/>
                  </a:moveTo>
                  <a:lnTo>
                    <a:pt x="106795" y="228599"/>
                  </a:lnTo>
                  <a:lnTo>
                    <a:pt x="99361" y="227867"/>
                  </a:lnTo>
                  <a:lnTo>
                    <a:pt x="57037" y="213505"/>
                  </a:lnTo>
                  <a:lnTo>
                    <a:pt x="23432" y="184040"/>
                  </a:lnTo>
                  <a:lnTo>
                    <a:pt x="3660" y="143958"/>
                  </a:lnTo>
                  <a:lnTo>
                    <a:pt x="0" y="121804"/>
                  </a:lnTo>
                  <a:lnTo>
                    <a:pt x="0" y="114299"/>
                  </a:lnTo>
                  <a:lnTo>
                    <a:pt x="0" y="106794"/>
                  </a:lnTo>
                  <a:lnTo>
                    <a:pt x="11571" y="63624"/>
                  </a:lnTo>
                  <a:lnTo>
                    <a:pt x="38784" y="28170"/>
                  </a:lnTo>
                  <a:lnTo>
                    <a:pt x="77492" y="5827"/>
                  </a:lnTo>
                  <a:lnTo>
                    <a:pt x="106795" y="0"/>
                  </a:lnTo>
                  <a:lnTo>
                    <a:pt x="960005" y="0"/>
                  </a:lnTo>
                  <a:lnTo>
                    <a:pt x="1003174" y="11572"/>
                  </a:lnTo>
                  <a:lnTo>
                    <a:pt x="1038628" y="38783"/>
                  </a:lnTo>
                  <a:lnTo>
                    <a:pt x="1060971" y="77492"/>
                  </a:lnTo>
                  <a:lnTo>
                    <a:pt x="1066800" y="106794"/>
                  </a:lnTo>
                  <a:lnTo>
                    <a:pt x="1066800" y="121804"/>
                  </a:lnTo>
                  <a:lnTo>
                    <a:pt x="1055226" y="164973"/>
                  </a:lnTo>
                  <a:lnTo>
                    <a:pt x="1028015" y="200428"/>
                  </a:lnTo>
                  <a:lnTo>
                    <a:pt x="989306" y="222770"/>
                  </a:lnTo>
                  <a:lnTo>
                    <a:pt x="967437" y="227867"/>
                  </a:lnTo>
                  <a:lnTo>
                    <a:pt x="960005" y="228599"/>
                  </a:lnTo>
                  <a:close/>
                </a:path>
              </a:pathLst>
            </a:custGeom>
            <a:solidFill>
              <a:srgbClr val="FFE7E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3" name="object 53"/>
          <p:cNvSpPr txBox="1"/>
          <p:nvPr/>
        </p:nvSpPr>
        <p:spPr>
          <a:xfrm>
            <a:off x="8283575" y="4435475"/>
            <a:ext cx="893444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b="1">
                <a:solidFill>
                  <a:srgbClr val="FF6A5B"/>
                </a:solidFill>
                <a:latin typeface="Courier New"/>
                <a:cs typeface="Courier New"/>
              </a:rPr>
              <a:t>01:20</a:t>
            </a:r>
            <a:r>
              <a:rPr dirty="0" sz="800" spc="195" b="1">
                <a:solidFill>
                  <a:srgbClr val="FF6A5B"/>
                </a:solidFill>
                <a:latin typeface="Courier New"/>
                <a:cs typeface="Courier New"/>
              </a:rPr>
              <a:t> </a:t>
            </a:r>
            <a:r>
              <a:rPr dirty="0" sz="800" b="1">
                <a:solidFill>
                  <a:srgbClr val="FF6A5B"/>
                </a:solidFill>
                <a:latin typeface="Courier New"/>
                <a:cs typeface="Courier New"/>
              </a:rPr>
              <a:t>–</a:t>
            </a:r>
            <a:r>
              <a:rPr dirty="0" sz="800" spc="195" b="1">
                <a:solidFill>
                  <a:srgbClr val="FF6A5B"/>
                </a:solidFill>
                <a:latin typeface="Courier New"/>
                <a:cs typeface="Courier New"/>
              </a:rPr>
              <a:t> </a:t>
            </a:r>
            <a:r>
              <a:rPr dirty="0" sz="800" spc="-10" b="1">
                <a:solidFill>
                  <a:srgbClr val="FF6A5B"/>
                </a:solidFill>
                <a:latin typeface="Courier New"/>
                <a:cs typeface="Courier New"/>
              </a:rPr>
              <a:t>01:30</a:t>
            </a:r>
            <a:endParaRPr sz="800">
              <a:latin typeface="Courier New"/>
              <a:cs typeface="Courier New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11001372" y="4371974"/>
            <a:ext cx="304800" cy="304800"/>
            <a:chOff x="11001372" y="4371974"/>
            <a:chExt cx="304800" cy="304800"/>
          </a:xfrm>
        </p:grpSpPr>
        <p:sp>
          <p:nvSpPr>
            <p:cNvPr id="55" name="object 55"/>
            <p:cNvSpPr/>
            <p:nvPr/>
          </p:nvSpPr>
          <p:spPr>
            <a:xfrm>
              <a:off x="11001372" y="4371974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233604" y="304799"/>
                  </a:moveTo>
                  <a:lnTo>
                    <a:pt x="71196" y="304799"/>
                  </a:lnTo>
                  <a:lnTo>
                    <a:pt x="66241" y="304311"/>
                  </a:lnTo>
                  <a:lnTo>
                    <a:pt x="29705" y="289177"/>
                  </a:lnTo>
                  <a:lnTo>
                    <a:pt x="3885" y="253137"/>
                  </a:lnTo>
                  <a:lnTo>
                    <a:pt x="0" y="233603"/>
                  </a:lnTo>
                  <a:lnTo>
                    <a:pt x="1" y="228599"/>
                  </a:lnTo>
                  <a:lnTo>
                    <a:pt x="0" y="71196"/>
                  </a:lnTo>
                  <a:lnTo>
                    <a:pt x="15622" y="29704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233604" y="0"/>
                  </a:lnTo>
                  <a:lnTo>
                    <a:pt x="275094" y="15621"/>
                  </a:lnTo>
                  <a:lnTo>
                    <a:pt x="300913" y="51661"/>
                  </a:lnTo>
                  <a:lnTo>
                    <a:pt x="304799" y="71196"/>
                  </a:lnTo>
                  <a:lnTo>
                    <a:pt x="304799" y="233603"/>
                  </a:lnTo>
                  <a:lnTo>
                    <a:pt x="289177" y="275094"/>
                  </a:lnTo>
                  <a:lnTo>
                    <a:pt x="253137" y="300913"/>
                  </a:lnTo>
                  <a:lnTo>
                    <a:pt x="238558" y="304311"/>
                  </a:lnTo>
                  <a:lnTo>
                    <a:pt x="233604" y="304799"/>
                  </a:lnTo>
                  <a:close/>
                </a:path>
              </a:pathLst>
            </a:custGeom>
            <a:solidFill>
              <a:srgbClr val="E7E9F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6" name="object 5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080749" y="4451349"/>
              <a:ext cx="146050" cy="146050"/>
            </a:xfrm>
            <a:prstGeom prst="rect">
              <a:avLst/>
            </a:prstGeom>
          </p:spPr>
        </p:pic>
      </p:grpSp>
      <p:sp>
        <p:nvSpPr>
          <p:cNvPr id="57" name="object 57"/>
          <p:cNvSpPr txBox="1"/>
          <p:nvPr/>
        </p:nvSpPr>
        <p:spPr>
          <a:xfrm>
            <a:off x="8188325" y="4759325"/>
            <a:ext cx="2917825" cy="4686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50" spc="-45" b="1">
                <a:solidFill>
                  <a:srgbClr val="293283"/>
                </a:solidFill>
                <a:latin typeface="Cambria"/>
                <a:cs typeface="Cambria"/>
              </a:rPr>
              <a:t>Q&amp;A</a:t>
            </a:r>
            <a:r>
              <a:rPr dirty="0" sz="1250" spc="-15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1250" spc="-80" b="1">
                <a:solidFill>
                  <a:srgbClr val="293283"/>
                </a:solidFill>
                <a:latin typeface="Cambria"/>
                <a:cs typeface="Cambria"/>
              </a:rPr>
              <a:t>and</a:t>
            </a:r>
            <a:r>
              <a:rPr dirty="0" sz="1250" spc="-15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1250" spc="-90" b="1">
                <a:solidFill>
                  <a:srgbClr val="293283"/>
                </a:solidFill>
                <a:latin typeface="Cambria"/>
                <a:cs typeface="Cambria"/>
              </a:rPr>
              <a:t>Day</a:t>
            </a:r>
            <a:r>
              <a:rPr dirty="0" sz="1250" spc="-15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1250" spc="-105" b="1">
                <a:solidFill>
                  <a:srgbClr val="293283"/>
                </a:solidFill>
                <a:latin typeface="Cambria"/>
                <a:cs typeface="Cambria"/>
              </a:rPr>
              <a:t>6</a:t>
            </a:r>
            <a:r>
              <a:rPr dirty="0" sz="1250" spc="-15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1250" spc="-10" b="1">
                <a:solidFill>
                  <a:srgbClr val="293283"/>
                </a:solidFill>
                <a:latin typeface="Cambria"/>
                <a:cs typeface="Cambria"/>
              </a:rPr>
              <a:t>Preview</a:t>
            </a:r>
            <a:endParaRPr sz="12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dirty="0" sz="900" spc="-25">
                <a:solidFill>
                  <a:srgbClr val="4A4E6A"/>
                </a:solidFill>
                <a:latin typeface="Tahoma"/>
                <a:cs typeface="Tahoma"/>
              </a:rPr>
              <a:t>Open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ahoma"/>
                <a:cs typeface="Tahoma"/>
              </a:rPr>
              <a:t>floor,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20">
                <a:solidFill>
                  <a:srgbClr val="4A4E6A"/>
                </a:solidFill>
                <a:latin typeface="Tahoma"/>
                <a:cs typeface="Tahoma"/>
              </a:rPr>
              <a:t>then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ahoma"/>
                <a:cs typeface="Tahoma"/>
              </a:rPr>
              <a:t>a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4A4E6A"/>
                </a:solidFill>
                <a:latin typeface="Tahoma"/>
                <a:cs typeface="Tahoma"/>
              </a:rPr>
              <a:t>quick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4A4E6A"/>
                </a:solidFill>
                <a:latin typeface="Tahoma"/>
                <a:cs typeface="Tahoma"/>
              </a:rPr>
              <a:t>look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4A4E6A"/>
                </a:solidFill>
                <a:latin typeface="Tahoma"/>
                <a:cs typeface="Tahoma"/>
              </a:rPr>
              <a:t>at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0">
                <a:solidFill>
                  <a:srgbClr val="4A4E6A"/>
                </a:solidFill>
                <a:latin typeface="Tahoma"/>
                <a:cs typeface="Tahoma"/>
              </a:rPr>
              <a:t>Working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4A4E6A"/>
                </a:solidFill>
                <a:latin typeface="Tahoma"/>
                <a:cs typeface="Tahoma"/>
              </a:rPr>
              <a:t>With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40">
                <a:solidFill>
                  <a:srgbClr val="4A4E6A"/>
                </a:solidFill>
                <a:latin typeface="Tahoma"/>
                <a:cs typeface="Tahoma"/>
              </a:rPr>
              <a:t>Data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20">
                <a:solidFill>
                  <a:srgbClr val="4A4E6A"/>
                </a:solidFill>
                <a:latin typeface="Tahoma"/>
                <a:cs typeface="Tahoma"/>
              </a:rPr>
              <a:t>(pandas).</a:t>
            </a:r>
            <a:endParaRPr sz="900">
              <a:latin typeface="Tahoma"/>
              <a:cs typeface="Tahoma"/>
            </a:endParaRPr>
          </a:p>
        </p:txBody>
      </p:sp>
      <p:sp>
        <p:nvSpPr>
          <p:cNvPr id="58" name="object 5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pc="-45"/>
              <a:t>D</a:t>
            </a:r>
            <a:r>
              <a:rPr dirty="0" spc="-65"/>
              <a:t> </a:t>
            </a:r>
            <a:r>
              <a:rPr dirty="0"/>
              <a:t>AY</a:t>
            </a:r>
            <a:r>
              <a:rPr dirty="0" spc="240"/>
              <a:t> </a:t>
            </a:r>
            <a:r>
              <a:rPr dirty="0" spc="-65"/>
              <a:t>0</a:t>
            </a:r>
            <a:r>
              <a:rPr dirty="0" spc="-45"/>
              <a:t> </a:t>
            </a:r>
            <a:r>
              <a:rPr dirty="0"/>
              <a:t>5</a:t>
            </a:r>
            <a:r>
              <a:rPr dirty="0" spc="265"/>
              <a:t> </a:t>
            </a:r>
            <a:r>
              <a:rPr dirty="0"/>
              <a:t>·</a:t>
            </a:r>
            <a:r>
              <a:rPr dirty="0" spc="260"/>
              <a:t> </a:t>
            </a:r>
            <a:r>
              <a:rPr dirty="0" spc="-40"/>
              <a:t>W</a:t>
            </a:r>
            <a:r>
              <a:rPr dirty="0" spc="-45"/>
              <a:t> </a:t>
            </a:r>
            <a:r>
              <a:rPr dirty="0" spc="-65"/>
              <a:t>I</a:t>
            </a:r>
            <a:r>
              <a:rPr dirty="0" spc="-45"/>
              <a:t> D </a:t>
            </a:r>
            <a:r>
              <a:rPr dirty="0"/>
              <a:t>G</a:t>
            </a:r>
            <a:r>
              <a:rPr dirty="0" spc="-45"/>
              <a:t> </a:t>
            </a:r>
            <a:r>
              <a:rPr dirty="0" spc="-70"/>
              <a:t>E</a:t>
            </a:r>
            <a:r>
              <a:rPr dirty="0" spc="-45"/>
              <a:t> </a:t>
            </a:r>
            <a:r>
              <a:rPr dirty="0" spc="-114"/>
              <a:t>T</a:t>
            </a:r>
            <a:r>
              <a:rPr dirty="0" spc="-50"/>
              <a:t> </a:t>
            </a:r>
            <a:r>
              <a:rPr dirty="0"/>
              <a:t>S</a:t>
            </a:r>
            <a:r>
              <a:rPr dirty="0" spc="265"/>
              <a:t> </a:t>
            </a:r>
            <a:r>
              <a:rPr dirty="0"/>
              <a:t>&amp;</a:t>
            </a:r>
            <a:r>
              <a:rPr dirty="0" spc="265"/>
              <a:t> </a:t>
            </a:r>
            <a:r>
              <a:rPr dirty="0" spc="-100"/>
              <a:t>L</a:t>
            </a:r>
            <a:r>
              <a:rPr dirty="0" spc="-45"/>
              <a:t> </a:t>
            </a:r>
            <a:r>
              <a:rPr dirty="0" spc="-20"/>
              <a:t>AY</a:t>
            </a:r>
            <a:r>
              <a:rPr dirty="0" spc="-80"/>
              <a:t> </a:t>
            </a:r>
            <a:r>
              <a:rPr dirty="0" spc="-10"/>
              <a:t>O</a:t>
            </a:r>
            <a:r>
              <a:rPr dirty="0" spc="-45"/>
              <a:t> </a:t>
            </a:r>
            <a:r>
              <a:rPr dirty="0"/>
              <a:t>U</a:t>
            </a:r>
            <a:r>
              <a:rPr dirty="0" spc="-45"/>
              <a:t> </a:t>
            </a:r>
            <a:r>
              <a:rPr dirty="0" spc="-50"/>
              <a:t>T</a:t>
            </a:r>
          </a:p>
        </p:txBody>
      </p:sp>
      <p:sp>
        <p:nvSpPr>
          <p:cNvPr id="59" name="object 5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pc="-30"/>
              <a:t>0</a:t>
            </a:r>
            <a:r>
              <a:rPr dirty="0" spc="-120"/>
              <a:t> </a:t>
            </a:r>
            <a:fld id="{81D60167-4931-47E6-BA6A-407CBD079E47}" type="slidenum">
              <a:rPr dirty="0"/>
              <a:t>6</a:t>
            </a:fld>
            <a:r>
              <a:rPr dirty="0" spc="204"/>
              <a:t> </a:t>
            </a:r>
            <a:r>
              <a:rPr dirty="0"/>
              <a:t>/</a:t>
            </a:r>
            <a:r>
              <a:rPr dirty="0" spc="204"/>
              <a:t> </a:t>
            </a:r>
            <a:r>
              <a:rPr dirty="0" spc="-30"/>
              <a:t>1</a:t>
            </a:r>
            <a:r>
              <a:rPr dirty="0" spc="-120"/>
              <a:t> </a:t>
            </a:r>
            <a:r>
              <a:rPr dirty="0" spc="-60"/>
              <a:t>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5799" y="64769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FF6A5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825500" y="587375"/>
            <a:ext cx="103187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5" b="1">
                <a:solidFill>
                  <a:srgbClr val="FF6A5B"/>
                </a:solidFill>
                <a:latin typeface="Cambria"/>
                <a:cs typeface="Cambria"/>
              </a:rPr>
              <a:t>R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95" b="1">
                <a:solidFill>
                  <a:srgbClr val="FF6A5B"/>
                </a:solidFill>
                <a:latin typeface="Cambria"/>
                <a:cs typeface="Cambria"/>
              </a:rPr>
              <a:t>E</a:t>
            </a:r>
            <a:r>
              <a:rPr dirty="0" sz="900" spc="-50" b="1">
                <a:solidFill>
                  <a:srgbClr val="FF6A5B"/>
                </a:solidFill>
                <a:latin typeface="Cambria"/>
                <a:cs typeface="Cambria"/>
              </a:rPr>
              <a:t> C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55" b="1">
                <a:solidFill>
                  <a:srgbClr val="FF6A5B"/>
                </a:solidFill>
                <a:latin typeface="Cambria"/>
                <a:cs typeface="Cambria"/>
              </a:rPr>
              <a:t>A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b="1">
                <a:solidFill>
                  <a:srgbClr val="FF6A5B"/>
                </a:solidFill>
                <a:latin typeface="Cambria"/>
                <a:cs typeface="Cambria"/>
              </a:rPr>
              <a:t>P</a:t>
            </a:r>
            <a:r>
              <a:rPr dirty="0" sz="900" spc="27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b="1">
                <a:solidFill>
                  <a:srgbClr val="FF6A5B"/>
                </a:solidFill>
                <a:latin typeface="Cambria"/>
                <a:cs typeface="Cambria"/>
              </a:rPr>
              <a:t>·</a:t>
            </a:r>
            <a:r>
              <a:rPr dirty="0" sz="900" spc="31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95" b="1">
                <a:solidFill>
                  <a:srgbClr val="FF6A5B"/>
                </a:solidFill>
                <a:latin typeface="Cambria"/>
                <a:cs typeface="Cambria"/>
              </a:rPr>
              <a:t>1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b="1">
                <a:solidFill>
                  <a:srgbClr val="FF6A5B"/>
                </a:solidFill>
                <a:latin typeface="Cambria"/>
                <a:cs typeface="Cambria"/>
              </a:rPr>
              <a:t>0</a:t>
            </a:r>
            <a:r>
              <a:rPr dirty="0" sz="900" spc="31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b="1">
                <a:solidFill>
                  <a:srgbClr val="FF6A5B"/>
                </a:solidFill>
                <a:latin typeface="Cambria"/>
                <a:cs typeface="Cambria"/>
              </a:rPr>
              <a:t>M</a:t>
            </a:r>
            <a:r>
              <a:rPr dirty="0" sz="900" spc="-45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75" b="1">
                <a:solidFill>
                  <a:srgbClr val="FF6A5B"/>
                </a:solidFill>
                <a:latin typeface="Cambria"/>
                <a:cs typeface="Cambria"/>
              </a:rPr>
              <a:t>I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50" b="1">
                <a:solidFill>
                  <a:srgbClr val="FF6A5B"/>
                </a:solidFill>
                <a:latin typeface="Cambria"/>
                <a:cs typeface="Cambria"/>
              </a:rPr>
              <a:t>N</a:t>
            </a:r>
            <a:endParaRPr sz="900">
              <a:latin typeface="Cambria"/>
              <a:cs typeface="Cambria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673099" y="806450"/>
            <a:ext cx="8900795" cy="4140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50" spc="-215"/>
              <a:t>Yesterday</a:t>
            </a:r>
            <a:r>
              <a:rPr dirty="0" sz="2550" spc="-50"/>
              <a:t> </a:t>
            </a:r>
            <a:r>
              <a:rPr dirty="0" sz="2550" spc="-180"/>
              <a:t>you</a:t>
            </a:r>
            <a:r>
              <a:rPr dirty="0" sz="2550" spc="-35"/>
              <a:t> </a:t>
            </a:r>
            <a:r>
              <a:rPr dirty="0" sz="2550" spc="-185"/>
              <a:t>built</a:t>
            </a:r>
            <a:r>
              <a:rPr dirty="0" sz="2550" spc="-40"/>
              <a:t> </a:t>
            </a:r>
            <a:r>
              <a:rPr dirty="0" sz="2550" spc="-215"/>
              <a:t>your</a:t>
            </a:r>
            <a:r>
              <a:rPr dirty="0" sz="2550" spc="-40"/>
              <a:t> </a:t>
            </a:r>
            <a:r>
              <a:rPr dirty="0" sz="2550" spc="-190"/>
              <a:t>first</a:t>
            </a:r>
            <a:r>
              <a:rPr dirty="0" sz="2550" spc="-40"/>
              <a:t> </a:t>
            </a:r>
            <a:r>
              <a:rPr dirty="0" sz="2550" spc="-125"/>
              <a:t>app.</a:t>
            </a:r>
            <a:r>
              <a:rPr dirty="0" sz="2550" spc="-35"/>
              <a:t> </a:t>
            </a:r>
            <a:r>
              <a:rPr dirty="0" sz="2550" spc="-265"/>
              <a:t>Today</a:t>
            </a:r>
            <a:r>
              <a:rPr dirty="0" sz="2550" spc="-40"/>
              <a:t> </a:t>
            </a:r>
            <a:r>
              <a:rPr dirty="0" sz="2550" spc="-145"/>
              <a:t>we</a:t>
            </a:r>
            <a:r>
              <a:rPr dirty="0" sz="2550" spc="-40"/>
              <a:t> </a:t>
            </a:r>
            <a:r>
              <a:rPr dirty="0" sz="2550" spc="-225"/>
              <a:t>make</a:t>
            </a:r>
            <a:r>
              <a:rPr dirty="0" sz="2550" spc="-40"/>
              <a:t> </a:t>
            </a:r>
            <a:r>
              <a:rPr dirty="0" sz="2550" spc="-145"/>
              <a:t>it</a:t>
            </a:r>
            <a:r>
              <a:rPr dirty="0" sz="2550" spc="-35"/>
              <a:t> </a:t>
            </a:r>
            <a:r>
              <a:rPr dirty="0" sz="2550" spc="-200"/>
              <a:t>look</a:t>
            </a:r>
            <a:r>
              <a:rPr dirty="0" sz="2550" spc="-40"/>
              <a:t> </a:t>
            </a:r>
            <a:r>
              <a:rPr dirty="0" sz="2550" spc="-120"/>
              <a:t>intentional.</a:t>
            </a:r>
            <a:endParaRPr sz="2550"/>
          </a:p>
        </p:txBody>
      </p:sp>
      <p:sp>
        <p:nvSpPr>
          <p:cNvPr id="5" name="object 5"/>
          <p:cNvSpPr txBox="1"/>
          <p:nvPr/>
        </p:nvSpPr>
        <p:spPr>
          <a:xfrm>
            <a:off x="673099" y="1282700"/>
            <a:ext cx="70377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5">
                <a:solidFill>
                  <a:srgbClr val="4A4E6A"/>
                </a:solidFill>
                <a:latin typeface="Tahoma"/>
                <a:cs typeface="Tahoma"/>
              </a:rPr>
              <a:t>Quick</a:t>
            </a:r>
            <a:r>
              <a:rPr dirty="0" sz="1200" spc="-9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200" spc="-65">
                <a:solidFill>
                  <a:srgbClr val="4A4E6A"/>
                </a:solidFill>
                <a:latin typeface="Tahoma"/>
                <a:cs typeface="Tahoma"/>
              </a:rPr>
              <a:t>check</a:t>
            </a:r>
            <a:r>
              <a:rPr dirty="0" sz="1200" spc="-9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200" spc="-45">
                <a:solidFill>
                  <a:srgbClr val="4A4E6A"/>
                </a:solidFill>
                <a:latin typeface="Tahoma"/>
                <a:cs typeface="Tahoma"/>
              </a:rPr>
              <a:t>that</a:t>
            </a:r>
            <a:r>
              <a:rPr dirty="0" sz="1200" spc="-9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200" spc="-85">
                <a:solidFill>
                  <a:srgbClr val="4A4E6A"/>
                </a:solidFill>
                <a:latin typeface="Tahoma"/>
                <a:cs typeface="Tahoma"/>
              </a:rPr>
              <a:t>Day</a:t>
            </a:r>
            <a:r>
              <a:rPr dirty="0" sz="1200" spc="-9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200" spc="-60">
                <a:solidFill>
                  <a:srgbClr val="4A4E6A"/>
                </a:solidFill>
                <a:latin typeface="Tahoma"/>
                <a:cs typeface="Tahoma"/>
              </a:rPr>
              <a:t>4’s</a:t>
            </a:r>
            <a:r>
              <a:rPr dirty="0" sz="1200" spc="-9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200" spc="-55">
                <a:solidFill>
                  <a:srgbClr val="4A4E6A"/>
                </a:solidFill>
                <a:latin typeface="Tahoma"/>
                <a:cs typeface="Tahoma"/>
              </a:rPr>
              <a:t>app</a:t>
            </a:r>
            <a:r>
              <a:rPr dirty="0" sz="1200" spc="-9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200" spc="-65">
                <a:solidFill>
                  <a:srgbClr val="4A4E6A"/>
                </a:solidFill>
                <a:latin typeface="Tahoma"/>
                <a:cs typeface="Tahoma"/>
              </a:rPr>
              <a:t>runs.</a:t>
            </a:r>
            <a:r>
              <a:rPr dirty="0" sz="1200" spc="-8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200" spc="-100">
                <a:solidFill>
                  <a:srgbClr val="4A4E6A"/>
                </a:solidFill>
                <a:latin typeface="Tahoma"/>
                <a:cs typeface="Tahoma"/>
              </a:rPr>
              <a:t>If</a:t>
            </a:r>
            <a:r>
              <a:rPr dirty="0" sz="1200" spc="-9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4A4E6A"/>
                </a:solidFill>
                <a:latin typeface="Tahoma"/>
                <a:cs typeface="Tahoma"/>
              </a:rPr>
              <a:t>it</a:t>
            </a:r>
            <a:r>
              <a:rPr dirty="0" sz="1200" spc="-9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200" spc="-45">
                <a:solidFill>
                  <a:srgbClr val="4A4E6A"/>
                </a:solidFill>
                <a:latin typeface="Tahoma"/>
                <a:cs typeface="Tahoma"/>
              </a:rPr>
              <a:t>doesn’t,</a:t>
            </a:r>
            <a:r>
              <a:rPr dirty="0" sz="1200" spc="-9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200" spc="-60">
                <a:solidFill>
                  <a:srgbClr val="4A4E6A"/>
                </a:solidFill>
                <a:latin typeface="Tahoma"/>
                <a:cs typeface="Tahoma"/>
              </a:rPr>
              <a:t>we</a:t>
            </a:r>
            <a:r>
              <a:rPr dirty="0" sz="1200" spc="-9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200" spc="-50">
                <a:solidFill>
                  <a:srgbClr val="4A4E6A"/>
                </a:solidFill>
                <a:latin typeface="Tahoma"/>
                <a:cs typeface="Tahoma"/>
              </a:rPr>
              <a:t>fix</a:t>
            </a:r>
            <a:r>
              <a:rPr dirty="0" sz="1200" spc="-9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4A4E6A"/>
                </a:solidFill>
                <a:latin typeface="Tahoma"/>
                <a:cs typeface="Tahoma"/>
              </a:rPr>
              <a:t>it</a:t>
            </a:r>
            <a:r>
              <a:rPr dirty="0" sz="1200" spc="-8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200" spc="-50">
                <a:solidFill>
                  <a:srgbClr val="4A4E6A"/>
                </a:solidFill>
                <a:latin typeface="Tahoma"/>
                <a:cs typeface="Tahoma"/>
              </a:rPr>
              <a:t>now</a:t>
            </a:r>
            <a:r>
              <a:rPr dirty="0" sz="1200" spc="-9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200" spc="-20">
                <a:solidFill>
                  <a:srgbClr val="4A4E6A"/>
                </a:solidFill>
                <a:latin typeface="Tahoma"/>
                <a:cs typeface="Tahoma"/>
              </a:rPr>
              <a:t>—</a:t>
            </a:r>
            <a:r>
              <a:rPr dirty="0" sz="1200" spc="-9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200" spc="-55">
                <a:solidFill>
                  <a:srgbClr val="4A4E6A"/>
                </a:solidFill>
                <a:latin typeface="Tahoma"/>
                <a:cs typeface="Tahoma"/>
              </a:rPr>
              <a:t>today</a:t>
            </a:r>
            <a:r>
              <a:rPr dirty="0" sz="1200" spc="-9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200" spc="-45">
                <a:solidFill>
                  <a:srgbClr val="4A4E6A"/>
                </a:solidFill>
                <a:latin typeface="Tahoma"/>
                <a:cs typeface="Tahoma"/>
              </a:rPr>
              <a:t>builds</a:t>
            </a:r>
            <a:r>
              <a:rPr dirty="0" sz="1200" spc="-9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200" spc="-45">
                <a:solidFill>
                  <a:srgbClr val="4A4E6A"/>
                </a:solidFill>
                <a:latin typeface="Tahoma"/>
                <a:cs typeface="Tahoma"/>
              </a:rPr>
              <a:t>directly</a:t>
            </a:r>
            <a:r>
              <a:rPr dirty="0" sz="1200" spc="-9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200" spc="-45">
                <a:solidFill>
                  <a:srgbClr val="4A4E6A"/>
                </a:solidFill>
                <a:latin typeface="Tahoma"/>
                <a:cs typeface="Tahoma"/>
              </a:rPr>
              <a:t>on</a:t>
            </a:r>
            <a:r>
              <a:rPr dirty="0" sz="1200" spc="-8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200" spc="-45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1200" spc="-9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200" spc="-65">
                <a:solidFill>
                  <a:srgbClr val="4A4E6A"/>
                </a:solidFill>
                <a:latin typeface="Tahoma"/>
                <a:cs typeface="Tahoma"/>
              </a:rPr>
              <a:t>run-</a:t>
            </a:r>
            <a:r>
              <a:rPr dirty="0" sz="1200" spc="-35">
                <a:solidFill>
                  <a:srgbClr val="4A4E6A"/>
                </a:solidFill>
                <a:latin typeface="Tahoma"/>
                <a:cs typeface="Tahoma"/>
              </a:rPr>
              <a:t>loop</a:t>
            </a:r>
            <a:r>
              <a:rPr dirty="0" sz="1200" spc="-9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200" spc="-55">
                <a:solidFill>
                  <a:srgbClr val="4A4E6A"/>
                </a:solidFill>
                <a:latin typeface="Tahoma"/>
                <a:cs typeface="Tahoma"/>
              </a:rPr>
              <a:t>mental</a:t>
            </a:r>
            <a:r>
              <a:rPr dirty="0" sz="1200" spc="-9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4A4E6A"/>
                </a:solidFill>
                <a:latin typeface="Tahoma"/>
                <a:cs typeface="Tahoma"/>
              </a:rPr>
              <a:t>model.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85799" y="1666875"/>
            <a:ext cx="6391275" cy="4657725"/>
            <a:chOff x="685799" y="1666875"/>
            <a:chExt cx="6391275" cy="4657725"/>
          </a:xfrm>
        </p:grpSpPr>
        <p:sp>
          <p:nvSpPr>
            <p:cNvPr id="7" name="object 7"/>
            <p:cNvSpPr/>
            <p:nvPr/>
          </p:nvSpPr>
          <p:spPr>
            <a:xfrm>
              <a:off x="704849" y="1671637"/>
              <a:ext cx="6367780" cy="4648200"/>
            </a:xfrm>
            <a:custGeom>
              <a:avLst/>
              <a:gdLst/>
              <a:ahLst/>
              <a:cxnLst/>
              <a:rect l="l" t="t" r="r" b="b"/>
              <a:pathLst>
                <a:path w="6367780" h="4648200">
                  <a:moveTo>
                    <a:pt x="6247317" y="4648199"/>
                  </a:moveTo>
                  <a:lnTo>
                    <a:pt x="106794" y="4648199"/>
                  </a:lnTo>
                  <a:lnTo>
                    <a:pt x="99362" y="4647375"/>
                  </a:lnTo>
                  <a:lnTo>
                    <a:pt x="57038" y="4631218"/>
                  </a:lnTo>
                  <a:lnTo>
                    <a:pt x="28170" y="4604566"/>
                  </a:lnTo>
                  <a:lnTo>
                    <a:pt x="5828" y="4561019"/>
                  </a:lnTo>
                  <a:lnTo>
                    <a:pt x="0" y="4528055"/>
                  </a:lnTo>
                  <a:lnTo>
                    <a:pt x="0" y="4519612"/>
                  </a:lnTo>
                  <a:lnTo>
                    <a:pt x="0" y="120144"/>
                  </a:lnTo>
                  <a:lnTo>
                    <a:pt x="11572" y="71578"/>
                  </a:lnTo>
                  <a:lnTo>
                    <a:pt x="38784" y="31691"/>
                  </a:lnTo>
                  <a:lnTo>
                    <a:pt x="77493" y="6557"/>
                  </a:lnTo>
                  <a:lnTo>
                    <a:pt x="106794" y="0"/>
                  </a:lnTo>
                  <a:lnTo>
                    <a:pt x="6247317" y="0"/>
                  </a:lnTo>
                  <a:lnTo>
                    <a:pt x="6295882" y="13019"/>
                  </a:lnTo>
                  <a:lnTo>
                    <a:pt x="6335769" y="43632"/>
                  </a:lnTo>
                  <a:lnTo>
                    <a:pt x="6360904" y="87179"/>
                  </a:lnTo>
                  <a:lnTo>
                    <a:pt x="6367461" y="120144"/>
                  </a:lnTo>
                  <a:lnTo>
                    <a:pt x="6367461" y="4528055"/>
                  </a:lnTo>
                  <a:lnTo>
                    <a:pt x="6354442" y="4576619"/>
                  </a:lnTo>
                  <a:lnTo>
                    <a:pt x="6323829" y="4616506"/>
                  </a:lnTo>
                  <a:lnTo>
                    <a:pt x="6280281" y="4641641"/>
                  </a:lnTo>
                  <a:lnTo>
                    <a:pt x="6255679" y="4647375"/>
                  </a:lnTo>
                  <a:lnTo>
                    <a:pt x="6247317" y="46481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753770" y="1666874"/>
              <a:ext cx="6323330" cy="4657725"/>
            </a:xfrm>
            <a:custGeom>
              <a:avLst/>
              <a:gdLst/>
              <a:ahLst/>
              <a:cxnLst/>
              <a:rect l="l" t="t" r="r" b="b"/>
              <a:pathLst>
                <a:path w="6323330" h="4657725">
                  <a:moveTo>
                    <a:pt x="6323292" y="133350"/>
                  </a:moveTo>
                  <a:lnTo>
                    <a:pt x="6317589" y="94703"/>
                  </a:lnTo>
                  <a:lnTo>
                    <a:pt x="6300838" y="59258"/>
                  </a:lnTo>
                  <a:lnTo>
                    <a:pt x="6284684" y="39573"/>
                  </a:lnTo>
                  <a:lnTo>
                    <a:pt x="6252870" y="15773"/>
                  </a:lnTo>
                  <a:lnTo>
                    <a:pt x="6215964" y="2540"/>
                  </a:lnTo>
                  <a:lnTo>
                    <a:pt x="6189942" y="0"/>
                  </a:lnTo>
                  <a:lnTo>
                    <a:pt x="65366" y="0"/>
                  </a:lnTo>
                  <a:lnTo>
                    <a:pt x="26720" y="5715"/>
                  </a:lnTo>
                  <a:lnTo>
                    <a:pt x="0" y="17233"/>
                  </a:lnTo>
                  <a:lnTo>
                    <a:pt x="22542" y="22872"/>
                  </a:lnTo>
                  <a:lnTo>
                    <a:pt x="28917" y="18961"/>
                  </a:lnTo>
                  <a:lnTo>
                    <a:pt x="37769" y="14833"/>
                  </a:lnTo>
                  <a:lnTo>
                    <a:pt x="46786" y="11887"/>
                  </a:lnTo>
                  <a:lnTo>
                    <a:pt x="55994" y="10121"/>
                  </a:lnTo>
                  <a:lnTo>
                    <a:pt x="65366" y="9525"/>
                  </a:lnTo>
                  <a:lnTo>
                    <a:pt x="6189942" y="9525"/>
                  </a:lnTo>
                  <a:lnTo>
                    <a:pt x="6237338" y="18961"/>
                  </a:lnTo>
                  <a:lnTo>
                    <a:pt x="6277508" y="45796"/>
                  </a:lnTo>
                  <a:lnTo>
                    <a:pt x="6277953" y="46304"/>
                  </a:lnTo>
                  <a:lnTo>
                    <a:pt x="6285712" y="54838"/>
                  </a:lnTo>
                  <a:lnTo>
                    <a:pt x="6308471" y="97459"/>
                  </a:lnTo>
                  <a:lnTo>
                    <a:pt x="6313767" y="133350"/>
                  </a:lnTo>
                  <a:lnTo>
                    <a:pt x="6313767" y="4524375"/>
                  </a:lnTo>
                  <a:lnTo>
                    <a:pt x="6304343" y="4571771"/>
                  </a:lnTo>
                  <a:lnTo>
                    <a:pt x="6277953" y="4611433"/>
                  </a:lnTo>
                  <a:lnTo>
                    <a:pt x="6277508" y="4611941"/>
                  </a:lnTo>
                  <a:lnTo>
                    <a:pt x="6237325" y="4638776"/>
                  </a:lnTo>
                  <a:lnTo>
                    <a:pt x="6202388" y="4647577"/>
                  </a:lnTo>
                  <a:lnTo>
                    <a:pt x="6202896" y="4647577"/>
                  </a:lnTo>
                  <a:lnTo>
                    <a:pt x="6189942" y="4648200"/>
                  </a:lnTo>
                  <a:lnTo>
                    <a:pt x="65366" y="4648200"/>
                  </a:lnTo>
                  <a:lnTo>
                    <a:pt x="55410" y="4647577"/>
                  </a:lnTo>
                  <a:lnTo>
                    <a:pt x="55803" y="4647577"/>
                  </a:lnTo>
                  <a:lnTo>
                    <a:pt x="46786" y="4645850"/>
                  </a:lnTo>
                  <a:lnTo>
                    <a:pt x="37769" y="4642904"/>
                  </a:lnTo>
                  <a:lnTo>
                    <a:pt x="28917" y="4638776"/>
                  </a:lnTo>
                  <a:lnTo>
                    <a:pt x="22542" y="4634865"/>
                  </a:lnTo>
                  <a:lnTo>
                    <a:pt x="0" y="4640504"/>
                  </a:lnTo>
                  <a:lnTo>
                    <a:pt x="39357" y="4655197"/>
                  </a:lnTo>
                  <a:lnTo>
                    <a:pt x="65366" y="4657725"/>
                  </a:lnTo>
                  <a:lnTo>
                    <a:pt x="6189942" y="4657725"/>
                  </a:lnTo>
                  <a:lnTo>
                    <a:pt x="6203086" y="4657090"/>
                  </a:lnTo>
                  <a:lnTo>
                    <a:pt x="6215964" y="4655197"/>
                  </a:lnTo>
                  <a:lnTo>
                    <a:pt x="6228600" y="4652022"/>
                  </a:lnTo>
                  <a:lnTo>
                    <a:pt x="6239230" y="4648200"/>
                  </a:lnTo>
                  <a:lnTo>
                    <a:pt x="6240983" y="4647577"/>
                  </a:lnTo>
                  <a:lnTo>
                    <a:pt x="6274498" y="4627511"/>
                  </a:lnTo>
                  <a:lnTo>
                    <a:pt x="6300838" y="4598479"/>
                  </a:lnTo>
                  <a:lnTo>
                    <a:pt x="6317589" y="4563034"/>
                  </a:lnTo>
                  <a:lnTo>
                    <a:pt x="6323292" y="4524375"/>
                  </a:lnTo>
                  <a:lnTo>
                    <a:pt x="6323292" y="133350"/>
                  </a:lnTo>
                  <a:close/>
                </a:path>
              </a:pathLst>
            </a:custGeom>
            <a:solidFill>
              <a:srgbClr val="E4DE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685799" y="1683938"/>
              <a:ext cx="90805" cy="4624070"/>
            </a:xfrm>
            <a:custGeom>
              <a:avLst/>
              <a:gdLst/>
              <a:ahLst/>
              <a:cxnLst/>
              <a:rect l="l" t="t" r="r" b="b"/>
              <a:pathLst>
                <a:path w="90804" h="4624070">
                  <a:moveTo>
                    <a:pt x="68254" y="4623597"/>
                  </a:moveTo>
                  <a:lnTo>
                    <a:pt x="30217" y="4591866"/>
                  </a:lnTo>
                  <a:lnTo>
                    <a:pt x="10150" y="4558341"/>
                  </a:lnTo>
                  <a:lnTo>
                    <a:pt x="634" y="4520447"/>
                  </a:lnTo>
                  <a:lnTo>
                    <a:pt x="0" y="4507311"/>
                  </a:lnTo>
                  <a:lnTo>
                    <a:pt x="0" y="116286"/>
                  </a:lnTo>
                  <a:lnTo>
                    <a:pt x="5709" y="77634"/>
                  </a:lnTo>
                  <a:lnTo>
                    <a:pt x="22452" y="42187"/>
                  </a:lnTo>
                  <a:lnTo>
                    <a:pt x="48794" y="13153"/>
                  </a:lnTo>
                  <a:lnTo>
                    <a:pt x="68254" y="0"/>
                  </a:lnTo>
                  <a:lnTo>
                    <a:pt x="90791" y="5634"/>
                  </a:lnTo>
                  <a:lnTo>
                    <a:pt x="88403" y="7099"/>
                  </a:lnTo>
                  <a:lnTo>
                    <a:pt x="80421" y="13310"/>
                  </a:lnTo>
                  <a:lnTo>
                    <a:pt x="54137" y="47479"/>
                  </a:lnTo>
                  <a:lnTo>
                    <a:pt x="39912" y="92124"/>
                  </a:lnTo>
                  <a:lnTo>
                    <a:pt x="38100" y="116286"/>
                  </a:lnTo>
                  <a:lnTo>
                    <a:pt x="38100" y="4507311"/>
                  </a:lnTo>
                  <a:lnTo>
                    <a:pt x="45350" y="4554696"/>
                  </a:lnTo>
                  <a:lnTo>
                    <a:pt x="65998" y="4594868"/>
                  </a:lnTo>
                  <a:lnTo>
                    <a:pt x="90792" y="4617962"/>
                  </a:lnTo>
                  <a:lnTo>
                    <a:pt x="68254" y="4623597"/>
                  </a:lnTo>
                  <a:close/>
                </a:path>
              </a:pathLst>
            </a:custGeom>
            <a:solidFill>
              <a:srgbClr val="29328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2905124" y="1885949"/>
              <a:ext cx="495300" cy="200025"/>
            </a:xfrm>
            <a:custGeom>
              <a:avLst/>
              <a:gdLst/>
              <a:ahLst/>
              <a:cxnLst/>
              <a:rect l="l" t="t" r="r" b="b"/>
              <a:pathLst>
                <a:path w="495300" h="200025">
                  <a:moveTo>
                    <a:pt x="401854" y="200024"/>
                  </a:moveTo>
                  <a:lnTo>
                    <a:pt x="93445" y="200024"/>
                  </a:lnTo>
                  <a:lnTo>
                    <a:pt x="86941" y="199384"/>
                  </a:lnTo>
                  <a:lnTo>
                    <a:pt x="49908" y="186817"/>
                  </a:lnTo>
                  <a:lnTo>
                    <a:pt x="20503" y="161036"/>
                  </a:lnTo>
                  <a:lnTo>
                    <a:pt x="3202" y="125964"/>
                  </a:lnTo>
                  <a:lnTo>
                    <a:pt x="0" y="106579"/>
                  </a:lnTo>
                  <a:lnTo>
                    <a:pt x="0" y="100012"/>
                  </a:lnTo>
                  <a:lnTo>
                    <a:pt x="0" y="93445"/>
                  </a:lnTo>
                  <a:lnTo>
                    <a:pt x="10125" y="55672"/>
                  </a:lnTo>
                  <a:lnTo>
                    <a:pt x="33936" y="24649"/>
                  </a:lnTo>
                  <a:lnTo>
                    <a:pt x="67805" y="5099"/>
                  </a:lnTo>
                  <a:lnTo>
                    <a:pt x="93445" y="0"/>
                  </a:lnTo>
                  <a:lnTo>
                    <a:pt x="401854" y="0"/>
                  </a:lnTo>
                  <a:lnTo>
                    <a:pt x="439627" y="10126"/>
                  </a:lnTo>
                  <a:lnTo>
                    <a:pt x="470650" y="33936"/>
                  </a:lnTo>
                  <a:lnTo>
                    <a:pt x="490199" y="67806"/>
                  </a:lnTo>
                  <a:lnTo>
                    <a:pt x="495299" y="93445"/>
                  </a:lnTo>
                  <a:lnTo>
                    <a:pt x="495299" y="106579"/>
                  </a:lnTo>
                  <a:lnTo>
                    <a:pt x="485174" y="144352"/>
                  </a:lnTo>
                  <a:lnTo>
                    <a:pt x="461363" y="175375"/>
                  </a:lnTo>
                  <a:lnTo>
                    <a:pt x="427493" y="194924"/>
                  </a:lnTo>
                  <a:lnTo>
                    <a:pt x="408357" y="199384"/>
                  </a:lnTo>
                  <a:lnTo>
                    <a:pt x="401854" y="200024"/>
                  </a:lnTo>
                  <a:close/>
                </a:path>
              </a:pathLst>
            </a:custGeom>
            <a:solidFill>
              <a:srgbClr val="E7E9F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971550" y="1901825"/>
            <a:ext cx="2346325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  <a:tabLst>
                <a:tab pos="2019300" algn="l"/>
              </a:tabLst>
            </a:pPr>
            <a:r>
              <a:rPr dirty="0" baseline="3472" sz="1200" spc="-60" b="1">
                <a:solidFill>
                  <a:srgbClr val="797E94"/>
                </a:solidFill>
                <a:latin typeface="Cambria"/>
                <a:cs typeface="Cambria"/>
              </a:rPr>
              <a:t>W</a:t>
            </a:r>
            <a:r>
              <a:rPr dirty="0" baseline="3472" sz="1200" spc="-44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baseline="3472" sz="1200" spc="-97" b="1">
                <a:solidFill>
                  <a:srgbClr val="797E94"/>
                </a:solidFill>
                <a:latin typeface="Cambria"/>
                <a:cs typeface="Cambria"/>
              </a:rPr>
              <a:t>H</a:t>
            </a:r>
            <a:r>
              <a:rPr dirty="0" baseline="3472" sz="1200" spc="-44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baseline="3472" sz="1200" b="1">
                <a:solidFill>
                  <a:srgbClr val="797E94"/>
                </a:solidFill>
                <a:latin typeface="Cambria"/>
                <a:cs typeface="Cambria"/>
              </a:rPr>
              <a:t>AT</a:t>
            </a:r>
            <a:r>
              <a:rPr dirty="0" baseline="3472" sz="1200" spc="397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baseline="3472" sz="1200" spc="-60" b="1">
                <a:solidFill>
                  <a:srgbClr val="797E94"/>
                </a:solidFill>
                <a:latin typeface="Cambria"/>
                <a:cs typeface="Cambria"/>
              </a:rPr>
              <a:t>W</a:t>
            </a:r>
            <a:r>
              <a:rPr dirty="0" baseline="3472" sz="1200" spc="-44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baseline="3472" sz="1200" b="1">
                <a:solidFill>
                  <a:srgbClr val="797E94"/>
                </a:solidFill>
                <a:latin typeface="Cambria"/>
                <a:cs typeface="Cambria"/>
              </a:rPr>
              <a:t>E</a:t>
            </a:r>
            <a:r>
              <a:rPr dirty="0" baseline="3472" sz="1200" spc="450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baseline="3472" sz="1200" spc="-52" b="1">
                <a:solidFill>
                  <a:srgbClr val="797E94"/>
                </a:solidFill>
                <a:latin typeface="Cambria"/>
                <a:cs typeface="Cambria"/>
              </a:rPr>
              <a:t>C </a:t>
            </a:r>
            <a:r>
              <a:rPr dirty="0" baseline="3472" sz="1200" spc="-15" b="1">
                <a:solidFill>
                  <a:srgbClr val="797E94"/>
                </a:solidFill>
                <a:latin typeface="Cambria"/>
                <a:cs typeface="Cambria"/>
              </a:rPr>
              <a:t>O</a:t>
            </a:r>
            <a:r>
              <a:rPr dirty="0" baseline="3472" sz="1200" spc="-67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baseline="3472" sz="1200" spc="-44" b="1">
                <a:solidFill>
                  <a:srgbClr val="797E94"/>
                </a:solidFill>
                <a:latin typeface="Cambria"/>
                <a:cs typeface="Cambria"/>
              </a:rPr>
              <a:t>V </a:t>
            </a:r>
            <a:r>
              <a:rPr dirty="0" baseline="3472" sz="1200" spc="-104" b="1">
                <a:solidFill>
                  <a:srgbClr val="797E94"/>
                </a:solidFill>
                <a:latin typeface="Cambria"/>
                <a:cs typeface="Cambria"/>
              </a:rPr>
              <a:t>E</a:t>
            </a:r>
            <a:r>
              <a:rPr dirty="0" baseline="3472" sz="1200" spc="-44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baseline="3472" sz="1200" spc="-104" b="1">
                <a:solidFill>
                  <a:srgbClr val="797E94"/>
                </a:solidFill>
                <a:latin typeface="Cambria"/>
                <a:cs typeface="Cambria"/>
              </a:rPr>
              <a:t>R</a:t>
            </a:r>
            <a:r>
              <a:rPr dirty="0" baseline="3472" sz="1200" spc="-44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baseline="3472" sz="1200" spc="-104" b="1">
                <a:solidFill>
                  <a:srgbClr val="797E94"/>
                </a:solidFill>
                <a:latin typeface="Cambria"/>
                <a:cs typeface="Cambria"/>
              </a:rPr>
              <a:t>E</a:t>
            </a:r>
            <a:r>
              <a:rPr dirty="0" baseline="3472" sz="1200" spc="-44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baseline="3472" sz="1200" b="1">
                <a:solidFill>
                  <a:srgbClr val="797E94"/>
                </a:solidFill>
                <a:latin typeface="Cambria"/>
                <a:cs typeface="Cambria"/>
              </a:rPr>
              <a:t>D</a:t>
            </a:r>
            <a:r>
              <a:rPr dirty="0" baseline="3472" sz="1200" spc="450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baseline="3472" sz="1200" spc="-104" b="1">
                <a:solidFill>
                  <a:srgbClr val="797E94"/>
                </a:solidFill>
                <a:latin typeface="Cambria"/>
                <a:cs typeface="Cambria"/>
              </a:rPr>
              <a:t>Y</a:t>
            </a:r>
            <a:r>
              <a:rPr dirty="0" baseline="3472" sz="1200" spc="-44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baseline="3472" sz="1200" spc="-97" b="1">
                <a:solidFill>
                  <a:srgbClr val="797E94"/>
                </a:solidFill>
                <a:latin typeface="Cambria"/>
                <a:cs typeface="Cambria"/>
              </a:rPr>
              <a:t>E</a:t>
            </a:r>
            <a:r>
              <a:rPr dirty="0" baseline="3472" sz="1200" spc="-60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baseline="3472" sz="1200" spc="-44" b="1">
                <a:solidFill>
                  <a:srgbClr val="797E94"/>
                </a:solidFill>
                <a:latin typeface="Cambria"/>
                <a:cs typeface="Cambria"/>
              </a:rPr>
              <a:t>S</a:t>
            </a:r>
            <a:r>
              <a:rPr dirty="0" baseline="3472" sz="1200" spc="-60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baseline="3472" sz="1200" spc="-172" b="1">
                <a:solidFill>
                  <a:srgbClr val="797E94"/>
                </a:solidFill>
                <a:latin typeface="Cambria"/>
                <a:cs typeface="Cambria"/>
              </a:rPr>
              <a:t>T</a:t>
            </a:r>
            <a:r>
              <a:rPr dirty="0" baseline="3472" sz="1200" spc="-44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baseline="3472" sz="1200" spc="-104" b="1">
                <a:solidFill>
                  <a:srgbClr val="797E94"/>
                </a:solidFill>
                <a:latin typeface="Cambria"/>
                <a:cs typeface="Cambria"/>
              </a:rPr>
              <a:t>E</a:t>
            </a:r>
            <a:r>
              <a:rPr dirty="0" baseline="3472" sz="1200" spc="-44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baseline="3472" sz="1200" spc="-104" b="1">
                <a:solidFill>
                  <a:srgbClr val="797E94"/>
                </a:solidFill>
                <a:latin typeface="Cambria"/>
                <a:cs typeface="Cambria"/>
              </a:rPr>
              <a:t>R</a:t>
            </a:r>
            <a:r>
              <a:rPr dirty="0" baseline="3472" sz="1200" spc="-44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baseline="3472" sz="1200" spc="-67" b="1">
                <a:solidFill>
                  <a:srgbClr val="797E94"/>
                </a:solidFill>
                <a:latin typeface="Cambria"/>
                <a:cs typeface="Cambria"/>
              </a:rPr>
              <a:t>D</a:t>
            </a:r>
            <a:r>
              <a:rPr dirty="0" baseline="3472" sz="1200" spc="-75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baseline="3472" sz="1200" spc="-37" b="1">
                <a:solidFill>
                  <a:srgbClr val="797E94"/>
                </a:solidFill>
                <a:latin typeface="Cambria"/>
                <a:cs typeface="Cambria"/>
              </a:rPr>
              <a:t>AY</a:t>
            </a:r>
            <a:r>
              <a:rPr dirty="0" baseline="3472" sz="1200" b="1">
                <a:solidFill>
                  <a:srgbClr val="797E94"/>
                </a:solidFill>
                <a:latin typeface="Cambria"/>
                <a:cs typeface="Cambria"/>
              </a:rPr>
              <a:t>	</a:t>
            </a:r>
            <a:r>
              <a:rPr dirty="0" sz="750" spc="-10" b="1">
                <a:solidFill>
                  <a:srgbClr val="293283"/>
                </a:solidFill>
                <a:latin typeface="Cambria"/>
                <a:cs typeface="Cambria"/>
              </a:rPr>
              <a:t>DAY</a:t>
            </a:r>
            <a:r>
              <a:rPr dirty="0" sz="750" spc="30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750" spc="-25" b="1">
                <a:solidFill>
                  <a:srgbClr val="293283"/>
                </a:solidFill>
                <a:latin typeface="Cambria"/>
                <a:cs typeface="Cambria"/>
              </a:rPr>
              <a:t>04</a:t>
            </a:r>
            <a:endParaRPr sz="750">
              <a:latin typeface="Cambria"/>
              <a:cs typeface="Cambri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966787" y="2314574"/>
            <a:ext cx="5857875" cy="304800"/>
            <a:chOff x="966787" y="2314574"/>
            <a:chExt cx="5857875" cy="304800"/>
          </a:xfrm>
        </p:grpSpPr>
        <p:sp>
          <p:nvSpPr>
            <p:cNvPr id="13" name="object 13"/>
            <p:cNvSpPr/>
            <p:nvPr/>
          </p:nvSpPr>
          <p:spPr>
            <a:xfrm>
              <a:off x="971550" y="2614612"/>
              <a:ext cx="5848350" cy="0"/>
            </a:xfrm>
            <a:custGeom>
              <a:avLst/>
              <a:gdLst/>
              <a:ahLst/>
              <a:cxnLst/>
              <a:rect l="l" t="t" r="r" b="b"/>
              <a:pathLst>
                <a:path w="5848350" h="0">
                  <a:moveTo>
                    <a:pt x="0" y="0"/>
                  </a:moveTo>
                  <a:lnTo>
                    <a:pt x="5848349" y="0"/>
                  </a:lnTo>
                </a:path>
              </a:pathLst>
            </a:custGeom>
            <a:ln w="9524">
              <a:solidFill>
                <a:srgbClr val="E4DED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71549" y="2314574"/>
              <a:ext cx="209549" cy="209549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1004887" y="2324781"/>
            <a:ext cx="152400" cy="2038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dirty="0" sz="1150" spc="130">
                <a:solidFill>
                  <a:srgbClr val="FF6A5B"/>
                </a:solidFill>
                <a:latin typeface="Arial MT"/>
                <a:cs typeface="Arial MT"/>
              </a:rPr>
              <a:t>"”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314449" y="2297112"/>
            <a:ext cx="3980179" cy="1797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1000" spc="-85" b="1">
                <a:solidFill>
                  <a:srgbClr val="293283"/>
                </a:solidFill>
                <a:latin typeface="Cambria"/>
                <a:cs typeface="Cambria"/>
              </a:rPr>
              <a:t>The</a:t>
            </a:r>
            <a:r>
              <a:rPr dirty="0" sz="1000" spc="20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1000" spc="-60" b="1">
                <a:solidFill>
                  <a:srgbClr val="293283"/>
                </a:solidFill>
                <a:latin typeface="Cambria"/>
                <a:cs typeface="Cambria"/>
              </a:rPr>
              <a:t>Streamlit</a:t>
            </a:r>
            <a:r>
              <a:rPr dirty="0" sz="1000" spc="25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1000" spc="-80" b="1">
                <a:solidFill>
                  <a:srgbClr val="293283"/>
                </a:solidFill>
                <a:latin typeface="Cambria"/>
                <a:cs typeface="Cambria"/>
              </a:rPr>
              <a:t>run-</a:t>
            </a:r>
            <a:r>
              <a:rPr dirty="0" sz="1000" spc="-60" b="1">
                <a:solidFill>
                  <a:srgbClr val="293283"/>
                </a:solidFill>
                <a:latin typeface="Cambria"/>
                <a:cs typeface="Cambria"/>
              </a:rPr>
              <a:t>loop</a:t>
            </a:r>
            <a:r>
              <a:rPr dirty="0" sz="1000" spc="25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1000">
                <a:solidFill>
                  <a:srgbClr val="1B1F3A"/>
                </a:solidFill>
                <a:latin typeface="Tahoma"/>
                <a:cs typeface="Tahoma"/>
              </a:rPr>
              <a:t>—</a:t>
            </a:r>
            <a:r>
              <a:rPr dirty="0" sz="1000" spc="-7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1000" spc="-50">
                <a:solidFill>
                  <a:srgbClr val="1B1F3A"/>
                </a:solidFill>
                <a:latin typeface="Tahoma"/>
                <a:cs typeface="Tahoma"/>
              </a:rPr>
              <a:t>every</a:t>
            </a:r>
            <a:r>
              <a:rPr dirty="0" sz="1000" spc="-7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1000" spc="-35">
                <a:solidFill>
                  <a:srgbClr val="1B1F3A"/>
                </a:solidFill>
                <a:latin typeface="Tahoma"/>
                <a:cs typeface="Tahoma"/>
              </a:rPr>
              <a:t>click</a:t>
            </a:r>
            <a:r>
              <a:rPr dirty="0" sz="1000" spc="-7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1000" spc="-50">
                <a:solidFill>
                  <a:srgbClr val="1B1F3A"/>
                </a:solidFill>
                <a:latin typeface="Tahoma"/>
                <a:cs typeface="Tahoma"/>
              </a:rPr>
              <a:t>re-runs</a:t>
            </a:r>
            <a:r>
              <a:rPr dirty="0" sz="1000" spc="-7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1000" spc="-40">
                <a:solidFill>
                  <a:srgbClr val="1B1F3A"/>
                </a:solidFill>
                <a:latin typeface="Tahoma"/>
                <a:cs typeface="Tahoma"/>
              </a:rPr>
              <a:t>your</a:t>
            </a:r>
            <a:r>
              <a:rPr dirty="0" sz="1000" spc="-7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1000" spc="-30">
                <a:solidFill>
                  <a:srgbClr val="1B1F3A"/>
                </a:solidFill>
                <a:latin typeface="Tahoma"/>
                <a:cs typeface="Tahoma"/>
              </a:rPr>
              <a:t>whole</a:t>
            </a:r>
            <a:r>
              <a:rPr dirty="0" sz="1000" spc="-7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1000" spc="-35">
                <a:solidFill>
                  <a:srgbClr val="1B1F3A"/>
                </a:solidFill>
                <a:latin typeface="Tahoma"/>
                <a:cs typeface="Tahoma"/>
              </a:rPr>
              <a:t>script</a:t>
            </a:r>
            <a:r>
              <a:rPr dirty="0" sz="1000" spc="-7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1000" spc="-25">
                <a:solidFill>
                  <a:srgbClr val="1B1F3A"/>
                </a:solidFill>
                <a:latin typeface="Tahoma"/>
                <a:cs typeface="Tahoma"/>
              </a:rPr>
              <a:t>top</a:t>
            </a:r>
            <a:r>
              <a:rPr dirty="0" sz="1000" spc="-7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1000" spc="-20">
                <a:solidFill>
                  <a:srgbClr val="1B1F3A"/>
                </a:solidFill>
                <a:latin typeface="Tahoma"/>
                <a:cs typeface="Tahoma"/>
              </a:rPr>
              <a:t>to</a:t>
            </a:r>
            <a:r>
              <a:rPr dirty="0" sz="1000" spc="-7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1B1F3A"/>
                </a:solidFill>
                <a:latin typeface="Tahoma"/>
                <a:cs typeface="Tahoma"/>
              </a:rPr>
              <a:t>bottom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966787" y="2714624"/>
            <a:ext cx="5857875" cy="304800"/>
            <a:chOff x="966787" y="2714624"/>
            <a:chExt cx="5857875" cy="304800"/>
          </a:xfrm>
        </p:grpSpPr>
        <p:sp>
          <p:nvSpPr>
            <p:cNvPr id="18" name="object 18"/>
            <p:cNvSpPr/>
            <p:nvPr/>
          </p:nvSpPr>
          <p:spPr>
            <a:xfrm>
              <a:off x="971550" y="3014662"/>
              <a:ext cx="5848350" cy="0"/>
            </a:xfrm>
            <a:custGeom>
              <a:avLst/>
              <a:gdLst/>
              <a:ahLst/>
              <a:cxnLst/>
              <a:rect l="l" t="t" r="r" b="b"/>
              <a:pathLst>
                <a:path w="5848350" h="0">
                  <a:moveTo>
                    <a:pt x="0" y="0"/>
                  </a:moveTo>
                  <a:lnTo>
                    <a:pt x="5848349" y="0"/>
                  </a:lnTo>
                </a:path>
              </a:pathLst>
            </a:custGeom>
            <a:ln w="9524">
              <a:solidFill>
                <a:srgbClr val="E4DED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71549" y="2714624"/>
              <a:ext cx="209549" cy="209549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1004887" y="2724831"/>
            <a:ext cx="152400" cy="2038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dirty="0" sz="1150" spc="130">
                <a:solidFill>
                  <a:srgbClr val="FF6A5B"/>
                </a:solidFill>
                <a:latin typeface="Arial MT"/>
                <a:cs typeface="Arial MT"/>
              </a:rPr>
              <a:t>"”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2295512" y="2733674"/>
            <a:ext cx="3705225" cy="152400"/>
          </a:xfrm>
          <a:custGeom>
            <a:avLst/>
            <a:gdLst/>
            <a:ahLst/>
            <a:cxnLst/>
            <a:rect l="l" t="t" r="r" b="b"/>
            <a:pathLst>
              <a:path w="3705225" h="152400">
                <a:moveTo>
                  <a:pt x="657225" y="33058"/>
                </a:moveTo>
                <a:lnTo>
                  <a:pt x="629043" y="977"/>
                </a:lnTo>
                <a:lnTo>
                  <a:pt x="624179" y="0"/>
                </a:lnTo>
                <a:lnTo>
                  <a:pt x="33058" y="0"/>
                </a:lnTo>
                <a:lnTo>
                  <a:pt x="977" y="28194"/>
                </a:lnTo>
                <a:lnTo>
                  <a:pt x="0" y="33058"/>
                </a:lnTo>
                <a:lnTo>
                  <a:pt x="0" y="114300"/>
                </a:lnTo>
                <a:lnTo>
                  <a:pt x="0" y="119354"/>
                </a:lnTo>
                <a:lnTo>
                  <a:pt x="28194" y="151434"/>
                </a:lnTo>
                <a:lnTo>
                  <a:pt x="33058" y="152400"/>
                </a:lnTo>
                <a:lnTo>
                  <a:pt x="624179" y="152400"/>
                </a:lnTo>
                <a:lnTo>
                  <a:pt x="656259" y="124218"/>
                </a:lnTo>
                <a:lnTo>
                  <a:pt x="657225" y="119354"/>
                </a:lnTo>
                <a:lnTo>
                  <a:pt x="657225" y="33058"/>
                </a:lnTo>
                <a:close/>
              </a:path>
              <a:path w="3705225" h="152400">
                <a:moveTo>
                  <a:pt x="1628775" y="33058"/>
                </a:moveTo>
                <a:lnTo>
                  <a:pt x="1600593" y="977"/>
                </a:lnTo>
                <a:lnTo>
                  <a:pt x="1595729" y="0"/>
                </a:lnTo>
                <a:lnTo>
                  <a:pt x="861733" y="0"/>
                </a:lnTo>
                <a:lnTo>
                  <a:pt x="829652" y="28194"/>
                </a:lnTo>
                <a:lnTo>
                  <a:pt x="828675" y="33058"/>
                </a:lnTo>
                <a:lnTo>
                  <a:pt x="828675" y="114300"/>
                </a:lnTo>
                <a:lnTo>
                  <a:pt x="828675" y="119354"/>
                </a:lnTo>
                <a:lnTo>
                  <a:pt x="856869" y="151434"/>
                </a:lnTo>
                <a:lnTo>
                  <a:pt x="861733" y="152400"/>
                </a:lnTo>
                <a:lnTo>
                  <a:pt x="1595729" y="152400"/>
                </a:lnTo>
                <a:lnTo>
                  <a:pt x="1627809" y="124218"/>
                </a:lnTo>
                <a:lnTo>
                  <a:pt x="1628775" y="119354"/>
                </a:lnTo>
                <a:lnTo>
                  <a:pt x="1628775" y="33058"/>
                </a:lnTo>
                <a:close/>
              </a:path>
              <a:path w="3705225" h="152400">
                <a:moveTo>
                  <a:pt x="2324100" y="33058"/>
                </a:moveTo>
                <a:lnTo>
                  <a:pt x="2295918" y="977"/>
                </a:lnTo>
                <a:lnTo>
                  <a:pt x="2291054" y="0"/>
                </a:lnTo>
                <a:lnTo>
                  <a:pt x="1842808" y="0"/>
                </a:lnTo>
                <a:lnTo>
                  <a:pt x="1810727" y="28194"/>
                </a:lnTo>
                <a:lnTo>
                  <a:pt x="1809750" y="33058"/>
                </a:lnTo>
                <a:lnTo>
                  <a:pt x="1809750" y="114300"/>
                </a:lnTo>
                <a:lnTo>
                  <a:pt x="1809750" y="119354"/>
                </a:lnTo>
                <a:lnTo>
                  <a:pt x="1837944" y="151434"/>
                </a:lnTo>
                <a:lnTo>
                  <a:pt x="1842808" y="152400"/>
                </a:lnTo>
                <a:lnTo>
                  <a:pt x="2291054" y="152400"/>
                </a:lnTo>
                <a:lnTo>
                  <a:pt x="2323134" y="124218"/>
                </a:lnTo>
                <a:lnTo>
                  <a:pt x="2324100" y="119354"/>
                </a:lnTo>
                <a:lnTo>
                  <a:pt x="2324100" y="33058"/>
                </a:lnTo>
                <a:close/>
              </a:path>
              <a:path w="3705225" h="152400">
                <a:moveTo>
                  <a:pt x="3152775" y="33058"/>
                </a:moveTo>
                <a:lnTo>
                  <a:pt x="3124593" y="977"/>
                </a:lnTo>
                <a:lnTo>
                  <a:pt x="3119729" y="0"/>
                </a:lnTo>
                <a:lnTo>
                  <a:pt x="2528608" y="0"/>
                </a:lnTo>
                <a:lnTo>
                  <a:pt x="2496528" y="28194"/>
                </a:lnTo>
                <a:lnTo>
                  <a:pt x="2495550" y="33058"/>
                </a:lnTo>
                <a:lnTo>
                  <a:pt x="2495550" y="114300"/>
                </a:lnTo>
                <a:lnTo>
                  <a:pt x="2495550" y="119354"/>
                </a:lnTo>
                <a:lnTo>
                  <a:pt x="2523744" y="151434"/>
                </a:lnTo>
                <a:lnTo>
                  <a:pt x="2528608" y="152400"/>
                </a:lnTo>
                <a:lnTo>
                  <a:pt x="3119729" y="152400"/>
                </a:lnTo>
                <a:lnTo>
                  <a:pt x="3151809" y="124218"/>
                </a:lnTo>
                <a:lnTo>
                  <a:pt x="3152775" y="119354"/>
                </a:lnTo>
                <a:lnTo>
                  <a:pt x="3152775" y="33058"/>
                </a:lnTo>
                <a:close/>
              </a:path>
              <a:path w="3705225" h="152400">
                <a:moveTo>
                  <a:pt x="3705225" y="33058"/>
                </a:moveTo>
                <a:lnTo>
                  <a:pt x="3677043" y="977"/>
                </a:lnTo>
                <a:lnTo>
                  <a:pt x="3672179" y="0"/>
                </a:lnTo>
                <a:lnTo>
                  <a:pt x="3366808" y="0"/>
                </a:lnTo>
                <a:lnTo>
                  <a:pt x="3334715" y="28194"/>
                </a:lnTo>
                <a:lnTo>
                  <a:pt x="3333750" y="33058"/>
                </a:lnTo>
                <a:lnTo>
                  <a:pt x="3333750" y="114300"/>
                </a:lnTo>
                <a:lnTo>
                  <a:pt x="3333750" y="119354"/>
                </a:lnTo>
                <a:lnTo>
                  <a:pt x="3361944" y="151434"/>
                </a:lnTo>
                <a:lnTo>
                  <a:pt x="3366808" y="152400"/>
                </a:lnTo>
                <a:lnTo>
                  <a:pt x="3672179" y="152400"/>
                </a:lnTo>
                <a:lnTo>
                  <a:pt x="3704259" y="124218"/>
                </a:lnTo>
                <a:lnTo>
                  <a:pt x="3705225" y="119354"/>
                </a:lnTo>
                <a:lnTo>
                  <a:pt x="3705225" y="33058"/>
                </a:lnTo>
                <a:close/>
              </a:path>
            </a:pathLst>
          </a:custGeom>
          <a:solidFill>
            <a:srgbClr val="F4EF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1314449" y="2697162"/>
            <a:ext cx="4653915" cy="1797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1000" spc="-75" b="1">
                <a:solidFill>
                  <a:srgbClr val="293283"/>
                </a:solidFill>
                <a:latin typeface="Cambria"/>
                <a:cs typeface="Cambria"/>
              </a:rPr>
              <a:t>Built</a:t>
            </a:r>
            <a:r>
              <a:rPr dirty="0" sz="1000" spc="-5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1000" b="1">
                <a:solidFill>
                  <a:srgbClr val="293283"/>
                </a:solidFill>
                <a:latin typeface="Cambria"/>
                <a:cs typeface="Cambria"/>
              </a:rPr>
              <a:t>a</a:t>
            </a:r>
            <a:r>
              <a:rPr dirty="0" sz="1000" spc="-20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1000" spc="-70" b="1">
                <a:solidFill>
                  <a:srgbClr val="293283"/>
                </a:solidFill>
                <a:latin typeface="Cambria"/>
                <a:cs typeface="Cambria"/>
              </a:rPr>
              <a:t>5-</a:t>
            </a:r>
            <a:r>
              <a:rPr dirty="0" sz="1000" spc="-55" b="1">
                <a:solidFill>
                  <a:srgbClr val="293283"/>
                </a:solidFill>
                <a:latin typeface="Cambria"/>
                <a:cs typeface="Cambria"/>
              </a:rPr>
              <a:t>step</a:t>
            </a:r>
            <a:r>
              <a:rPr dirty="0" sz="1000" spc="-5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1000" spc="-25" b="1">
                <a:solidFill>
                  <a:srgbClr val="293283"/>
                </a:solidFill>
                <a:latin typeface="Cambria"/>
                <a:cs typeface="Cambria"/>
              </a:rPr>
              <a:t>app</a:t>
            </a:r>
            <a:r>
              <a:rPr dirty="0" sz="1000" spc="-25">
                <a:solidFill>
                  <a:srgbClr val="1B1F3A"/>
                </a:solidFill>
                <a:latin typeface="Tahoma"/>
                <a:cs typeface="Tahoma"/>
              </a:rPr>
              <a:t>:</a:t>
            </a:r>
            <a:r>
              <a:rPr dirty="0" sz="1000" spc="27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93283"/>
                </a:solidFill>
                <a:latin typeface="Courier New"/>
                <a:cs typeface="Courier New"/>
              </a:rPr>
              <a:t>st.title</a:t>
            </a:r>
            <a:r>
              <a:rPr dirty="0" sz="900" spc="40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1000">
                <a:solidFill>
                  <a:srgbClr val="1B1F3A"/>
                </a:solidFill>
                <a:latin typeface="Tahoma"/>
                <a:cs typeface="Tahoma"/>
              </a:rPr>
              <a:t>→</a:t>
            </a:r>
            <a:r>
              <a:rPr dirty="0" sz="1000" spc="26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93283"/>
                </a:solidFill>
                <a:latin typeface="Courier New"/>
                <a:cs typeface="Courier New"/>
              </a:rPr>
              <a:t>text_input</a:t>
            </a:r>
            <a:r>
              <a:rPr dirty="0" sz="900" spc="40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1000">
                <a:solidFill>
                  <a:srgbClr val="1B1F3A"/>
                </a:solidFill>
                <a:latin typeface="Tahoma"/>
                <a:cs typeface="Tahoma"/>
              </a:rPr>
              <a:t>→</a:t>
            </a:r>
            <a:r>
              <a:rPr dirty="0" sz="1000" spc="27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93283"/>
                </a:solidFill>
                <a:latin typeface="Courier New"/>
                <a:cs typeface="Courier New"/>
              </a:rPr>
              <a:t>button</a:t>
            </a:r>
            <a:r>
              <a:rPr dirty="0" sz="900" spc="40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1000">
                <a:solidFill>
                  <a:srgbClr val="1B1F3A"/>
                </a:solidFill>
                <a:latin typeface="Tahoma"/>
                <a:cs typeface="Tahoma"/>
              </a:rPr>
              <a:t>→</a:t>
            </a:r>
            <a:r>
              <a:rPr dirty="0" sz="1000" spc="26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93283"/>
                </a:solidFill>
                <a:latin typeface="Courier New"/>
                <a:cs typeface="Courier New"/>
              </a:rPr>
              <a:t>balloons</a:t>
            </a:r>
            <a:r>
              <a:rPr dirty="0" sz="900" spc="40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1000">
                <a:solidFill>
                  <a:srgbClr val="1B1F3A"/>
                </a:solidFill>
                <a:latin typeface="Tahoma"/>
                <a:cs typeface="Tahoma"/>
              </a:rPr>
              <a:t>→</a:t>
            </a:r>
            <a:r>
              <a:rPr dirty="0" sz="1000" spc="26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20">
                <a:solidFill>
                  <a:srgbClr val="293283"/>
                </a:solidFill>
                <a:latin typeface="Courier New"/>
                <a:cs typeface="Courier New"/>
              </a:rPr>
              <a:t>else</a:t>
            </a:r>
            <a:endParaRPr sz="900">
              <a:latin typeface="Courier New"/>
              <a:cs typeface="Courier New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966787" y="3114674"/>
            <a:ext cx="5857875" cy="304800"/>
            <a:chOff x="966787" y="3114674"/>
            <a:chExt cx="5857875" cy="304800"/>
          </a:xfrm>
        </p:grpSpPr>
        <p:sp>
          <p:nvSpPr>
            <p:cNvPr id="24" name="object 24"/>
            <p:cNvSpPr/>
            <p:nvPr/>
          </p:nvSpPr>
          <p:spPr>
            <a:xfrm>
              <a:off x="971550" y="3414712"/>
              <a:ext cx="5848350" cy="0"/>
            </a:xfrm>
            <a:custGeom>
              <a:avLst/>
              <a:gdLst/>
              <a:ahLst/>
              <a:cxnLst/>
              <a:rect l="l" t="t" r="r" b="b"/>
              <a:pathLst>
                <a:path w="5848350" h="0">
                  <a:moveTo>
                    <a:pt x="0" y="0"/>
                  </a:moveTo>
                  <a:lnTo>
                    <a:pt x="5848349" y="0"/>
                  </a:lnTo>
                </a:path>
              </a:pathLst>
            </a:custGeom>
            <a:ln w="9524">
              <a:solidFill>
                <a:srgbClr val="E4DED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71549" y="3114674"/>
              <a:ext cx="209549" cy="209549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1004887" y="3124881"/>
            <a:ext cx="152400" cy="2038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dirty="0" sz="1150" spc="130">
                <a:solidFill>
                  <a:srgbClr val="FF6A5B"/>
                </a:solidFill>
                <a:latin typeface="Arial MT"/>
                <a:cs typeface="Arial MT"/>
              </a:rPr>
              <a:t>"”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314449" y="3097212"/>
            <a:ext cx="3682365" cy="1797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1000" spc="-85" b="1">
                <a:solidFill>
                  <a:srgbClr val="293283"/>
                </a:solidFill>
                <a:latin typeface="Cambria"/>
                <a:cs typeface="Cambria"/>
              </a:rPr>
              <a:t>The</a:t>
            </a:r>
            <a:r>
              <a:rPr dirty="0" sz="1000" spc="40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1000" spc="-65" b="1">
                <a:solidFill>
                  <a:srgbClr val="293283"/>
                </a:solidFill>
                <a:latin typeface="Cambria"/>
                <a:cs typeface="Cambria"/>
              </a:rPr>
              <a:t>mental</a:t>
            </a:r>
            <a:r>
              <a:rPr dirty="0" sz="1000" spc="40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1000" spc="-70" b="1">
                <a:solidFill>
                  <a:srgbClr val="293283"/>
                </a:solidFill>
                <a:latin typeface="Cambria"/>
                <a:cs typeface="Cambria"/>
              </a:rPr>
              <a:t>model</a:t>
            </a:r>
            <a:r>
              <a:rPr dirty="0" sz="1000" spc="-70">
                <a:solidFill>
                  <a:srgbClr val="1B1F3A"/>
                </a:solidFill>
                <a:latin typeface="Tahoma"/>
                <a:cs typeface="Tahoma"/>
              </a:rPr>
              <a:t>:</a:t>
            </a:r>
            <a:r>
              <a:rPr dirty="0" sz="1000" spc="-5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1000" spc="-45">
                <a:solidFill>
                  <a:srgbClr val="1B1F3A"/>
                </a:solidFill>
                <a:latin typeface="Tahoma"/>
                <a:cs typeface="Tahoma"/>
              </a:rPr>
              <a:t>widgets</a:t>
            </a:r>
            <a:r>
              <a:rPr dirty="0" sz="1000" spc="-5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1000" spc="-45">
                <a:solidFill>
                  <a:srgbClr val="1B1F3A"/>
                </a:solidFill>
                <a:latin typeface="Tahoma"/>
                <a:cs typeface="Tahoma"/>
              </a:rPr>
              <a:t>are</a:t>
            </a:r>
            <a:r>
              <a:rPr dirty="0" sz="1000" spc="-6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1000" spc="-40">
                <a:solidFill>
                  <a:srgbClr val="1B1F3A"/>
                </a:solidFill>
                <a:latin typeface="Tahoma"/>
                <a:cs typeface="Tahoma"/>
              </a:rPr>
              <a:t>functions</a:t>
            </a:r>
            <a:r>
              <a:rPr dirty="0" sz="1000" spc="-5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1000" spc="-35">
                <a:solidFill>
                  <a:srgbClr val="1B1F3A"/>
                </a:solidFill>
                <a:latin typeface="Tahoma"/>
                <a:cs typeface="Tahoma"/>
              </a:rPr>
              <a:t>that</a:t>
            </a:r>
            <a:r>
              <a:rPr dirty="0" sz="1000" spc="-5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1000" spc="-40">
                <a:solidFill>
                  <a:srgbClr val="1B1F3A"/>
                </a:solidFill>
                <a:latin typeface="Tahoma"/>
                <a:cs typeface="Tahoma"/>
              </a:rPr>
              <a:t>return</a:t>
            </a:r>
            <a:r>
              <a:rPr dirty="0" sz="1000" spc="-55">
                <a:solidFill>
                  <a:srgbClr val="1B1F3A"/>
                </a:solidFill>
                <a:latin typeface="Tahoma"/>
                <a:cs typeface="Tahoma"/>
              </a:rPr>
              <a:t> values, </a:t>
            </a:r>
            <a:r>
              <a:rPr dirty="0" sz="1000" spc="-25">
                <a:solidFill>
                  <a:srgbClr val="1B1F3A"/>
                </a:solidFill>
                <a:latin typeface="Tahoma"/>
                <a:cs typeface="Tahoma"/>
              </a:rPr>
              <a:t>not</a:t>
            </a:r>
            <a:r>
              <a:rPr dirty="0" sz="1000" spc="-5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1B1F3A"/>
                </a:solidFill>
                <a:latin typeface="Tahoma"/>
                <a:cs typeface="Tahoma"/>
              </a:rPr>
              <a:t>events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966787" y="3514724"/>
            <a:ext cx="5857875" cy="304800"/>
            <a:chOff x="966787" y="3514724"/>
            <a:chExt cx="5857875" cy="304800"/>
          </a:xfrm>
        </p:grpSpPr>
        <p:sp>
          <p:nvSpPr>
            <p:cNvPr id="29" name="object 29"/>
            <p:cNvSpPr/>
            <p:nvPr/>
          </p:nvSpPr>
          <p:spPr>
            <a:xfrm>
              <a:off x="971550" y="3814762"/>
              <a:ext cx="5848350" cy="0"/>
            </a:xfrm>
            <a:custGeom>
              <a:avLst/>
              <a:gdLst/>
              <a:ahLst/>
              <a:cxnLst/>
              <a:rect l="l" t="t" r="r" b="b"/>
              <a:pathLst>
                <a:path w="5848350" h="0">
                  <a:moveTo>
                    <a:pt x="0" y="0"/>
                  </a:moveTo>
                  <a:lnTo>
                    <a:pt x="5848349" y="0"/>
                  </a:lnTo>
                </a:path>
              </a:pathLst>
            </a:custGeom>
            <a:ln w="9524">
              <a:solidFill>
                <a:srgbClr val="E4DED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71549" y="3514724"/>
              <a:ext cx="209549" cy="209549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1004887" y="3524931"/>
            <a:ext cx="152400" cy="2038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dirty="0" sz="1150" spc="130">
                <a:solidFill>
                  <a:srgbClr val="FF6A5B"/>
                </a:solidFill>
                <a:latin typeface="Arial MT"/>
                <a:cs typeface="Arial MT"/>
              </a:rPr>
              <a:t>"”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1533524" y="3533774"/>
            <a:ext cx="381000" cy="152400"/>
          </a:xfrm>
          <a:custGeom>
            <a:avLst/>
            <a:gdLst/>
            <a:ahLst/>
            <a:cxnLst/>
            <a:rect l="l" t="t" r="r" b="b"/>
            <a:pathLst>
              <a:path w="381000" h="152400">
                <a:moveTo>
                  <a:pt x="347952" y="152399"/>
                </a:moveTo>
                <a:lnTo>
                  <a:pt x="33047" y="152399"/>
                </a:lnTo>
                <a:lnTo>
                  <a:pt x="28187" y="151432"/>
                </a:lnTo>
                <a:lnTo>
                  <a:pt x="966" y="124212"/>
                </a:lnTo>
                <a:lnTo>
                  <a:pt x="0" y="119352"/>
                </a:lnTo>
                <a:lnTo>
                  <a:pt x="0" y="114299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347952" y="0"/>
                </a:lnTo>
                <a:lnTo>
                  <a:pt x="380033" y="28187"/>
                </a:lnTo>
                <a:lnTo>
                  <a:pt x="380999" y="33047"/>
                </a:lnTo>
                <a:lnTo>
                  <a:pt x="380999" y="119352"/>
                </a:lnTo>
                <a:lnTo>
                  <a:pt x="352812" y="151432"/>
                </a:lnTo>
                <a:lnTo>
                  <a:pt x="347952" y="152399"/>
                </a:lnTo>
                <a:close/>
              </a:path>
            </a:pathLst>
          </a:custGeom>
          <a:solidFill>
            <a:srgbClr val="F4EF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1314449" y="3497262"/>
            <a:ext cx="3561715" cy="1797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1000" spc="-10" b="1">
                <a:solidFill>
                  <a:srgbClr val="293283"/>
                </a:solidFill>
                <a:latin typeface="Cambria"/>
                <a:cs typeface="Cambria"/>
              </a:rPr>
              <a:t>The</a:t>
            </a:r>
            <a:r>
              <a:rPr dirty="0" sz="1000" spc="395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900" b="1">
                <a:solidFill>
                  <a:srgbClr val="293283"/>
                </a:solidFill>
                <a:latin typeface="Courier New"/>
                <a:cs typeface="Courier New"/>
              </a:rPr>
              <a:t>st.*</a:t>
            </a:r>
            <a:r>
              <a:rPr dirty="0" sz="900" spc="70" b="1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1000" spc="-50" b="1">
                <a:solidFill>
                  <a:srgbClr val="293283"/>
                </a:solidFill>
                <a:latin typeface="Cambria"/>
                <a:cs typeface="Cambria"/>
              </a:rPr>
              <a:t>cheatsheet</a:t>
            </a:r>
            <a:r>
              <a:rPr dirty="0" sz="1000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1000">
                <a:solidFill>
                  <a:srgbClr val="1B1F3A"/>
                </a:solidFill>
                <a:latin typeface="Tahoma"/>
                <a:cs typeface="Tahoma"/>
              </a:rPr>
              <a:t>—</a:t>
            </a:r>
            <a:r>
              <a:rPr dirty="0" sz="1000" spc="-9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1000" spc="-50">
                <a:solidFill>
                  <a:srgbClr val="1B1F3A"/>
                </a:solidFill>
                <a:latin typeface="Tahoma"/>
                <a:cs typeface="Tahoma"/>
              </a:rPr>
              <a:t>10</a:t>
            </a:r>
            <a:r>
              <a:rPr dirty="0" sz="1000" spc="-9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1000" spc="-50">
                <a:solidFill>
                  <a:srgbClr val="1B1F3A"/>
                </a:solidFill>
                <a:latin typeface="Tahoma"/>
                <a:cs typeface="Tahoma"/>
              </a:rPr>
              <a:t>commands</a:t>
            </a:r>
            <a:r>
              <a:rPr dirty="0" sz="1000" spc="-9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1000" spc="-35">
                <a:solidFill>
                  <a:srgbClr val="1B1F3A"/>
                </a:solidFill>
                <a:latin typeface="Tahoma"/>
                <a:cs typeface="Tahoma"/>
              </a:rPr>
              <a:t>that</a:t>
            </a:r>
            <a:r>
              <a:rPr dirty="0" sz="1000" spc="-9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1000" spc="-45">
                <a:solidFill>
                  <a:srgbClr val="1B1F3A"/>
                </a:solidFill>
                <a:latin typeface="Tahoma"/>
                <a:cs typeface="Tahoma"/>
              </a:rPr>
              <a:t>cover</a:t>
            </a:r>
            <a:r>
              <a:rPr dirty="0" sz="1000" spc="-9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1000" spc="-125">
                <a:solidFill>
                  <a:srgbClr val="1B1F3A"/>
                </a:solidFill>
                <a:latin typeface="Tahoma"/>
                <a:cs typeface="Tahoma"/>
              </a:rPr>
              <a:t>90%</a:t>
            </a:r>
            <a:r>
              <a:rPr dirty="0" sz="1000" spc="-9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1000" spc="-20">
                <a:solidFill>
                  <a:srgbClr val="1B1F3A"/>
                </a:solidFill>
                <a:latin typeface="Tahoma"/>
                <a:cs typeface="Tahoma"/>
              </a:rPr>
              <a:t>of</a:t>
            </a:r>
            <a:r>
              <a:rPr dirty="0" sz="1000" spc="-9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1000" spc="-50">
                <a:solidFill>
                  <a:srgbClr val="1B1F3A"/>
                </a:solidFill>
                <a:latin typeface="Tahoma"/>
                <a:cs typeface="Tahoma"/>
              </a:rPr>
              <a:t>use</a:t>
            </a:r>
            <a:r>
              <a:rPr dirty="0" sz="1000" spc="-9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1B1F3A"/>
                </a:solidFill>
                <a:latin typeface="Tahoma"/>
                <a:cs typeface="Tahoma"/>
              </a:rPr>
              <a:t>cases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34" name="object 3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1549" y="3914774"/>
            <a:ext cx="209549" cy="209549"/>
          </a:xfrm>
          <a:prstGeom prst="rect">
            <a:avLst/>
          </a:prstGeom>
        </p:spPr>
      </p:pic>
      <p:sp>
        <p:nvSpPr>
          <p:cNvPr id="35" name="object 35"/>
          <p:cNvSpPr txBox="1"/>
          <p:nvPr/>
        </p:nvSpPr>
        <p:spPr>
          <a:xfrm>
            <a:off x="1004887" y="3924981"/>
            <a:ext cx="152400" cy="2038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dirty="0" sz="1150" spc="130">
                <a:solidFill>
                  <a:srgbClr val="FF6A5B"/>
                </a:solidFill>
                <a:latin typeface="Arial MT"/>
                <a:cs typeface="Arial MT"/>
              </a:rPr>
              <a:t>"”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2705087" y="3933825"/>
            <a:ext cx="1800225" cy="152400"/>
          </a:xfrm>
          <a:custGeom>
            <a:avLst/>
            <a:gdLst/>
            <a:ahLst/>
            <a:cxnLst/>
            <a:rect l="l" t="t" r="r" b="b"/>
            <a:pathLst>
              <a:path w="1800225" h="152400">
                <a:moveTo>
                  <a:pt x="733425" y="33058"/>
                </a:moveTo>
                <a:lnTo>
                  <a:pt x="705243" y="977"/>
                </a:lnTo>
                <a:lnTo>
                  <a:pt x="700379" y="0"/>
                </a:lnTo>
                <a:lnTo>
                  <a:pt x="33058" y="0"/>
                </a:lnTo>
                <a:lnTo>
                  <a:pt x="977" y="28194"/>
                </a:lnTo>
                <a:lnTo>
                  <a:pt x="0" y="33058"/>
                </a:lnTo>
                <a:lnTo>
                  <a:pt x="0" y="114300"/>
                </a:lnTo>
                <a:lnTo>
                  <a:pt x="0" y="119354"/>
                </a:lnTo>
                <a:lnTo>
                  <a:pt x="28194" y="151434"/>
                </a:lnTo>
                <a:lnTo>
                  <a:pt x="33058" y="152400"/>
                </a:lnTo>
                <a:lnTo>
                  <a:pt x="700379" y="152400"/>
                </a:lnTo>
                <a:lnTo>
                  <a:pt x="732459" y="124218"/>
                </a:lnTo>
                <a:lnTo>
                  <a:pt x="733425" y="119354"/>
                </a:lnTo>
                <a:lnTo>
                  <a:pt x="733425" y="33058"/>
                </a:lnTo>
                <a:close/>
              </a:path>
              <a:path w="1800225" h="152400">
                <a:moveTo>
                  <a:pt x="1800225" y="33058"/>
                </a:moveTo>
                <a:lnTo>
                  <a:pt x="1772043" y="977"/>
                </a:lnTo>
                <a:lnTo>
                  <a:pt x="1767179" y="0"/>
                </a:lnTo>
                <a:lnTo>
                  <a:pt x="890308" y="0"/>
                </a:lnTo>
                <a:lnTo>
                  <a:pt x="858227" y="28194"/>
                </a:lnTo>
                <a:lnTo>
                  <a:pt x="857250" y="33058"/>
                </a:lnTo>
                <a:lnTo>
                  <a:pt x="857250" y="114300"/>
                </a:lnTo>
                <a:lnTo>
                  <a:pt x="857250" y="119354"/>
                </a:lnTo>
                <a:lnTo>
                  <a:pt x="885444" y="151434"/>
                </a:lnTo>
                <a:lnTo>
                  <a:pt x="890308" y="152400"/>
                </a:lnTo>
                <a:lnTo>
                  <a:pt x="1767179" y="152400"/>
                </a:lnTo>
                <a:lnTo>
                  <a:pt x="1799259" y="124218"/>
                </a:lnTo>
                <a:lnTo>
                  <a:pt x="1800225" y="119354"/>
                </a:lnTo>
                <a:lnTo>
                  <a:pt x="1800225" y="33058"/>
                </a:lnTo>
                <a:close/>
              </a:path>
            </a:pathLst>
          </a:custGeom>
          <a:solidFill>
            <a:srgbClr val="F4EF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1314449" y="3897312"/>
            <a:ext cx="3819525" cy="1797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1000" spc="-75" b="1">
                <a:solidFill>
                  <a:srgbClr val="293283"/>
                </a:solidFill>
                <a:latin typeface="Cambria"/>
                <a:cs typeface="Cambria"/>
              </a:rPr>
              <a:t>Built</a:t>
            </a:r>
            <a:r>
              <a:rPr dirty="0" sz="1000" spc="-5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1000" b="1">
                <a:solidFill>
                  <a:srgbClr val="293283"/>
                </a:solidFill>
                <a:latin typeface="Cambria"/>
                <a:cs typeface="Cambria"/>
              </a:rPr>
              <a:t>a </a:t>
            </a:r>
            <a:r>
              <a:rPr dirty="0" sz="1000" spc="-60" b="1">
                <a:solidFill>
                  <a:srgbClr val="293283"/>
                </a:solidFill>
                <a:latin typeface="Cambria"/>
                <a:cs typeface="Cambria"/>
              </a:rPr>
              <a:t>unit</a:t>
            </a:r>
            <a:r>
              <a:rPr dirty="0" sz="1000" spc="-5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1000" spc="-65" b="1">
                <a:solidFill>
                  <a:srgbClr val="293283"/>
                </a:solidFill>
                <a:latin typeface="Cambria"/>
                <a:cs typeface="Cambria"/>
              </a:rPr>
              <a:t>converter</a:t>
            </a:r>
            <a:r>
              <a:rPr dirty="0" sz="1000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1000">
                <a:solidFill>
                  <a:srgbClr val="1B1F3A"/>
                </a:solidFill>
                <a:latin typeface="Tahoma"/>
                <a:cs typeface="Tahoma"/>
              </a:rPr>
              <a:t>with</a:t>
            </a:r>
            <a:r>
              <a:rPr dirty="0" sz="1000" spc="28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93283"/>
                </a:solidFill>
                <a:latin typeface="Courier New"/>
                <a:cs typeface="Courier New"/>
              </a:rPr>
              <a:t>selectbox</a:t>
            </a:r>
            <a:r>
              <a:rPr dirty="0" sz="900" spc="55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1000" spc="-25">
                <a:solidFill>
                  <a:srgbClr val="1B1F3A"/>
                </a:solidFill>
                <a:latin typeface="Tahoma"/>
                <a:cs typeface="Tahoma"/>
              </a:rPr>
              <a:t>+</a:t>
            </a:r>
            <a:r>
              <a:rPr dirty="0" sz="1000" spc="28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93283"/>
                </a:solidFill>
                <a:latin typeface="Courier New"/>
                <a:cs typeface="Courier New"/>
              </a:rPr>
              <a:t>number_input</a:t>
            </a:r>
            <a:r>
              <a:rPr dirty="0" sz="900" spc="60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1000" spc="-229">
                <a:solidFill>
                  <a:srgbClr val="1B1F3A"/>
                </a:solidFill>
                <a:latin typeface="Tahoma"/>
                <a:cs typeface="Tahoma"/>
              </a:rPr>
              <a:t>+</a:t>
            </a:r>
            <a:r>
              <a:rPr dirty="0" sz="1000" spc="-10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1000" spc="-30">
                <a:solidFill>
                  <a:srgbClr val="1B1F3A"/>
                </a:solidFill>
                <a:latin typeface="Tahoma"/>
                <a:cs typeface="Tahoma"/>
              </a:rPr>
              <a:t>live</a:t>
            </a:r>
            <a:r>
              <a:rPr dirty="0" sz="1000" spc="-9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1B1F3A"/>
                </a:solidFill>
                <a:latin typeface="Tahoma"/>
                <a:cs typeface="Tahoma"/>
              </a:rPr>
              <a:t>result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7248524" y="1666875"/>
            <a:ext cx="4257675" cy="4657725"/>
            <a:chOff x="7248524" y="1666875"/>
            <a:chExt cx="4257675" cy="4657725"/>
          </a:xfrm>
        </p:grpSpPr>
        <p:sp>
          <p:nvSpPr>
            <p:cNvPr id="39" name="object 39"/>
            <p:cNvSpPr/>
            <p:nvPr/>
          </p:nvSpPr>
          <p:spPr>
            <a:xfrm>
              <a:off x="7267574" y="1671637"/>
              <a:ext cx="4234180" cy="4648200"/>
            </a:xfrm>
            <a:custGeom>
              <a:avLst/>
              <a:gdLst/>
              <a:ahLst/>
              <a:cxnLst/>
              <a:rect l="l" t="t" r="r" b="b"/>
              <a:pathLst>
                <a:path w="4234180" h="4648200">
                  <a:moveTo>
                    <a:pt x="4113717" y="4648199"/>
                  </a:moveTo>
                  <a:lnTo>
                    <a:pt x="106794" y="4648199"/>
                  </a:lnTo>
                  <a:lnTo>
                    <a:pt x="99361" y="4647375"/>
                  </a:lnTo>
                  <a:lnTo>
                    <a:pt x="57037" y="4631218"/>
                  </a:lnTo>
                  <a:lnTo>
                    <a:pt x="28170" y="4604566"/>
                  </a:lnTo>
                  <a:lnTo>
                    <a:pt x="5828" y="4561019"/>
                  </a:lnTo>
                  <a:lnTo>
                    <a:pt x="0" y="4528055"/>
                  </a:lnTo>
                  <a:lnTo>
                    <a:pt x="0" y="4519612"/>
                  </a:lnTo>
                  <a:lnTo>
                    <a:pt x="0" y="120144"/>
                  </a:lnTo>
                  <a:lnTo>
                    <a:pt x="11571" y="71578"/>
                  </a:lnTo>
                  <a:lnTo>
                    <a:pt x="38784" y="31691"/>
                  </a:lnTo>
                  <a:lnTo>
                    <a:pt x="77492" y="6557"/>
                  </a:lnTo>
                  <a:lnTo>
                    <a:pt x="106794" y="0"/>
                  </a:lnTo>
                  <a:lnTo>
                    <a:pt x="4113717" y="0"/>
                  </a:lnTo>
                  <a:lnTo>
                    <a:pt x="4162282" y="13019"/>
                  </a:lnTo>
                  <a:lnTo>
                    <a:pt x="4202169" y="43632"/>
                  </a:lnTo>
                  <a:lnTo>
                    <a:pt x="4227303" y="87179"/>
                  </a:lnTo>
                  <a:lnTo>
                    <a:pt x="4233861" y="120144"/>
                  </a:lnTo>
                  <a:lnTo>
                    <a:pt x="4233861" y="4528055"/>
                  </a:lnTo>
                  <a:lnTo>
                    <a:pt x="4220841" y="4576619"/>
                  </a:lnTo>
                  <a:lnTo>
                    <a:pt x="4190229" y="4616506"/>
                  </a:lnTo>
                  <a:lnTo>
                    <a:pt x="4146682" y="4641641"/>
                  </a:lnTo>
                  <a:lnTo>
                    <a:pt x="4122080" y="4647375"/>
                  </a:lnTo>
                  <a:lnTo>
                    <a:pt x="4113717" y="46481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7316495" y="1666874"/>
              <a:ext cx="4189729" cy="4657725"/>
            </a:xfrm>
            <a:custGeom>
              <a:avLst/>
              <a:gdLst/>
              <a:ahLst/>
              <a:cxnLst/>
              <a:rect l="l" t="t" r="r" b="b"/>
              <a:pathLst>
                <a:path w="4189729" h="4657725">
                  <a:moveTo>
                    <a:pt x="4189692" y="133350"/>
                  </a:moveTo>
                  <a:lnTo>
                    <a:pt x="4183989" y="94703"/>
                  </a:lnTo>
                  <a:lnTo>
                    <a:pt x="4167238" y="59258"/>
                  </a:lnTo>
                  <a:lnTo>
                    <a:pt x="4151084" y="39573"/>
                  </a:lnTo>
                  <a:lnTo>
                    <a:pt x="4119270" y="15773"/>
                  </a:lnTo>
                  <a:lnTo>
                    <a:pt x="4082364" y="2540"/>
                  </a:lnTo>
                  <a:lnTo>
                    <a:pt x="4056342" y="0"/>
                  </a:lnTo>
                  <a:lnTo>
                    <a:pt x="65366" y="0"/>
                  </a:lnTo>
                  <a:lnTo>
                    <a:pt x="26720" y="5715"/>
                  </a:lnTo>
                  <a:lnTo>
                    <a:pt x="0" y="17233"/>
                  </a:lnTo>
                  <a:lnTo>
                    <a:pt x="22542" y="22872"/>
                  </a:lnTo>
                  <a:lnTo>
                    <a:pt x="28917" y="18961"/>
                  </a:lnTo>
                  <a:lnTo>
                    <a:pt x="37769" y="14833"/>
                  </a:lnTo>
                  <a:lnTo>
                    <a:pt x="46786" y="11887"/>
                  </a:lnTo>
                  <a:lnTo>
                    <a:pt x="55994" y="10121"/>
                  </a:lnTo>
                  <a:lnTo>
                    <a:pt x="65366" y="9525"/>
                  </a:lnTo>
                  <a:lnTo>
                    <a:pt x="4056342" y="9525"/>
                  </a:lnTo>
                  <a:lnTo>
                    <a:pt x="4103725" y="18961"/>
                  </a:lnTo>
                  <a:lnTo>
                    <a:pt x="4143908" y="45796"/>
                  </a:lnTo>
                  <a:lnTo>
                    <a:pt x="4144353" y="46304"/>
                  </a:lnTo>
                  <a:lnTo>
                    <a:pt x="4152112" y="54838"/>
                  </a:lnTo>
                  <a:lnTo>
                    <a:pt x="4174871" y="97459"/>
                  </a:lnTo>
                  <a:lnTo>
                    <a:pt x="4180167" y="133350"/>
                  </a:lnTo>
                  <a:lnTo>
                    <a:pt x="4180167" y="4524375"/>
                  </a:lnTo>
                  <a:lnTo>
                    <a:pt x="4170743" y="4571771"/>
                  </a:lnTo>
                  <a:lnTo>
                    <a:pt x="4144353" y="4611433"/>
                  </a:lnTo>
                  <a:lnTo>
                    <a:pt x="4143908" y="4611941"/>
                  </a:lnTo>
                  <a:lnTo>
                    <a:pt x="4103725" y="4638776"/>
                  </a:lnTo>
                  <a:lnTo>
                    <a:pt x="4068788" y="4647577"/>
                  </a:lnTo>
                  <a:lnTo>
                    <a:pt x="4069296" y="4647577"/>
                  </a:lnTo>
                  <a:lnTo>
                    <a:pt x="4056342" y="4648200"/>
                  </a:lnTo>
                  <a:lnTo>
                    <a:pt x="65366" y="4648200"/>
                  </a:lnTo>
                  <a:lnTo>
                    <a:pt x="55410" y="4647577"/>
                  </a:lnTo>
                  <a:lnTo>
                    <a:pt x="55803" y="4647577"/>
                  </a:lnTo>
                  <a:lnTo>
                    <a:pt x="46786" y="4645850"/>
                  </a:lnTo>
                  <a:lnTo>
                    <a:pt x="37769" y="4642904"/>
                  </a:lnTo>
                  <a:lnTo>
                    <a:pt x="28917" y="4638776"/>
                  </a:lnTo>
                  <a:lnTo>
                    <a:pt x="22542" y="4634865"/>
                  </a:lnTo>
                  <a:lnTo>
                    <a:pt x="0" y="4640504"/>
                  </a:lnTo>
                  <a:lnTo>
                    <a:pt x="39357" y="4655197"/>
                  </a:lnTo>
                  <a:lnTo>
                    <a:pt x="65366" y="4657725"/>
                  </a:lnTo>
                  <a:lnTo>
                    <a:pt x="4056342" y="4657725"/>
                  </a:lnTo>
                  <a:lnTo>
                    <a:pt x="4069486" y="4657090"/>
                  </a:lnTo>
                  <a:lnTo>
                    <a:pt x="4082364" y="4655197"/>
                  </a:lnTo>
                  <a:lnTo>
                    <a:pt x="4095000" y="4652022"/>
                  </a:lnTo>
                  <a:lnTo>
                    <a:pt x="4105630" y="4648200"/>
                  </a:lnTo>
                  <a:lnTo>
                    <a:pt x="4107383" y="4647577"/>
                  </a:lnTo>
                  <a:lnTo>
                    <a:pt x="4140898" y="4627511"/>
                  </a:lnTo>
                  <a:lnTo>
                    <a:pt x="4167238" y="4598479"/>
                  </a:lnTo>
                  <a:lnTo>
                    <a:pt x="4183989" y="4563034"/>
                  </a:lnTo>
                  <a:lnTo>
                    <a:pt x="4189692" y="4524375"/>
                  </a:lnTo>
                  <a:lnTo>
                    <a:pt x="4189692" y="133350"/>
                  </a:lnTo>
                  <a:close/>
                </a:path>
              </a:pathLst>
            </a:custGeom>
            <a:solidFill>
              <a:srgbClr val="E4DE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7248524" y="1683938"/>
              <a:ext cx="90805" cy="4624070"/>
            </a:xfrm>
            <a:custGeom>
              <a:avLst/>
              <a:gdLst/>
              <a:ahLst/>
              <a:cxnLst/>
              <a:rect l="l" t="t" r="r" b="b"/>
              <a:pathLst>
                <a:path w="90804" h="4624070">
                  <a:moveTo>
                    <a:pt x="68254" y="4623597"/>
                  </a:moveTo>
                  <a:lnTo>
                    <a:pt x="30217" y="4591866"/>
                  </a:lnTo>
                  <a:lnTo>
                    <a:pt x="10149" y="4558341"/>
                  </a:lnTo>
                  <a:lnTo>
                    <a:pt x="634" y="4520447"/>
                  </a:lnTo>
                  <a:lnTo>
                    <a:pt x="0" y="4507311"/>
                  </a:lnTo>
                  <a:lnTo>
                    <a:pt x="0" y="116286"/>
                  </a:lnTo>
                  <a:lnTo>
                    <a:pt x="5709" y="77634"/>
                  </a:lnTo>
                  <a:lnTo>
                    <a:pt x="22452" y="42187"/>
                  </a:lnTo>
                  <a:lnTo>
                    <a:pt x="48794" y="13153"/>
                  </a:lnTo>
                  <a:lnTo>
                    <a:pt x="68254" y="0"/>
                  </a:lnTo>
                  <a:lnTo>
                    <a:pt x="90791" y="5634"/>
                  </a:lnTo>
                  <a:lnTo>
                    <a:pt x="88403" y="7099"/>
                  </a:lnTo>
                  <a:lnTo>
                    <a:pt x="80421" y="13310"/>
                  </a:lnTo>
                  <a:lnTo>
                    <a:pt x="54137" y="47479"/>
                  </a:lnTo>
                  <a:lnTo>
                    <a:pt x="39912" y="92124"/>
                  </a:lnTo>
                  <a:lnTo>
                    <a:pt x="38100" y="116286"/>
                  </a:lnTo>
                  <a:lnTo>
                    <a:pt x="38100" y="4507311"/>
                  </a:lnTo>
                  <a:lnTo>
                    <a:pt x="45350" y="4554696"/>
                  </a:lnTo>
                  <a:lnTo>
                    <a:pt x="65998" y="4594868"/>
                  </a:lnTo>
                  <a:lnTo>
                    <a:pt x="90791" y="4617963"/>
                  </a:lnTo>
                  <a:lnTo>
                    <a:pt x="68254" y="4623597"/>
                  </a:lnTo>
                  <a:close/>
                </a:path>
              </a:pathLst>
            </a:custGeom>
            <a:solidFill>
              <a:srgbClr val="FF6A5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9182099" y="1885949"/>
              <a:ext cx="495300" cy="200025"/>
            </a:xfrm>
            <a:custGeom>
              <a:avLst/>
              <a:gdLst/>
              <a:ahLst/>
              <a:cxnLst/>
              <a:rect l="l" t="t" r="r" b="b"/>
              <a:pathLst>
                <a:path w="495300" h="200025">
                  <a:moveTo>
                    <a:pt x="401853" y="200024"/>
                  </a:moveTo>
                  <a:lnTo>
                    <a:pt x="93445" y="200024"/>
                  </a:lnTo>
                  <a:lnTo>
                    <a:pt x="86941" y="199384"/>
                  </a:lnTo>
                  <a:lnTo>
                    <a:pt x="49907" y="186817"/>
                  </a:lnTo>
                  <a:lnTo>
                    <a:pt x="20501" y="161036"/>
                  </a:lnTo>
                  <a:lnTo>
                    <a:pt x="3202" y="125964"/>
                  </a:lnTo>
                  <a:lnTo>
                    <a:pt x="0" y="106579"/>
                  </a:lnTo>
                  <a:lnTo>
                    <a:pt x="0" y="100012"/>
                  </a:lnTo>
                  <a:lnTo>
                    <a:pt x="0" y="93445"/>
                  </a:lnTo>
                  <a:lnTo>
                    <a:pt x="10124" y="55672"/>
                  </a:lnTo>
                  <a:lnTo>
                    <a:pt x="33935" y="24649"/>
                  </a:lnTo>
                  <a:lnTo>
                    <a:pt x="67805" y="5099"/>
                  </a:lnTo>
                  <a:lnTo>
                    <a:pt x="93445" y="0"/>
                  </a:lnTo>
                  <a:lnTo>
                    <a:pt x="401853" y="0"/>
                  </a:lnTo>
                  <a:lnTo>
                    <a:pt x="439626" y="10126"/>
                  </a:lnTo>
                  <a:lnTo>
                    <a:pt x="470649" y="33936"/>
                  </a:lnTo>
                  <a:lnTo>
                    <a:pt x="490198" y="67806"/>
                  </a:lnTo>
                  <a:lnTo>
                    <a:pt x="495299" y="93445"/>
                  </a:lnTo>
                  <a:lnTo>
                    <a:pt x="495299" y="106579"/>
                  </a:lnTo>
                  <a:lnTo>
                    <a:pt x="485172" y="144352"/>
                  </a:lnTo>
                  <a:lnTo>
                    <a:pt x="461362" y="175375"/>
                  </a:lnTo>
                  <a:lnTo>
                    <a:pt x="427492" y="194924"/>
                  </a:lnTo>
                  <a:lnTo>
                    <a:pt x="408357" y="199384"/>
                  </a:lnTo>
                  <a:lnTo>
                    <a:pt x="401853" y="200024"/>
                  </a:lnTo>
                  <a:close/>
                </a:path>
              </a:pathLst>
            </a:custGeom>
            <a:solidFill>
              <a:srgbClr val="FFE7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7534274" y="2219324"/>
              <a:ext cx="3714750" cy="2628900"/>
            </a:xfrm>
            <a:custGeom>
              <a:avLst/>
              <a:gdLst/>
              <a:ahLst/>
              <a:cxnLst/>
              <a:rect l="l" t="t" r="r" b="b"/>
              <a:pathLst>
                <a:path w="3714750" h="2628900">
                  <a:moveTo>
                    <a:pt x="3607953" y="2628899"/>
                  </a:moveTo>
                  <a:lnTo>
                    <a:pt x="106795" y="2628899"/>
                  </a:lnTo>
                  <a:lnTo>
                    <a:pt x="99361" y="2628167"/>
                  </a:lnTo>
                  <a:lnTo>
                    <a:pt x="57038" y="2613805"/>
                  </a:lnTo>
                  <a:lnTo>
                    <a:pt x="23432" y="2584341"/>
                  </a:lnTo>
                  <a:lnTo>
                    <a:pt x="3660" y="2544259"/>
                  </a:lnTo>
                  <a:lnTo>
                    <a:pt x="0" y="2514599"/>
                  </a:lnTo>
                  <a:lnTo>
                    <a:pt x="0" y="106794"/>
                  </a:lnTo>
                  <a:lnTo>
                    <a:pt x="11572" y="63624"/>
                  </a:lnTo>
                  <a:lnTo>
                    <a:pt x="38784" y="28170"/>
                  </a:lnTo>
                  <a:lnTo>
                    <a:pt x="77492" y="5828"/>
                  </a:lnTo>
                  <a:lnTo>
                    <a:pt x="106795" y="0"/>
                  </a:lnTo>
                  <a:lnTo>
                    <a:pt x="3607953" y="0"/>
                  </a:lnTo>
                  <a:lnTo>
                    <a:pt x="3651122" y="11572"/>
                  </a:lnTo>
                  <a:lnTo>
                    <a:pt x="3686577" y="38784"/>
                  </a:lnTo>
                  <a:lnTo>
                    <a:pt x="3708918" y="77492"/>
                  </a:lnTo>
                  <a:lnTo>
                    <a:pt x="3714748" y="106794"/>
                  </a:lnTo>
                  <a:lnTo>
                    <a:pt x="3714748" y="2522104"/>
                  </a:lnTo>
                  <a:lnTo>
                    <a:pt x="3703175" y="2565273"/>
                  </a:lnTo>
                  <a:lnTo>
                    <a:pt x="3675962" y="2600728"/>
                  </a:lnTo>
                  <a:lnTo>
                    <a:pt x="3637255" y="2623070"/>
                  </a:lnTo>
                  <a:lnTo>
                    <a:pt x="3607953" y="2628899"/>
                  </a:lnTo>
                  <a:close/>
                </a:path>
              </a:pathLst>
            </a:custGeom>
            <a:solidFill>
              <a:srgbClr val="1B1F3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7534274" y="4962524"/>
              <a:ext cx="3714750" cy="933450"/>
            </a:xfrm>
            <a:custGeom>
              <a:avLst/>
              <a:gdLst/>
              <a:ahLst/>
              <a:cxnLst/>
              <a:rect l="l" t="t" r="r" b="b"/>
              <a:pathLst>
                <a:path w="3714750" h="933450">
                  <a:moveTo>
                    <a:pt x="3625754" y="933449"/>
                  </a:moveTo>
                  <a:lnTo>
                    <a:pt x="88995" y="933449"/>
                  </a:lnTo>
                  <a:lnTo>
                    <a:pt x="82801" y="932838"/>
                  </a:lnTo>
                  <a:lnTo>
                    <a:pt x="37131" y="913922"/>
                  </a:lnTo>
                  <a:lnTo>
                    <a:pt x="9643" y="880427"/>
                  </a:lnTo>
                  <a:lnTo>
                    <a:pt x="0" y="838199"/>
                  </a:lnTo>
                  <a:lnTo>
                    <a:pt x="0" y="88995"/>
                  </a:lnTo>
                  <a:lnTo>
                    <a:pt x="12577" y="47530"/>
                  </a:lnTo>
                  <a:lnTo>
                    <a:pt x="47531" y="12577"/>
                  </a:lnTo>
                  <a:lnTo>
                    <a:pt x="88995" y="0"/>
                  </a:lnTo>
                  <a:lnTo>
                    <a:pt x="3625754" y="0"/>
                  </a:lnTo>
                  <a:lnTo>
                    <a:pt x="3667215" y="12577"/>
                  </a:lnTo>
                  <a:lnTo>
                    <a:pt x="3702170" y="47530"/>
                  </a:lnTo>
                  <a:lnTo>
                    <a:pt x="3714748" y="88995"/>
                  </a:lnTo>
                  <a:lnTo>
                    <a:pt x="3714748" y="844453"/>
                  </a:lnTo>
                  <a:lnTo>
                    <a:pt x="3702170" y="885916"/>
                  </a:lnTo>
                  <a:lnTo>
                    <a:pt x="3667215" y="920871"/>
                  </a:lnTo>
                  <a:lnTo>
                    <a:pt x="3625754" y="933449"/>
                  </a:lnTo>
                  <a:close/>
                </a:path>
              </a:pathLst>
            </a:custGeom>
            <a:solidFill>
              <a:srgbClr val="FFE7E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5" name="object 4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72040" y="5099050"/>
              <a:ext cx="158750" cy="139700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7934312" y="5267325"/>
              <a:ext cx="2171700" cy="504825"/>
            </a:xfrm>
            <a:custGeom>
              <a:avLst/>
              <a:gdLst/>
              <a:ahLst/>
              <a:cxnLst/>
              <a:rect l="l" t="t" r="r" b="b"/>
              <a:pathLst>
                <a:path w="2171700" h="504825">
                  <a:moveTo>
                    <a:pt x="1219200" y="214033"/>
                  </a:moveTo>
                  <a:lnTo>
                    <a:pt x="1191018" y="181952"/>
                  </a:lnTo>
                  <a:lnTo>
                    <a:pt x="1186154" y="180975"/>
                  </a:lnTo>
                  <a:lnTo>
                    <a:pt x="0" y="180975"/>
                  </a:lnTo>
                  <a:lnTo>
                    <a:pt x="0" y="323850"/>
                  </a:lnTo>
                  <a:lnTo>
                    <a:pt x="1186154" y="323850"/>
                  </a:lnTo>
                  <a:lnTo>
                    <a:pt x="1218234" y="295668"/>
                  </a:lnTo>
                  <a:lnTo>
                    <a:pt x="1219200" y="290804"/>
                  </a:lnTo>
                  <a:lnTo>
                    <a:pt x="1219200" y="214033"/>
                  </a:lnTo>
                  <a:close/>
                </a:path>
                <a:path w="2171700" h="504825">
                  <a:moveTo>
                    <a:pt x="1257300" y="33058"/>
                  </a:moveTo>
                  <a:lnTo>
                    <a:pt x="1229118" y="977"/>
                  </a:lnTo>
                  <a:lnTo>
                    <a:pt x="1224254" y="0"/>
                  </a:lnTo>
                  <a:lnTo>
                    <a:pt x="871258" y="0"/>
                  </a:lnTo>
                  <a:lnTo>
                    <a:pt x="839177" y="28194"/>
                  </a:lnTo>
                  <a:lnTo>
                    <a:pt x="838200" y="33058"/>
                  </a:lnTo>
                  <a:lnTo>
                    <a:pt x="838200" y="104775"/>
                  </a:lnTo>
                  <a:lnTo>
                    <a:pt x="838200" y="109829"/>
                  </a:lnTo>
                  <a:lnTo>
                    <a:pt x="866394" y="141909"/>
                  </a:lnTo>
                  <a:lnTo>
                    <a:pt x="871258" y="142875"/>
                  </a:lnTo>
                  <a:lnTo>
                    <a:pt x="1224254" y="142875"/>
                  </a:lnTo>
                  <a:lnTo>
                    <a:pt x="1256334" y="114693"/>
                  </a:lnTo>
                  <a:lnTo>
                    <a:pt x="1257300" y="109829"/>
                  </a:lnTo>
                  <a:lnTo>
                    <a:pt x="1257300" y="33058"/>
                  </a:lnTo>
                  <a:close/>
                </a:path>
                <a:path w="2171700" h="504825">
                  <a:moveTo>
                    <a:pt x="1781175" y="395008"/>
                  </a:moveTo>
                  <a:lnTo>
                    <a:pt x="1752993" y="362927"/>
                  </a:lnTo>
                  <a:lnTo>
                    <a:pt x="1748129" y="361950"/>
                  </a:lnTo>
                  <a:lnTo>
                    <a:pt x="33058" y="361950"/>
                  </a:lnTo>
                  <a:lnTo>
                    <a:pt x="977" y="390144"/>
                  </a:lnTo>
                  <a:lnTo>
                    <a:pt x="0" y="395008"/>
                  </a:lnTo>
                  <a:lnTo>
                    <a:pt x="0" y="466725"/>
                  </a:lnTo>
                  <a:lnTo>
                    <a:pt x="0" y="471779"/>
                  </a:lnTo>
                  <a:lnTo>
                    <a:pt x="28194" y="503859"/>
                  </a:lnTo>
                  <a:lnTo>
                    <a:pt x="33058" y="504825"/>
                  </a:lnTo>
                  <a:lnTo>
                    <a:pt x="1748129" y="504825"/>
                  </a:lnTo>
                  <a:lnTo>
                    <a:pt x="1780209" y="476643"/>
                  </a:lnTo>
                  <a:lnTo>
                    <a:pt x="1781175" y="471779"/>
                  </a:lnTo>
                  <a:lnTo>
                    <a:pt x="1781175" y="395008"/>
                  </a:lnTo>
                  <a:close/>
                </a:path>
                <a:path w="2171700" h="504825">
                  <a:moveTo>
                    <a:pt x="2171700" y="0"/>
                  </a:moveTo>
                  <a:lnTo>
                    <a:pt x="1776133" y="0"/>
                  </a:lnTo>
                  <a:lnTo>
                    <a:pt x="1771269" y="977"/>
                  </a:lnTo>
                  <a:lnTo>
                    <a:pt x="1744040" y="28194"/>
                  </a:lnTo>
                  <a:lnTo>
                    <a:pt x="1743075" y="33058"/>
                  </a:lnTo>
                  <a:lnTo>
                    <a:pt x="1743075" y="109829"/>
                  </a:lnTo>
                  <a:lnTo>
                    <a:pt x="1771269" y="141909"/>
                  </a:lnTo>
                  <a:lnTo>
                    <a:pt x="1776120" y="142875"/>
                  </a:lnTo>
                  <a:lnTo>
                    <a:pt x="2171700" y="142875"/>
                  </a:lnTo>
                  <a:lnTo>
                    <a:pt x="2171700" y="0"/>
                  </a:lnTo>
                  <a:close/>
                </a:path>
              </a:pathLst>
            </a:custGeom>
            <a:solidFill>
              <a:srgbClr val="FF6A5B">
                <a:alpha val="18038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7" name="object 47"/>
          <p:cNvSpPr txBox="1"/>
          <p:nvPr/>
        </p:nvSpPr>
        <p:spPr>
          <a:xfrm>
            <a:off x="7316498" y="1901825"/>
            <a:ext cx="4144010" cy="386905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215265">
              <a:lnSpc>
                <a:spcPct val="100000"/>
              </a:lnSpc>
              <a:spcBef>
                <a:spcPts val="125"/>
              </a:spcBef>
              <a:tabLst>
                <a:tab pos="1949450" algn="l"/>
              </a:tabLst>
            </a:pPr>
            <a:r>
              <a:rPr dirty="0" baseline="3472" sz="1200" spc="-44" b="1">
                <a:solidFill>
                  <a:srgbClr val="797E94"/>
                </a:solidFill>
                <a:latin typeface="Cambria"/>
                <a:cs typeface="Cambria"/>
              </a:rPr>
              <a:t>C </a:t>
            </a:r>
            <a:r>
              <a:rPr dirty="0" baseline="3472" sz="1200" spc="-97" b="1">
                <a:solidFill>
                  <a:srgbClr val="797E94"/>
                </a:solidFill>
                <a:latin typeface="Cambria"/>
                <a:cs typeface="Cambria"/>
              </a:rPr>
              <a:t>H</a:t>
            </a:r>
            <a:r>
              <a:rPr dirty="0" baseline="3472" sz="1200" spc="-44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baseline="3472" sz="1200" spc="-97" b="1">
                <a:solidFill>
                  <a:srgbClr val="797E94"/>
                </a:solidFill>
                <a:latin typeface="Cambria"/>
                <a:cs typeface="Cambria"/>
              </a:rPr>
              <a:t>E</a:t>
            </a:r>
            <a:r>
              <a:rPr dirty="0" baseline="3472" sz="1200" spc="-60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baseline="3472" sz="1200" spc="-44" b="1">
                <a:solidFill>
                  <a:srgbClr val="797E94"/>
                </a:solidFill>
                <a:latin typeface="Cambria"/>
                <a:cs typeface="Cambria"/>
              </a:rPr>
              <a:t>C </a:t>
            </a:r>
            <a:r>
              <a:rPr dirty="0" baseline="3472" sz="1200" b="1">
                <a:solidFill>
                  <a:srgbClr val="797E94"/>
                </a:solidFill>
                <a:latin typeface="Cambria"/>
                <a:cs typeface="Cambria"/>
              </a:rPr>
              <a:t>K</a:t>
            </a:r>
            <a:r>
              <a:rPr dirty="0" baseline="3472" sz="1200" spc="315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baseline="3472" sz="1200" spc="-104" b="1">
                <a:solidFill>
                  <a:srgbClr val="797E94"/>
                </a:solidFill>
                <a:latin typeface="Cambria"/>
                <a:cs typeface="Cambria"/>
              </a:rPr>
              <a:t>Y</a:t>
            </a:r>
            <a:r>
              <a:rPr dirty="0" baseline="3472" sz="1200" spc="-89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baseline="3472" sz="1200" b="1">
                <a:solidFill>
                  <a:srgbClr val="797E94"/>
                </a:solidFill>
                <a:latin typeface="Cambria"/>
                <a:cs typeface="Cambria"/>
              </a:rPr>
              <a:t>O</a:t>
            </a:r>
            <a:r>
              <a:rPr dirty="0" baseline="3472" sz="1200" spc="-52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baseline="3472" sz="1200" b="1">
                <a:solidFill>
                  <a:srgbClr val="797E94"/>
                </a:solidFill>
                <a:latin typeface="Cambria"/>
                <a:cs typeface="Cambria"/>
              </a:rPr>
              <a:t>U</a:t>
            </a:r>
            <a:r>
              <a:rPr dirty="0" baseline="3472" sz="1200" spc="-60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baseline="3472" sz="1200" b="1">
                <a:solidFill>
                  <a:srgbClr val="797E94"/>
                </a:solidFill>
                <a:latin typeface="Cambria"/>
                <a:cs typeface="Cambria"/>
              </a:rPr>
              <a:t>R</a:t>
            </a:r>
            <a:r>
              <a:rPr dirty="0" baseline="3472" sz="1200" spc="419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baseline="3472" sz="1200" spc="-150" b="1">
                <a:solidFill>
                  <a:srgbClr val="797E94"/>
                </a:solidFill>
                <a:latin typeface="Cambria"/>
                <a:cs typeface="Cambria"/>
              </a:rPr>
              <a:t>L</a:t>
            </a:r>
            <a:r>
              <a:rPr dirty="0" baseline="3472" sz="1200" spc="-44" b="1">
                <a:solidFill>
                  <a:srgbClr val="797E94"/>
                </a:solidFill>
                <a:latin typeface="Cambria"/>
                <a:cs typeface="Cambria"/>
              </a:rPr>
              <a:t> A </a:t>
            </a:r>
            <a:r>
              <a:rPr dirty="0" baseline="3472" sz="1200" spc="-75" b="1">
                <a:solidFill>
                  <a:srgbClr val="797E94"/>
                </a:solidFill>
                <a:latin typeface="Cambria"/>
                <a:cs typeface="Cambria"/>
              </a:rPr>
              <a:t>P</a:t>
            </a:r>
            <a:r>
              <a:rPr dirty="0" baseline="3472" sz="1200" spc="-52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baseline="3472" sz="1200" spc="-172" b="1">
                <a:solidFill>
                  <a:srgbClr val="797E94"/>
                </a:solidFill>
                <a:latin typeface="Cambria"/>
                <a:cs typeface="Cambria"/>
              </a:rPr>
              <a:t>T</a:t>
            </a:r>
            <a:r>
              <a:rPr dirty="0" baseline="3472" sz="1200" spc="-75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baseline="3472" sz="1200" b="1">
                <a:solidFill>
                  <a:srgbClr val="797E94"/>
                </a:solidFill>
                <a:latin typeface="Cambria"/>
                <a:cs typeface="Cambria"/>
              </a:rPr>
              <a:t>O</a:t>
            </a:r>
            <a:r>
              <a:rPr dirty="0" baseline="3472" sz="1200" spc="-52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baseline="3472" sz="1200" b="1">
                <a:solidFill>
                  <a:srgbClr val="797E94"/>
                </a:solidFill>
                <a:latin typeface="Cambria"/>
                <a:cs typeface="Cambria"/>
              </a:rPr>
              <a:t>P</a:t>
            </a:r>
            <a:r>
              <a:rPr dirty="0" baseline="3472" sz="1200" spc="419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baseline="3472" sz="1200" b="1">
                <a:solidFill>
                  <a:srgbClr val="797E94"/>
                </a:solidFill>
                <a:latin typeface="Cambria"/>
                <a:cs typeface="Cambria"/>
              </a:rPr>
              <a:t>N</a:t>
            </a:r>
            <a:r>
              <a:rPr dirty="0" baseline="3472" sz="1200" spc="-52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baseline="3472" sz="1200" spc="-15" b="1">
                <a:solidFill>
                  <a:srgbClr val="797E94"/>
                </a:solidFill>
                <a:latin typeface="Cambria"/>
                <a:cs typeface="Cambria"/>
              </a:rPr>
              <a:t>O</a:t>
            </a:r>
            <a:r>
              <a:rPr dirty="0" baseline="3472" sz="1200" spc="-60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baseline="3472" sz="1200" spc="-75" b="1">
                <a:solidFill>
                  <a:srgbClr val="797E94"/>
                </a:solidFill>
                <a:latin typeface="Cambria"/>
                <a:cs typeface="Cambria"/>
              </a:rPr>
              <a:t>W</a:t>
            </a:r>
            <a:r>
              <a:rPr dirty="0" baseline="3472" sz="1200" b="1">
                <a:solidFill>
                  <a:srgbClr val="797E94"/>
                </a:solidFill>
                <a:latin typeface="Cambria"/>
                <a:cs typeface="Cambria"/>
              </a:rPr>
              <a:t>	</a:t>
            </a:r>
            <a:r>
              <a:rPr dirty="0" sz="750" spc="-10" b="1">
                <a:solidFill>
                  <a:srgbClr val="FF6A5B"/>
                </a:solidFill>
                <a:latin typeface="Cambria"/>
                <a:cs typeface="Cambria"/>
              </a:rPr>
              <a:t>VERIFY</a:t>
            </a:r>
            <a:endParaRPr sz="750">
              <a:latin typeface="Cambria"/>
              <a:cs typeface="Cambria"/>
            </a:endParaRPr>
          </a:p>
          <a:p>
            <a:pPr>
              <a:lnSpc>
                <a:spcPct val="100000"/>
              </a:lnSpc>
            </a:pPr>
            <a:endParaRPr sz="8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810"/>
              </a:spcBef>
            </a:pPr>
            <a:endParaRPr sz="800">
              <a:latin typeface="Cambria"/>
              <a:cs typeface="Cambria"/>
            </a:endParaRPr>
          </a:p>
          <a:p>
            <a:pPr marL="386715">
              <a:lnSpc>
                <a:spcPct val="100000"/>
              </a:lnSpc>
              <a:spcBef>
                <a:spcPts val="5"/>
              </a:spcBef>
            </a:pP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900" spc="-5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You</a:t>
            </a:r>
            <a:r>
              <a:rPr dirty="0" sz="900" spc="-4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should</a:t>
            </a:r>
            <a:r>
              <a:rPr dirty="0" sz="900" spc="-3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have</a:t>
            </a:r>
            <a:r>
              <a:rPr dirty="0" sz="900" spc="-4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Day</a:t>
            </a:r>
            <a:r>
              <a:rPr dirty="0" sz="900" spc="-3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4's</a:t>
            </a:r>
            <a:r>
              <a:rPr dirty="0" sz="900" spc="-4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app</a:t>
            </a:r>
            <a:r>
              <a:rPr dirty="0" sz="900" spc="-3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spc="-10" i="1">
                <a:solidFill>
                  <a:srgbClr val="8B8FB4"/>
                </a:solidFill>
                <a:latin typeface="Courier New"/>
                <a:cs typeface="Courier New"/>
              </a:rPr>
              <a:t>files:</a:t>
            </a:r>
            <a:endParaRPr sz="900">
              <a:latin typeface="Courier New"/>
              <a:cs typeface="Courier New"/>
            </a:endParaRPr>
          </a:p>
          <a:p>
            <a:pPr marL="386715" marR="2324735">
              <a:lnSpc>
                <a:spcPct val="138900"/>
              </a:lnSpc>
            </a:pPr>
            <a:r>
              <a:rPr dirty="0" sz="900">
                <a:solidFill>
                  <a:srgbClr val="FF8B7E"/>
                </a:solidFill>
                <a:latin typeface="Courier New"/>
                <a:cs typeface="Courier New"/>
              </a:rPr>
              <a:t>$</a:t>
            </a:r>
            <a:r>
              <a:rPr dirty="0" sz="900" spc="-30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900">
                <a:solidFill>
                  <a:srgbClr val="FF8B7E"/>
                </a:solidFill>
                <a:latin typeface="Courier New"/>
                <a:cs typeface="Courier New"/>
              </a:rPr>
              <a:t>ls</a:t>
            </a:r>
            <a:r>
              <a:rPr dirty="0" sz="900" spc="-20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900" spc="-20">
                <a:solidFill>
                  <a:srgbClr val="E7E9F5"/>
                </a:solidFill>
                <a:latin typeface="Courier New"/>
                <a:cs typeface="Courier New"/>
              </a:rPr>
              <a:t>day4/ </a:t>
            </a:r>
            <a:r>
              <a:rPr dirty="0" sz="900" spc="-10">
                <a:solidFill>
                  <a:srgbClr val="E7E9F5"/>
                </a:solidFill>
                <a:latin typeface="Courier New"/>
                <a:cs typeface="Courier New"/>
              </a:rPr>
              <a:t>01_app_step1_title.py</a:t>
            </a:r>
            <a:endParaRPr sz="900">
              <a:latin typeface="Courier New"/>
              <a:cs typeface="Courier New"/>
            </a:endParaRPr>
          </a:p>
          <a:p>
            <a:pPr marL="386715">
              <a:lnSpc>
                <a:spcPct val="100000"/>
              </a:lnSpc>
              <a:spcBef>
                <a:spcPts val="495"/>
              </a:spcBef>
            </a:pPr>
            <a:r>
              <a:rPr dirty="0" sz="900" spc="-10">
                <a:solidFill>
                  <a:srgbClr val="E7E9F5"/>
                </a:solidFill>
                <a:latin typeface="Courier New"/>
                <a:cs typeface="Courier New"/>
              </a:rPr>
              <a:t>02_app_step2_text_input.py</a:t>
            </a:r>
            <a:endParaRPr sz="900">
              <a:latin typeface="Courier New"/>
              <a:cs typeface="Courier New"/>
            </a:endParaRPr>
          </a:p>
          <a:p>
            <a:pPr marL="386715">
              <a:lnSpc>
                <a:spcPct val="100000"/>
              </a:lnSpc>
              <a:spcBef>
                <a:spcPts val="420"/>
              </a:spcBef>
            </a:pPr>
            <a:r>
              <a:rPr dirty="0" sz="900" spc="-25">
                <a:solidFill>
                  <a:srgbClr val="E7E9F5"/>
                </a:solidFill>
                <a:latin typeface="Courier New"/>
                <a:cs typeface="Courier New"/>
              </a:rPr>
              <a:t>...</a:t>
            </a:r>
            <a:endParaRPr sz="900">
              <a:latin typeface="Courier New"/>
              <a:cs typeface="Courier New"/>
            </a:endParaRPr>
          </a:p>
          <a:p>
            <a:pPr marL="386715" marR="2120900">
              <a:lnSpc>
                <a:spcPct val="138900"/>
              </a:lnSpc>
              <a:spcBef>
                <a:spcPts val="70"/>
              </a:spcBef>
            </a:pPr>
            <a:r>
              <a:rPr dirty="0" sz="900" spc="-10">
                <a:solidFill>
                  <a:srgbClr val="E7E9F5"/>
                </a:solidFill>
                <a:latin typeface="Courier New"/>
                <a:cs typeface="Courier New"/>
              </a:rPr>
              <a:t>05_app_step5_else.py 07_converter_solution.py</a:t>
            </a: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975"/>
              </a:spcBef>
            </a:pPr>
            <a:endParaRPr sz="900">
              <a:latin typeface="Courier New"/>
              <a:cs typeface="Courier New"/>
            </a:endParaRPr>
          </a:p>
          <a:p>
            <a:pPr marL="386715">
              <a:lnSpc>
                <a:spcPct val="100000"/>
              </a:lnSpc>
              <a:spcBef>
                <a:spcPts val="5"/>
              </a:spcBef>
            </a:pP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900" spc="-5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Run</a:t>
            </a:r>
            <a:r>
              <a:rPr dirty="0" sz="900" spc="-3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the</a:t>
            </a:r>
            <a:r>
              <a:rPr dirty="0" sz="900" spc="-3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final</a:t>
            </a:r>
            <a:r>
              <a:rPr dirty="0" sz="900" spc="-3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app</a:t>
            </a:r>
            <a:r>
              <a:rPr dirty="0" sz="900" spc="-4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—</a:t>
            </a:r>
            <a:r>
              <a:rPr dirty="0" sz="900" spc="-3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should</a:t>
            </a:r>
            <a:r>
              <a:rPr dirty="0" sz="900" spc="-3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open</a:t>
            </a:r>
            <a:r>
              <a:rPr dirty="0" sz="900" spc="-3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in</a:t>
            </a:r>
            <a:r>
              <a:rPr dirty="0" sz="900" spc="-3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spc="-10" i="1">
                <a:solidFill>
                  <a:srgbClr val="8B8FB4"/>
                </a:solidFill>
                <a:latin typeface="Courier New"/>
                <a:cs typeface="Courier New"/>
              </a:rPr>
              <a:t>browser:</a:t>
            </a:r>
            <a:endParaRPr sz="900">
              <a:latin typeface="Courier New"/>
              <a:cs typeface="Courier New"/>
            </a:endParaRPr>
          </a:p>
          <a:p>
            <a:pPr marL="386715">
              <a:lnSpc>
                <a:spcPct val="100000"/>
              </a:lnSpc>
              <a:spcBef>
                <a:spcPts val="420"/>
              </a:spcBef>
            </a:pPr>
            <a:r>
              <a:rPr dirty="0" sz="900">
                <a:solidFill>
                  <a:srgbClr val="FF8B7E"/>
                </a:solidFill>
                <a:latin typeface="Courier New"/>
                <a:cs typeface="Courier New"/>
              </a:rPr>
              <a:t>$</a:t>
            </a:r>
            <a:r>
              <a:rPr dirty="0" sz="900" spc="-50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900">
                <a:solidFill>
                  <a:srgbClr val="FF8B7E"/>
                </a:solidFill>
                <a:latin typeface="Courier New"/>
                <a:cs typeface="Courier New"/>
              </a:rPr>
              <a:t>streamlit</a:t>
            </a:r>
            <a:r>
              <a:rPr dirty="0" sz="900" spc="-50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900">
                <a:solidFill>
                  <a:srgbClr val="FF8B7E"/>
                </a:solidFill>
                <a:latin typeface="Courier New"/>
                <a:cs typeface="Courier New"/>
              </a:rPr>
              <a:t>run</a:t>
            </a:r>
            <a:r>
              <a:rPr dirty="0" sz="900" spc="-45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900" spc="-10">
                <a:solidFill>
                  <a:srgbClr val="E7E9F5"/>
                </a:solidFill>
                <a:latin typeface="Courier New"/>
                <a:cs typeface="Courier New"/>
              </a:rPr>
              <a:t>05_app_step5_else.py</a:t>
            </a:r>
            <a:endParaRPr sz="900">
              <a:latin typeface="Courier New"/>
              <a:cs typeface="Courier New"/>
            </a:endParaRPr>
          </a:p>
          <a:p>
            <a:pPr marL="386715">
              <a:lnSpc>
                <a:spcPct val="100000"/>
              </a:lnSpc>
              <a:spcBef>
                <a:spcPts val="420"/>
              </a:spcBef>
            </a:pP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900" spc="-5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→</a:t>
            </a:r>
            <a:r>
              <a:rPr dirty="0" sz="900" spc="-3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Browser</a:t>
            </a:r>
            <a:r>
              <a:rPr dirty="0" sz="900" spc="-4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opens</a:t>
            </a:r>
            <a:r>
              <a:rPr dirty="0" sz="900" spc="-3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at</a:t>
            </a:r>
            <a:r>
              <a:rPr dirty="0" sz="900" spc="-3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spc="-10" i="1">
                <a:solidFill>
                  <a:srgbClr val="8B8FB4"/>
                </a:solidFill>
                <a:latin typeface="Courier New"/>
                <a:cs typeface="Courier New"/>
              </a:rPr>
              <a:t>localhost:8501</a:t>
            </a:r>
            <a:endParaRPr sz="900">
              <a:latin typeface="Courier New"/>
              <a:cs typeface="Courier New"/>
            </a:endParaRPr>
          </a:p>
          <a:p>
            <a:pPr marL="386715">
              <a:lnSpc>
                <a:spcPct val="100000"/>
              </a:lnSpc>
              <a:spcBef>
                <a:spcPts val="495"/>
              </a:spcBef>
            </a:pP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900" spc="-6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→</a:t>
            </a:r>
            <a:r>
              <a:rPr dirty="0" sz="900" spc="-5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Type</a:t>
            </a:r>
            <a:r>
              <a:rPr dirty="0" sz="900" spc="-5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your</a:t>
            </a:r>
            <a:r>
              <a:rPr dirty="0" sz="900" spc="-4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name,</a:t>
            </a:r>
            <a:r>
              <a:rPr dirty="0" sz="900" spc="-5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click</a:t>
            </a:r>
            <a:r>
              <a:rPr dirty="0" sz="900" spc="-5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button,</a:t>
            </a:r>
            <a:r>
              <a:rPr dirty="0" sz="900" spc="-5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balloons</a:t>
            </a:r>
            <a:r>
              <a:rPr dirty="0" sz="900" spc="-4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spc="-25" i="1">
                <a:solidFill>
                  <a:srgbClr val="8B8FB4"/>
                </a:solidFill>
                <a:latin typeface="Courier New"/>
                <a:cs typeface="Courier New"/>
              </a:rPr>
              <a:t>fly</a:t>
            </a: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900">
              <a:latin typeface="Courier New"/>
              <a:cs typeface="Courier New"/>
            </a:endParaRPr>
          </a:p>
          <a:p>
            <a:pPr marL="615315" marR="611505">
              <a:lnSpc>
                <a:spcPct val="125000"/>
              </a:lnSpc>
            </a:pPr>
            <a:r>
              <a:rPr dirty="0" sz="900" spc="-80" b="1">
                <a:solidFill>
                  <a:srgbClr val="FF6A5B"/>
                </a:solidFill>
                <a:latin typeface="Cambria"/>
                <a:cs typeface="Cambria"/>
              </a:rPr>
              <a:t>IF</a:t>
            </a:r>
            <a:r>
              <a:rPr dirty="0" sz="900" spc="2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95" b="1">
                <a:solidFill>
                  <a:srgbClr val="FF6A5B"/>
                </a:solidFill>
                <a:latin typeface="Cambria"/>
                <a:cs typeface="Cambria"/>
              </a:rPr>
              <a:t>THE</a:t>
            </a:r>
            <a:r>
              <a:rPr dirty="0" sz="900" spc="25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60" b="1">
                <a:solidFill>
                  <a:srgbClr val="FF6A5B"/>
                </a:solidFill>
                <a:latin typeface="Cambria"/>
                <a:cs typeface="Cambria"/>
              </a:rPr>
              <a:t>APP</a:t>
            </a:r>
            <a:r>
              <a:rPr dirty="0" sz="900" spc="2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DOESN’T</a:t>
            </a:r>
            <a:r>
              <a:rPr dirty="0" sz="900" spc="25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RUN</a:t>
            </a:r>
            <a:r>
              <a:rPr dirty="0" sz="900" spc="2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>
                <a:solidFill>
                  <a:srgbClr val="1B1F3A"/>
                </a:solidFill>
                <a:latin typeface="Tahoma"/>
                <a:cs typeface="Tahoma"/>
              </a:rPr>
              <a:t>—</a:t>
            </a:r>
            <a:r>
              <a:rPr dirty="0" sz="900" spc="-6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30">
                <a:solidFill>
                  <a:srgbClr val="1B1F3A"/>
                </a:solidFill>
                <a:latin typeface="Tahoma"/>
                <a:cs typeface="Tahoma"/>
              </a:rPr>
              <a:t>raise</a:t>
            </a:r>
            <a:r>
              <a:rPr dirty="0" sz="900" spc="-6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1B1F3A"/>
                </a:solidFill>
                <a:latin typeface="Tahoma"/>
                <a:cs typeface="Tahoma"/>
              </a:rPr>
              <a:t>your</a:t>
            </a:r>
            <a:r>
              <a:rPr dirty="0" sz="900" spc="-6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1B1F3A"/>
                </a:solidFill>
                <a:latin typeface="Tahoma"/>
                <a:cs typeface="Tahoma"/>
              </a:rPr>
              <a:t>hand.</a:t>
            </a:r>
            <a:r>
              <a:rPr dirty="0" sz="900" spc="-6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1B1F3A"/>
                </a:solidFill>
                <a:latin typeface="Tahoma"/>
                <a:cs typeface="Tahoma"/>
              </a:rPr>
              <a:t>Common</a:t>
            </a:r>
            <a:r>
              <a:rPr dirty="0" sz="900" spc="-6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1B1F3A"/>
                </a:solidFill>
                <a:latin typeface="Tahoma"/>
                <a:cs typeface="Tahoma"/>
              </a:rPr>
              <a:t>issue: </a:t>
            </a:r>
            <a:r>
              <a:rPr dirty="0" sz="900" spc="-30">
                <a:solidFill>
                  <a:srgbClr val="1B1F3A"/>
                </a:solidFill>
                <a:latin typeface="Tahoma"/>
                <a:cs typeface="Tahoma"/>
              </a:rPr>
              <a:t>forgot</a:t>
            </a:r>
            <a:r>
              <a:rPr dirty="0" sz="900" spc="-8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1B1F3A"/>
                </a:solidFill>
                <a:latin typeface="Tahoma"/>
                <a:cs typeface="Tahoma"/>
              </a:rPr>
              <a:t>to</a:t>
            </a:r>
            <a:r>
              <a:rPr dirty="0" sz="900" spc="-8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1B1F3A"/>
                </a:solidFill>
                <a:latin typeface="Tahoma"/>
                <a:cs typeface="Tahoma"/>
              </a:rPr>
              <a:t>activate</a:t>
            </a:r>
            <a:r>
              <a:rPr dirty="0" sz="900" spc="19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850">
                <a:solidFill>
                  <a:srgbClr val="FF6A5B"/>
                </a:solidFill>
                <a:latin typeface="Courier New"/>
                <a:cs typeface="Courier New"/>
              </a:rPr>
              <a:t>.venv</a:t>
            </a:r>
            <a:r>
              <a:rPr dirty="0" sz="850" spc="20">
                <a:solidFill>
                  <a:srgbClr val="FF6A5B"/>
                </a:solidFill>
                <a:latin typeface="Courier New"/>
                <a:cs typeface="Courier New"/>
              </a:rPr>
              <a:t> </a:t>
            </a:r>
            <a:r>
              <a:rPr dirty="0" sz="900" spc="-30">
                <a:solidFill>
                  <a:srgbClr val="1B1F3A"/>
                </a:solidFill>
                <a:latin typeface="Tahoma"/>
                <a:cs typeface="Tahoma"/>
              </a:rPr>
              <a:t>first.</a:t>
            </a:r>
            <a:r>
              <a:rPr dirty="0" sz="900" spc="-8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1B1F3A"/>
                </a:solidFill>
                <a:latin typeface="Tahoma"/>
                <a:cs typeface="Tahoma"/>
              </a:rPr>
              <a:t>Run</a:t>
            </a:r>
            <a:r>
              <a:rPr dirty="0" sz="900" spc="25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850" spc="-10">
                <a:solidFill>
                  <a:srgbClr val="FF6A5B"/>
                </a:solidFill>
                <a:latin typeface="Courier New"/>
                <a:cs typeface="Courier New"/>
              </a:rPr>
              <a:t>source</a:t>
            </a:r>
            <a:endParaRPr sz="850">
              <a:latin typeface="Courier New"/>
              <a:cs typeface="Courier New"/>
            </a:endParaRPr>
          </a:p>
          <a:p>
            <a:pPr marL="615315">
              <a:lnSpc>
                <a:spcPct val="100000"/>
              </a:lnSpc>
              <a:spcBef>
                <a:spcPts val="345"/>
              </a:spcBef>
            </a:pPr>
            <a:r>
              <a:rPr dirty="0" sz="850">
                <a:solidFill>
                  <a:srgbClr val="FF6A5B"/>
                </a:solidFill>
                <a:latin typeface="Courier New"/>
                <a:cs typeface="Courier New"/>
              </a:rPr>
              <a:t>.venv/bin/activate</a:t>
            </a:r>
            <a:r>
              <a:rPr dirty="0" sz="850" spc="-55">
                <a:solidFill>
                  <a:srgbClr val="FF6A5B"/>
                </a:solidFill>
                <a:latin typeface="Courier New"/>
                <a:cs typeface="Courier New"/>
              </a:rPr>
              <a:t> </a:t>
            </a:r>
            <a:r>
              <a:rPr dirty="0" sz="900" spc="-55">
                <a:solidFill>
                  <a:srgbClr val="1B1F3A"/>
                </a:solidFill>
                <a:latin typeface="Tahoma"/>
                <a:cs typeface="Tahoma"/>
              </a:rPr>
              <a:t>(macOS)</a:t>
            </a:r>
            <a:r>
              <a:rPr dirty="0" sz="900" spc="-8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1B1F3A"/>
                </a:solidFill>
                <a:latin typeface="Tahoma"/>
                <a:cs typeface="Tahoma"/>
              </a:rPr>
              <a:t>or</a:t>
            </a:r>
            <a:endParaRPr sz="900">
              <a:latin typeface="Tahoma"/>
              <a:cs typeface="Tahoma"/>
            </a:endParaRPr>
          </a:p>
          <a:p>
            <a:pPr marL="662940">
              <a:lnSpc>
                <a:spcPct val="100000"/>
              </a:lnSpc>
              <a:spcBef>
                <a:spcPts val="345"/>
              </a:spcBef>
            </a:pPr>
            <a:r>
              <a:rPr dirty="0" sz="850" spc="-10">
                <a:solidFill>
                  <a:srgbClr val="FF6A5B"/>
                </a:solidFill>
                <a:latin typeface="Courier New"/>
                <a:cs typeface="Courier New"/>
              </a:rPr>
              <a:t>.venv\Scripts\Activate.ps1</a:t>
            </a:r>
            <a:r>
              <a:rPr dirty="0" sz="850" spc="125">
                <a:solidFill>
                  <a:srgbClr val="FF6A5B"/>
                </a:solidFill>
                <a:latin typeface="Courier New"/>
                <a:cs typeface="Courier New"/>
              </a:rPr>
              <a:t> </a:t>
            </a:r>
            <a:r>
              <a:rPr dirty="0" sz="900" spc="-35">
                <a:solidFill>
                  <a:srgbClr val="1B1F3A"/>
                </a:solidFill>
                <a:latin typeface="Tahoma"/>
                <a:cs typeface="Tahoma"/>
              </a:rPr>
              <a:t>(Windows),</a:t>
            </a:r>
            <a:r>
              <a:rPr dirty="0" sz="900" spc="-6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20">
                <a:solidFill>
                  <a:srgbClr val="1B1F3A"/>
                </a:solidFill>
                <a:latin typeface="Tahoma"/>
                <a:cs typeface="Tahoma"/>
              </a:rPr>
              <a:t>then</a:t>
            </a:r>
            <a:r>
              <a:rPr dirty="0" sz="900" spc="-6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1B1F3A"/>
                </a:solidFill>
                <a:latin typeface="Tahoma"/>
                <a:cs typeface="Tahoma"/>
              </a:rPr>
              <a:t>retry.</a:t>
            </a:r>
            <a:endParaRPr sz="900">
              <a:latin typeface="Tahoma"/>
              <a:cs typeface="Tahoma"/>
            </a:endParaRPr>
          </a:p>
        </p:txBody>
      </p:sp>
      <p:sp>
        <p:nvSpPr>
          <p:cNvPr id="48" name="object 4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pc="-45"/>
              <a:t>D</a:t>
            </a:r>
            <a:r>
              <a:rPr dirty="0" spc="-65"/>
              <a:t> </a:t>
            </a:r>
            <a:r>
              <a:rPr dirty="0"/>
              <a:t>AY</a:t>
            </a:r>
            <a:r>
              <a:rPr dirty="0" spc="240"/>
              <a:t> </a:t>
            </a:r>
            <a:r>
              <a:rPr dirty="0" spc="-65"/>
              <a:t>0</a:t>
            </a:r>
            <a:r>
              <a:rPr dirty="0" spc="-45"/>
              <a:t> </a:t>
            </a:r>
            <a:r>
              <a:rPr dirty="0"/>
              <a:t>5</a:t>
            </a:r>
            <a:r>
              <a:rPr dirty="0" spc="265"/>
              <a:t> </a:t>
            </a:r>
            <a:r>
              <a:rPr dirty="0"/>
              <a:t>·</a:t>
            </a:r>
            <a:r>
              <a:rPr dirty="0" spc="260"/>
              <a:t> </a:t>
            </a:r>
            <a:r>
              <a:rPr dirty="0" spc="-40"/>
              <a:t>W</a:t>
            </a:r>
            <a:r>
              <a:rPr dirty="0" spc="-45"/>
              <a:t> </a:t>
            </a:r>
            <a:r>
              <a:rPr dirty="0" spc="-65"/>
              <a:t>I</a:t>
            </a:r>
            <a:r>
              <a:rPr dirty="0" spc="-45"/>
              <a:t> D </a:t>
            </a:r>
            <a:r>
              <a:rPr dirty="0"/>
              <a:t>G</a:t>
            </a:r>
            <a:r>
              <a:rPr dirty="0" spc="-45"/>
              <a:t> </a:t>
            </a:r>
            <a:r>
              <a:rPr dirty="0" spc="-70"/>
              <a:t>E</a:t>
            </a:r>
            <a:r>
              <a:rPr dirty="0" spc="-45"/>
              <a:t> </a:t>
            </a:r>
            <a:r>
              <a:rPr dirty="0" spc="-114"/>
              <a:t>T</a:t>
            </a:r>
            <a:r>
              <a:rPr dirty="0" spc="-50"/>
              <a:t> </a:t>
            </a:r>
            <a:r>
              <a:rPr dirty="0"/>
              <a:t>S</a:t>
            </a:r>
            <a:r>
              <a:rPr dirty="0" spc="265"/>
              <a:t> </a:t>
            </a:r>
            <a:r>
              <a:rPr dirty="0"/>
              <a:t>&amp;</a:t>
            </a:r>
            <a:r>
              <a:rPr dirty="0" spc="265"/>
              <a:t> </a:t>
            </a:r>
            <a:r>
              <a:rPr dirty="0" spc="-100"/>
              <a:t>L</a:t>
            </a:r>
            <a:r>
              <a:rPr dirty="0" spc="-45"/>
              <a:t> </a:t>
            </a:r>
            <a:r>
              <a:rPr dirty="0" spc="-20"/>
              <a:t>AY</a:t>
            </a:r>
            <a:r>
              <a:rPr dirty="0" spc="-80"/>
              <a:t> </a:t>
            </a:r>
            <a:r>
              <a:rPr dirty="0" spc="-10"/>
              <a:t>O</a:t>
            </a:r>
            <a:r>
              <a:rPr dirty="0" spc="-45"/>
              <a:t> </a:t>
            </a:r>
            <a:r>
              <a:rPr dirty="0"/>
              <a:t>U</a:t>
            </a:r>
            <a:r>
              <a:rPr dirty="0" spc="-45"/>
              <a:t> </a:t>
            </a:r>
            <a:r>
              <a:rPr dirty="0" spc="-50"/>
              <a:t>T</a:t>
            </a:r>
          </a:p>
        </p:txBody>
      </p:sp>
      <p:sp>
        <p:nvSpPr>
          <p:cNvPr id="49" name="object 4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pc="-30"/>
              <a:t>0</a:t>
            </a:r>
            <a:r>
              <a:rPr dirty="0" spc="-120"/>
              <a:t> </a:t>
            </a:r>
            <a:fld id="{81D60167-4931-47E6-BA6A-407CBD079E47}" type="slidenum">
              <a:rPr dirty="0"/>
              <a:t>6</a:t>
            </a:fld>
            <a:r>
              <a:rPr dirty="0" spc="204"/>
              <a:t> </a:t>
            </a:r>
            <a:r>
              <a:rPr dirty="0"/>
              <a:t>/</a:t>
            </a:r>
            <a:r>
              <a:rPr dirty="0" spc="204"/>
              <a:t> </a:t>
            </a:r>
            <a:r>
              <a:rPr dirty="0" spc="-30"/>
              <a:t>1</a:t>
            </a:r>
            <a:r>
              <a:rPr dirty="0" spc="-120"/>
              <a:t> </a:t>
            </a:r>
            <a:r>
              <a:rPr dirty="0" spc="-60"/>
              <a:t>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5799" y="64769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FF6A5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825500" y="587375"/>
            <a:ext cx="161226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45" b="1">
                <a:solidFill>
                  <a:srgbClr val="FF6A5B"/>
                </a:solidFill>
                <a:latin typeface="Cambria"/>
                <a:cs typeface="Cambria"/>
              </a:rPr>
              <a:t>C </a:t>
            </a:r>
            <a:r>
              <a:rPr dirty="0" sz="900" spc="-20" b="1">
                <a:solidFill>
                  <a:srgbClr val="FF6A5B"/>
                </a:solidFill>
                <a:latin typeface="Cambria"/>
                <a:cs typeface="Cambria"/>
              </a:rPr>
              <a:t>O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30" b="1">
                <a:solidFill>
                  <a:srgbClr val="FF6A5B"/>
                </a:solidFill>
                <a:latin typeface="Cambria"/>
                <a:cs typeface="Cambria"/>
              </a:rPr>
              <a:t>N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50" b="1">
                <a:solidFill>
                  <a:srgbClr val="FF6A5B"/>
                </a:solidFill>
                <a:latin typeface="Cambria"/>
                <a:cs typeface="Cambria"/>
              </a:rPr>
              <a:t>C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95" b="1">
                <a:solidFill>
                  <a:srgbClr val="FF6A5B"/>
                </a:solidFill>
                <a:latin typeface="Cambria"/>
                <a:cs typeface="Cambria"/>
              </a:rPr>
              <a:t>E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80" b="1">
                <a:solidFill>
                  <a:srgbClr val="FF6A5B"/>
                </a:solidFill>
                <a:latin typeface="Cambria"/>
                <a:cs typeface="Cambria"/>
              </a:rPr>
              <a:t>P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b="1">
                <a:solidFill>
                  <a:srgbClr val="FF6A5B"/>
                </a:solidFill>
                <a:latin typeface="Cambria"/>
                <a:cs typeface="Cambria"/>
              </a:rPr>
              <a:t>T</a:t>
            </a:r>
            <a:r>
              <a:rPr dirty="0" sz="900" spc="185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b="1">
                <a:solidFill>
                  <a:srgbClr val="FF6A5B"/>
                </a:solidFill>
                <a:latin typeface="Cambria"/>
                <a:cs typeface="Cambria"/>
              </a:rPr>
              <a:t>·</a:t>
            </a:r>
            <a:r>
              <a:rPr dirty="0" sz="900" spc="305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60" b="1">
                <a:solidFill>
                  <a:srgbClr val="FF6A5B"/>
                </a:solidFill>
                <a:latin typeface="Cambria"/>
                <a:cs typeface="Cambria"/>
              </a:rPr>
              <a:t>W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75" b="1">
                <a:solidFill>
                  <a:srgbClr val="FF6A5B"/>
                </a:solidFill>
                <a:latin typeface="Cambria"/>
                <a:cs typeface="Cambria"/>
              </a:rPr>
              <a:t>I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85" b="1">
                <a:solidFill>
                  <a:srgbClr val="FF6A5B"/>
                </a:solidFill>
                <a:latin typeface="Cambria"/>
                <a:cs typeface="Cambria"/>
              </a:rPr>
              <a:t>D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20" b="1">
                <a:solidFill>
                  <a:srgbClr val="FF6A5B"/>
                </a:solidFill>
                <a:latin typeface="Cambria"/>
                <a:cs typeface="Cambria"/>
              </a:rPr>
              <a:t>G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95" b="1">
                <a:solidFill>
                  <a:srgbClr val="FF6A5B"/>
                </a:solidFill>
                <a:latin typeface="Cambria"/>
                <a:cs typeface="Cambria"/>
              </a:rPr>
              <a:t>E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b="1">
                <a:solidFill>
                  <a:srgbClr val="FF6A5B"/>
                </a:solidFill>
                <a:latin typeface="Cambria"/>
                <a:cs typeface="Cambria"/>
              </a:rPr>
              <a:t>T</a:t>
            </a:r>
            <a:r>
              <a:rPr dirty="0" sz="900" spc="305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130" b="1">
                <a:solidFill>
                  <a:srgbClr val="FF6A5B"/>
                </a:solidFill>
                <a:latin typeface="Cambria"/>
                <a:cs typeface="Cambria"/>
              </a:rPr>
              <a:t>K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95" b="1">
                <a:solidFill>
                  <a:srgbClr val="FF6A5B"/>
                </a:solidFill>
                <a:latin typeface="Cambria"/>
                <a:cs typeface="Cambria"/>
              </a:rPr>
              <a:t>E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90" b="1">
                <a:solidFill>
                  <a:srgbClr val="FF6A5B"/>
                </a:solidFill>
                <a:latin typeface="Cambria"/>
                <a:cs typeface="Cambria"/>
              </a:rPr>
              <a:t>Y</a:t>
            </a:r>
            <a:r>
              <a:rPr dirty="0" sz="900" spc="-50" b="1">
                <a:solidFill>
                  <a:srgbClr val="FF6A5B"/>
                </a:solidFill>
                <a:latin typeface="Cambria"/>
                <a:cs typeface="Cambria"/>
              </a:rPr>
              <a:t> S</a:t>
            </a:r>
            <a:endParaRPr sz="900">
              <a:latin typeface="Cambria"/>
              <a:cs typeface="Cambr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857624" y="866774"/>
            <a:ext cx="581025" cy="323850"/>
          </a:xfrm>
          <a:custGeom>
            <a:avLst/>
            <a:gdLst/>
            <a:ahLst/>
            <a:cxnLst/>
            <a:rect l="l" t="t" r="r" b="b"/>
            <a:pathLst>
              <a:path w="581025" h="323850">
                <a:moveTo>
                  <a:pt x="539715" y="323849"/>
                </a:moveTo>
                <a:lnTo>
                  <a:pt x="41309" y="323849"/>
                </a:lnTo>
                <a:lnTo>
                  <a:pt x="35234" y="322641"/>
                </a:lnTo>
                <a:lnTo>
                  <a:pt x="1208" y="288615"/>
                </a:lnTo>
                <a:lnTo>
                  <a:pt x="0" y="282540"/>
                </a:lnTo>
                <a:lnTo>
                  <a:pt x="0" y="276224"/>
                </a:lnTo>
                <a:lnTo>
                  <a:pt x="0" y="41309"/>
                </a:lnTo>
                <a:lnTo>
                  <a:pt x="23564" y="6042"/>
                </a:lnTo>
                <a:lnTo>
                  <a:pt x="41309" y="0"/>
                </a:lnTo>
                <a:lnTo>
                  <a:pt x="539715" y="0"/>
                </a:lnTo>
                <a:lnTo>
                  <a:pt x="574982" y="23564"/>
                </a:lnTo>
                <a:lnTo>
                  <a:pt x="581024" y="41309"/>
                </a:lnTo>
                <a:lnTo>
                  <a:pt x="581024" y="282540"/>
                </a:lnTo>
                <a:lnTo>
                  <a:pt x="557459" y="317807"/>
                </a:lnTo>
                <a:lnTo>
                  <a:pt x="545790" y="322641"/>
                </a:lnTo>
                <a:lnTo>
                  <a:pt x="539715" y="323849"/>
                </a:lnTo>
                <a:close/>
              </a:path>
            </a:pathLst>
          </a:custGeom>
          <a:solidFill>
            <a:srgbClr val="F4EF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10"/>
              <a:t>Every</a:t>
            </a:r>
            <a:r>
              <a:rPr dirty="0" spc="-35"/>
              <a:t> </a:t>
            </a:r>
            <a:r>
              <a:rPr dirty="0" spc="-155"/>
              <a:t>widget</a:t>
            </a:r>
            <a:r>
              <a:rPr dirty="0" spc="-35"/>
              <a:t> </a:t>
            </a:r>
            <a:r>
              <a:rPr dirty="0" spc="-165"/>
              <a:t>should</a:t>
            </a:r>
            <a:r>
              <a:rPr dirty="0" spc="-35"/>
              <a:t> </a:t>
            </a:r>
            <a:r>
              <a:rPr dirty="0" spc="-160"/>
              <a:t>have</a:t>
            </a:r>
            <a:r>
              <a:rPr dirty="0" spc="-35"/>
              <a:t> </a:t>
            </a:r>
            <a:r>
              <a:rPr dirty="0"/>
              <a:t>a</a:t>
            </a:r>
            <a:r>
              <a:rPr dirty="0" spc="50"/>
              <a:t>  </a:t>
            </a:r>
            <a:r>
              <a:rPr dirty="0" sz="1950" spc="-45">
                <a:solidFill>
                  <a:srgbClr val="FF6A5B"/>
                </a:solidFill>
                <a:latin typeface="Courier New"/>
                <a:cs typeface="Courier New"/>
              </a:rPr>
              <a:t>key</a:t>
            </a:r>
            <a:r>
              <a:rPr dirty="0" sz="1950" spc="-580">
                <a:solidFill>
                  <a:srgbClr val="FF6A5B"/>
                </a:solidFill>
                <a:latin typeface="Courier New"/>
                <a:cs typeface="Courier New"/>
              </a:rPr>
              <a:t> </a:t>
            </a:r>
            <a:r>
              <a:rPr dirty="0" spc="70"/>
              <a:t>.</a:t>
            </a:r>
            <a:r>
              <a:rPr dirty="0" spc="-35"/>
              <a:t> </a:t>
            </a:r>
            <a:r>
              <a:rPr dirty="0" spc="-145"/>
              <a:t>It</a:t>
            </a:r>
            <a:r>
              <a:rPr dirty="0" spc="-35"/>
              <a:t> </a:t>
            </a:r>
            <a:r>
              <a:rPr dirty="0" spc="-150"/>
              <a:t>costs</a:t>
            </a:r>
            <a:r>
              <a:rPr dirty="0" spc="-35"/>
              <a:t> </a:t>
            </a:r>
            <a:r>
              <a:rPr dirty="0" spc="-160"/>
              <a:t>nothing</a:t>
            </a:r>
            <a:r>
              <a:rPr dirty="0" spc="-35"/>
              <a:t> </a:t>
            </a:r>
            <a:r>
              <a:rPr dirty="0" spc="-140"/>
              <a:t>today.</a:t>
            </a:r>
            <a:r>
              <a:rPr dirty="0" spc="-35"/>
              <a:t> </a:t>
            </a:r>
            <a:r>
              <a:rPr dirty="0" spc="-145"/>
              <a:t>It</a:t>
            </a:r>
            <a:r>
              <a:rPr dirty="0" spc="-35"/>
              <a:t> </a:t>
            </a:r>
            <a:r>
              <a:rPr dirty="0" spc="-165"/>
              <a:t>saves</a:t>
            </a:r>
            <a:r>
              <a:rPr dirty="0" spc="-30"/>
              <a:t> </a:t>
            </a:r>
            <a:r>
              <a:rPr dirty="0" spc="-155"/>
              <a:t>you</a:t>
            </a:r>
            <a:r>
              <a:rPr dirty="0" spc="-35"/>
              <a:t> </a:t>
            </a:r>
            <a:r>
              <a:rPr dirty="0" spc="-190"/>
              <a:t>in</a:t>
            </a:r>
            <a:r>
              <a:rPr dirty="0" spc="-35"/>
              <a:t> </a:t>
            </a:r>
            <a:r>
              <a:rPr dirty="0" spc="-160"/>
              <a:t>Phase</a:t>
            </a:r>
            <a:r>
              <a:rPr dirty="0" spc="-40"/>
              <a:t> </a:t>
            </a:r>
            <a:r>
              <a:rPr dirty="0" spc="-25"/>
              <a:t>4.</a:t>
            </a:r>
            <a:endParaRPr sz="19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73099" y="1216025"/>
            <a:ext cx="948753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25">
                <a:solidFill>
                  <a:srgbClr val="4A4E6A"/>
                </a:solidFill>
                <a:latin typeface="Tahoma"/>
                <a:cs typeface="Tahoma"/>
              </a:rPr>
              <a:t>A</a:t>
            </a:r>
            <a:r>
              <a:rPr dirty="0" sz="105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75">
                <a:solidFill>
                  <a:srgbClr val="4A4E6A"/>
                </a:solidFill>
                <a:latin typeface="Tahoma"/>
                <a:cs typeface="Tahoma"/>
              </a:rPr>
              <a:t>key</a:t>
            </a:r>
            <a:r>
              <a:rPr dirty="0" sz="105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40">
                <a:solidFill>
                  <a:srgbClr val="4A4E6A"/>
                </a:solidFill>
                <a:latin typeface="Tahoma"/>
                <a:cs typeface="Tahoma"/>
              </a:rPr>
              <a:t>is</a:t>
            </a:r>
            <a:r>
              <a:rPr dirty="0" sz="105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55">
                <a:solidFill>
                  <a:srgbClr val="4A4E6A"/>
                </a:solidFill>
                <a:latin typeface="Tahoma"/>
                <a:cs typeface="Tahoma"/>
              </a:rPr>
              <a:t>a</a:t>
            </a:r>
            <a:r>
              <a:rPr dirty="0" sz="105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45">
                <a:solidFill>
                  <a:srgbClr val="4A4E6A"/>
                </a:solidFill>
                <a:latin typeface="Tahoma"/>
                <a:cs typeface="Tahoma"/>
              </a:rPr>
              <a:t>unique</a:t>
            </a:r>
            <a:r>
              <a:rPr dirty="0" sz="105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50">
                <a:solidFill>
                  <a:srgbClr val="4A4E6A"/>
                </a:solidFill>
                <a:latin typeface="Tahoma"/>
                <a:cs typeface="Tahoma"/>
              </a:rPr>
              <a:t>string</a:t>
            </a:r>
            <a:r>
              <a:rPr dirty="0" sz="105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60">
                <a:solidFill>
                  <a:srgbClr val="4A4E6A"/>
                </a:solidFill>
                <a:latin typeface="Tahoma"/>
                <a:cs typeface="Tahoma"/>
              </a:rPr>
              <a:t>name</a:t>
            </a:r>
            <a:r>
              <a:rPr dirty="0" sz="105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40">
                <a:solidFill>
                  <a:srgbClr val="4A4E6A"/>
                </a:solidFill>
                <a:latin typeface="Tahoma"/>
                <a:cs typeface="Tahoma"/>
              </a:rPr>
              <a:t>for</a:t>
            </a:r>
            <a:r>
              <a:rPr dirty="0" sz="105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55">
                <a:solidFill>
                  <a:srgbClr val="4A4E6A"/>
                </a:solidFill>
                <a:latin typeface="Tahoma"/>
                <a:cs typeface="Tahoma"/>
              </a:rPr>
              <a:t>a</a:t>
            </a:r>
            <a:r>
              <a:rPr dirty="0" sz="105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50">
                <a:solidFill>
                  <a:srgbClr val="4A4E6A"/>
                </a:solidFill>
                <a:latin typeface="Tahoma"/>
                <a:cs typeface="Tahoma"/>
              </a:rPr>
              <a:t>widget.</a:t>
            </a:r>
            <a:r>
              <a:rPr dirty="0" sz="105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35">
                <a:solidFill>
                  <a:srgbClr val="4A4E6A"/>
                </a:solidFill>
                <a:latin typeface="Tahoma"/>
                <a:cs typeface="Tahoma"/>
              </a:rPr>
              <a:t>Without</a:t>
            </a:r>
            <a:r>
              <a:rPr dirty="0" sz="105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30">
                <a:solidFill>
                  <a:srgbClr val="4A4E6A"/>
                </a:solidFill>
                <a:latin typeface="Tahoma"/>
                <a:cs typeface="Tahoma"/>
              </a:rPr>
              <a:t>it,</a:t>
            </a:r>
            <a:r>
              <a:rPr dirty="0" sz="105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45">
                <a:solidFill>
                  <a:srgbClr val="4A4E6A"/>
                </a:solidFill>
                <a:latin typeface="Tahoma"/>
                <a:cs typeface="Tahoma"/>
              </a:rPr>
              <a:t>Streamlit</a:t>
            </a:r>
            <a:r>
              <a:rPr dirty="0" sz="105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60">
                <a:solidFill>
                  <a:srgbClr val="4A4E6A"/>
                </a:solidFill>
                <a:latin typeface="Tahoma"/>
                <a:cs typeface="Tahoma"/>
              </a:rPr>
              <a:t>generates</a:t>
            </a:r>
            <a:r>
              <a:rPr dirty="0" sz="105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45">
                <a:solidFill>
                  <a:srgbClr val="4A4E6A"/>
                </a:solidFill>
                <a:latin typeface="Tahoma"/>
                <a:cs typeface="Tahoma"/>
              </a:rPr>
              <a:t>one</a:t>
            </a:r>
            <a:r>
              <a:rPr dirty="0" sz="105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55">
                <a:solidFill>
                  <a:srgbClr val="4A4E6A"/>
                </a:solidFill>
                <a:latin typeface="Tahoma"/>
                <a:cs typeface="Tahoma"/>
              </a:rPr>
              <a:t>automatically.</a:t>
            </a:r>
            <a:r>
              <a:rPr dirty="0" sz="105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30">
                <a:solidFill>
                  <a:srgbClr val="4A4E6A"/>
                </a:solidFill>
                <a:latin typeface="Tahoma"/>
                <a:cs typeface="Tahoma"/>
              </a:rPr>
              <a:t>With</a:t>
            </a:r>
            <a:r>
              <a:rPr dirty="0" sz="105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30">
                <a:solidFill>
                  <a:srgbClr val="4A4E6A"/>
                </a:solidFill>
                <a:latin typeface="Tahoma"/>
                <a:cs typeface="Tahoma"/>
              </a:rPr>
              <a:t>it,</a:t>
            </a:r>
            <a:r>
              <a:rPr dirty="0" sz="105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55">
                <a:solidFill>
                  <a:srgbClr val="4A4E6A"/>
                </a:solidFill>
                <a:latin typeface="Tahoma"/>
                <a:cs typeface="Tahoma"/>
              </a:rPr>
              <a:t>you</a:t>
            </a:r>
            <a:r>
              <a:rPr dirty="0" sz="105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40">
                <a:solidFill>
                  <a:srgbClr val="4A4E6A"/>
                </a:solidFill>
                <a:latin typeface="Tahoma"/>
                <a:cs typeface="Tahoma"/>
              </a:rPr>
              <a:t>control</a:t>
            </a:r>
            <a:r>
              <a:rPr dirty="0" sz="105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40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105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50">
                <a:solidFill>
                  <a:srgbClr val="4A4E6A"/>
                </a:solidFill>
                <a:latin typeface="Tahoma"/>
                <a:cs typeface="Tahoma"/>
              </a:rPr>
              <a:t>widget</a:t>
            </a:r>
            <a:r>
              <a:rPr dirty="0" sz="105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50">
                <a:solidFill>
                  <a:srgbClr val="4A4E6A"/>
                </a:solidFill>
                <a:latin typeface="Tahoma"/>
                <a:cs typeface="Tahoma"/>
              </a:rPr>
              <a:t>programmatically</a:t>
            </a:r>
            <a:r>
              <a:rPr dirty="0" sz="105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4A4E6A"/>
                </a:solidFill>
                <a:latin typeface="Tahoma"/>
                <a:cs typeface="Tahoma"/>
              </a:rPr>
              <a:t>—</a:t>
            </a:r>
            <a:r>
              <a:rPr dirty="0" sz="105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50">
                <a:solidFill>
                  <a:srgbClr val="4A4E6A"/>
                </a:solidFill>
                <a:latin typeface="Tahoma"/>
                <a:cs typeface="Tahoma"/>
              </a:rPr>
              <a:t>read</a:t>
            </a:r>
            <a:r>
              <a:rPr dirty="0" sz="105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30">
                <a:solidFill>
                  <a:srgbClr val="4A4E6A"/>
                </a:solidFill>
                <a:latin typeface="Tahoma"/>
                <a:cs typeface="Tahoma"/>
              </a:rPr>
              <a:t>its</a:t>
            </a:r>
            <a:r>
              <a:rPr dirty="0" sz="105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55">
                <a:solidFill>
                  <a:srgbClr val="4A4E6A"/>
                </a:solidFill>
                <a:latin typeface="Tahoma"/>
                <a:cs typeface="Tahoma"/>
              </a:rPr>
              <a:t>value,</a:t>
            </a:r>
            <a:r>
              <a:rPr dirty="0" sz="105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50">
                <a:solidFill>
                  <a:srgbClr val="4A4E6A"/>
                </a:solidFill>
                <a:latin typeface="Tahoma"/>
                <a:cs typeface="Tahoma"/>
              </a:rPr>
              <a:t>update</a:t>
            </a:r>
            <a:r>
              <a:rPr dirty="0" sz="105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30">
                <a:solidFill>
                  <a:srgbClr val="4A4E6A"/>
                </a:solidFill>
                <a:latin typeface="Tahoma"/>
                <a:cs typeface="Tahoma"/>
              </a:rPr>
              <a:t>it,</a:t>
            </a:r>
            <a:r>
              <a:rPr dirty="0" sz="105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45">
                <a:solidFill>
                  <a:srgbClr val="4A4E6A"/>
                </a:solidFill>
                <a:latin typeface="Tahoma"/>
                <a:cs typeface="Tahoma"/>
              </a:rPr>
              <a:t>reset</a:t>
            </a:r>
            <a:r>
              <a:rPr dirty="0" sz="105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25">
                <a:solidFill>
                  <a:srgbClr val="4A4E6A"/>
                </a:solidFill>
                <a:latin typeface="Tahoma"/>
                <a:cs typeface="Tahoma"/>
              </a:rPr>
              <a:t>it.</a:t>
            </a:r>
            <a:endParaRPr sz="1050">
              <a:latin typeface="Tahoma"/>
              <a:cs typeface="Tahom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85799" y="1533524"/>
            <a:ext cx="5334000" cy="4200525"/>
            <a:chOff x="685799" y="1533524"/>
            <a:chExt cx="5334000" cy="4200525"/>
          </a:xfrm>
        </p:grpSpPr>
        <p:sp>
          <p:nvSpPr>
            <p:cNvPr id="8" name="object 8"/>
            <p:cNvSpPr/>
            <p:nvPr/>
          </p:nvSpPr>
          <p:spPr>
            <a:xfrm>
              <a:off x="704849" y="1538287"/>
              <a:ext cx="5310505" cy="4191000"/>
            </a:xfrm>
            <a:custGeom>
              <a:avLst/>
              <a:gdLst/>
              <a:ahLst/>
              <a:cxnLst/>
              <a:rect l="l" t="t" r="r" b="b"/>
              <a:pathLst>
                <a:path w="5310505" h="4191000">
                  <a:moveTo>
                    <a:pt x="5190042" y="4190999"/>
                  </a:moveTo>
                  <a:lnTo>
                    <a:pt x="106794" y="4190999"/>
                  </a:lnTo>
                  <a:lnTo>
                    <a:pt x="99362" y="4190175"/>
                  </a:lnTo>
                  <a:lnTo>
                    <a:pt x="57038" y="4174018"/>
                  </a:lnTo>
                  <a:lnTo>
                    <a:pt x="28170" y="4147366"/>
                  </a:lnTo>
                  <a:lnTo>
                    <a:pt x="5828" y="4103820"/>
                  </a:lnTo>
                  <a:lnTo>
                    <a:pt x="0" y="4070855"/>
                  </a:lnTo>
                  <a:lnTo>
                    <a:pt x="0" y="4062412"/>
                  </a:lnTo>
                  <a:lnTo>
                    <a:pt x="0" y="120144"/>
                  </a:lnTo>
                  <a:lnTo>
                    <a:pt x="11572" y="71578"/>
                  </a:lnTo>
                  <a:lnTo>
                    <a:pt x="38784" y="31691"/>
                  </a:lnTo>
                  <a:lnTo>
                    <a:pt x="77493" y="6556"/>
                  </a:lnTo>
                  <a:lnTo>
                    <a:pt x="106794" y="0"/>
                  </a:lnTo>
                  <a:lnTo>
                    <a:pt x="5190042" y="0"/>
                  </a:lnTo>
                  <a:lnTo>
                    <a:pt x="5238607" y="13018"/>
                  </a:lnTo>
                  <a:lnTo>
                    <a:pt x="5278494" y="43632"/>
                  </a:lnTo>
                  <a:lnTo>
                    <a:pt x="5303629" y="87179"/>
                  </a:lnTo>
                  <a:lnTo>
                    <a:pt x="5310186" y="120144"/>
                  </a:lnTo>
                  <a:lnTo>
                    <a:pt x="5310186" y="4070855"/>
                  </a:lnTo>
                  <a:lnTo>
                    <a:pt x="5297167" y="4119420"/>
                  </a:lnTo>
                  <a:lnTo>
                    <a:pt x="5266554" y="4159306"/>
                  </a:lnTo>
                  <a:lnTo>
                    <a:pt x="5223006" y="4184441"/>
                  </a:lnTo>
                  <a:lnTo>
                    <a:pt x="5198405" y="4190175"/>
                  </a:lnTo>
                  <a:lnTo>
                    <a:pt x="5190042" y="4190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753770" y="1533524"/>
              <a:ext cx="5266055" cy="4200525"/>
            </a:xfrm>
            <a:custGeom>
              <a:avLst/>
              <a:gdLst/>
              <a:ahLst/>
              <a:cxnLst/>
              <a:rect l="l" t="t" r="r" b="b"/>
              <a:pathLst>
                <a:path w="5266055" h="4200525">
                  <a:moveTo>
                    <a:pt x="5266017" y="133350"/>
                  </a:moveTo>
                  <a:lnTo>
                    <a:pt x="5260314" y="94703"/>
                  </a:lnTo>
                  <a:lnTo>
                    <a:pt x="5243563" y="59258"/>
                  </a:lnTo>
                  <a:lnTo>
                    <a:pt x="5227409" y="39573"/>
                  </a:lnTo>
                  <a:lnTo>
                    <a:pt x="5195595" y="15773"/>
                  </a:lnTo>
                  <a:lnTo>
                    <a:pt x="5158689" y="2540"/>
                  </a:lnTo>
                  <a:lnTo>
                    <a:pt x="5132667" y="0"/>
                  </a:lnTo>
                  <a:lnTo>
                    <a:pt x="65366" y="0"/>
                  </a:lnTo>
                  <a:lnTo>
                    <a:pt x="26720" y="5715"/>
                  </a:lnTo>
                  <a:lnTo>
                    <a:pt x="0" y="17233"/>
                  </a:lnTo>
                  <a:lnTo>
                    <a:pt x="22542" y="22872"/>
                  </a:lnTo>
                  <a:lnTo>
                    <a:pt x="28917" y="18961"/>
                  </a:lnTo>
                  <a:lnTo>
                    <a:pt x="37769" y="14833"/>
                  </a:lnTo>
                  <a:lnTo>
                    <a:pt x="46786" y="11887"/>
                  </a:lnTo>
                  <a:lnTo>
                    <a:pt x="55994" y="10121"/>
                  </a:lnTo>
                  <a:lnTo>
                    <a:pt x="65366" y="9525"/>
                  </a:lnTo>
                  <a:lnTo>
                    <a:pt x="5132667" y="9525"/>
                  </a:lnTo>
                  <a:lnTo>
                    <a:pt x="5180063" y="18961"/>
                  </a:lnTo>
                  <a:lnTo>
                    <a:pt x="5220233" y="45796"/>
                  </a:lnTo>
                  <a:lnTo>
                    <a:pt x="5220678" y="46304"/>
                  </a:lnTo>
                  <a:lnTo>
                    <a:pt x="5228437" y="54838"/>
                  </a:lnTo>
                  <a:lnTo>
                    <a:pt x="5251196" y="97459"/>
                  </a:lnTo>
                  <a:lnTo>
                    <a:pt x="5256492" y="133350"/>
                  </a:lnTo>
                  <a:lnTo>
                    <a:pt x="5256492" y="4067175"/>
                  </a:lnTo>
                  <a:lnTo>
                    <a:pt x="5247068" y="4114571"/>
                  </a:lnTo>
                  <a:lnTo>
                    <a:pt x="5220678" y="4154233"/>
                  </a:lnTo>
                  <a:lnTo>
                    <a:pt x="5220233" y="4154741"/>
                  </a:lnTo>
                  <a:lnTo>
                    <a:pt x="5180063" y="4181576"/>
                  </a:lnTo>
                  <a:lnTo>
                    <a:pt x="5145125" y="4190377"/>
                  </a:lnTo>
                  <a:lnTo>
                    <a:pt x="5145646" y="4190377"/>
                  </a:lnTo>
                  <a:lnTo>
                    <a:pt x="5132667" y="4191000"/>
                  </a:lnTo>
                  <a:lnTo>
                    <a:pt x="65366" y="4191000"/>
                  </a:lnTo>
                  <a:lnTo>
                    <a:pt x="55397" y="4190377"/>
                  </a:lnTo>
                  <a:lnTo>
                    <a:pt x="55791" y="4190377"/>
                  </a:lnTo>
                  <a:lnTo>
                    <a:pt x="46786" y="4188650"/>
                  </a:lnTo>
                  <a:lnTo>
                    <a:pt x="37769" y="4185704"/>
                  </a:lnTo>
                  <a:lnTo>
                    <a:pt x="28917" y="4181576"/>
                  </a:lnTo>
                  <a:lnTo>
                    <a:pt x="22542" y="4177665"/>
                  </a:lnTo>
                  <a:lnTo>
                    <a:pt x="0" y="4183303"/>
                  </a:lnTo>
                  <a:lnTo>
                    <a:pt x="39357" y="4197997"/>
                  </a:lnTo>
                  <a:lnTo>
                    <a:pt x="65366" y="4200525"/>
                  </a:lnTo>
                  <a:lnTo>
                    <a:pt x="5132667" y="4200525"/>
                  </a:lnTo>
                  <a:lnTo>
                    <a:pt x="5145811" y="4199902"/>
                  </a:lnTo>
                  <a:lnTo>
                    <a:pt x="5158689" y="4197997"/>
                  </a:lnTo>
                  <a:lnTo>
                    <a:pt x="5171325" y="4194822"/>
                  </a:lnTo>
                  <a:lnTo>
                    <a:pt x="5181955" y="4191000"/>
                  </a:lnTo>
                  <a:lnTo>
                    <a:pt x="5183708" y="4190377"/>
                  </a:lnTo>
                  <a:lnTo>
                    <a:pt x="5217223" y="4170311"/>
                  </a:lnTo>
                  <a:lnTo>
                    <a:pt x="5243563" y="4141279"/>
                  </a:lnTo>
                  <a:lnTo>
                    <a:pt x="5260314" y="4105833"/>
                  </a:lnTo>
                  <a:lnTo>
                    <a:pt x="5266017" y="4067175"/>
                  </a:lnTo>
                  <a:lnTo>
                    <a:pt x="5266017" y="133350"/>
                  </a:lnTo>
                  <a:close/>
                </a:path>
              </a:pathLst>
            </a:custGeom>
            <a:solidFill>
              <a:srgbClr val="E4DE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685799" y="1550588"/>
              <a:ext cx="90805" cy="4166870"/>
            </a:xfrm>
            <a:custGeom>
              <a:avLst/>
              <a:gdLst/>
              <a:ahLst/>
              <a:cxnLst/>
              <a:rect l="l" t="t" r="r" b="b"/>
              <a:pathLst>
                <a:path w="90804" h="4166870">
                  <a:moveTo>
                    <a:pt x="68254" y="4166397"/>
                  </a:moveTo>
                  <a:lnTo>
                    <a:pt x="30217" y="4134666"/>
                  </a:lnTo>
                  <a:lnTo>
                    <a:pt x="10150" y="4101141"/>
                  </a:lnTo>
                  <a:lnTo>
                    <a:pt x="634" y="4063247"/>
                  </a:lnTo>
                  <a:lnTo>
                    <a:pt x="0" y="4050111"/>
                  </a:lnTo>
                  <a:lnTo>
                    <a:pt x="0" y="116286"/>
                  </a:lnTo>
                  <a:lnTo>
                    <a:pt x="5709" y="77634"/>
                  </a:lnTo>
                  <a:lnTo>
                    <a:pt x="22452" y="42187"/>
                  </a:lnTo>
                  <a:lnTo>
                    <a:pt x="48794" y="13153"/>
                  </a:lnTo>
                  <a:lnTo>
                    <a:pt x="68253" y="0"/>
                  </a:lnTo>
                  <a:lnTo>
                    <a:pt x="90791" y="5634"/>
                  </a:lnTo>
                  <a:lnTo>
                    <a:pt x="88403" y="7099"/>
                  </a:lnTo>
                  <a:lnTo>
                    <a:pt x="80421" y="13310"/>
                  </a:lnTo>
                  <a:lnTo>
                    <a:pt x="54137" y="47479"/>
                  </a:lnTo>
                  <a:lnTo>
                    <a:pt x="39912" y="92124"/>
                  </a:lnTo>
                  <a:lnTo>
                    <a:pt x="38100" y="116286"/>
                  </a:lnTo>
                  <a:lnTo>
                    <a:pt x="38100" y="4050111"/>
                  </a:lnTo>
                  <a:lnTo>
                    <a:pt x="45350" y="4097496"/>
                  </a:lnTo>
                  <a:lnTo>
                    <a:pt x="65998" y="4137668"/>
                  </a:lnTo>
                  <a:lnTo>
                    <a:pt x="90792" y="4160762"/>
                  </a:lnTo>
                  <a:lnTo>
                    <a:pt x="68254" y="4166397"/>
                  </a:lnTo>
                  <a:close/>
                </a:path>
              </a:pathLst>
            </a:custGeom>
            <a:solidFill>
              <a:srgbClr val="FF6A5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962149" y="1714499"/>
              <a:ext cx="771525" cy="200025"/>
            </a:xfrm>
            <a:custGeom>
              <a:avLst/>
              <a:gdLst/>
              <a:ahLst/>
              <a:cxnLst/>
              <a:rect l="l" t="t" r="r" b="b"/>
              <a:pathLst>
                <a:path w="771525" h="200025">
                  <a:moveTo>
                    <a:pt x="678079" y="200024"/>
                  </a:moveTo>
                  <a:lnTo>
                    <a:pt x="93445" y="200024"/>
                  </a:lnTo>
                  <a:lnTo>
                    <a:pt x="86941" y="199384"/>
                  </a:lnTo>
                  <a:lnTo>
                    <a:pt x="49908" y="186818"/>
                  </a:lnTo>
                  <a:lnTo>
                    <a:pt x="20503" y="161036"/>
                  </a:lnTo>
                  <a:lnTo>
                    <a:pt x="3202" y="125964"/>
                  </a:lnTo>
                  <a:lnTo>
                    <a:pt x="0" y="106579"/>
                  </a:lnTo>
                  <a:lnTo>
                    <a:pt x="0" y="100012"/>
                  </a:lnTo>
                  <a:lnTo>
                    <a:pt x="0" y="93445"/>
                  </a:lnTo>
                  <a:lnTo>
                    <a:pt x="10126" y="55672"/>
                  </a:lnTo>
                  <a:lnTo>
                    <a:pt x="33936" y="24649"/>
                  </a:lnTo>
                  <a:lnTo>
                    <a:pt x="67806" y="5099"/>
                  </a:lnTo>
                  <a:lnTo>
                    <a:pt x="93445" y="0"/>
                  </a:lnTo>
                  <a:lnTo>
                    <a:pt x="678079" y="0"/>
                  </a:lnTo>
                  <a:lnTo>
                    <a:pt x="715852" y="10126"/>
                  </a:lnTo>
                  <a:lnTo>
                    <a:pt x="746875" y="33936"/>
                  </a:lnTo>
                  <a:lnTo>
                    <a:pt x="766424" y="67806"/>
                  </a:lnTo>
                  <a:lnTo>
                    <a:pt x="771524" y="93445"/>
                  </a:lnTo>
                  <a:lnTo>
                    <a:pt x="771524" y="106579"/>
                  </a:lnTo>
                  <a:lnTo>
                    <a:pt x="761399" y="144352"/>
                  </a:lnTo>
                  <a:lnTo>
                    <a:pt x="737588" y="175375"/>
                  </a:lnTo>
                  <a:lnTo>
                    <a:pt x="703718" y="194925"/>
                  </a:lnTo>
                  <a:lnTo>
                    <a:pt x="684583" y="199384"/>
                  </a:lnTo>
                  <a:lnTo>
                    <a:pt x="678079" y="200024"/>
                  </a:lnTo>
                  <a:close/>
                </a:path>
              </a:pathLst>
            </a:custGeom>
            <a:solidFill>
              <a:srgbClr val="FFE7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933449" y="2028824"/>
              <a:ext cx="4867275" cy="3286125"/>
            </a:xfrm>
            <a:custGeom>
              <a:avLst/>
              <a:gdLst/>
              <a:ahLst/>
              <a:cxnLst/>
              <a:rect l="l" t="t" r="r" b="b"/>
              <a:pathLst>
                <a:path w="4867275" h="3286125">
                  <a:moveTo>
                    <a:pt x="4760479" y="3286124"/>
                  </a:moveTo>
                  <a:lnTo>
                    <a:pt x="106795" y="3286124"/>
                  </a:lnTo>
                  <a:lnTo>
                    <a:pt x="99362" y="3285392"/>
                  </a:lnTo>
                  <a:lnTo>
                    <a:pt x="57038" y="3271030"/>
                  </a:lnTo>
                  <a:lnTo>
                    <a:pt x="23432" y="3241565"/>
                  </a:lnTo>
                  <a:lnTo>
                    <a:pt x="3660" y="3201483"/>
                  </a:lnTo>
                  <a:lnTo>
                    <a:pt x="0" y="3179329"/>
                  </a:lnTo>
                  <a:lnTo>
                    <a:pt x="0" y="3171824"/>
                  </a:lnTo>
                  <a:lnTo>
                    <a:pt x="0" y="106794"/>
                  </a:lnTo>
                  <a:lnTo>
                    <a:pt x="11572" y="63625"/>
                  </a:lnTo>
                  <a:lnTo>
                    <a:pt x="38784" y="28170"/>
                  </a:lnTo>
                  <a:lnTo>
                    <a:pt x="77493" y="5828"/>
                  </a:lnTo>
                  <a:lnTo>
                    <a:pt x="106795" y="0"/>
                  </a:lnTo>
                  <a:lnTo>
                    <a:pt x="4760479" y="0"/>
                  </a:lnTo>
                  <a:lnTo>
                    <a:pt x="4803647" y="11572"/>
                  </a:lnTo>
                  <a:lnTo>
                    <a:pt x="4839103" y="38784"/>
                  </a:lnTo>
                  <a:lnTo>
                    <a:pt x="4861445" y="77492"/>
                  </a:lnTo>
                  <a:lnTo>
                    <a:pt x="4867274" y="106794"/>
                  </a:lnTo>
                  <a:lnTo>
                    <a:pt x="4867274" y="3179329"/>
                  </a:lnTo>
                  <a:lnTo>
                    <a:pt x="4855701" y="3222498"/>
                  </a:lnTo>
                  <a:lnTo>
                    <a:pt x="4828489" y="3257953"/>
                  </a:lnTo>
                  <a:lnTo>
                    <a:pt x="4789780" y="3280294"/>
                  </a:lnTo>
                  <a:lnTo>
                    <a:pt x="4767912" y="3285392"/>
                  </a:lnTo>
                  <a:lnTo>
                    <a:pt x="4760479" y="3286124"/>
                  </a:lnTo>
                  <a:close/>
                </a:path>
              </a:pathLst>
            </a:custGeom>
            <a:solidFill>
              <a:srgbClr val="1B1F3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753773" y="1730375"/>
            <a:ext cx="5220335" cy="38296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79070">
              <a:lnSpc>
                <a:spcPct val="100000"/>
              </a:lnSpc>
              <a:spcBef>
                <a:spcPts val="125"/>
              </a:spcBef>
              <a:tabLst>
                <a:tab pos="1292225" algn="l"/>
              </a:tabLst>
            </a:pPr>
            <a:r>
              <a:rPr dirty="0" baseline="3472" sz="1200" spc="-60" b="1">
                <a:solidFill>
                  <a:srgbClr val="797E94"/>
                </a:solidFill>
                <a:latin typeface="Cambria"/>
                <a:cs typeface="Cambria"/>
              </a:rPr>
              <a:t>W</a:t>
            </a:r>
            <a:r>
              <a:rPr dirty="0" baseline="3472" sz="1200" spc="-44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baseline="3472" sz="1200" spc="-97" b="1">
                <a:solidFill>
                  <a:srgbClr val="797E94"/>
                </a:solidFill>
                <a:latin typeface="Cambria"/>
                <a:cs typeface="Cambria"/>
              </a:rPr>
              <a:t>I</a:t>
            </a:r>
            <a:r>
              <a:rPr dirty="0" baseline="3472" sz="1200" spc="-44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baseline="3472" sz="1200" spc="-172" b="1">
                <a:solidFill>
                  <a:srgbClr val="797E94"/>
                </a:solidFill>
                <a:latin typeface="Cambria"/>
                <a:cs typeface="Cambria"/>
              </a:rPr>
              <a:t>T</a:t>
            </a:r>
            <a:r>
              <a:rPr dirty="0" baseline="3472" sz="1200" spc="-44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baseline="3472" sz="1200" spc="-97" b="1">
                <a:solidFill>
                  <a:srgbClr val="797E94"/>
                </a:solidFill>
                <a:latin typeface="Cambria"/>
                <a:cs typeface="Cambria"/>
              </a:rPr>
              <a:t>H</a:t>
            </a:r>
            <a:r>
              <a:rPr dirty="0" baseline="3472" sz="1200" spc="-44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baseline="3472" sz="1200" b="1">
                <a:solidFill>
                  <a:srgbClr val="797E94"/>
                </a:solidFill>
                <a:latin typeface="Cambria"/>
                <a:cs typeface="Cambria"/>
              </a:rPr>
              <a:t>O</a:t>
            </a:r>
            <a:r>
              <a:rPr dirty="0" baseline="3472" sz="1200" spc="-67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baseline="3472" sz="1200" b="1">
                <a:solidFill>
                  <a:srgbClr val="797E94"/>
                </a:solidFill>
                <a:latin typeface="Cambria"/>
                <a:cs typeface="Cambria"/>
              </a:rPr>
              <a:t>U</a:t>
            </a:r>
            <a:r>
              <a:rPr dirty="0" baseline="3472" sz="1200" spc="-67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baseline="3472" sz="1200" b="1">
                <a:solidFill>
                  <a:srgbClr val="797E94"/>
                </a:solidFill>
                <a:latin typeface="Cambria"/>
                <a:cs typeface="Cambria"/>
              </a:rPr>
              <a:t>T</a:t>
            </a:r>
            <a:r>
              <a:rPr dirty="0" baseline="3472" sz="1200" spc="390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baseline="3472" sz="1200" b="1">
                <a:solidFill>
                  <a:srgbClr val="797E94"/>
                </a:solidFill>
                <a:latin typeface="Cambria"/>
                <a:cs typeface="Cambria"/>
              </a:rPr>
              <a:t>A</a:t>
            </a:r>
            <a:r>
              <a:rPr dirty="0" baseline="3472" sz="1200" spc="427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baseline="3472" sz="1200" spc="-157" b="1">
                <a:solidFill>
                  <a:srgbClr val="797E94"/>
                </a:solidFill>
                <a:latin typeface="Cambria"/>
                <a:cs typeface="Cambria"/>
              </a:rPr>
              <a:t>K</a:t>
            </a:r>
            <a:r>
              <a:rPr dirty="0" baseline="3472" sz="1200" spc="-44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baseline="3472" sz="1200" spc="-104" b="1">
                <a:solidFill>
                  <a:srgbClr val="797E94"/>
                </a:solidFill>
                <a:latin typeface="Cambria"/>
                <a:cs typeface="Cambria"/>
              </a:rPr>
              <a:t>E</a:t>
            </a:r>
            <a:r>
              <a:rPr dirty="0" baseline="3472" sz="1200" spc="-44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baseline="3472" sz="1200" spc="-75" b="1">
                <a:solidFill>
                  <a:srgbClr val="797E94"/>
                </a:solidFill>
                <a:latin typeface="Cambria"/>
                <a:cs typeface="Cambria"/>
              </a:rPr>
              <a:t>Y</a:t>
            </a:r>
            <a:r>
              <a:rPr dirty="0" baseline="3472" sz="1200" b="1">
                <a:solidFill>
                  <a:srgbClr val="797E94"/>
                </a:solidFill>
                <a:latin typeface="Cambria"/>
                <a:cs typeface="Cambria"/>
              </a:rPr>
              <a:t>	</a:t>
            </a:r>
            <a:r>
              <a:rPr dirty="0" sz="750" spc="-10" b="1">
                <a:solidFill>
                  <a:srgbClr val="FF6A5B"/>
                </a:solidFill>
                <a:latin typeface="Cambria"/>
                <a:cs typeface="Cambria"/>
              </a:rPr>
              <a:t>THE</a:t>
            </a:r>
            <a:r>
              <a:rPr dirty="0" sz="750" spc="2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750" spc="-10" b="1">
                <a:solidFill>
                  <a:srgbClr val="FF6A5B"/>
                </a:solidFill>
                <a:latin typeface="Cambria"/>
                <a:cs typeface="Cambria"/>
              </a:rPr>
              <a:t>DEFAULT</a:t>
            </a:r>
            <a:endParaRPr sz="750">
              <a:latin typeface="Cambria"/>
              <a:cs typeface="Cambria"/>
            </a:endParaRPr>
          </a:p>
          <a:p>
            <a:pPr>
              <a:lnSpc>
                <a:spcPct val="100000"/>
              </a:lnSpc>
            </a:pPr>
            <a:endParaRPr sz="8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800">
              <a:latin typeface="Cambria"/>
              <a:cs typeface="Cambria"/>
            </a:endParaRPr>
          </a:p>
          <a:p>
            <a:pPr marL="331470" marR="2506980">
              <a:lnSpc>
                <a:spcPct val="135400"/>
              </a:lnSpc>
            </a:pP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900" spc="-5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Streamlit</a:t>
            </a:r>
            <a:r>
              <a:rPr dirty="0" sz="900" spc="-5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spc="-10" i="1">
                <a:solidFill>
                  <a:srgbClr val="8B8FB4"/>
                </a:solidFill>
                <a:latin typeface="Courier New"/>
                <a:cs typeface="Courier New"/>
              </a:rPr>
              <a:t>auto-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generates</a:t>
            </a:r>
            <a:r>
              <a:rPr dirty="0" sz="900" spc="-5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a</a:t>
            </a:r>
            <a:r>
              <a:rPr dirty="0" sz="900" spc="-5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spc="-25" i="1">
                <a:solidFill>
                  <a:srgbClr val="8B8FB4"/>
                </a:solidFill>
                <a:latin typeface="Courier New"/>
                <a:cs typeface="Courier New"/>
              </a:rPr>
              <a:t>key </a:t>
            </a:r>
            <a:r>
              <a:rPr dirty="0" sz="900">
                <a:solidFill>
                  <a:srgbClr val="E7E9F5"/>
                </a:solidFill>
                <a:latin typeface="Courier New"/>
                <a:cs typeface="Courier New"/>
              </a:rPr>
              <a:t>name</a:t>
            </a:r>
            <a:r>
              <a:rPr dirty="0" sz="900" spc="-25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900">
                <a:solidFill>
                  <a:srgbClr val="E7E9F5"/>
                </a:solidFill>
                <a:latin typeface="Courier New"/>
                <a:cs typeface="Courier New"/>
              </a:rPr>
              <a:t>=</a:t>
            </a:r>
            <a:r>
              <a:rPr dirty="0" sz="900" spc="-2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900" spc="-10">
                <a:solidFill>
                  <a:srgbClr val="FF8B7E"/>
                </a:solidFill>
                <a:latin typeface="Courier New"/>
                <a:cs typeface="Courier New"/>
              </a:rPr>
              <a:t>st</a:t>
            </a:r>
            <a:r>
              <a:rPr dirty="0" sz="900" spc="-10">
                <a:solidFill>
                  <a:srgbClr val="E7E9F5"/>
                </a:solidFill>
                <a:latin typeface="Courier New"/>
                <a:cs typeface="Courier New"/>
              </a:rPr>
              <a:t>.text_input(</a:t>
            </a:r>
            <a:r>
              <a:rPr dirty="0" sz="900" spc="-10">
                <a:solidFill>
                  <a:srgbClr val="B8E886"/>
                </a:solidFill>
                <a:latin typeface="Courier New"/>
                <a:cs typeface="Courier New"/>
              </a:rPr>
              <a:t>"Your</a:t>
            </a:r>
            <a:r>
              <a:rPr dirty="0" sz="900" spc="-20">
                <a:solidFill>
                  <a:srgbClr val="B8E886"/>
                </a:solidFill>
                <a:latin typeface="Courier New"/>
                <a:cs typeface="Courier New"/>
              </a:rPr>
              <a:t> </a:t>
            </a:r>
            <a:r>
              <a:rPr dirty="0" sz="900" spc="-10">
                <a:solidFill>
                  <a:srgbClr val="B8E886"/>
                </a:solidFill>
                <a:latin typeface="Courier New"/>
                <a:cs typeface="Courier New"/>
              </a:rPr>
              <a:t>name"</a:t>
            </a:r>
            <a:r>
              <a:rPr dirty="0" sz="900" spc="-10">
                <a:solidFill>
                  <a:srgbClr val="E7E9F5"/>
                </a:solidFill>
                <a:latin typeface="Courier New"/>
                <a:cs typeface="Courier New"/>
              </a:rPr>
              <a:t>)</a:t>
            </a:r>
            <a:r>
              <a:rPr dirty="0" sz="900" spc="50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900" spc="-5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→</a:t>
            </a:r>
            <a:r>
              <a:rPr dirty="0" sz="900" spc="-3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internally</a:t>
            </a:r>
            <a:r>
              <a:rPr dirty="0" sz="900" spc="-4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key</a:t>
            </a:r>
            <a:r>
              <a:rPr dirty="0" sz="900" spc="-3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=</a:t>
            </a:r>
            <a:r>
              <a:rPr dirty="0" sz="900" spc="-3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spc="-10" i="1">
                <a:solidFill>
                  <a:srgbClr val="8B8FB4"/>
                </a:solidFill>
                <a:latin typeface="Courier New"/>
                <a:cs typeface="Courier New"/>
              </a:rPr>
              <a:t>"text_input_0"</a:t>
            </a: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900"/>
              </a:spcBef>
            </a:pPr>
            <a:endParaRPr sz="900">
              <a:latin typeface="Courier New"/>
              <a:cs typeface="Courier New"/>
            </a:endParaRPr>
          </a:p>
          <a:p>
            <a:pPr marL="331470">
              <a:lnSpc>
                <a:spcPct val="100000"/>
              </a:lnSpc>
            </a:pPr>
            <a:r>
              <a:rPr dirty="0" sz="900">
                <a:solidFill>
                  <a:srgbClr val="E7E9F5"/>
                </a:solidFill>
                <a:latin typeface="Courier New"/>
                <a:cs typeface="Courier New"/>
              </a:rPr>
              <a:t>age</a:t>
            </a:r>
            <a:r>
              <a:rPr dirty="0" sz="900" spc="-35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900">
                <a:solidFill>
                  <a:srgbClr val="E7E9F5"/>
                </a:solidFill>
                <a:latin typeface="Courier New"/>
                <a:cs typeface="Courier New"/>
              </a:rPr>
              <a:t>=</a:t>
            </a:r>
            <a:r>
              <a:rPr dirty="0" sz="900" spc="-25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900" spc="-10">
                <a:solidFill>
                  <a:srgbClr val="FF8B7E"/>
                </a:solidFill>
                <a:latin typeface="Courier New"/>
                <a:cs typeface="Courier New"/>
              </a:rPr>
              <a:t>st</a:t>
            </a:r>
            <a:r>
              <a:rPr dirty="0" sz="900" spc="-10">
                <a:solidFill>
                  <a:srgbClr val="E7E9F5"/>
                </a:solidFill>
                <a:latin typeface="Courier New"/>
                <a:cs typeface="Courier New"/>
              </a:rPr>
              <a:t>.slider(</a:t>
            </a:r>
            <a:r>
              <a:rPr dirty="0" sz="900" spc="-10">
                <a:solidFill>
                  <a:srgbClr val="B8E886"/>
                </a:solidFill>
                <a:latin typeface="Courier New"/>
                <a:cs typeface="Courier New"/>
              </a:rPr>
              <a:t>"Age"</a:t>
            </a:r>
            <a:r>
              <a:rPr dirty="0" sz="900" spc="-10">
                <a:solidFill>
                  <a:srgbClr val="E7E9F5"/>
                </a:solidFill>
                <a:latin typeface="Courier New"/>
                <a:cs typeface="Courier New"/>
              </a:rPr>
              <a:t>,</a:t>
            </a:r>
            <a:r>
              <a:rPr dirty="0" sz="900" spc="-25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900">
                <a:solidFill>
                  <a:srgbClr val="B8E886"/>
                </a:solidFill>
                <a:latin typeface="Courier New"/>
                <a:cs typeface="Courier New"/>
              </a:rPr>
              <a:t>0</a:t>
            </a:r>
            <a:r>
              <a:rPr dirty="0" sz="900">
                <a:solidFill>
                  <a:srgbClr val="E7E9F5"/>
                </a:solidFill>
                <a:latin typeface="Courier New"/>
                <a:cs typeface="Courier New"/>
              </a:rPr>
              <a:t>,</a:t>
            </a:r>
            <a:r>
              <a:rPr dirty="0" sz="900" spc="-25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900">
                <a:solidFill>
                  <a:srgbClr val="B8E886"/>
                </a:solidFill>
                <a:latin typeface="Courier New"/>
                <a:cs typeface="Courier New"/>
              </a:rPr>
              <a:t>100</a:t>
            </a:r>
            <a:r>
              <a:rPr dirty="0" sz="900">
                <a:solidFill>
                  <a:srgbClr val="E7E9F5"/>
                </a:solidFill>
                <a:latin typeface="Courier New"/>
                <a:cs typeface="Courier New"/>
              </a:rPr>
              <a:t>,</a:t>
            </a:r>
            <a:r>
              <a:rPr dirty="0" sz="900" spc="-25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900" spc="-25">
                <a:solidFill>
                  <a:srgbClr val="B8E886"/>
                </a:solidFill>
                <a:latin typeface="Courier New"/>
                <a:cs typeface="Courier New"/>
              </a:rPr>
              <a:t>20</a:t>
            </a:r>
            <a:r>
              <a:rPr dirty="0" sz="900" spc="-25">
                <a:solidFill>
                  <a:srgbClr val="E7E9F5"/>
                </a:solidFill>
                <a:latin typeface="Courier New"/>
                <a:cs typeface="Courier New"/>
              </a:rPr>
              <a:t>)</a:t>
            </a:r>
            <a:endParaRPr sz="900">
              <a:latin typeface="Courier New"/>
              <a:cs typeface="Courier New"/>
            </a:endParaRPr>
          </a:p>
          <a:p>
            <a:pPr marL="331470">
              <a:lnSpc>
                <a:spcPct val="100000"/>
              </a:lnSpc>
              <a:spcBef>
                <a:spcPts val="420"/>
              </a:spcBef>
            </a:pP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900" spc="-5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→</a:t>
            </a:r>
            <a:r>
              <a:rPr dirty="0" sz="900" spc="-3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internally</a:t>
            </a:r>
            <a:r>
              <a:rPr dirty="0" sz="900" spc="-4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key</a:t>
            </a:r>
            <a:r>
              <a:rPr dirty="0" sz="900" spc="-3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=</a:t>
            </a:r>
            <a:r>
              <a:rPr dirty="0" sz="900" spc="-3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spc="-10" i="1">
                <a:solidFill>
                  <a:srgbClr val="8B8FB4"/>
                </a:solidFill>
                <a:latin typeface="Courier New"/>
                <a:cs typeface="Courier New"/>
              </a:rPr>
              <a:t>"slider_0"</a:t>
            </a: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25"/>
              </a:spcBef>
            </a:pPr>
            <a:endParaRPr sz="900">
              <a:latin typeface="Courier New"/>
              <a:cs typeface="Courier New"/>
            </a:endParaRPr>
          </a:p>
          <a:p>
            <a:pPr marL="331470">
              <a:lnSpc>
                <a:spcPct val="100000"/>
              </a:lnSpc>
            </a:pP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900" spc="-1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spc="-10" i="1">
                <a:solidFill>
                  <a:srgbClr val="8B8FB4"/>
                </a:solidFill>
                <a:latin typeface="Courier New"/>
                <a:cs typeface="Courier New"/>
              </a:rPr>
              <a:t>Problems:</a:t>
            </a:r>
            <a:endParaRPr sz="900">
              <a:latin typeface="Courier New"/>
              <a:cs typeface="Courier New"/>
            </a:endParaRPr>
          </a:p>
          <a:p>
            <a:pPr marL="331470">
              <a:lnSpc>
                <a:spcPct val="100000"/>
              </a:lnSpc>
              <a:spcBef>
                <a:spcPts val="420"/>
              </a:spcBef>
              <a:tabLst>
                <a:tab pos="602615" algn="l"/>
              </a:tabLst>
            </a:pPr>
            <a:r>
              <a:rPr dirty="0" sz="900" spc="-5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	-</a:t>
            </a:r>
            <a:r>
              <a:rPr dirty="0" sz="900" spc="-4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Key</a:t>
            </a:r>
            <a:r>
              <a:rPr dirty="0" sz="900" spc="-4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changes</a:t>
            </a:r>
            <a:r>
              <a:rPr dirty="0" sz="900" spc="-4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if</a:t>
            </a:r>
            <a:r>
              <a:rPr dirty="0" sz="900" spc="-4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you</a:t>
            </a:r>
            <a:r>
              <a:rPr dirty="0" sz="900" spc="-4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reorder</a:t>
            </a:r>
            <a:r>
              <a:rPr dirty="0" sz="900" spc="-4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spc="-10" i="1">
                <a:solidFill>
                  <a:srgbClr val="8B8FB4"/>
                </a:solidFill>
                <a:latin typeface="Courier New"/>
                <a:cs typeface="Courier New"/>
              </a:rPr>
              <a:t>widgets</a:t>
            </a:r>
            <a:endParaRPr sz="900">
              <a:latin typeface="Courier New"/>
              <a:cs typeface="Courier New"/>
            </a:endParaRPr>
          </a:p>
          <a:p>
            <a:pPr marL="331470" marR="1625600">
              <a:lnSpc>
                <a:spcPct val="138900"/>
              </a:lnSpc>
              <a:tabLst>
                <a:tab pos="602615" algn="l"/>
              </a:tabLst>
            </a:pPr>
            <a:r>
              <a:rPr dirty="0" sz="900" spc="-5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	-</a:t>
            </a:r>
            <a:r>
              <a:rPr dirty="0" sz="900" spc="-6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Can't</a:t>
            </a:r>
            <a:r>
              <a:rPr dirty="0" sz="900" spc="-4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access</a:t>
            </a:r>
            <a:r>
              <a:rPr dirty="0" sz="900" spc="-4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the</a:t>
            </a:r>
            <a:r>
              <a:rPr dirty="0" sz="900" spc="-5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widget</a:t>
            </a:r>
            <a:r>
              <a:rPr dirty="0" sz="900" spc="-4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from</a:t>
            </a:r>
            <a:r>
              <a:rPr dirty="0" sz="900" spc="-4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spc="-10" i="1">
                <a:solidFill>
                  <a:srgbClr val="8B8FB4"/>
                </a:solidFill>
                <a:latin typeface="Courier New"/>
                <a:cs typeface="Courier New"/>
              </a:rPr>
              <a:t>session_state </a:t>
            </a:r>
            <a:r>
              <a:rPr dirty="0" sz="900" spc="-5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	-</a:t>
            </a:r>
            <a:r>
              <a:rPr dirty="0" sz="900" spc="-5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Can't</a:t>
            </a:r>
            <a:r>
              <a:rPr dirty="0" sz="900" spc="-3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spc="-10" i="1">
                <a:solidFill>
                  <a:srgbClr val="8B8FB4"/>
                </a:solidFill>
                <a:latin typeface="Courier New"/>
                <a:cs typeface="Courier New"/>
              </a:rPr>
              <a:t>programmatically</a:t>
            </a:r>
            <a:r>
              <a:rPr dirty="0" sz="900" spc="-3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update</a:t>
            </a:r>
            <a:r>
              <a:rPr dirty="0" sz="900" spc="-4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or</a:t>
            </a:r>
            <a:r>
              <a:rPr dirty="0" sz="900" spc="-3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reset</a:t>
            </a:r>
            <a:r>
              <a:rPr dirty="0" sz="900" spc="-3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spc="-25" i="1">
                <a:solidFill>
                  <a:srgbClr val="8B8FB4"/>
                </a:solidFill>
                <a:latin typeface="Courier New"/>
                <a:cs typeface="Courier New"/>
              </a:rPr>
              <a:t>it</a:t>
            </a:r>
            <a:r>
              <a:rPr dirty="0" sz="900" spc="50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spc="-5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	-</a:t>
            </a:r>
            <a:r>
              <a:rPr dirty="0" sz="900" spc="-4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Hard</a:t>
            </a:r>
            <a:r>
              <a:rPr dirty="0" sz="900" spc="-4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to</a:t>
            </a:r>
            <a:r>
              <a:rPr dirty="0" sz="900" spc="-4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debug</a:t>
            </a:r>
            <a:r>
              <a:rPr dirty="0" sz="900" spc="-4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when</a:t>
            </a:r>
            <a:r>
              <a:rPr dirty="0" sz="900" spc="-4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two</a:t>
            </a:r>
            <a:r>
              <a:rPr dirty="0" sz="900" spc="-4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widgets</a:t>
            </a:r>
            <a:r>
              <a:rPr dirty="0" sz="900" spc="-4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spc="-10" i="1">
                <a:solidFill>
                  <a:srgbClr val="8B8FB4"/>
                </a:solidFill>
                <a:latin typeface="Courier New"/>
                <a:cs typeface="Courier New"/>
              </a:rPr>
              <a:t>clash</a:t>
            </a: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010"/>
              </a:spcBef>
            </a:pPr>
            <a:endParaRPr sz="900">
              <a:latin typeface="Courier New"/>
              <a:cs typeface="Courier New"/>
            </a:endParaRPr>
          </a:p>
          <a:p>
            <a:pPr marL="179070">
              <a:lnSpc>
                <a:spcPct val="100000"/>
              </a:lnSpc>
            </a:pPr>
            <a:r>
              <a:rPr dirty="0" sz="900" spc="-70" i="1">
                <a:solidFill>
                  <a:srgbClr val="797E94"/>
                </a:solidFill>
                <a:latin typeface="Arial"/>
                <a:cs typeface="Arial"/>
              </a:rPr>
              <a:t>Works</a:t>
            </a:r>
            <a:r>
              <a:rPr dirty="0" sz="900" spc="-30" i="1">
                <a:solidFill>
                  <a:srgbClr val="797E94"/>
                </a:solidFill>
                <a:latin typeface="Arial"/>
                <a:cs typeface="Arial"/>
              </a:rPr>
              <a:t> </a:t>
            </a:r>
            <a:r>
              <a:rPr dirty="0" sz="900" spc="-20" i="1">
                <a:solidFill>
                  <a:srgbClr val="797E94"/>
                </a:solidFill>
                <a:latin typeface="Arial"/>
                <a:cs typeface="Arial"/>
              </a:rPr>
              <a:t>for</a:t>
            </a:r>
            <a:r>
              <a:rPr dirty="0" sz="900" spc="-30" i="1">
                <a:solidFill>
                  <a:srgbClr val="797E94"/>
                </a:solidFill>
                <a:latin typeface="Arial"/>
                <a:cs typeface="Arial"/>
              </a:rPr>
              <a:t> </a:t>
            </a:r>
            <a:r>
              <a:rPr dirty="0" sz="900" spc="-45" i="1">
                <a:solidFill>
                  <a:srgbClr val="797E94"/>
                </a:solidFill>
                <a:latin typeface="Arial"/>
                <a:cs typeface="Arial"/>
              </a:rPr>
              <a:t>a</a:t>
            </a:r>
            <a:r>
              <a:rPr dirty="0" sz="900" spc="-30" i="1">
                <a:solidFill>
                  <a:srgbClr val="797E94"/>
                </a:solidFill>
                <a:latin typeface="Arial"/>
                <a:cs typeface="Arial"/>
              </a:rPr>
              <a:t> </a:t>
            </a:r>
            <a:r>
              <a:rPr dirty="0" sz="900" spc="-55" i="1">
                <a:solidFill>
                  <a:srgbClr val="797E94"/>
                </a:solidFill>
                <a:latin typeface="Arial"/>
                <a:cs typeface="Arial"/>
              </a:rPr>
              <a:t>10-</a:t>
            </a:r>
            <a:r>
              <a:rPr dirty="0" sz="900" spc="-40" i="1">
                <a:solidFill>
                  <a:srgbClr val="797E94"/>
                </a:solidFill>
                <a:latin typeface="Arial"/>
                <a:cs typeface="Arial"/>
              </a:rPr>
              <a:t>line</a:t>
            </a:r>
            <a:r>
              <a:rPr dirty="0" sz="900" spc="-30" i="1">
                <a:solidFill>
                  <a:srgbClr val="797E94"/>
                </a:solidFill>
                <a:latin typeface="Arial"/>
                <a:cs typeface="Arial"/>
              </a:rPr>
              <a:t> </a:t>
            </a:r>
            <a:r>
              <a:rPr dirty="0" sz="900" spc="-60" i="1">
                <a:solidFill>
                  <a:srgbClr val="797E94"/>
                </a:solidFill>
                <a:latin typeface="Arial"/>
                <a:cs typeface="Arial"/>
              </a:rPr>
              <a:t>demo.</a:t>
            </a:r>
            <a:r>
              <a:rPr dirty="0" sz="900" spc="-30" i="1">
                <a:solidFill>
                  <a:srgbClr val="797E94"/>
                </a:solidFill>
                <a:latin typeface="Arial"/>
                <a:cs typeface="Arial"/>
              </a:rPr>
              <a:t> </a:t>
            </a:r>
            <a:r>
              <a:rPr dirty="0" sz="900" spc="-70" i="1">
                <a:solidFill>
                  <a:srgbClr val="797E94"/>
                </a:solidFill>
                <a:latin typeface="Arial"/>
                <a:cs typeface="Arial"/>
              </a:rPr>
              <a:t>Falls</a:t>
            </a:r>
            <a:r>
              <a:rPr dirty="0" sz="900" spc="-30" i="1">
                <a:solidFill>
                  <a:srgbClr val="797E94"/>
                </a:solidFill>
                <a:latin typeface="Arial"/>
                <a:cs typeface="Arial"/>
              </a:rPr>
              <a:t> apart in </a:t>
            </a:r>
            <a:r>
              <a:rPr dirty="0" sz="900" spc="-45" i="1">
                <a:solidFill>
                  <a:srgbClr val="797E94"/>
                </a:solidFill>
                <a:latin typeface="Arial"/>
                <a:cs typeface="Arial"/>
              </a:rPr>
              <a:t>a</a:t>
            </a:r>
            <a:r>
              <a:rPr dirty="0" sz="900" spc="-30" i="1">
                <a:solidFill>
                  <a:srgbClr val="797E94"/>
                </a:solidFill>
                <a:latin typeface="Arial"/>
                <a:cs typeface="Arial"/>
              </a:rPr>
              <a:t> </a:t>
            </a:r>
            <a:r>
              <a:rPr dirty="0" sz="900" spc="-60" i="1">
                <a:solidFill>
                  <a:srgbClr val="797E94"/>
                </a:solidFill>
                <a:latin typeface="Arial"/>
                <a:cs typeface="Arial"/>
              </a:rPr>
              <a:t>200-</a:t>
            </a:r>
            <a:r>
              <a:rPr dirty="0" sz="900" spc="-40" i="1">
                <a:solidFill>
                  <a:srgbClr val="797E94"/>
                </a:solidFill>
                <a:latin typeface="Arial"/>
                <a:cs typeface="Arial"/>
              </a:rPr>
              <a:t>line</a:t>
            </a:r>
            <a:r>
              <a:rPr dirty="0" sz="900" spc="-30" i="1">
                <a:solidFill>
                  <a:srgbClr val="797E94"/>
                </a:solidFill>
                <a:latin typeface="Arial"/>
                <a:cs typeface="Arial"/>
              </a:rPr>
              <a:t> </a:t>
            </a:r>
            <a:r>
              <a:rPr dirty="0" sz="900" spc="-10" i="1">
                <a:solidFill>
                  <a:srgbClr val="797E94"/>
                </a:solidFill>
                <a:latin typeface="Arial"/>
                <a:cs typeface="Arial"/>
              </a:rPr>
              <a:t>project.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172199" y="1533524"/>
            <a:ext cx="5334000" cy="4200525"/>
            <a:chOff x="6172199" y="1533524"/>
            <a:chExt cx="5334000" cy="4200525"/>
          </a:xfrm>
        </p:grpSpPr>
        <p:sp>
          <p:nvSpPr>
            <p:cNvPr id="15" name="object 15"/>
            <p:cNvSpPr/>
            <p:nvPr/>
          </p:nvSpPr>
          <p:spPr>
            <a:xfrm>
              <a:off x="6191248" y="1538287"/>
              <a:ext cx="5310505" cy="4191000"/>
            </a:xfrm>
            <a:custGeom>
              <a:avLst/>
              <a:gdLst/>
              <a:ahLst/>
              <a:cxnLst/>
              <a:rect l="l" t="t" r="r" b="b"/>
              <a:pathLst>
                <a:path w="5310505" h="4191000">
                  <a:moveTo>
                    <a:pt x="5190042" y="4190999"/>
                  </a:moveTo>
                  <a:lnTo>
                    <a:pt x="106795" y="4190999"/>
                  </a:lnTo>
                  <a:lnTo>
                    <a:pt x="99361" y="4190175"/>
                  </a:lnTo>
                  <a:lnTo>
                    <a:pt x="57037" y="4174018"/>
                  </a:lnTo>
                  <a:lnTo>
                    <a:pt x="28170" y="4147366"/>
                  </a:lnTo>
                  <a:lnTo>
                    <a:pt x="5828" y="4103820"/>
                  </a:lnTo>
                  <a:lnTo>
                    <a:pt x="0" y="4070855"/>
                  </a:lnTo>
                  <a:lnTo>
                    <a:pt x="0" y="4062412"/>
                  </a:lnTo>
                  <a:lnTo>
                    <a:pt x="0" y="120144"/>
                  </a:lnTo>
                  <a:lnTo>
                    <a:pt x="11572" y="71578"/>
                  </a:lnTo>
                  <a:lnTo>
                    <a:pt x="38783" y="31691"/>
                  </a:lnTo>
                  <a:lnTo>
                    <a:pt x="77492" y="6556"/>
                  </a:lnTo>
                  <a:lnTo>
                    <a:pt x="106795" y="0"/>
                  </a:lnTo>
                  <a:lnTo>
                    <a:pt x="5190042" y="0"/>
                  </a:lnTo>
                  <a:lnTo>
                    <a:pt x="5238607" y="13018"/>
                  </a:lnTo>
                  <a:lnTo>
                    <a:pt x="5278494" y="43632"/>
                  </a:lnTo>
                  <a:lnTo>
                    <a:pt x="5303628" y="87179"/>
                  </a:lnTo>
                  <a:lnTo>
                    <a:pt x="5310186" y="120144"/>
                  </a:lnTo>
                  <a:lnTo>
                    <a:pt x="5310186" y="4070855"/>
                  </a:lnTo>
                  <a:lnTo>
                    <a:pt x="5297166" y="4119420"/>
                  </a:lnTo>
                  <a:lnTo>
                    <a:pt x="5266554" y="4159306"/>
                  </a:lnTo>
                  <a:lnTo>
                    <a:pt x="5223006" y="4184441"/>
                  </a:lnTo>
                  <a:lnTo>
                    <a:pt x="5198404" y="4190175"/>
                  </a:lnTo>
                  <a:lnTo>
                    <a:pt x="5190042" y="4190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6240170" y="1533524"/>
              <a:ext cx="5266055" cy="4200525"/>
            </a:xfrm>
            <a:custGeom>
              <a:avLst/>
              <a:gdLst/>
              <a:ahLst/>
              <a:cxnLst/>
              <a:rect l="l" t="t" r="r" b="b"/>
              <a:pathLst>
                <a:path w="5266055" h="4200525">
                  <a:moveTo>
                    <a:pt x="5266017" y="133350"/>
                  </a:moveTo>
                  <a:lnTo>
                    <a:pt x="5260314" y="94703"/>
                  </a:lnTo>
                  <a:lnTo>
                    <a:pt x="5243563" y="59258"/>
                  </a:lnTo>
                  <a:lnTo>
                    <a:pt x="5227409" y="39573"/>
                  </a:lnTo>
                  <a:lnTo>
                    <a:pt x="5195595" y="15773"/>
                  </a:lnTo>
                  <a:lnTo>
                    <a:pt x="5158689" y="2540"/>
                  </a:lnTo>
                  <a:lnTo>
                    <a:pt x="5132667" y="0"/>
                  </a:lnTo>
                  <a:lnTo>
                    <a:pt x="65366" y="0"/>
                  </a:lnTo>
                  <a:lnTo>
                    <a:pt x="26720" y="5715"/>
                  </a:lnTo>
                  <a:lnTo>
                    <a:pt x="0" y="17233"/>
                  </a:lnTo>
                  <a:lnTo>
                    <a:pt x="22542" y="22872"/>
                  </a:lnTo>
                  <a:lnTo>
                    <a:pt x="28917" y="18961"/>
                  </a:lnTo>
                  <a:lnTo>
                    <a:pt x="37769" y="14833"/>
                  </a:lnTo>
                  <a:lnTo>
                    <a:pt x="46786" y="11887"/>
                  </a:lnTo>
                  <a:lnTo>
                    <a:pt x="55994" y="10121"/>
                  </a:lnTo>
                  <a:lnTo>
                    <a:pt x="65366" y="9525"/>
                  </a:lnTo>
                  <a:lnTo>
                    <a:pt x="5132667" y="9525"/>
                  </a:lnTo>
                  <a:lnTo>
                    <a:pt x="5180050" y="18961"/>
                  </a:lnTo>
                  <a:lnTo>
                    <a:pt x="5220233" y="45796"/>
                  </a:lnTo>
                  <a:lnTo>
                    <a:pt x="5220678" y="46304"/>
                  </a:lnTo>
                  <a:lnTo>
                    <a:pt x="5228437" y="54838"/>
                  </a:lnTo>
                  <a:lnTo>
                    <a:pt x="5251196" y="97459"/>
                  </a:lnTo>
                  <a:lnTo>
                    <a:pt x="5256492" y="133350"/>
                  </a:lnTo>
                  <a:lnTo>
                    <a:pt x="5256492" y="4067175"/>
                  </a:lnTo>
                  <a:lnTo>
                    <a:pt x="5247068" y="4114571"/>
                  </a:lnTo>
                  <a:lnTo>
                    <a:pt x="5220678" y="4154233"/>
                  </a:lnTo>
                  <a:lnTo>
                    <a:pt x="5220233" y="4154741"/>
                  </a:lnTo>
                  <a:lnTo>
                    <a:pt x="5180050" y="4181576"/>
                  </a:lnTo>
                  <a:lnTo>
                    <a:pt x="5145125" y="4190377"/>
                  </a:lnTo>
                  <a:lnTo>
                    <a:pt x="5145646" y="4190377"/>
                  </a:lnTo>
                  <a:lnTo>
                    <a:pt x="5132667" y="4191000"/>
                  </a:lnTo>
                  <a:lnTo>
                    <a:pt x="65366" y="4191000"/>
                  </a:lnTo>
                  <a:lnTo>
                    <a:pt x="55397" y="4190377"/>
                  </a:lnTo>
                  <a:lnTo>
                    <a:pt x="55791" y="4190377"/>
                  </a:lnTo>
                  <a:lnTo>
                    <a:pt x="46786" y="4188650"/>
                  </a:lnTo>
                  <a:lnTo>
                    <a:pt x="37769" y="4185704"/>
                  </a:lnTo>
                  <a:lnTo>
                    <a:pt x="28917" y="4181576"/>
                  </a:lnTo>
                  <a:lnTo>
                    <a:pt x="22542" y="4177665"/>
                  </a:lnTo>
                  <a:lnTo>
                    <a:pt x="0" y="4183303"/>
                  </a:lnTo>
                  <a:lnTo>
                    <a:pt x="39357" y="4197997"/>
                  </a:lnTo>
                  <a:lnTo>
                    <a:pt x="65366" y="4200525"/>
                  </a:lnTo>
                  <a:lnTo>
                    <a:pt x="5132667" y="4200525"/>
                  </a:lnTo>
                  <a:lnTo>
                    <a:pt x="5145811" y="4199902"/>
                  </a:lnTo>
                  <a:lnTo>
                    <a:pt x="5158689" y="4197997"/>
                  </a:lnTo>
                  <a:lnTo>
                    <a:pt x="5171325" y="4194822"/>
                  </a:lnTo>
                  <a:lnTo>
                    <a:pt x="5181955" y="4191000"/>
                  </a:lnTo>
                  <a:lnTo>
                    <a:pt x="5183708" y="4190377"/>
                  </a:lnTo>
                  <a:lnTo>
                    <a:pt x="5217223" y="4170311"/>
                  </a:lnTo>
                  <a:lnTo>
                    <a:pt x="5243563" y="4141279"/>
                  </a:lnTo>
                  <a:lnTo>
                    <a:pt x="5260314" y="4105833"/>
                  </a:lnTo>
                  <a:lnTo>
                    <a:pt x="5266017" y="4067175"/>
                  </a:lnTo>
                  <a:lnTo>
                    <a:pt x="5266017" y="133350"/>
                  </a:lnTo>
                  <a:close/>
                </a:path>
              </a:pathLst>
            </a:custGeom>
            <a:solidFill>
              <a:srgbClr val="E4DE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6172199" y="1550588"/>
              <a:ext cx="90805" cy="4166870"/>
            </a:xfrm>
            <a:custGeom>
              <a:avLst/>
              <a:gdLst/>
              <a:ahLst/>
              <a:cxnLst/>
              <a:rect l="l" t="t" r="r" b="b"/>
              <a:pathLst>
                <a:path w="90804" h="4166870">
                  <a:moveTo>
                    <a:pt x="68254" y="4166397"/>
                  </a:moveTo>
                  <a:lnTo>
                    <a:pt x="30216" y="4134666"/>
                  </a:lnTo>
                  <a:lnTo>
                    <a:pt x="10149" y="4101141"/>
                  </a:lnTo>
                  <a:lnTo>
                    <a:pt x="634" y="4063247"/>
                  </a:lnTo>
                  <a:lnTo>
                    <a:pt x="0" y="4050111"/>
                  </a:lnTo>
                  <a:lnTo>
                    <a:pt x="0" y="116286"/>
                  </a:lnTo>
                  <a:lnTo>
                    <a:pt x="5709" y="77634"/>
                  </a:lnTo>
                  <a:lnTo>
                    <a:pt x="22451" y="42187"/>
                  </a:lnTo>
                  <a:lnTo>
                    <a:pt x="48794" y="13153"/>
                  </a:lnTo>
                  <a:lnTo>
                    <a:pt x="68253" y="0"/>
                  </a:lnTo>
                  <a:lnTo>
                    <a:pt x="90791" y="5634"/>
                  </a:lnTo>
                  <a:lnTo>
                    <a:pt x="88403" y="7099"/>
                  </a:lnTo>
                  <a:lnTo>
                    <a:pt x="80421" y="13310"/>
                  </a:lnTo>
                  <a:lnTo>
                    <a:pt x="54137" y="47480"/>
                  </a:lnTo>
                  <a:lnTo>
                    <a:pt x="39912" y="92124"/>
                  </a:lnTo>
                  <a:lnTo>
                    <a:pt x="38100" y="116286"/>
                  </a:lnTo>
                  <a:lnTo>
                    <a:pt x="38100" y="4050111"/>
                  </a:lnTo>
                  <a:lnTo>
                    <a:pt x="45350" y="4097496"/>
                  </a:lnTo>
                  <a:lnTo>
                    <a:pt x="65997" y="4137668"/>
                  </a:lnTo>
                  <a:lnTo>
                    <a:pt x="90792" y="4160763"/>
                  </a:lnTo>
                  <a:lnTo>
                    <a:pt x="68254" y="4166397"/>
                  </a:lnTo>
                  <a:close/>
                </a:path>
              </a:pathLst>
            </a:custGeom>
            <a:solidFill>
              <a:srgbClr val="29328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7200898" y="1714499"/>
              <a:ext cx="657225" cy="200025"/>
            </a:xfrm>
            <a:custGeom>
              <a:avLst/>
              <a:gdLst/>
              <a:ahLst/>
              <a:cxnLst/>
              <a:rect l="l" t="t" r="r" b="b"/>
              <a:pathLst>
                <a:path w="657225" h="200025">
                  <a:moveTo>
                    <a:pt x="563779" y="200024"/>
                  </a:moveTo>
                  <a:lnTo>
                    <a:pt x="93445" y="200024"/>
                  </a:lnTo>
                  <a:lnTo>
                    <a:pt x="86941" y="199384"/>
                  </a:lnTo>
                  <a:lnTo>
                    <a:pt x="49908" y="186818"/>
                  </a:lnTo>
                  <a:lnTo>
                    <a:pt x="20503" y="161036"/>
                  </a:lnTo>
                  <a:lnTo>
                    <a:pt x="3202" y="125964"/>
                  </a:lnTo>
                  <a:lnTo>
                    <a:pt x="0" y="106579"/>
                  </a:lnTo>
                  <a:lnTo>
                    <a:pt x="0" y="100012"/>
                  </a:lnTo>
                  <a:lnTo>
                    <a:pt x="0" y="93445"/>
                  </a:lnTo>
                  <a:lnTo>
                    <a:pt x="10126" y="55672"/>
                  </a:lnTo>
                  <a:lnTo>
                    <a:pt x="33936" y="24649"/>
                  </a:lnTo>
                  <a:lnTo>
                    <a:pt x="67806" y="5099"/>
                  </a:lnTo>
                  <a:lnTo>
                    <a:pt x="93445" y="0"/>
                  </a:lnTo>
                  <a:lnTo>
                    <a:pt x="563779" y="0"/>
                  </a:lnTo>
                  <a:lnTo>
                    <a:pt x="601552" y="10126"/>
                  </a:lnTo>
                  <a:lnTo>
                    <a:pt x="632575" y="33936"/>
                  </a:lnTo>
                  <a:lnTo>
                    <a:pt x="652124" y="67806"/>
                  </a:lnTo>
                  <a:lnTo>
                    <a:pt x="657224" y="93445"/>
                  </a:lnTo>
                  <a:lnTo>
                    <a:pt x="657224" y="106579"/>
                  </a:lnTo>
                  <a:lnTo>
                    <a:pt x="647098" y="144352"/>
                  </a:lnTo>
                  <a:lnTo>
                    <a:pt x="623288" y="175375"/>
                  </a:lnTo>
                  <a:lnTo>
                    <a:pt x="589418" y="194925"/>
                  </a:lnTo>
                  <a:lnTo>
                    <a:pt x="570283" y="199384"/>
                  </a:lnTo>
                  <a:lnTo>
                    <a:pt x="563779" y="200024"/>
                  </a:lnTo>
                  <a:close/>
                </a:path>
              </a:pathLst>
            </a:custGeom>
            <a:solidFill>
              <a:srgbClr val="E7E9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6419849" y="2028824"/>
              <a:ext cx="4867275" cy="3286125"/>
            </a:xfrm>
            <a:custGeom>
              <a:avLst/>
              <a:gdLst/>
              <a:ahLst/>
              <a:cxnLst/>
              <a:rect l="l" t="t" r="r" b="b"/>
              <a:pathLst>
                <a:path w="4867275" h="3286125">
                  <a:moveTo>
                    <a:pt x="4760478" y="3286124"/>
                  </a:moveTo>
                  <a:lnTo>
                    <a:pt x="106794" y="3286124"/>
                  </a:lnTo>
                  <a:lnTo>
                    <a:pt x="99361" y="3285392"/>
                  </a:lnTo>
                  <a:lnTo>
                    <a:pt x="57037" y="3271030"/>
                  </a:lnTo>
                  <a:lnTo>
                    <a:pt x="23432" y="3241565"/>
                  </a:lnTo>
                  <a:lnTo>
                    <a:pt x="3660" y="3201483"/>
                  </a:lnTo>
                  <a:lnTo>
                    <a:pt x="0" y="3179329"/>
                  </a:lnTo>
                  <a:lnTo>
                    <a:pt x="0" y="3171824"/>
                  </a:lnTo>
                  <a:lnTo>
                    <a:pt x="0" y="106794"/>
                  </a:lnTo>
                  <a:lnTo>
                    <a:pt x="11571" y="63625"/>
                  </a:lnTo>
                  <a:lnTo>
                    <a:pt x="38784" y="28170"/>
                  </a:lnTo>
                  <a:lnTo>
                    <a:pt x="77492" y="5828"/>
                  </a:lnTo>
                  <a:lnTo>
                    <a:pt x="106794" y="0"/>
                  </a:lnTo>
                  <a:lnTo>
                    <a:pt x="4760478" y="0"/>
                  </a:lnTo>
                  <a:lnTo>
                    <a:pt x="4803647" y="11572"/>
                  </a:lnTo>
                  <a:lnTo>
                    <a:pt x="4839103" y="38784"/>
                  </a:lnTo>
                  <a:lnTo>
                    <a:pt x="4861444" y="77492"/>
                  </a:lnTo>
                  <a:lnTo>
                    <a:pt x="4867273" y="106794"/>
                  </a:lnTo>
                  <a:lnTo>
                    <a:pt x="4867273" y="3179329"/>
                  </a:lnTo>
                  <a:lnTo>
                    <a:pt x="4855699" y="3222498"/>
                  </a:lnTo>
                  <a:lnTo>
                    <a:pt x="4828489" y="3257953"/>
                  </a:lnTo>
                  <a:lnTo>
                    <a:pt x="4789779" y="3280294"/>
                  </a:lnTo>
                  <a:lnTo>
                    <a:pt x="4767910" y="3285392"/>
                  </a:lnTo>
                  <a:lnTo>
                    <a:pt x="4760478" y="3286124"/>
                  </a:lnTo>
                  <a:close/>
                </a:path>
              </a:pathLst>
            </a:custGeom>
            <a:solidFill>
              <a:srgbClr val="1B1F3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6240172" y="1730375"/>
            <a:ext cx="5220335" cy="38296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79070">
              <a:lnSpc>
                <a:spcPct val="100000"/>
              </a:lnSpc>
              <a:spcBef>
                <a:spcPts val="125"/>
              </a:spcBef>
              <a:tabLst>
                <a:tab pos="1044575" algn="l"/>
              </a:tabLst>
            </a:pPr>
            <a:r>
              <a:rPr dirty="0" baseline="3472" sz="1200" spc="-60" b="1">
                <a:solidFill>
                  <a:srgbClr val="797E94"/>
                </a:solidFill>
                <a:latin typeface="Cambria"/>
                <a:cs typeface="Cambria"/>
              </a:rPr>
              <a:t>W</a:t>
            </a:r>
            <a:r>
              <a:rPr dirty="0" baseline="3472" sz="1200" spc="-44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baseline="3472" sz="1200" spc="-97" b="1">
                <a:solidFill>
                  <a:srgbClr val="797E94"/>
                </a:solidFill>
                <a:latin typeface="Cambria"/>
                <a:cs typeface="Cambria"/>
              </a:rPr>
              <a:t>I</a:t>
            </a:r>
            <a:r>
              <a:rPr dirty="0" baseline="3472" sz="1200" spc="-44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baseline="3472" sz="1200" spc="-172" b="1">
                <a:solidFill>
                  <a:srgbClr val="797E94"/>
                </a:solidFill>
                <a:latin typeface="Cambria"/>
                <a:cs typeface="Cambria"/>
              </a:rPr>
              <a:t>T</a:t>
            </a:r>
            <a:r>
              <a:rPr dirty="0" baseline="3472" sz="1200" spc="-44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baseline="3472" sz="1200" b="1">
                <a:solidFill>
                  <a:srgbClr val="797E94"/>
                </a:solidFill>
                <a:latin typeface="Cambria"/>
                <a:cs typeface="Cambria"/>
              </a:rPr>
              <a:t>H</a:t>
            </a:r>
            <a:r>
              <a:rPr dirty="0" baseline="3472" sz="1200" spc="405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baseline="3472" sz="1200" b="1">
                <a:solidFill>
                  <a:srgbClr val="797E94"/>
                </a:solidFill>
                <a:latin typeface="Cambria"/>
                <a:cs typeface="Cambria"/>
              </a:rPr>
              <a:t>A</a:t>
            </a:r>
            <a:r>
              <a:rPr dirty="0" baseline="3472" sz="1200" spc="442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baseline="3472" sz="1200" spc="-157" b="1">
                <a:solidFill>
                  <a:srgbClr val="797E94"/>
                </a:solidFill>
                <a:latin typeface="Cambria"/>
                <a:cs typeface="Cambria"/>
              </a:rPr>
              <a:t>K</a:t>
            </a:r>
            <a:r>
              <a:rPr dirty="0" baseline="3472" sz="1200" spc="-44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baseline="3472" sz="1200" spc="-104" b="1">
                <a:solidFill>
                  <a:srgbClr val="797E94"/>
                </a:solidFill>
                <a:latin typeface="Cambria"/>
                <a:cs typeface="Cambria"/>
              </a:rPr>
              <a:t>E</a:t>
            </a:r>
            <a:r>
              <a:rPr dirty="0" baseline="3472" sz="1200" spc="-44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baseline="3472" sz="1200" spc="-75" b="1">
                <a:solidFill>
                  <a:srgbClr val="797E94"/>
                </a:solidFill>
                <a:latin typeface="Cambria"/>
                <a:cs typeface="Cambria"/>
              </a:rPr>
              <a:t>Y</a:t>
            </a:r>
            <a:r>
              <a:rPr dirty="0" baseline="3472" sz="1200" b="1">
                <a:solidFill>
                  <a:srgbClr val="797E94"/>
                </a:solidFill>
                <a:latin typeface="Cambria"/>
                <a:cs typeface="Cambria"/>
              </a:rPr>
              <a:t>	</a:t>
            </a:r>
            <a:r>
              <a:rPr dirty="0" sz="750" spc="-10" b="1">
                <a:solidFill>
                  <a:srgbClr val="293283"/>
                </a:solidFill>
                <a:latin typeface="Cambria"/>
                <a:cs typeface="Cambria"/>
              </a:rPr>
              <a:t>THE</a:t>
            </a:r>
            <a:r>
              <a:rPr dirty="0" sz="750" spc="20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750" spc="-20" b="1">
                <a:solidFill>
                  <a:srgbClr val="293283"/>
                </a:solidFill>
                <a:latin typeface="Cambria"/>
                <a:cs typeface="Cambria"/>
              </a:rPr>
              <a:t>HABIT</a:t>
            </a:r>
            <a:endParaRPr sz="750">
              <a:latin typeface="Cambria"/>
              <a:cs typeface="Cambria"/>
            </a:endParaRPr>
          </a:p>
          <a:p>
            <a:pPr>
              <a:lnSpc>
                <a:spcPct val="100000"/>
              </a:lnSpc>
            </a:pPr>
            <a:endParaRPr sz="7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55"/>
              </a:spcBef>
            </a:pPr>
            <a:endParaRPr sz="750">
              <a:latin typeface="Cambria"/>
              <a:cs typeface="Cambria"/>
            </a:endParaRPr>
          </a:p>
          <a:p>
            <a:pPr marL="331470">
              <a:lnSpc>
                <a:spcPct val="100000"/>
              </a:lnSpc>
            </a:pP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900" spc="-4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You</a:t>
            </a:r>
            <a:r>
              <a:rPr dirty="0" sz="900" spc="-4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name</a:t>
            </a:r>
            <a:r>
              <a:rPr dirty="0" sz="900" spc="-4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the</a:t>
            </a:r>
            <a:r>
              <a:rPr dirty="0" sz="900" spc="-4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widget</a:t>
            </a:r>
            <a:r>
              <a:rPr dirty="0" sz="900" spc="-3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spc="-10" i="1">
                <a:solidFill>
                  <a:srgbClr val="8B8FB4"/>
                </a:solidFill>
                <a:latin typeface="Courier New"/>
                <a:cs typeface="Courier New"/>
              </a:rPr>
              <a:t>explicitly</a:t>
            </a:r>
            <a:endParaRPr sz="900">
              <a:latin typeface="Courier New"/>
              <a:cs typeface="Courier New"/>
            </a:endParaRPr>
          </a:p>
          <a:p>
            <a:pPr marL="331470" marR="1489710">
              <a:lnSpc>
                <a:spcPct val="131900"/>
              </a:lnSpc>
              <a:spcBef>
                <a:spcPts val="75"/>
              </a:spcBef>
            </a:pPr>
            <a:r>
              <a:rPr dirty="0" sz="900">
                <a:solidFill>
                  <a:srgbClr val="E7E9F5"/>
                </a:solidFill>
                <a:latin typeface="Courier New"/>
                <a:cs typeface="Courier New"/>
              </a:rPr>
              <a:t>name</a:t>
            </a:r>
            <a:r>
              <a:rPr dirty="0" sz="900" spc="-45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900">
                <a:solidFill>
                  <a:srgbClr val="E7E9F5"/>
                </a:solidFill>
                <a:latin typeface="Courier New"/>
                <a:cs typeface="Courier New"/>
              </a:rPr>
              <a:t>=</a:t>
            </a:r>
            <a:r>
              <a:rPr dirty="0" sz="900" spc="-3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900" spc="-10">
                <a:solidFill>
                  <a:srgbClr val="FF8B7E"/>
                </a:solidFill>
                <a:latin typeface="Courier New"/>
                <a:cs typeface="Courier New"/>
              </a:rPr>
              <a:t>st</a:t>
            </a:r>
            <a:r>
              <a:rPr dirty="0" sz="900" spc="-10">
                <a:solidFill>
                  <a:srgbClr val="E7E9F5"/>
                </a:solidFill>
                <a:latin typeface="Courier New"/>
                <a:cs typeface="Courier New"/>
              </a:rPr>
              <a:t>.text_input(</a:t>
            </a:r>
            <a:r>
              <a:rPr dirty="0" sz="900" spc="-10">
                <a:solidFill>
                  <a:srgbClr val="B8E886"/>
                </a:solidFill>
                <a:latin typeface="Courier New"/>
                <a:cs typeface="Courier New"/>
              </a:rPr>
              <a:t>"Your</a:t>
            </a:r>
            <a:r>
              <a:rPr dirty="0" sz="900" spc="-35">
                <a:solidFill>
                  <a:srgbClr val="B8E886"/>
                </a:solidFill>
                <a:latin typeface="Courier New"/>
                <a:cs typeface="Courier New"/>
              </a:rPr>
              <a:t> </a:t>
            </a:r>
            <a:r>
              <a:rPr dirty="0" sz="900">
                <a:solidFill>
                  <a:srgbClr val="B8E886"/>
                </a:solidFill>
                <a:latin typeface="Courier New"/>
                <a:cs typeface="Courier New"/>
              </a:rPr>
              <a:t>name"</a:t>
            </a:r>
            <a:r>
              <a:rPr dirty="0" sz="900">
                <a:solidFill>
                  <a:srgbClr val="E7E9F5"/>
                </a:solidFill>
                <a:latin typeface="Courier New"/>
                <a:cs typeface="Courier New"/>
              </a:rPr>
              <a:t>,</a:t>
            </a:r>
            <a:r>
              <a:rPr dirty="0" sz="900" spc="-3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900" spc="-10">
                <a:solidFill>
                  <a:srgbClr val="E7E9F5"/>
                </a:solidFill>
                <a:latin typeface="Courier New"/>
                <a:cs typeface="Courier New"/>
              </a:rPr>
              <a:t>key=</a:t>
            </a:r>
            <a:r>
              <a:rPr dirty="0" sz="900" spc="-10">
                <a:solidFill>
                  <a:srgbClr val="B8E886"/>
                </a:solidFill>
                <a:latin typeface="Courier New"/>
                <a:cs typeface="Courier New"/>
              </a:rPr>
              <a:t>"user_name"</a:t>
            </a:r>
            <a:r>
              <a:rPr dirty="0" sz="900" spc="-10">
                <a:solidFill>
                  <a:srgbClr val="E7E9F5"/>
                </a:solidFill>
                <a:latin typeface="Courier New"/>
                <a:cs typeface="Courier New"/>
              </a:rPr>
              <a:t>) </a:t>
            </a:r>
            <a:r>
              <a:rPr dirty="0" sz="900">
                <a:solidFill>
                  <a:srgbClr val="E7E9F5"/>
                </a:solidFill>
                <a:latin typeface="Courier New"/>
                <a:cs typeface="Courier New"/>
              </a:rPr>
              <a:t>age</a:t>
            </a:r>
            <a:r>
              <a:rPr dirty="0" sz="900" spc="-4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900">
                <a:solidFill>
                  <a:srgbClr val="E7E9F5"/>
                </a:solidFill>
                <a:latin typeface="Courier New"/>
                <a:cs typeface="Courier New"/>
              </a:rPr>
              <a:t>=</a:t>
            </a:r>
            <a:r>
              <a:rPr dirty="0" sz="900" spc="-25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900" spc="-10">
                <a:solidFill>
                  <a:srgbClr val="FF8B7E"/>
                </a:solidFill>
                <a:latin typeface="Courier New"/>
                <a:cs typeface="Courier New"/>
              </a:rPr>
              <a:t>st</a:t>
            </a:r>
            <a:r>
              <a:rPr dirty="0" sz="900" spc="-10">
                <a:solidFill>
                  <a:srgbClr val="E7E9F5"/>
                </a:solidFill>
                <a:latin typeface="Courier New"/>
                <a:cs typeface="Courier New"/>
              </a:rPr>
              <a:t>.slider(</a:t>
            </a:r>
            <a:r>
              <a:rPr dirty="0" sz="900" spc="-10">
                <a:solidFill>
                  <a:srgbClr val="B8E886"/>
                </a:solidFill>
                <a:latin typeface="Courier New"/>
                <a:cs typeface="Courier New"/>
              </a:rPr>
              <a:t>"Age"</a:t>
            </a:r>
            <a:r>
              <a:rPr dirty="0" sz="900" spc="-10">
                <a:solidFill>
                  <a:srgbClr val="E7E9F5"/>
                </a:solidFill>
                <a:latin typeface="Courier New"/>
                <a:cs typeface="Courier New"/>
              </a:rPr>
              <a:t>,</a:t>
            </a:r>
            <a:r>
              <a:rPr dirty="0" sz="900" spc="-25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900">
                <a:solidFill>
                  <a:srgbClr val="B8E886"/>
                </a:solidFill>
                <a:latin typeface="Courier New"/>
                <a:cs typeface="Courier New"/>
              </a:rPr>
              <a:t>0</a:t>
            </a:r>
            <a:r>
              <a:rPr dirty="0" sz="900">
                <a:solidFill>
                  <a:srgbClr val="E7E9F5"/>
                </a:solidFill>
                <a:latin typeface="Courier New"/>
                <a:cs typeface="Courier New"/>
              </a:rPr>
              <a:t>,</a:t>
            </a:r>
            <a:r>
              <a:rPr dirty="0" sz="900" spc="-3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900">
                <a:solidFill>
                  <a:srgbClr val="B8E886"/>
                </a:solidFill>
                <a:latin typeface="Courier New"/>
                <a:cs typeface="Courier New"/>
              </a:rPr>
              <a:t>100</a:t>
            </a:r>
            <a:r>
              <a:rPr dirty="0" sz="900">
                <a:solidFill>
                  <a:srgbClr val="E7E9F5"/>
                </a:solidFill>
                <a:latin typeface="Courier New"/>
                <a:cs typeface="Courier New"/>
              </a:rPr>
              <a:t>,</a:t>
            </a:r>
            <a:r>
              <a:rPr dirty="0" sz="900" spc="-25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900">
                <a:solidFill>
                  <a:srgbClr val="B8E886"/>
                </a:solidFill>
                <a:latin typeface="Courier New"/>
                <a:cs typeface="Courier New"/>
              </a:rPr>
              <a:t>20</a:t>
            </a:r>
            <a:r>
              <a:rPr dirty="0" sz="900">
                <a:solidFill>
                  <a:srgbClr val="E7E9F5"/>
                </a:solidFill>
                <a:latin typeface="Courier New"/>
                <a:cs typeface="Courier New"/>
              </a:rPr>
              <a:t>,</a:t>
            </a:r>
            <a:r>
              <a:rPr dirty="0" sz="900" spc="-25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900" spc="-10">
                <a:solidFill>
                  <a:srgbClr val="E7E9F5"/>
                </a:solidFill>
                <a:latin typeface="Courier New"/>
                <a:cs typeface="Courier New"/>
              </a:rPr>
              <a:t>key=</a:t>
            </a:r>
            <a:r>
              <a:rPr dirty="0" sz="900" spc="-10">
                <a:solidFill>
                  <a:srgbClr val="B8E886"/>
                </a:solidFill>
                <a:latin typeface="Courier New"/>
                <a:cs typeface="Courier New"/>
              </a:rPr>
              <a:t>"user_age"</a:t>
            </a:r>
            <a:r>
              <a:rPr dirty="0" sz="900" spc="-10">
                <a:solidFill>
                  <a:srgbClr val="E7E9F5"/>
                </a:solidFill>
                <a:latin typeface="Courier New"/>
                <a:cs typeface="Courier New"/>
              </a:rPr>
              <a:t>)</a:t>
            </a: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900"/>
              </a:spcBef>
            </a:pPr>
            <a:endParaRPr sz="900">
              <a:latin typeface="Courier New"/>
              <a:cs typeface="Courier New"/>
            </a:endParaRPr>
          </a:p>
          <a:p>
            <a:pPr marL="331470">
              <a:lnSpc>
                <a:spcPct val="100000"/>
              </a:lnSpc>
            </a:pP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900" spc="-3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Now</a:t>
            </a:r>
            <a:r>
              <a:rPr dirty="0" sz="900" spc="-3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you</a:t>
            </a:r>
            <a:r>
              <a:rPr dirty="0" sz="900" spc="-2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spc="-20" i="1">
                <a:solidFill>
                  <a:srgbClr val="8B8FB4"/>
                </a:solidFill>
                <a:latin typeface="Courier New"/>
                <a:cs typeface="Courier New"/>
              </a:rPr>
              <a:t>can:</a:t>
            </a:r>
            <a:endParaRPr sz="900">
              <a:latin typeface="Courier New"/>
              <a:cs typeface="Courier New"/>
            </a:endParaRPr>
          </a:p>
          <a:p>
            <a:pPr marL="331470" marR="1151255">
              <a:lnSpc>
                <a:spcPct val="138900"/>
              </a:lnSpc>
              <a:tabLst>
                <a:tab pos="602615" algn="l"/>
              </a:tabLst>
            </a:pPr>
            <a:r>
              <a:rPr dirty="0" sz="900" spc="-5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	-</a:t>
            </a:r>
            <a:r>
              <a:rPr dirty="0" sz="900" spc="-5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Read</a:t>
            </a:r>
            <a:r>
              <a:rPr dirty="0" sz="900" spc="-4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it</a:t>
            </a:r>
            <a:r>
              <a:rPr dirty="0" sz="900" spc="-4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from</a:t>
            </a:r>
            <a:r>
              <a:rPr dirty="0" sz="900" spc="-4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anywhere:</a:t>
            </a:r>
            <a:r>
              <a:rPr dirty="0" sz="900" spc="-4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spc="-10" i="1">
                <a:solidFill>
                  <a:srgbClr val="8B8FB4"/>
                </a:solidFill>
                <a:latin typeface="Courier New"/>
                <a:cs typeface="Courier New"/>
              </a:rPr>
              <a:t>st.session_state.user_name </a:t>
            </a:r>
            <a:r>
              <a:rPr dirty="0" sz="900" spc="-5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	-</a:t>
            </a:r>
            <a:r>
              <a:rPr dirty="0" sz="900" spc="-4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Update</a:t>
            </a:r>
            <a:r>
              <a:rPr dirty="0" sz="900" spc="-2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it:</a:t>
            </a:r>
            <a:r>
              <a:rPr dirty="0" sz="900" spc="-3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spc="-10" i="1">
                <a:solidFill>
                  <a:srgbClr val="8B8FB4"/>
                </a:solidFill>
                <a:latin typeface="Courier New"/>
                <a:cs typeface="Courier New"/>
              </a:rPr>
              <a:t>st.session_state.user_age</a:t>
            </a:r>
            <a:r>
              <a:rPr dirty="0" sz="900" spc="-2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=</a:t>
            </a:r>
            <a:r>
              <a:rPr dirty="0" sz="900" spc="-25" i="1">
                <a:solidFill>
                  <a:srgbClr val="8B8FB4"/>
                </a:solidFill>
                <a:latin typeface="Courier New"/>
                <a:cs typeface="Courier New"/>
              </a:rPr>
              <a:t> 25</a:t>
            </a:r>
            <a:endParaRPr sz="900">
              <a:latin typeface="Courier New"/>
              <a:cs typeface="Courier New"/>
            </a:endParaRPr>
          </a:p>
          <a:p>
            <a:pPr marL="331470" marR="1693545">
              <a:lnSpc>
                <a:spcPts val="1500"/>
              </a:lnSpc>
              <a:spcBef>
                <a:spcPts val="45"/>
              </a:spcBef>
              <a:tabLst>
                <a:tab pos="602615" algn="l"/>
              </a:tabLst>
            </a:pPr>
            <a:r>
              <a:rPr dirty="0" sz="900" spc="-5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	-</a:t>
            </a:r>
            <a:r>
              <a:rPr dirty="0" sz="900" spc="-3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Reset</a:t>
            </a:r>
            <a:r>
              <a:rPr dirty="0" sz="900" spc="-3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it:</a:t>
            </a:r>
            <a:r>
              <a:rPr dirty="0" sz="900" spc="-3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del</a:t>
            </a:r>
            <a:r>
              <a:rPr dirty="0" sz="900" spc="-3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spc="-10" i="1">
                <a:solidFill>
                  <a:srgbClr val="8B8FB4"/>
                </a:solidFill>
                <a:latin typeface="Courier New"/>
                <a:cs typeface="Courier New"/>
              </a:rPr>
              <a:t>st.session_state.user_name </a:t>
            </a:r>
            <a:r>
              <a:rPr dirty="0" sz="900" spc="-5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	-</a:t>
            </a:r>
            <a:r>
              <a:rPr dirty="0" sz="900" spc="-6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Reorder</a:t>
            </a:r>
            <a:r>
              <a:rPr dirty="0" sz="900" spc="-5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widgets</a:t>
            </a:r>
            <a:r>
              <a:rPr dirty="0" sz="900" spc="-5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freely</a:t>
            </a:r>
            <a:r>
              <a:rPr dirty="0" sz="900" spc="-5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(key</a:t>
            </a:r>
            <a:r>
              <a:rPr dirty="0" sz="900" spc="-5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stays</a:t>
            </a:r>
            <a:r>
              <a:rPr dirty="0" sz="900" spc="-5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spc="-10" i="1">
                <a:solidFill>
                  <a:srgbClr val="8B8FB4"/>
                </a:solidFill>
                <a:latin typeface="Courier New"/>
                <a:cs typeface="Courier New"/>
              </a:rPr>
              <a:t>stable) </a:t>
            </a:r>
            <a:r>
              <a:rPr dirty="0" sz="900" spc="-5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	-</a:t>
            </a:r>
            <a:r>
              <a:rPr dirty="0" sz="900" spc="-3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Debug</a:t>
            </a:r>
            <a:r>
              <a:rPr dirty="0" sz="900" spc="-3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by</a:t>
            </a:r>
            <a:r>
              <a:rPr dirty="0" sz="900" spc="-3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name,</a:t>
            </a:r>
            <a:r>
              <a:rPr dirty="0" sz="900" spc="-3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not</a:t>
            </a:r>
            <a:r>
              <a:rPr dirty="0" sz="900" spc="-3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by</a:t>
            </a:r>
            <a:r>
              <a:rPr dirty="0" sz="900" spc="-3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spc="-10" i="1">
                <a:solidFill>
                  <a:srgbClr val="8B8FB4"/>
                </a:solidFill>
                <a:latin typeface="Courier New"/>
                <a:cs typeface="Courier New"/>
              </a:rPr>
              <a:t>index</a:t>
            </a: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30"/>
              </a:spcBef>
            </a:pPr>
            <a:endParaRPr sz="900">
              <a:latin typeface="Courier New"/>
              <a:cs typeface="Courier New"/>
            </a:endParaRPr>
          </a:p>
          <a:p>
            <a:pPr marL="179070">
              <a:lnSpc>
                <a:spcPct val="100000"/>
              </a:lnSpc>
            </a:pPr>
            <a:r>
              <a:rPr dirty="0" sz="900" spc="-105" i="1">
                <a:solidFill>
                  <a:srgbClr val="797E94"/>
                </a:solidFill>
                <a:latin typeface="Arial"/>
                <a:cs typeface="Arial"/>
              </a:rPr>
              <a:t>Same</a:t>
            </a:r>
            <a:r>
              <a:rPr dirty="0" sz="900" spc="-35" i="1">
                <a:solidFill>
                  <a:srgbClr val="797E94"/>
                </a:solidFill>
                <a:latin typeface="Arial"/>
                <a:cs typeface="Arial"/>
              </a:rPr>
              <a:t> </a:t>
            </a:r>
            <a:r>
              <a:rPr dirty="0" sz="900" spc="-70" i="1">
                <a:solidFill>
                  <a:srgbClr val="797E94"/>
                </a:solidFill>
                <a:latin typeface="Arial"/>
                <a:cs typeface="Arial"/>
              </a:rPr>
              <a:t>code,</a:t>
            </a:r>
            <a:r>
              <a:rPr dirty="0" sz="900" spc="-30" i="1">
                <a:solidFill>
                  <a:srgbClr val="797E94"/>
                </a:solidFill>
                <a:latin typeface="Arial"/>
                <a:cs typeface="Arial"/>
              </a:rPr>
              <a:t> </a:t>
            </a:r>
            <a:r>
              <a:rPr dirty="0" sz="900" spc="-60" i="1">
                <a:solidFill>
                  <a:srgbClr val="797E94"/>
                </a:solidFill>
                <a:latin typeface="Arial"/>
                <a:cs typeface="Arial"/>
              </a:rPr>
              <a:t>plus</a:t>
            </a:r>
            <a:r>
              <a:rPr dirty="0" sz="900" spc="-30" i="1">
                <a:solidFill>
                  <a:srgbClr val="797E94"/>
                </a:solidFill>
                <a:latin typeface="Arial"/>
                <a:cs typeface="Arial"/>
              </a:rPr>
              <a:t> </a:t>
            </a:r>
            <a:r>
              <a:rPr dirty="0" sz="900" spc="-65" i="1">
                <a:solidFill>
                  <a:srgbClr val="797E94"/>
                </a:solidFill>
                <a:latin typeface="Arial"/>
                <a:cs typeface="Arial"/>
              </a:rPr>
              <a:t>one</a:t>
            </a:r>
            <a:r>
              <a:rPr dirty="0" sz="900" spc="-30" i="1">
                <a:solidFill>
                  <a:srgbClr val="797E94"/>
                </a:solidFill>
                <a:latin typeface="Arial"/>
                <a:cs typeface="Arial"/>
              </a:rPr>
              <a:t> </a:t>
            </a:r>
            <a:r>
              <a:rPr dirty="0" sz="900" spc="-55" i="1">
                <a:solidFill>
                  <a:srgbClr val="797E94"/>
                </a:solidFill>
                <a:latin typeface="Arial"/>
                <a:cs typeface="Arial"/>
              </a:rPr>
              <a:t>keyword</a:t>
            </a:r>
            <a:r>
              <a:rPr dirty="0" sz="900" spc="-35" i="1">
                <a:solidFill>
                  <a:srgbClr val="797E94"/>
                </a:solidFill>
                <a:latin typeface="Arial"/>
                <a:cs typeface="Arial"/>
              </a:rPr>
              <a:t> </a:t>
            </a:r>
            <a:r>
              <a:rPr dirty="0" sz="900" spc="-40" i="1">
                <a:solidFill>
                  <a:srgbClr val="797E94"/>
                </a:solidFill>
                <a:latin typeface="Arial"/>
                <a:cs typeface="Arial"/>
              </a:rPr>
              <a:t>arg.</a:t>
            </a:r>
            <a:r>
              <a:rPr dirty="0" sz="900" spc="-30" i="1">
                <a:solidFill>
                  <a:srgbClr val="797E94"/>
                </a:solidFill>
                <a:latin typeface="Arial"/>
                <a:cs typeface="Arial"/>
              </a:rPr>
              <a:t> </a:t>
            </a:r>
            <a:r>
              <a:rPr dirty="0" sz="900" spc="-100" i="1">
                <a:solidFill>
                  <a:srgbClr val="797E94"/>
                </a:solidFill>
                <a:latin typeface="Arial"/>
                <a:cs typeface="Arial"/>
              </a:rPr>
              <a:t>Pays</a:t>
            </a:r>
            <a:r>
              <a:rPr dirty="0" sz="900" spc="-30" i="1">
                <a:solidFill>
                  <a:srgbClr val="797E94"/>
                </a:solidFill>
                <a:latin typeface="Arial"/>
                <a:cs typeface="Arial"/>
              </a:rPr>
              <a:t> </a:t>
            </a:r>
            <a:r>
              <a:rPr dirty="0" sz="900" spc="-10" i="1">
                <a:solidFill>
                  <a:srgbClr val="797E94"/>
                </a:solidFill>
                <a:latin typeface="Arial"/>
                <a:cs typeface="Arial"/>
              </a:rPr>
              <a:t>off</a:t>
            </a:r>
            <a:r>
              <a:rPr dirty="0" sz="900" spc="-30" i="1">
                <a:solidFill>
                  <a:srgbClr val="797E94"/>
                </a:solidFill>
                <a:latin typeface="Arial"/>
                <a:cs typeface="Arial"/>
              </a:rPr>
              <a:t> </a:t>
            </a:r>
            <a:r>
              <a:rPr dirty="0" sz="900" spc="-35" i="1">
                <a:solidFill>
                  <a:srgbClr val="797E94"/>
                </a:solidFill>
                <a:latin typeface="Arial"/>
                <a:cs typeface="Arial"/>
              </a:rPr>
              <a:t>the </a:t>
            </a:r>
            <a:r>
              <a:rPr dirty="0" sz="900" spc="-50" i="1">
                <a:solidFill>
                  <a:srgbClr val="797E94"/>
                </a:solidFill>
                <a:latin typeface="Arial"/>
                <a:cs typeface="Arial"/>
              </a:rPr>
              <a:t>moment</a:t>
            </a:r>
            <a:r>
              <a:rPr dirty="0" sz="900" spc="-30" i="1">
                <a:solidFill>
                  <a:srgbClr val="797E94"/>
                </a:solidFill>
                <a:latin typeface="Arial"/>
                <a:cs typeface="Arial"/>
              </a:rPr>
              <a:t> </a:t>
            </a:r>
            <a:r>
              <a:rPr dirty="0" sz="900" spc="-45" i="1">
                <a:solidFill>
                  <a:srgbClr val="797E94"/>
                </a:solidFill>
                <a:latin typeface="Arial"/>
                <a:cs typeface="Arial"/>
              </a:rPr>
              <a:t>your</a:t>
            </a:r>
            <a:r>
              <a:rPr dirty="0" sz="900" spc="-30" i="1">
                <a:solidFill>
                  <a:srgbClr val="797E94"/>
                </a:solidFill>
                <a:latin typeface="Arial"/>
                <a:cs typeface="Arial"/>
              </a:rPr>
              <a:t> </a:t>
            </a:r>
            <a:r>
              <a:rPr dirty="0" sz="900" spc="-55" i="1">
                <a:solidFill>
                  <a:srgbClr val="797E94"/>
                </a:solidFill>
                <a:latin typeface="Arial"/>
                <a:cs typeface="Arial"/>
              </a:rPr>
              <a:t>app</a:t>
            </a:r>
            <a:r>
              <a:rPr dirty="0" sz="900" spc="-30" i="1">
                <a:solidFill>
                  <a:srgbClr val="797E94"/>
                </a:solidFill>
                <a:latin typeface="Arial"/>
                <a:cs typeface="Arial"/>
              </a:rPr>
              <a:t> </a:t>
            </a:r>
            <a:r>
              <a:rPr dirty="0" sz="900" spc="-55" i="1">
                <a:solidFill>
                  <a:srgbClr val="797E94"/>
                </a:solidFill>
                <a:latin typeface="Arial"/>
                <a:cs typeface="Arial"/>
              </a:rPr>
              <a:t>grows</a:t>
            </a:r>
            <a:r>
              <a:rPr dirty="0" sz="900" spc="-35" i="1">
                <a:solidFill>
                  <a:srgbClr val="797E94"/>
                </a:solidFill>
                <a:latin typeface="Arial"/>
                <a:cs typeface="Arial"/>
              </a:rPr>
              <a:t> </a:t>
            </a:r>
            <a:r>
              <a:rPr dirty="0" sz="900" spc="-50" i="1">
                <a:solidFill>
                  <a:srgbClr val="797E94"/>
                </a:solidFill>
                <a:latin typeface="Arial"/>
                <a:cs typeface="Arial"/>
              </a:rPr>
              <a:t>past</a:t>
            </a:r>
            <a:r>
              <a:rPr dirty="0" sz="900" spc="-30" i="1">
                <a:solidFill>
                  <a:srgbClr val="797E94"/>
                </a:solidFill>
                <a:latin typeface="Arial"/>
                <a:cs typeface="Arial"/>
              </a:rPr>
              <a:t> </a:t>
            </a:r>
            <a:r>
              <a:rPr dirty="0" sz="900" spc="-55" i="1">
                <a:solidFill>
                  <a:srgbClr val="797E94"/>
                </a:solidFill>
                <a:latin typeface="Arial"/>
                <a:cs typeface="Arial"/>
              </a:rPr>
              <a:t>50</a:t>
            </a:r>
            <a:r>
              <a:rPr dirty="0" sz="900" spc="-30" i="1">
                <a:solidFill>
                  <a:srgbClr val="797E94"/>
                </a:solidFill>
                <a:latin typeface="Arial"/>
                <a:cs typeface="Arial"/>
              </a:rPr>
              <a:t> </a:t>
            </a:r>
            <a:r>
              <a:rPr dirty="0" sz="900" spc="-10" i="1">
                <a:solidFill>
                  <a:srgbClr val="797E94"/>
                </a:solidFill>
                <a:latin typeface="Arial"/>
                <a:cs typeface="Arial"/>
              </a:rPr>
              <a:t>lines.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685799" y="5848350"/>
            <a:ext cx="10820400" cy="476250"/>
            <a:chOff x="685799" y="5848350"/>
            <a:chExt cx="10820400" cy="476250"/>
          </a:xfrm>
        </p:grpSpPr>
        <p:sp>
          <p:nvSpPr>
            <p:cNvPr id="22" name="object 22"/>
            <p:cNvSpPr/>
            <p:nvPr/>
          </p:nvSpPr>
          <p:spPr>
            <a:xfrm>
              <a:off x="685787" y="5848362"/>
              <a:ext cx="10820400" cy="476250"/>
            </a:xfrm>
            <a:custGeom>
              <a:avLst/>
              <a:gdLst/>
              <a:ahLst/>
              <a:cxnLst/>
              <a:rect l="l" t="t" r="r" b="b"/>
              <a:pathLst>
                <a:path w="10820400" h="476250">
                  <a:moveTo>
                    <a:pt x="10820400" y="230314"/>
                  </a:moveTo>
                  <a:lnTo>
                    <a:pt x="10814304" y="184010"/>
                  </a:lnTo>
                  <a:lnTo>
                    <a:pt x="10799293" y="139788"/>
                  </a:lnTo>
                  <a:lnTo>
                    <a:pt x="10775937" y="99339"/>
                  </a:lnTo>
                  <a:lnTo>
                    <a:pt x="10745140" y="64223"/>
                  </a:lnTo>
                  <a:lnTo>
                    <a:pt x="10708094" y="35788"/>
                  </a:lnTo>
                  <a:lnTo>
                    <a:pt x="10666197" y="15138"/>
                  </a:lnTo>
                  <a:lnTo>
                    <a:pt x="10621086" y="3048"/>
                  </a:lnTo>
                  <a:lnTo>
                    <a:pt x="10590086" y="0"/>
                  </a:lnTo>
                  <a:lnTo>
                    <a:pt x="230327" y="0"/>
                  </a:lnTo>
                  <a:lnTo>
                    <a:pt x="184023" y="6096"/>
                  </a:lnTo>
                  <a:lnTo>
                    <a:pt x="139801" y="21107"/>
                  </a:lnTo>
                  <a:lnTo>
                    <a:pt x="99352" y="44462"/>
                  </a:lnTo>
                  <a:lnTo>
                    <a:pt x="64236" y="75247"/>
                  </a:lnTo>
                  <a:lnTo>
                    <a:pt x="35801" y="112306"/>
                  </a:lnTo>
                  <a:lnTo>
                    <a:pt x="15151" y="154190"/>
                  </a:lnTo>
                  <a:lnTo>
                    <a:pt x="3060" y="199313"/>
                  </a:lnTo>
                  <a:lnTo>
                    <a:pt x="0" y="230314"/>
                  </a:lnTo>
                  <a:lnTo>
                    <a:pt x="0" y="238112"/>
                  </a:lnTo>
                  <a:lnTo>
                    <a:pt x="0" y="245922"/>
                  </a:lnTo>
                  <a:lnTo>
                    <a:pt x="6108" y="292227"/>
                  </a:lnTo>
                  <a:lnTo>
                    <a:pt x="21120" y="336448"/>
                  </a:lnTo>
                  <a:lnTo>
                    <a:pt x="44475" y="376897"/>
                  </a:lnTo>
                  <a:lnTo>
                    <a:pt x="75260" y="412013"/>
                  </a:lnTo>
                  <a:lnTo>
                    <a:pt x="112318" y="440448"/>
                  </a:lnTo>
                  <a:lnTo>
                    <a:pt x="154216" y="461098"/>
                  </a:lnTo>
                  <a:lnTo>
                    <a:pt x="199326" y="473189"/>
                  </a:lnTo>
                  <a:lnTo>
                    <a:pt x="230327" y="476237"/>
                  </a:lnTo>
                  <a:lnTo>
                    <a:pt x="10590086" y="476237"/>
                  </a:lnTo>
                  <a:lnTo>
                    <a:pt x="10636390" y="470141"/>
                  </a:lnTo>
                  <a:lnTo>
                    <a:pt x="10680611" y="455129"/>
                  </a:lnTo>
                  <a:lnTo>
                    <a:pt x="10721061" y="431774"/>
                  </a:lnTo>
                  <a:lnTo>
                    <a:pt x="10756176" y="400977"/>
                  </a:lnTo>
                  <a:lnTo>
                    <a:pt x="10784611" y="363931"/>
                  </a:lnTo>
                  <a:lnTo>
                    <a:pt x="10805262" y="322033"/>
                  </a:lnTo>
                  <a:lnTo>
                    <a:pt x="10817352" y="276923"/>
                  </a:lnTo>
                  <a:lnTo>
                    <a:pt x="10820400" y="245922"/>
                  </a:lnTo>
                  <a:lnTo>
                    <a:pt x="10820400" y="230314"/>
                  </a:lnTo>
                  <a:close/>
                </a:path>
              </a:pathLst>
            </a:custGeom>
            <a:solidFill>
              <a:srgbClr val="FFE7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5991223" y="6019799"/>
              <a:ext cx="295275" cy="142875"/>
            </a:xfrm>
            <a:custGeom>
              <a:avLst/>
              <a:gdLst/>
              <a:ahLst/>
              <a:cxnLst/>
              <a:rect l="l" t="t" r="r" b="b"/>
              <a:pathLst>
                <a:path w="295275" h="142875">
                  <a:moveTo>
                    <a:pt x="262227" y="142874"/>
                  </a:moveTo>
                  <a:lnTo>
                    <a:pt x="33047" y="142874"/>
                  </a:lnTo>
                  <a:lnTo>
                    <a:pt x="28187" y="141907"/>
                  </a:lnTo>
                  <a:lnTo>
                    <a:pt x="966" y="114686"/>
                  </a:lnTo>
                  <a:lnTo>
                    <a:pt x="0" y="109826"/>
                  </a:lnTo>
                  <a:lnTo>
                    <a:pt x="0" y="104774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262227" y="0"/>
                  </a:lnTo>
                  <a:lnTo>
                    <a:pt x="294308" y="28186"/>
                  </a:lnTo>
                  <a:lnTo>
                    <a:pt x="295274" y="33047"/>
                  </a:lnTo>
                  <a:lnTo>
                    <a:pt x="295274" y="109826"/>
                  </a:lnTo>
                  <a:lnTo>
                    <a:pt x="267087" y="141907"/>
                  </a:lnTo>
                  <a:lnTo>
                    <a:pt x="262227" y="142874"/>
                  </a:lnTo>
                  <a:close/>
                </a:path>
              </a:pathLst>
            </a:custGeom>
            <a:solidFill>
              <a:srgbClr val="FF6A5B">
                <a:alpha val="18038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958850" y="5992812"/>
            <a:ext cx="9041765" cy="1682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1089660" algn="l"/>
              </a:tabLst>
            </a:pPr>
            <a:r>
              <a:rPr dirty="0" sz="900" spc="-45" b="1">
                <a:solidFill>
                  <a:srgbClr val="FF6A5B"/>
                </a:solidFill>
                <a:latin typeface="Cambria"/>
                <a:cs typeface="Cambria"/>
              </a:rPr>
              <a:t>RULE</a:t>
            </a:r>
            <a:r>
              <a:rPr dirty="0" sz="900" b="1">
                <a:solidFill>
                  <a:srgbClr val="FF6A5B"/>
                </a:solidFill>
                <a:latin typeface="Cambria"/>
                <a:cs typeface="Cambria"/>
              </a:rPr>
              <a:t> OF </a:t>
            </a:r>
            <a:r>
              <a:rPr dirty="0" sz="900" spc="-10" b="1">
                <a:solidFill>
                  <a:srgbClr val="FF6A5B"/>
                </a:solidFill>
                <a:latin typeface="Cambria"/>
                <a:cs typeface="Cambria"/>
              </a:rPr>
              <a:t>THUMB</a:t>
            </a:r>
            <a:r>
              <a:rPr dirty="0" sz="900" b="1">
                <a:solidFill>
                  <a:srgbClr val="FF6A5B"/>
                </a:solidFill>
                <a:latin typeface="Cambria"/>
                <a:cs typeface="Cambria"/>
              </a:rPr>
              <a:t>	</a:t>
            </a:r>
            <a:r>
              <a:rPr dirty="0" sz="900" spc="-65">
                <a:solidFill>
                  <a:srgbClr val="1B1F3A"/>
                </a:solidFill>
                <a:latin typeface="Tahoma"/>
                <a:cs typeface="Tahoma"/>
              </a:rPr>
              <a:t>If </a:t>
            </a:r>
            <a:r>
              <a:rPr dirty="0" sz="900" spc="-35">
                <a:solidFill>
                  <a:srgbClr val="1B1F3A"/>
                </a:solidFill>
                <a:latin typeface="Tahoma"/>
                <a:cs typeface="Tahoma"/>
              </a:rPr>
              <a:t>a</a:t>
            </a:r>
            <a:r>
              <a:rPr dirty="0" sz="900" spc="-6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1B1F3A"/>
                </a:solidFill>
                <a:latin typeface="Tahoma"/>
                <a:cs typeface="Tahoma"/>
              </a:rPr>
              <a:t>widget</a:t>
            </a:r>
            <a:r>
              <a:rPr dirty="0" sz="900" spc="-6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1B1F3A"/>
                </a:solidFill>
                <a:latin typeface="Tahoma"/>
                <a:cs typeface="Tahoma"/>
              </a:rPr>
              <a:t>will</a:t>
            </a:r>
            <a:r>
              <a:rPr dirty="0" sz="900" spc="-6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55">
                <a:solidFill>
                  <a:srgbClr val="1B1F3A"/>
                </a:solidFill>
                <a:latin typeface="Tahoma"/>
                <a:cs typeface="Tahoma"/>
              </a:rPr>
              <a:t>EVER</a:t>
            </a:r>
            <a:r>
              <a:rPr dirty="0" sz="900" spc="-6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20">
                <a:solidFill>
                  <a:srgbClr val="1B1F3A"/>
                </a:solidFill>
                <a:latin typeface="Tahoma"/>
                <a:cs typeface="Tahoma"/>
              </a:rPr>
              <a:t>be</a:t>
            </a:r>
            <a:r>
              <a:rPr dirty="0" sz="900" spc="-6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1B1F3A"/>
                </a:solidFill>
                <a:latin typeface="Tahoma"/>
                <a:cs typeface="Tahoma"/>
              </a:rPr>
              <a:t>read,</a:t>
            </a:r>
            <a:r>
              <a:rPr dirty="0" sz="900" spc="-6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30">
                <a:solidFill>
                  <a:srgbClr val="1B1F3A"/>
                </a:solidFill>
                <a:latin typeface="Tahoma"/>
                <a:cs typeface="Tahoma"/>
              </a:rPr>
              <a:t>updated,</a:t>
            </a:r>
            <a:r>
              <a:rPr dirty="0" sz="900" spc="-6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1B1F3A"/>
                </a:solidFill>
                <a:latin typeface="Tahoma"/>
                <a:cs typeface="Tahoma"/>
              </a:rPr>
              <a:t>or</a:t>
            </a:r>
            <a:r>
              <a:rPr dirty="0" sz="900" spc="-6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1B1F3A"/>
                </a:solidFill>
                <a:latin typeface="Tahoma"/>
                <a:cs typeface="Tahoma"/>
              </a:rPr>
              <a:t>reset</a:t>
            </a:r>
            <a:r>
              <a:rPr dirty="0" sz="900" spc="-6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1B1F3A"/>
                </a:solidFill>
                <a:latin typeface="Tahoma"/>
                <a:cs typeface="Tahoma"/>
              </a:rPr>
              <a:t>by</a:t>
            </a:r>
            <a:r>
              <a:rPr dirty="0" sz="900" spc="-6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1B1F3A"/>
                </a:solidFill>
                <a:latin typeface="Tahoma"/>
                <a:cs typeface="Tahoma"/>
              </a:rPr>
              <a:t>code</a:t>
            </a:r>
            <a:r>
              <a:rPr dirty="0" sz="900" spc="-6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30">
                <a:solidFill>
                  <a:srgbClr val="1B1F3A"/>
                </a:solidFill>
                <a:latin typeface="Tahoma"/>
                <a:cs typeface="Tahoma"/>
              </a:rPr>
              <a:t>(not</a:t>
            </a:r>
            <a:r>
              <a:rPr dirty="0" sz="900" spc="-6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1B1F3A"/>
                </a:solidFill>
                <a:latin typeface="Tahoma"/>
                <a:cs typeface="Tahoma"/>
              </a:rPr>
              <a:t>just</a:t>
            </a:r>
            <a:r>
              <a:rPr dirty="0" sz="900" spc="-6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1B1F3A"/>
                </a:solidFill>
                <a:latin typeface="Tahoma"/>
                <a:cs typeface="Tahoma"/>
              </a:rPr>
              <a:t>the</a:t>
            </a:r>
            <a:r>
              <a:rPr dirty="0" sz="900" spc="-6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45">
                <a:solidFill>
                  <a:srgbClr val="1B1F3A"/>
                </a:solidFill>
                <a:latin typeface="Tahoma"/>
                <a:cs typeface="Tahoma"/>
              </a:rPr>
              <a:t>user),</a:t>
            </a:r>
            <a:r>
              <a:rPr dirty="0" sz="900" spc="-6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40">
                <a:solidFill>
                  <a:srgbClr val="1B1F3A"/>
                </a:solidFill>
                <a:latin typeface="Tahoma"/>
                <a:cs typeface="Tahoma"/>
              </a:rPr>
              <a:t>give</a:t>
            </a:r>
            <a:r>
              <a:rPr dirty="0" sz="900" spc="-6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1B1F3A"/>
                </a:solidFill>
                <a:latin typeface="Tahoma"/>
                <a:cs typeface="Tahoma"/>
              </a:rPr>
              <a:t>it</a:t>
            </a:r>
            <a:r>
              <a:rPr dirty="0" sz="900" spc="-6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1B1F3A"/>
                </a:solidFill>
                <a:latin typeface="Tahoma"/>
                <a:cs typeface="Tahoma"/>
              </a:rPr>
              <a:t>a</a:t>
            </a:r>
            <a:r>
              <a:rPr dirty="0" sz="900" spc="35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850" spc="-10">
                <a:solidFill>
                  <a:srgbClr val="FF6A5B"/>
                </a:solidFill>
                <a:latin typeface="Courier New"/>
                <a:cs typeface="Courier New"/>
              </a:rPr>
              <a:t>key</a:t>
            </a:r>
            <a:r>
              <a:rPr dirty="0" sz="850" spc="-105">
                <a:solidFill>
                  <a:srgbClr val="FF6A5B"/>
                </a:solidFill>
                <a:latin typeface="Courier New"/>
                <a:cs typeface="Courier New"/>
              </a:rPr>
              <a:t> </a:t>
            </a:r>
            <a:r>
              <a:rPr dirty="0" sz="900" spc="-45">
                <a:solidFill>
                  <a:srgbClr val="1B1F3A"/>
                </a:solidFill>
                <a:latin typeface="Tahoma"/>
                <a:cs typeface="Tahoma"/>
              </a:rPr>
              <a:t>.</a:t>
            </a:r>
            <a:r>
              <a:rPr dirty="0" sz="900" spc="-6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45">
                <a:solidFill>
                  <a:srgbClr val="1B1F3A"/>
                </a:solidFill>
                <a:latin typeface="Tahoma"/>
                <a:cs typeface="Tahoma"/>
              </a:rPr>
              <a:t>The</a:t>
            </a:r>
            <a:r>
              <a:rPr dirty="0" sz="900" spc="-6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30">
                <a:solidFill>
                  <a:srgbClr val="1B1F3A"/>
                </a:solidFill>
                <a:latin typeface="Tahoma"/>
                <a:cs typeface="Tahoma"/>
              </a:rPr>
              <a:t>cost</a:t>
            </a:r>
            <a:r>
              <a:rPr dirty="0" sz="900" spc="-6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1B1F3A"/>
                </a:solidFill>
                <a:latin typeface="Tahoma"/>
                <a:cs typeface="Tahoma"/>
              </a:rPr>
              <a:t>is</a:t>
            </a:r>
            <a:r>
              <a:rPr dirty="0" sz="900" spc="-6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20" b="1">
                <a:solidFill>
                  <a:srgbClr val="FF6A5B"/>
                </a:solidFill>
                <a:latin typeface="Cambria"/>
                <a:cs typeface="Cambria"/>
              </a:rPr>
              <a:t>one</a:t>
            </a:r>
            <a:r>
              <a:rPr dirty="0" sz="900" spc="25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55" b="1">
                <a:solidFill>
                  <a:srgbClr val="FF6A5B"/>
                </a:solidFill>
                <a:latin typeface="Cambria"/>
                <a:cs typeface="Cambria"/>
              </a:rPr>
              <a:t>keyword</a:t>
            </a:r>
            <a:r>
              <a:rPr dirty="0" sz="900" spc="2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50" b="1">
                <a:solidFill>
                  <a:srgbClr val="FF6A5B"/>
                </a:solidFill>
                <a:latin typeface="Cambria"/>
                <a:cs typeface="Cambria"/>
              </a:rPr>
              <a:t>argument</a:t>
            </a:r>
            <a:r>
              <a:rPr dirty="0" sz="900" spc="-50">
                <a:solidFill>
                  <a:srgbClr val="1B1F3A"/>
                </a:solidFill>
                <a:latin typeface="Tahoma"/>
                <a:cs typeface="Tahoma"/>
              </a:rPr>
              <a:t>.</a:t>
            </a:r>
            <a:r>
              <a:rPr dirty="0" sz="900" spc="-6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45">
                <a:solidFill>
                  <a:srgbClr val="1B1F3A"/>
                </a:solidFill>
                <a:latin typeface="Tahoma"/>
                <a:cs typeface="Tahoma"/>
              </a:rPr>
              <a:t>The</a:t>
            </a:r>
            <a:r>
              <a:rPr dirty="0" sz="900" spc="-6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20">
                <a:solidFill>
                  <a:srgbClr val="1B1F3A"/>
                </a:solidFill>
                <a:latin typeface="Tahoma"/>
                <a:cs typeface="Tahoma"/>
              </a:rPr>
              <a:t>benefit</a:t>
            </a:r>
            <a:r>
              <a:rPr dirty="0" sz="900" spc="-6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1B1F3A"/>
                </a:solidFill>
                <a:latin typeface="Tahoma"/>
                <a:cs typeface="Tahoma"/>
              </a:rPr>
              <a:t>is</a:t>
            </a:r>
            <a:r>
              <a:rPr dirty="0" sz="900" spc="-6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35" b="1">
                <a:solidFill>
                  <a:srgbClr val="FF6A5B"/>
                </a:solidFill>
                <a:latin typeface="Cambria"/>
                <a:cs typeface="Cambria"/>
              </a:rPr>
              <a:t>full</a:t>
            </a:r>
            <a:r>
              <a:rPr dirty="0" sz="900" spc="2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55" b="1">
                <a:solidFill>
                  <a:srgbClr val="FF6A5B"/>
                </a:solidFill>
                <a:latin typeface="Cambria"/>
                <a:cs typeface="Cambria"/>
              </a:rPr>
              <a:t>programmatic</a:t>
            </a:r>
            <a:r>
              <a:rPr dirty="0" sz="900" spc="25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10" b="1">
                <a:solidFill>
                  <a:srgbClr val="FF6A5B"/>
                </a:solidFill>
                <a:latin typeface="Cambria"/>
                <a:cs typeface="Cambria"/>
              </a:rPr>
              <a:t>control</a:t>
            </a:r>
            <a:r>
              <a:rPr dirty="0" sz="900" spc="-10">
                <a:solidFill>
                  <a:srgbClr val="1B1F3A"/>
                </a:solidFill>
                <a:latin typeface="Tahoma"/>
                <a:cs typeface="Tahoma"/>
              </a:rPr>
              <a:t>.</a:t>
            </a:r>
            <a:endParaRPr sz="900">
              <a:latin typeface="Tahoma"/>
              <a:cs typeface="Tahoma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pc="-45"/>
              <a:t>D</a:t>
            </a:r>
            <a:r>
              <a:rPr dirty="0" spc="-65"/>
              <a:t> </a:t>
            </a:r>
            <a:r>
              <a:rPr dirty="0"/>
              <a:t>AY</a:t>
            </a:r>
            <a:r>
              <a:rPr dirty="0" spc="240"/>
              <a:t> </a:t>
            </a:r>
            <a:r>
              <a:rPr dirty="0" spc="-65"/>
              <a:t>0</a:t>
            </a:r>
            <a:r>
              <a:rPr dirty="0" spc="-45"/>
              <a:t> </a:t>
            </a:r>
            <a:r>
              <a:rPr dirty="0"/>
              <a:t>5</a:t>
            </a:r>
            <a:r>
              <a:rPr dirty="0" spc="265"/>
              <a:t> </a:t>
            </a:r>
            <a:r>
              <a:rPr dirty="0"/>
              <a:t>·</a:t>
            </a:r>
            <a:r>
              <a:rPr dirty="0" spc="260"/>
              <a:t> </a:t>
            </a:r>
            <a:r>
              <a:rPr dirty="0" spc="-40"/>
              <a:t>W</a:t>
            </a:r>
            <a:r>
              <a:rPr dirty="0" spc="-45"/>
              <a:t> </a:t>
            </a:r>
            <a:r>
              <a:rPr dirty="0" spc="-65"/>
              <a:t>I</a:t>
            </a:r>
            <a:r>
              <a:rPr dirty="0" spc="-45"/>
              <a:t> D </a:t>
            </a:r>
            <a:r>
              <a:rPr dirty="0"/>
              <a:t>G</a:t>
            </a:r>
            <a:r>
              <a:rPr dirty="0" spc="-45"/>
              <a:t> </a:t>
            </a:r>
            <a:r>
              <a:rPr dirty="0" spc="-70"/>
              <a:t>E</a:t>
            </a:r>
            <a:r>
              <a:rPr dirty="0" spc="-45"/>
              <a:t> </a:t>
            </a:r>
            <a:r>
              <a:rPr dirty="0" spc="-114"/>
              <a:t>T</a:t>
            </a:r>
            <a:r>
              <a:rPr dirty="0" spc="-50"/>
              <a:t> </a:t>
            </a:r>
            <a:r>
              <a:rPr dirty="0"/>
              <a:t>S</a:t>
            </a:r>
            <a:r>
              <a:rPr dirty="0" spc="265"/>
              <a:t> </a:t>
            </a:r>
            <a:r>
              <a:rPr dirty="0"/>
              <a:t>&amp;</a:t>
            </a:r>
            <a:r>
              <a:rPr dirty="0" spc="265"/>
              <a:t> </a:t>
            </a:r>
            <a:r>
              <a:rPr dirty="0" spc="-100"/>
              <a:t>L</a:t>
            </a:r>
            <a:r>
              <a:rPr dirty="0" spc="-45"/>
              <a:t> </a:t>
            </a:r>
            <a:r>
              <a:rPr dirty="0" spc="-20"/>
              <a:t>AY</a:t>
            </a:r>
            <a:r>
              <a:rPr dirty="0" spc="-80"/>
              <a:t> </a:t>
            </a:r>
            <a:r>
              <a:rPr dirty="0" spc="-10"/>
              <a:t>O</a:t>
            </a:r>
            <a:r>
              <a:rPr dirty="0" spc="-45"/>
              <a:t> </a:t>
            </a:r>
            <a:r>
              <a:rPr dirty="0"/>
              <a:t>U</a:t>
            </a:r>
            <a:r>
              <a:rPr dirty="0" spc="-45"/>
              <a:t> </a:t>
            </a:r>
            <a:r>
              <a:rPr dirty="0" spc="-50"/>
              <a:t>T</a:t>
            </a:r>
          </a:p>
        </p:txBody>
      </p:sp>
      <p:sp>
        <p:nvSpPr>
          <p:cNvPr id="26" name="object 2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pc="-30"/>
              <a:t>0</a:t>
            </a:r>
            <a:r>
              <a:rPr dirty="0" spc="-120"/>
              <a:t> </a:t>
            </a:r>
            <a:fld id="{81D60167-4931-47E6-BA6A-407CBD079E47}" type="slidenum">
              <a:rPr dirty="0"/>
              <a:t>6</a:t>
            </a:fld>
            <a:r>
              <a:rPr dirty="0" spc="204"/>
              <a:t> </a:t>
            </a:r>
            <a:r>
              <a:rPr dirty="0"/>
              <a:t>/</a:t>
            </a:r>
            <a:r>
              <a:rPr dirty="0" spc="204"/>
              <a:t> </a:t>
            </a:r>
            <a:r>
              <a:rPr dirty="0" spc="-30"/>
              <a:t>1</a:t>
            </a:r>
            <a:r>
              <a:rPr dirty="0" spc="-120"/>
              <a:t> </a:t>
            </a:r>
            <a:r>
              <a:rPr dirty="0" spc="-60"/>
              <a:t>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5799" y="64769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FF6A5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825500" y="587375"/>
            <a:ext cx="254698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 b="1">
                <a:solidFill>
                  <a:srgbClr val="FF6A5B"/>
                </a:solidFill>
                <a:latin typeface="Cambria"/>
                <a:cs typeface="Cambria"/>
              </a:rPr>
              <a:t>O</a:t>
            </a:r>
            <a:r>
              <a:rPr dirty="0" sz="900" spc="-55" b="1">
                <a:solidFill>
                  <a:srgbClr val="FF6A5B"/>
                </a:solidFill>
                <a:latin typeface="Cambria"/>
                <a:cs typeface="Cambria"/>
              </a:rPr>
              <a:t> V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95" b="1">
                <a:solidFill>
                  <a:srgbClr val="FF6A5B"/>
                </a:solidFill>
                <a:latin typeface="Cambria"/>
                <a:cs typeface="Cambria"/>
              </a:rPr>
              <a:t>E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105" b="1">
                <a:solidFill>
                  <a:srgbClr val="FF6A5B"/>
                </a:solidFill>
                <a:latin typeface="Cambria"/>
                <a:cs typeface="Cambria"/>
              </a:rPr>
              <a:t>R</a:t>
            </a:r>
            <a:r>
              <a:rPr dirty="0" sz="900" spc="-5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55" b="1">
                <a:solidFill>
                  <a:srgbClr val="FF6A5B"/>
                </a:solidFill>
                <a:latin typeface="Cambria"/>
                <a:cs typeface="Cambria"/>
              </a:rPr>
              <a:t>V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75" b="1">
                <a:solidFill>
                  <a:srgbClr val="FF6A5B"/>
                </a:solidFill>
                <a:latin typeface="Cambria"/>
                <a:cs typeface="Cambria"/>
              </a:rPr>
              <a:t>I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95" b="1">
                <a:solidFill>
                  <a:srgbClr val="FF6A5B"/>
                </a:solidFill>
                <a:latin typeface="Cambria"/>
                <a:cs typeface="Cambria"/>
              </a:rPr>
              <a:t>E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b="1">
                <a:solidFill>
                  <a:srgbClr val="FF6A5B"/>
                </a:solidFill>
                <a:latin typeface="Cambria"/>
                <a:cs typeface="Cambria"/>
              </a:rPr>
              <a:t>W</a:t>
            </a:r>
            <a:r>
              <a:rPr dirty="0" sz="900" spc="185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b="1">
                <a:solidFill>
                  <a:srgbClr val="FF6A5B"/>
                </a:solidFill>
                <a:latin typeface="Cambria"/>
                <a:cs typeface="Cambria"/>
              </a:rPr>
              <a:t>·</a:t>
            </a:r>
            <a:r>
              <a:rPr dirty="0" sz="900" spc="31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140" b="1">
                <a:solidFill>
                  <a:srgbClr val="FF6A5B"/>
                </a:solidFill>
                <a:latin typeface="Cambria"/>
                <a:cs typeface="Cambria"/>
              </a:rPr>
              <a:t>T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90" b="1">
                <a:solidFill>
                  <a:srgbClr val="FF6A5B"/>
                </a:solidFill>
                <a:latin typeface="Cambria"/>
                <a:cs typeface="Cambria"/>
              </a:rPr>
              <a:t>H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b="1">
                <a:solidFill>
                  <a:srgbClr val="FF6A5B"/>
                </a:solidFill>
                <a:latin typeface="Cambria"/>
                <a:cs typeface="Cambria"/>
              </a:rPr>
              <a:t>E</a:t>
            </a:r>
            <a:r>
              <a:rPr dirty="0" sz="900" spc="31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b="1">
                <a:solidFill>
                  <a:srgbClr val="FF6A5B"/>
                </a:solidFill>
                <a:latin typeface="Cambria"/>
                <a:cs typeface="Cambria"/>
              </a:rPr>
              <a:t>5</a:t>
            </a:r>
            <a:r>
              <a:rPr dirty="0" sz="900" spc="31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120" b="1">
                <a:solidFill>
                  <a:srgbClr val="FF6A5B"/>
                </a:solidFill>
                <a:latin typeface="Cambria"/>
                <a:cs typeface="Cambria"/>
              </a:rPr>
              <a:t>L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30" b="1">
                <a:solidFill>
                  <a:srgbClr val="FF6A5B"/>
                </a:solidFill>
                <a:latin typeface="Cambria"/>
                <a:cs typeface="Cambria"/>
              </a:rPr>
              <a:t>AY</a:t>
            </a:r>
            <a:r>
              <a:rPr dirty="0" sz="900" spc="-7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20" b="1">
                <a:solidFill>
                  <a:srgbClr val="FF6A5B"/>
                </a:solidFill>
                <a:latin typeface="Cambria"/>
                <a:cs typeface="Cambria"/>
              </a:rPr>
              <a:t>O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U </a:t>
            </a:r>
            <a:r>
              <a:rPr dirty="0" sz="900" b="1">
                <a:solidFill>
                  <a:srgbClr val="FF6A5B"/>
                </a:solidFill>
                <a:latin typeface="Cambria"/>
                <a:cs typeface="Cambria"/>
              </a:rPr>
              <a:t>T</a:t>
            </a:r>
            <a:r>
              <a:rPr dirty="0" sz="900" spc="31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80" b="1">
                <a:solidFill>
                  <a:srgbClr val="FF6A5B"/>
                </a:solidFill>
                <a:latin typeface="Cambria"/>
                <a:cs typeface="Cambria"/>
              </a:rPr>
              <a:t>P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105" b="1">
                <a:solidFill>
                  <a:srgbClr val="FF6A5B"/>
                </a:solidFill>
                <a:latin typeface="Cambria"/>
                <a:cs typeface="Cambria"/>
              </a:rPr>
              <a:t>R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75" b="1">
                <a:solidFill>
                  <a:srgbClr val="FF6A5B"/>
                </a:solidFill>
                <a:latin typeface="Cambria"/>
                <a:cs typeface="Cambria"/>
              </a:rPr>
              <a:t>I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b="1">
                <a:solidFill>
                  <a:srgbClr val="FF6A5B"/>
                </a:solidFill>
                <a:latin typeface="Cambria"/>
                <a:cs typeface="Cambria"/>
              </a:rPr>
              <a:t>M</a:t>
            </a:r>
            <a:r>
              <a:rPr dirty="0" sz="900" spc="-45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75" b="1">
                <a:solidFill>
                  <a:srgbClr val="FF6A5B"/>
                </a:solidFill>
                <a:latin typeface="Cambria"/>
                <a:cs typeface="Cambria"/>
              </a:rPr>
              <a:t>I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140" b="1">
                <a:solidFill>
                  <a:srgbClr val="FF6A5B"/>
                </a:solidFill>
                <a:latin typeface="Cambria"/>
                <a:cs typeface="Cambria"/>
              </a:rPr>
              <a:t>T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75" b="1">
                <a:solidFill>
                  <a:srgbClr val="FF6A5B"/>
                </a:solidFill>
                <a:latin typeface="Cambria"/>
                <a:cs typeface="Cambria"/>
              </a:rPr>
              <a:t>I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55" b="1">
                <a:solidFill>
                  <a:srgbClr val="FF6A5B"/>
                </a:solidFill>
                <a:latin typeface="Cambria"/>
                <a:cs typeface="Cambria"/>
              </a:rPr>
              <a:t>V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90" b="1">
                <a:solidFill>
                  <a:srgbClr val="FF6A5B"/>
                </a:solidFill>
                <a:latin typeface="Cambria"/>
                <a:cs typeface="Cambria"/>
              </a:rPr>
              <a:t>E</a:t>
            </a:r>
            <a:r>
              <a:rPr dirty="0" sz="900" spc="-45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50" b="1">
                <a:solidFill>
                  <a:srgbClr val="FF6A5B"/>
                </a:solidFill>
                <a:latin typeface="Cambria"/>
                <a:cs typeface="Cambria"/>
              </a:rPr>
              <a:t>S</a:t>
            </a:r>
            <a:endParaRPr sz="900">
              <a:latin typeface="Cambria"/>
              <a:cs typeface="Cambria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673099" y="674460"/>
            <a:ext cx="9665970" cy="708025"/>
          </a:xfrm>
          <a:prstGeom prst="rect"/>
        </p:spPr>
        <p:txBody>
          <a:bodyPr wrap="square" lIns="0" tIns="1352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pc="-185"/>
              <a:t>Five</a:t>
            </a:r>
            <a:r>
              <a:rPr dirty="0" spc="-35"/>
              <a:t> </a:t>
            </a:r>
            <a:r>
              <a:rPr dirty="0" spc="-160"/>
              <a:t>primitives.</a:t>
            </a:r>
            <a:r>
              <a:rPr dirty="0" spc="-35"/>
              <a:t> </a:t>
            </a:r>
            <a:r>
              <a:rPr dirty="0" spc="-210"/>
              <a:t>Every</a:t>
            </a:r>
            <a:r>
              <a:rPr dirty="0" spc="-35"/>
              <a:t> </a:t>
            </a:r>
            <a:r>
              <a:rPr dirty="0" spc="-155"/>
              <a:t>Streamlit</a:t>
            </a:r>
            <a:r>
              <a:rPr dirty="0" spc="-30"/>
              <a:t> </a:t>
            </a:r>
            <a:r>
              <a:rPr dirty="0" spc="-155"/>
              <a:t>layout</a:t>
            </a:r>
            <a:r>
              <a:rPr dirty="0" spc="-35"/>
              <a:t> </a:t>
            </a:r>
            <a:r>
              <a:rPr dirty="0" spc="-180"/>
              <a:t>is</a:t>
            </a:r>
            <a:r>
              <a:rPr dirty="0" spc="-35"/>
              <a:t> </a:t>
            </a:r>
            <a:r>
              <a:rPr dirty="0" spc="-105"/>
              <a:t>a</a:t>
            </a:r>
            <a:r>
              <a:rPr dirty="0" spc="-35"/>
              <a:t> </a:t>
            </a:r>
            <a:r>
              <a:rPr dirty="0" spc="-160"/>
              <a:t>combination</a:t>
            </a:r>
            <a:r>
              <a:rPr dirty="0" spc="-35"/>
              <a:t> </a:t>
            </a:r>
            <a:r>
              <a:rPr dirty="0" spc="-80"/>
              <a:t>of</a:t>
            </a:r>
            <a:r>
              <a:rPr dirty="0" spc="-35"/>
              <a:t> </a:t>
            </a:r>
            <a:r>
              <a:rPr dirty="0" spc="-10"/>
              <a:t>these.</a:t>
            </a: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dirty="0" sz="1050" spc="-90" b="0">
                <a:solidFill>
                  <a:srgbClr val="4A4E6A"/>
                </a:solidFill>
                <a:latin typeface="Tahoma"/>
                <a:cs typeface="Tahoma"/>
              </a:rPr>
              <a:t>You</a:t>
            </a:r>
            <a:r>
              <a:rPr dirty="0" sz="1050" spc="-65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50" b="0">
                <a:solidFill>
                  <a:srgbClr val="4A4E6A"/>
                </a:solidFill>
                <a:latin typeface="Tahoma"/>
                <a:cs typeface="Tahoma"/>
              </a:rPr>
              <a:t>already</a:t>
            </a:r>
            <a:r>
              <a:rPr dirty="0" sz="1050" spc="-65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55" b="0">
                <a:solidFill>
                  <a:srgbClr val="4A4E6A"/>
                </a:solidFill>
                <a:latin typeface="Tahoma"/>
                <a:cs typeface="Tahoma"/>
              </a:rPr>
              <a:t>know</a:t>
            </a:r>
            <a:r>
              <a:rPr dirty="0" sz="1050" spc="-65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50" b="0">
                <a:solidFill>
                  <a:srgbClr val="4A4E6A"/>
                </a:solidFill>
                <a:latin typeface="Tahoma"/>
                <a:cs typeface="Tahoma"/>
              </a:rPr>
              <a:t>widgets</a:t>
            </a:r>
            <a:r>
              <a:rPr dirty="0" sz="1050" spc="-65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b="0">
                <a:solidFill>
                  <a:srgbClr val="4A4E6A"/>
                </a:solidFill>
                <a:latin typeface="Tahoma"/>
                <a:cs typeface="Tahoma"/>
              </a:rPr>
              <a:t>—</a:t>
            </a:r>
            <a:r>
              <a:rPr dirty="0" sz="1050" spc="-65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30" b="0">
                <a:solidFill>
                  <a:srgbClr val="4A4E6A"/>
                </a:solidFill>
                <a:latin typeface="Tahoma"/>
                <a:cs typeface="Tahoma"/>
              </a:rPr>
              <a:t>title,</a:t>
            </a:r>
            <a:r>
              <a:rPr dirty="0" sz="1050" spc="-65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50" b="0">
                <a:solidFill>
                  <a:srgbClr val="4A4E6A"/>
                </a:solidFill>
                <a:latin typeface="Tahoma"/>
                <a:cs typeface="Tahoma"/>
              </a:rPr>
              <a:t>text_input,</a:t>
            </a:r>
            <a:r>
              <a:rPr dirty="0" sz="1050" spc="-65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45" b="0">
                <a:solidFill>
                  <a:srgbClr val="4A4E6A"/>
                </a:solidFill>
                <a:latin typeface="Tahoma"/>
                <a:cs typeface="Tahoma"/>
              </a:rPr>
              <a:t>button,</a:t>
            </a:r>
            <a:r>
              <a:rPr dirty="0" sz="1050" spc="-65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55" b="0">
                <a:solidFill>
                  <a:srgbClr val="4A4E6A"/>
                </a:solidFill>
                <a:latin typeface="Tahoma"/>
                <a:cs typeface="Tahoma"/>
              </a:rPr>
              <a:t>slider.</a:t>
            </a:r>
            <a:r>
              <a:rPr dirty="0" sz="1050" spc="-65" b="0">
                <a:solidFill>
                  <a:srgbClr val="4A4E6A"/>
                </a:solidFill>
                <a:latin typeface="Tahoma"/>
                <a:cs typeface="Tahoma"/>
              </a:rPr>
              <a:t> Layout </a:t>
            </a:r>
            <a:r>
              <a:rPr dirty="0" sz="1050" spc="-40" b="0">
                <a:solidFill>
                  <a:srgbClr val="4A4E6A"/>
                </a:solidFill>
                <a:latin typeface="Tahoma"/>
                <a:cs typeface="Tahoma"/>
              </a:rPr>
              <a:t>primitives</a:t>
            </a:r>
            <a:r>
              <a:rPr dirty="0" sz="1050" spc="-65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60" b="0">
                <a:solidFill>
                  <a:srgbClr val="4A4E6A"/>
                </a:solidFill>
                <a:latin typeface="Tahoma"/>
                <a:cs typeface="Tahoma"/>
              </a:rPr>
              <a:t>organize</a:t>
            </a:r>
            <a:r>
              <a:rPr dirty="0" sz="1050" spc="-65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80" b="0">
                <a:solidFill>
                  <a:srgbClr val="4A4E6A"/>
                </a:solidFill>
                <a:latin typeface="Tahoma"/>
                <a:cs typeface="Tahoma"/>
              </a:rPr>
              <a:t>WHERE</a:t>
            </a:r>
            <a:r>
              <a:rPr dirty="0" sz="1050" spc="-65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45" b="0">
                <a:solidFill>
                  <a:srgbClr val="4A4E6A"/>
                </a:solidFill>
                <a:latin typeface="Tahoma"/>
                <a:cs typeface="Tahoma"/>
              </a:rPr>
              <a:t>those</a:t>
            </a:r>
            <a:r>
              <a:rPr dirty="0" sz="1050" spc="-65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50" b="0">
                <a:solidFill>
                  <a:srgbClr val="4A4E6A"/>
                </a:solidFill>
                <a:latin typeface="Tahoma"/>
                <a:cs typeface="Tahoma"/>
              </a:rPr>
              <a:t>widgets</a:t>
            </a:r>
            <a:r>
              <a:rPr dirty="0" sz="1050" spc="-65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50" b="0">
                <a:solidFill>
                  <a:srgbClr val="4A4E6A"/>
                </a:solidFill>
                <a:latin typeface="Tahoma"/>
                <a:cs typeface="Tahoma"/>
              </a:rPr>
              <a:t>appear</a:t>
            </a:r>
            <a:r>
              <a:rPr dirty="0" sz="1050" spc="-65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45" b="0">
                <a:solidFill>
                  <a:srgbClr val="4A4E6A"/>
                </a:solidFill>
                <a:latin typeface="Tahoma"/>
                <a:cs typeface="Tahoma"/>
              </a:rPr>
              <a:t>on</a:t>
            </a:r>
            <a:r>
              <a:rPr dirty="0" sz="1050" spc="-65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40" b="0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1050" spc="-65" b="0">
                <a:solidFill>
                  <a:srgbClr val="4A4E6A"/>
                </a:solidFill>
                <a:latin typeface="Tahoma"/>
                <a:cs typeface="Tahoma"/>
              </a:rPr>
              <a:t> page. </a:t>
            </a:r>
            <a:r>
              <a:rPr dirty="0" sz="1050" spc="-60" b="0">
                <a:solidFill>
                  <a:srgbClr val="4A4E6A"/>
                </a:solidFill>
                <a:latin typeface="Tahoma"/>
                <a:cs typeface="Tahoma"/>
              </a:rPr>
              <a:t>Learn</a:t>
            </a:r>
            <a:r>
              <a:rPr dirty="0" sz="1050" spc="-65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50" b="0">
                <a:solidFill>
                  <a:srgbClr val="4A4E6A"/>
                </a:solidFill>
                <a:latin typeface="Tahoma"/>
                <a:cs typeface="Tahoma"/>
              </a:rPr>
              <a:t>these</a:t>
            </a:r>
            <a:r>
              <a:rPr dirty="0" sz="1050" spc="-65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50" b="0">
                <a:solidFill>
                  <a:srgbClr val="4A4E6A"/>
                </a:solidFill>
                <a:latin typeface="Tahoma"/>
                <a:cs typeface="Tahoma"/>
              </a:rPr>
              <a:t>five,</a:t>
            </a:r>
            <a:r>
              <a:rPr dirty="0" sz="1050" spc="-65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55" b="0">
                <a:solidFill>
                  <a:srgbClr val="4A4E6A"/>
                </a:solidFill>
                <a:latin typeface="Tahoma"/>
                <a:cs typeface="Tahoma"/>
              </a:rPr>
              <a:t>and</a:t>
            </a:r>
            <a:r>
              <a:rPr dirty="0" sz="1050" spc="-65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55" b="0">
                <a:solidFill>
                  <a:srgbClr val="4A4E6A"/>
                </a:solidFill>
                <a:latin typeface="Tahoma"/>
                <a:cs typeface="Tahoma"/>
              </a:rPr>
              <a:t>you</a:t>
            </a:r>
            <a:r>
              <a:rPr dirty="0" sz="1050" spc="-65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60" b="0">
                <a:solidFill>
                  <a:srgbClr val="4A4E6A"/>
                </a:solidFill>
                <a:latin typeface="Tahoma"/>
                <a:cs typeface="Tahoma"/>
              </a:rPr>
              <a:t>can</a:t>
            </a:r>
            <a:r>
              <a:rPr dirty="0" sz="1050" spc="-65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35" b="0">
                <a:solidFill>
                  <a:srgbClr val="4A4E6A"/>
                </a:solidFill>
                <a:latin typeface="Tahoma"/>
                <a:cs typeface="Tahoma"/>
              </a:rPr>
              <a:t>build</a:t>
            </a:r>
            <a:r>
              <a:rPr dirty="0" sz="1050" spc="-65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70" b="0">
                <a:solidFill>
                  <a:srgbClr val="4A4E6A"/>
                </a:solidFill>
                <a:latin typeface="Tahoma"/>
                <a:cs typeface="Tahoma"/>
              </a:rPr>
              <a:t>any</a:t>
            </a:r>
            <a:r>
              <a:rPr dirty="0" sz="1050" spc="-65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10" b="0">
                <a:solidFill>
                  <a:srgbClr val="4A4E6A"/>
                </a:solidFill>
                <a:latin typeface="Tahoma"/>
                <a:cs typeface="Tahoma"/>
              </a:rPr>
              <a:t>dashboard.</a:t>
            </a:r>
            <a:endParaRPr sz="105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972424" y="3981449"/>
            <a:ext cx="3533775" cy="2343150"/>
            <a:chOff x="7972424" y="3981449"/>
            <a:chExt cx="3533775" cy="2343150"/>
          </a:xfrm>
        </p:grpSpPr>
        <p:sp>
          <p:nvSpPr>
            <p:cNvPr id="6" name="object 6"/>
            <p:cNvSpPr/>
            <p:nvPr/>
          </p:nvSpPr>
          <p:spPr>
            <a:xfrm>
              <a:off x="7972424" y="3981449"/>
              <a:ext cx="3533775" cy="2343150"/>
            </a:xfrm>
            <a:custGeom>
              <a:avLst/>
              <a:gdLst/>
              <a:ahLst/>
              <a:cxnLst/>
              <a:rect l="l" t="t" r="r" b="b"/>
              <a:pathLst>
                <a:path w="3533775" h="2343150">
                  <a:moveTo>
                    <a:pt x="3400424" y="2343149"/>
                  </a:moveTo>
                  <a:lnTo>
                    <a:pt x="133349" y="2343149"/>
                  </a:lnTo>
                  <a:lnTo>
                    <a:pt x="120213" y="2342515"/>
                  </a:lnTo>
                  <a:lnTo>
                    <a:pt x="82319" y="2332999"/>
                  </a:lnTo>
                  <a:lnTo>
                    <a:pt x="48794" y="2312932"/>
                  </a:lnTo>
                  <a:lnTo>
                    <a:pt x="22452" y="2283898"/>
                  </a:lnTo>
                  <a:lnTo>
                    <a:pt x="5709" y="2248451"/>
                  </a:lnTo>
                  <a:lnTo>
                    <a:pt x="0" y="2209799"/>
                  </a:lnTo>
                  <a:lnTo>
                    <a:pt x="0" y="133349"/>
                  </a:lnTo>
                  <a:lnTo>
                    <a:pt x="5709" y="94697"/>
                  </a:lnTo>
                  <a:lnTo>
                    <a:pt x="22452" y="59250"/>
                  </a:lnTo>
                  <a:lnTo>
                    <a:pt x="48794" y="30216"/>
                  </a:lnTo>
                  <a:lnTo>
                    <a:pt x="82319" y="10150"/>
                  </a:lnTo>
                  <a:lnTo>
                    <a:pt x="120213" y="634"/>
                  </a:lnTo>
                  <a:lnTo>
                    <a:pt x="133349" y="0"/>
                  </a:lnTo>
                  <a:lnTo>
                    <a:pt x="3400424" y="0"/>
                  </a:lnTo>
                  <a:lnTo>
                    <a:pt x="3439074" y="5709"/>
                  </a:lnTo>
                  <a:lnTo>
                    <a:pt x="3474522" y="22452"/>
                  </a:lnTo>
                  <a:lnTo>
                    <a:pt x="3503557" y="48794"/>
                  </a:lnTo>
                  <a:lnTo>
                    <a:pt x="3523622" y="82318"/>
                  </a:lnTo>
                  <a:lnTo>
                    <a:pt x="3533139" y="120213"/>
                  </a:lnTo>
                  <a:lnTo>
                    <a:pt x="3533774" y="133349"/>
                  </a:lnTo>
                  <a:lnTo>
                    <a:pt x="3533774" y="2209799"/>
                  </a:lnTo>
                  <a:lnTo>
                    <a:pt x="3528063" y="2248451"/>
                  </a:lnTo>
                  <a:lnTo>
                    <a:pt x="3511321" y="2283898"/>
                  </a:lnTo>
                  <a:lnTo>
                    <a:pt x="3484978" y="2312932"/>
                  </a:lnTo>
                  <a:lnTo>
                    <a:pt x="3451454" y="2332999"/>
                  </a:lnTo>
                  <a:lnTo>
                    <a:pt x="3413560" y="2342515"/>
                  </a:lnTo>
                  <a:lnTo>
                    <a:pt x="3400424" y="2343149"/>
                  </a:lnTo>
                  <a:close/>
                </a:path>
              </a:pathLst>
            </a:custGeom>
            <a:solidFill>
              <a:srgbClr val="FFE7E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00974" y="4152899"/>
              <a:ext cx="82550" cy="114300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8372425" y="4140200"/>
            <a:ext cx="72517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105" b="1">
                <a:solidFill>
                  <a:srgbClr val="FF6A5B"/>
                </a:solidFill>
                <a:latin typeface="Cambria"/>
                <a:cs typeface="Cambria"/>
              </a:rPr>
              <a:t>T</a:t>
            </a:r>
            <a:r>
              <a:rPr dirty="0" sz="750" spc="-35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750" spc="-65" b="1">
                <a:solidFill>
                  <a:srgbClr val="FF6A5B"/>
                </a:solidFill>
                <a:latin typeface="Cambria"/>
                <a:cs typeface="Cambria"/>
              </a:rPr>
              <a:t>H</a:t>
            </a:r>
            <a:r>
              <a:rPr dirty="0" sz="750" spc="-35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750" b="1">
                <a:solidFill>
                  <a:srgbClr val="FF6A5B"/>
                </a:solidFill>
                <a:latin typeface="Cambria"/>
                <a:cs typeface="Cambria"/>
              </a:rPr>
              <a:t>E</a:t>
            </a:r>
            <a:r>
              <a:rPr dirty="0" sz="750" spc="20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750" spc="-20" b="1">
                <a:solidFill>
                  <a:srgbClr val="FF6A5B"/>
                </a:solidFill>
                <a:latin typeface="Cambria"/>
                <a:cs typeface="Cambria"/>
              </a:rPr>
              <a:t>PAT</a:t>
            </a:r>
            <a:r>
              <a:rPr dirty="0" sz="750" spc="-25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750" spc="-105" b="1">
                <a:solidFill>
                  <a:srgbClr val="FF6A5B"/>
                </a:solidFill>
                <a:latin typeface="Cambria"/>
                <a:cs typeface="Cambria"/>
              </a:rPr>
              <a:t>T</a:t>
            </a:r>
            <a:r>
              <a:rPr dirty="0" sz="750" spc="-35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750" spc="-75" b="1">
                <a:solidFill>
                  <a:srgbClr val="FF6A5B"/>
                </a:solidFill>
                <a:latin typeface="Cambria"/>
                <a:cs typeface="Cambria"/>
              </a:rPr>
              <a:t>E</a:t>
            </a:r>
            <a:r>
              <a:rPr dirty="0" sz="750" spc="-35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750" spc="-80" b="1">
                <a:solidFill>
                  <a:srgbClr val="FF6A5B"/>
                </a:solidFill>
                <a:latin typeface="Cambria"/>
                <a:cs typeface="Cambria"/>
              </a:rPr>
              <a:t>R</a:t>
            </a:r>
            <a:r>
              <a:rPr dirty="0" sz="750" spc="-35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750" spc="-50" b="1">
                <a:solidFill>
                  <a:srgbClr val="FF6A5B"/>
                </a:solidFill>
                <a:latin typeface="Cambria"/>
                <a:cs typeface="Cambria"/>
              </a:rPr>
              <a:t>N</a:t>
            </a:r>
            <a:endParaRPr sz="75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162875" y="4852669"/>
            <a:ext cx="2929890" cy="368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7100"/>
              </a:lnSpc>
              <a:spcBef>
                <a:spcPts val="100"/>
              </a:spcBef>
            </a:pPr>
            <a:r>
              <a:rPr dirty="0" sz="1050" spc="-100" b="1">
                <a:solidFill>
                  <a:srgbClr val="293283"/>
                </a:solidFill>
                <a:latin typeface="Cambria"/>
                <a:cs typeface="Cambria"/>
              </a:rPr>
              <a:t>Pick</a:t>
            </a:r>
            <a:r>
              <a:rPr dirty="0" sz="1050" spc="10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1050" spc="-60" b="1">
                <a:solidFill>
                  <a:srgbClr val="293283"/>
                </a:solidFill>
                <a:latin typeface="Cambria"/>
                <a:cs typeface="Cambria"/>
              </a:rPr>
              <a:t>ONE</a:t>
            </a:r>
            <a:r>
              <a:rPr dirty="0" sz="1050" spc="10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1050" spc="-90" b="1">
                <a:solidFill>
                  <a:srgbClr val="293283"/>
                </a:solidFill>
                <a:latin typeface="Cambria"/>
                <a:cs typeface="Cambria"/>
              </a:rPr>
              <a:t>primary</a:t>
            </a:r>
            <a:r>
              <a:rPr dirty="0" sz="1050" spc="10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1050" spc="-65" b="1">
                <a:solidFill>
                  <a:srgbClr val="293283"/>
                </a:solidFill>
                <a:latin typeface="Cambria"/>
                <a:cs typeface="Cambria"/>
              </a:rPr>
              <a:t>layout</a:t>
            </a:r>
            <a:r>
              <a:rPr dirty="0" sz="1050" spc="10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1050" spc="-80" b="1">
                <a:solidFill>
                  <a:srgbClr val="293283"/>
                </a:solidFill>
                <a:latin typeface="Cambria"/>
                <a:cs typeface="Cambria"/>
              </a:rPr>
              <a:t>primitive</a:t>
            </a:r>
            <a:r>
              <a:rPr dirty="0" sz="1050" spc="10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1050" spc="-85" b="1">
                <a:solidFill>
                  <a:srgbClr val="293283"/>
                </a:solidFill>
                <a:latin typeface="Cambria"/>
                <a:cs typeface="Cambria"/>
              </a:rPr>
              <a:t>per</a:t>
            </a:r>
            <a:r>
              <a:rPr dirty="0" sz="1050" spc="10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1050" spc="-50" b="1">
                <a:solidFill>
                  <a:srgbClr val="293283"/>
                </a:solidFill>
                <a:latin typeface="Cambria"/>
                <a:cs typeface="Cambria"/>
              </a:rPr>
              <a:t>page.</a:t>
            </a:r>
            <a:r>
              <a:rPr dirty="0" sz="1050" spc="10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1050" spc="-40" b="1">
                <a:solidFill>
                  <a:srgbClr val="293283"/>
                </a:solidFill>
                <a:latin typeface="Cambria"/>
                <a:cs typeface="Cambria"/>
              </a:rPr>
              <a:t>Combine</a:t>
            </a:r>
            <a:r>
              <a:rPr dirty="0" sz="1050" spc="500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1050" spc="-70" b="1">
                <a:solidFill>
                  <a:srgbClr val="293283"/>
                </a:solidFill>
                <a:latin typeface="Cambria"/>
                <a:cs typeface="Cambria"/>
              </a:rPr>
              <a:t>others</a:t>
            </a:r>
            <a:r>
              <a:rPr dirty="0" sz="1050" spc="-5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1050" spc="-75" b="1">
                <a:solidFill>
                  <a:srgbClr val="293283"/>
                </a:solidFill>
                <a:latin typeface="Cambria"/>
                <a:cs typeface="Cambria"/>
              </a:rPr>
              <a:t>inside</a:t>
            </a:r>
            <a:r>
              <a:rPr dirty="0" sz="1050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1050" spc="-25" b="1">
                <a:solidFill>
                  <a:srgbClr val="293283"/>
                </a:solidFill>
                <a:latin typeface="Cambria"/>
                <a:cs typeface="Cambria"/>
              </a:rPr>
              <a:t>it.</a:t>
            </a:r>
            <a:endParaRPr sz="1050">
              <a:latin typeface="Cambria"/>
              <a:cs typeface="Cambri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620112" y="5857875"/>
            <a:ext cx="2609850" cy="295275"/>
          </a:xfrm>
          <a:custGeom>
            <a:avLst/>
            <a:gdLst/>
            <a:ahLst/>
            <a:cxnLst/>
            <a:rect l="l" t="t" r="r" b="b"/>
            <a:pathLst>
              <a:path w="2609850" h="295275">
                <a:moveTo>
                  <a:pt x="495300" y="186715"/>
                </a:moveTo>
                <a:lnTo>
                  <a:pt x="470522" y="161925"/>
                </a:lnTo>
                <a:lnTo>
                  <a:pt x="24790" y="161925"/>
                </a:lnTo>
                <a:lnTo>
                  <a:pt x="0" y="186715"/>
                </a:lnTo>
                <a:lnTo>
                  <a:pt x="0" y="266700"/>
                </a:lnTo>
                <a:lnTo>
                  <a:pt x="0" y="270497"/>
                </a:lnTo>
                <a:lnTo>
                  <a:pt x="24790" y="295275"/>
                </a:lnTo>
                <a:lnTo>
                  <a:pt x="470522" y="295275"/>
                </a:lnTo>
                <a:lnTo>
                  <a:pt x="495300" y="270497"/>
                </a:lnTo>
                <a:lnTo>
                  <a:pt x="495300" y="186715"/>
                </a:lnTo>
                <a:close/>
              </a:path>
              <a:path w="2609850" h="295275">
                <a:moveTo>
                  <a:pt x="542925" y="24790"/>
                </a:moveTo>
                <a:lnTo>
                  <a:pt x="518147" y="0"/>
                </a:lnTo>
                <a:lnTo>
                  <a:pt x="81940" y="0"/>
                </a:lnTo>
                <a:lnTo>
                  <a:pt x="57150" y="24790"/>
                </a:lnTo>
                <a:lnTo>
                  <a:pt x="57150" y="104775"/>
                </a:lnTo>
                <a:lnTo>
                  <a:pt x="57150" y="108572"/>
                </a:lnTo>
                <a:lnTo>
                  <a:pt x="81940" y="133350"/>
                </a:lnTo>
                <a:lnTo>
                  <a:pt x="518147" y="133350"/>
                </a:lnTo>
                <a:lnTo>
                  <a:pt x="542925" y="108572"/>
                </a:lnTo>
                <a:lnTo>
                  <a:pt x="542925" y="24790"/>
                </a:lnTo>
                <a:close/>
              </a:path>
              <a:path w="2609850" h="295275">
                <a:moveTo>
                  <a:pt x="1171575" y="24790"/>
                </a:moveTo>
                <a:lnTo>
                  <a:pt x="1146797" y="0"/>
                </a:lnTo>
                <a:lnTo>
                  <a:pt x="891565" y="0"/>
                </a:lnTo>
                <a:lnTo>
                  <a:pt x="866775" y="24790"/>
                </a:lnTo>
                <a:lnTo>
                  <a:pt x="866775" y="104775"/>
                </a:lnTo>
                <a:lnTo>
                  <a:pt x="866775" y="108572"/>
                </a:lnTo>
                <a:lnTo>
                  <a:pt x="891565" y="133350"/>
                </a:lnTo>
                <a:lnTo>
                  <a:pt x="1146797" y="133350"/>
                </a:lnTo>
                <a:lnTo>
                  <a:pt x="1171575" y="108572"/>
                </a:lnTo>
                <a:lnTo>
                  <a:pt x="1171575" y="24790"/>
                </a:lnTo>
                <a:close/>
              </a:path>
              <a:path w="2609850" h="295275">
                <a:moveTo>
                  <a:pt x="2609850" y="24790"/>
                </a:moveTo>
                <a:lnTo>
                  <a:pt x="2585072" y="0"/>
                </a:lnTo>
                <a:lnTo>
                  <a:pt x="2320315" y="0"/>
                </a:lnTo>
                <a:lnTo>
                  <a:pt x="2295525" y="24790"/>
                </a:lnTo>
                <a:lnTo>
                  <a:pt x="2295525" y="104775"/>
                </a:lnTo>
                <a:lnTo>
                  <a:pt x="2295525" y="108572"/>
                </a:lnTo>
                <a:lnTo>
                  <a:pt x="2320315" y="133350"/>
                </a:lnTo>
                <a:lnTo>
                  <a:pt x="2585072" y="133350"/>
                </a:lnTo>
                <a:lnTo>
                  <a:pt x="2609850" y="108572"/>
                </a:lnTo>
                <a:lnTo>
                  <a:pt x="2609850" y="2479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8162875" y="5800407"/>
            <a:ext cx="3043555" cy="349250"/>
          </a:xfrm>
          <a:prstGeom prst="rect">
            <a:avLst/>
          </a:prstGeom>
        </p:spPr>
        <p:txBody>
          <a:bodyPr wrap="square" lIns="0" tIns="444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dirty="0" sz="850" spc="-55">
                <a:solidFill>
                  <a:srgbClr val="4A4E6A"/>
                </a:solidFill>
                <a:latin typeface="Tahoma"/>
                <a:cs typeface="Tahoma"/>
              </a:rPr>
              <a:t>Example:</a:t>
            </a:r>
            <a:r>
              <a:rPr dirty="0" sz="850" spc="-7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>
                <a:solidFill>
                  <a:srgbClr val="4A4E6A"/>
                </a:solidFill>
                <a:latin typeface="Tahoma"/>
                <a:cs typeface="Tahoma"/>
              </a:rPr>
              <a:t>a</a:t>
            </a:r>
            <a:r>
              <a:rPr dirty="0" sz="850" spc="24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750">
                <a:solidFill>
                  <a:srgbClr val="293283"/>
                </a:solidFill>
                <a:latin typeface="Courier New"/>
                <a:cs typeface="Courier New"/>
              </a:rPr>
              <a:t>sidebar</a:t>
            </a:r>
            <a:r>
              <a:rPr dirty="0" sz="750" spc="65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850" spc="-25">
                <a:solidFill>
                  <a:srgbClr val="4A4E6A"/>
                </a:solidFill>
                <a:latin typeface="Tahoma"/>
                <a:cs typeface="Tahoma"/>
              </a:rPr>
              <a:t>with</a:t>
            </a:r>
            <a:r>
              <a:rPr dirty="0" sz="850" spc="-7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>
                <a:solidFill>
                  <a:srgbClr val="4A4E6A"/>
                </a:solidFill>
                <a:latin typeface="Tahoma"/>
                <a:cs typeface="Tahoma"/>
              </a:rPr>
              <a:t>a</a:t>
            </a:r>
            <a:r>
              <a:rPr dirty="0" sz="850" spc="2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750">
                <a:solidFill>
                  <a:srgbClr val="293283"/>
                </a:solidFill>
                <a:latin typeface="Courier New"/>
                <a:cs typeface="Courier New"/>
              </a:rPr>
              <a:t>form</a:t>
            </a:r>
            <a:r>
              <a:rPr dirty="0" sz="750" spc="-140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850" spc="-55">
                <a:solidFill>
                  <a:srgbClr val="4A4E6A"/>
                </a:solidFill>
                <a:latin typeface="Tahoma"/>
                <a:cs typeface="Tahoma"/>
              </a:rPr>
              <a:t>,</a:t>
            </a:r>
            <a:r>
              <a:rPr dirty="0" sz="850" spc="-7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5">
                <a:solidFill>
                  <a:srgbClr val="4A4E6A"/>
                </a:solidFill>
                <a:latin typeface="Tahoma"/>
                <a:cs typeface="Tahoma"/>
              </a:rPr>
              <a:t>whose</a:t>
            </a:r>
            <a:r>
              <a:rPr dirty="0" sz="85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5">
                <a:solidFill>
                  <a:srgbClr val="4A4E6A"/>
                </a:solidFill>
                <a:latin typeface="Tahoma"/>
                <a:cs typeface="Tahoma"/>
              </a:rPr>
              <a:t>submit</a:t>
            </a:r>
            <a:r>
              <a:rPr dirty="0" sz="850" spc="-7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0">
                <a:solidFill>
                  <a:srgbClr val="4A4E6A"/>
                </a:solidFill>
                <a:latin typeface="Tahoma"/>
                <a:cs typeface="Tahoma"/>
              </a:rPr>
              <a:t>renders</a:t>
            </a:r>
            <a:r>
              <a:rPr dirty="0" sz="85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>
                <a:solidFill>
                  <a:srgbClr val="4A4E6A"/>
                </a:solidFill>
                <a:latin typeface="Tahoma"/>
                <a:cs typeface="Tahoma"/>
              </a:rPr>
              <a:t>a</a:t>
            </a:r>
            <a:r>
              <a:rPr dirty="0" sz="850" spc="24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750" spc="-20">
                <a:solidFill>
                  <a:srgbClr val="293283"/>
                </a:solidFill>
                <a:latin typeface="Courier New"/>
                <a:cs typeface="Courier New"/>
              </a:rPr>
              <a:t>tabs</a:t>
            </a:r>
            <a:endParaRPr sz="7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dirty="0" sz="850" spc="-35">
                <a:solidFill>
                  <a:srgbClr val="4A4E6A"/>
                </a:solidFill>
                <a:latin typeface="Tahoma"/>
                <a:cs typeface="Tahoma"/>
              </a:rPr>
              <a:t>view</a:t>
            </a:r>
            <a:r>
              <a:rPr dirty="0" sz="850" spc="-7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>
                <a:solidFill>
                  <a:srgbClr val="4A4E6A"/>
                </a:solidFill>
                <a:latin typeface="Tahoma"/>
                <a:cs typeface="Tahoma"/>
              </a:rPr>
              <a:t>with</a:t>
            </a:r>
            <a:r>
              <a:rPr dirty="0" sz="850" spc="24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750">
                <a:solidFill>
                  <a:srgbClr val="293283"/>
                </a:solidFill>
                <a:latin typeface="Courier New"/>
                <a:cs typeface="Courier New"/>
              </a:rPr>
              <a:t>columns</a:t>
            </a:r>
            <a:r>
              <a:rPr dirty="0" sz="750" spc="60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850" spc="-35">
                <a:solidFill>
                  <a:srgbClr val="4A4E6A"/>
                </a:solidFill>
                <a:latin typeface="Tahoma"/>
                <a:cs typeface="Tahoma"/>
              </a:rPr>
              <a:t>inside</a:t>
            </a:r>
            <a:r>
              <a:rPr dirty="0" sz="850" spc="-7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5">
                <a:solidFill>
                  <a:srgbClr val="4A4E6A"/>
                </a:solidFill>
                <a:latin typeface="Tahoma"/>
                <a:cs typeface="Tahoma"/>
              </a:rPr>
              <a:t>each</a:t>
            </a:r>
            <a:r>
              <a:rPr dirty="0" sz="85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20">
                <a:solidFill>
                  <a:srgbClr val="4A4E6A"/>
                </a:solidFill>
                <a:latin typeface="Tahoma"/>
                <a:cs typeface="Tahoma"/>
              </a:rPr>
              <a:t>tab.</a:t>
            </a:r>
            <a:endParaRPr sz="850">
              <a:latin typeface="Tahoma"/>
              <a:cs typeface="Tahom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85799" y="1514474"/>
            <a:ext cx="3533775" cy="2352675"/>
            <a:chOff x="685799" y="1514474"/>
            <a:chExt cx="3533775" cy="2352675"/>
          </a:xfrm>
        </p:grpSpPr>
        <p:sp>
          <p:nvSpPr>
            <p:cNvPr id="13" name="object 13"/>
            <p:cNvSpPr/>
            <p:nvPr/>
          </p:nvSpPr>
          <p:spPr>
            <a:xfrm>
              <a:off x="690562" y="1519237"/>
              <a:ext cx="3524250" cy="2343150"/>
            </a:xfrm>
            <a:custGeom>
              <a:avLst/>
              <a:gdLst/>
              <a:ahLst/>
              <a:cxnLst/>
              <a:rect l="l" t="t" r="r" b="b"/>
              <a:pathLst>
                <a:path w="3524250" h="2343150">
                  <a:moveTo>
                    <a:pt x="3404104" y="2343149"/>
                  </a:moveTo>
                  <a:lnTo>
                    <a:pt x="120144" y="2343149"/>
                  </a:lnTo>
                  <a:lnTo>
                    <a:pt x="111782" y="2342325"/>
                  </a:lnTo>
                  <a:lnTo>
                    <a:pt x="71578" y="2330130"/>
                  </a:lnTo>
                  <a:lnTo>
                    <a:pt x="31692" y="2299517"/>
                  </a:lnTo>
                  <a:lnTo>
                    <a:pt x="6557" y="2255969"/>
                  </a:lnTo>
                  <a:lnTo>
                    <a:pt x="0" y="2223005"/>
                  </a:lnTo>
                  <a:lnTo>
                    <a:pt x="0" y="2214562"/>
                  </a:lnTo>
                  <a:lnTo>
                    <a:pt x="0" y="120144"/>
                  </a:lnTo>
                  <a:lnTo>
                    <a:pt x="13019" y="71578"/>
                  </a:lnTo>
                  <a:lnTo>
                    <a:pt x="43632" y="31692"/>
                  </a:lnTo>
                  <a:lnTo>
                    <a:pt x="87179" y="6557"/>
                  </a:lnTo>
                  <a:lnTo>
                    <a:pt x="120144" y="0"/>
                  </a:lnTo>
                  <a:lnTo>
                    <a:pt x="3404104" y="0"/>
                  </a:lnTo>
                  <a:lnTo>
                    <a:pt x="3452670" y="13019"/>
                  </a:lnTo>
                  <a:lnTo>
                    <a:pt x="3492557" y="43632"/>
                  </a:lnTo>
                  <a:lnTo>
                    <a:pt x="3517692" y="87179"/>
                  </a:lnTo>
                  <a:lnTo>
                    <a:pt x="3524249" y="120144"/>
                  </a:lnTo>
                  <a:lnTo>
                    <a:pt x="3524249" y="2223005"/>
                  </a:lnTo>
                  <a:lnTo>
                    <a:pt x="3511230" y="2271570"/>
                  </a:lnTo>
                  <a:lnTo>
                    <a:pt x="3480616" y="2311457"/>
                  </a:lnTo>
                  <a:lnTo>
                    <a:pt x="3437069" y="2336592"/>
                  </a:lnTo>
                  <a:lnTo>
                    <a:pt x="3412466" y="2342325"/>
                  </a:lnTo>
                  <a:lnTo>
                    <a:pt x="3404104" y="23431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690562" y="1519237"/>
              <a:ext cx="3524250" cy="2343150"/>
            </a:xfrm>
            <a:custGeom>
              <a:avLst/>
              <a:gdLst/>
              <a:ahLst/>
              <a:cxnLst/>
              <a:rect l="l" t="t" r="r" b="b"/>
              <a:pathLst>
                <a:path w="3524250" h="2343150">
                  <a:moveTo>
                    <a:pt x="0" y="2214562"/>
                  </a:moveTo>
                  <a:lnTo>
                    <a:pt x="0" y="128587"/>
                  </a:lnTo>
                  <a:lnTo>
                    <a:pt x="0" y="120144"/>
                  </a:lnTo>
                  <a:lnTo>
                    <a:pt x="823" y="111782"/>
                  </a:lnTo>
                  <a:lnTo>
                    <a:pt x="13019" y="71578"/>
                  </a:lnTo>
                  <a:lnTo>
                    <a:pt x="37662" y="37662"/>
                  </a:lnTo>
                  <a:lnTo>
                    <a:pt x="43632" y="31692"/>
                  </a:lnTo>
                  <a:lnTo>
                    <a:pt x="79379" y="9788"/>
                  </a:lnTo>
                  <a:lnTo>
                    <a:pt x="120144" y="0"/>
                  </a:lnTo>
                  <a:lnTo>
                    <a:pt x="128587" y="0"/>
                  </a:lnTo>
                  <a:lnTo>
                    <a:pt x="3395662" y="0"/>
                  </a:lnTo>
                  <a:lnTo>
                    <a:pt x="3404104" y="0"/>
                  </a:lnTo>
                  <a:lnTo>
                    <a:pt x="3412466" y="823"/>
                  </a:lnTo>
                  <a:lnTo>
                    <a:pt x="3420747" y="2470"/>
                  </a:lnTo>
                  <a:lnTo>
                    <a:pt x="3429028" y="4117"/>
                  </a:lnTo>
                  <a:lnTo>
                    <a:pt x="3437069" y="6557"/>
                  </a:lnTo>
                  <a:lnTo>
                    <a:pt x="3444869" y="9788"/>
                  </a:lnTo>
                  <a:lnTo>
                    <a:pt x="3452670" y="13019"/>
                  </a:lnTo>
                  <a:lnTo>
                    <a:pt x="3460080" y="16980"/>
                  </a:lnTo>
                  <a:lnTo>
                    <a:pt x="3467100" y="21670"/>
                  </a:lnTo>
                  <a:lnTo>
                    <a:pt x="3474121" y="26361"/>
                  </a:lnTo>
                  <a:lnTo>
                    <a:pt x="3502578" y="57147"/>
                  </a:lnTo>
                  <a:lnTo>
                    <a:pt x="3507269" y="64168"/>
                  </a:lnTo>
                  <a:lnTo>
                    <a:pt x="3511230" y="71578"/>
                  </a:lnTo>
                  <a:lnTo>
                    <a:pt x="3514461" y="79379"/>
                  </a:lnTo>
                  <a:lnTo>
                    <a:pt x="3517692" y="87179"/>
                  </a:lnTo>
                  <a:lnTo>
                    <a:pt x="3520131" y="95220"/>
                  </a:lnTo>
                  <a:lnTo>
                    <a:pt x="3521778" y="103501"/>
                  </a:lnTo>
                  <a:lnTo>
                    <a:pt x="3523425" y="111782"/>
                  </a:lnTo>
                  <a:lnTo>
                    <a:pt x="3524249" y="120144"/>
                  </a:lnTo>
                  <a:lnTo>
                    <a:pt x="3524249" y="128587"/>
                  </a:lnTo>
                  <a:lnTo>
                    <a:pt x="3524249" y="2214562"/>
                  </a:lnTo>
                  <a:lnTo>
                    <a:pt x="3524249" y="2223005"/>
                  </a:lnTo>
                  <a:lnTo>
                    <a:pt x="3523425" y="2231367"/>
                  </a:lnTo>
                  <a:lnTo>
                    <a:pt x="3521778" y="2239648"/>
                  </a:lnTo>
                  <a:lnTo>
                    <a:pt x="3520131" y="2247929"/>
                  </a:lnTo>
                  <a:lnTo>
                    <a:pt x="3517692" y="2255969"/>
                  </a:lnTo>
                  <a:lnTo>
                    <a:pt x="3514461" y="2263770"/>
                  </a:lnTo>
                  <a:lnTo>
                    <a:pt x="3511230" y="2271570"/>
                  </a:lnTo>
                  <a:lnTo>
                    <a:pt x="3507269" y="2278981"/>
                  </a:lnTo>
                  <a:lnTo>
                    <a:pt x="3502578" y="2286001"/>
                  </a:lnTo>
                  <a:lnTo>
                    <a:pt x="3497887" y="2293021"/>
                  </a:lnTo>
                  <a:lnTo>
                    <a:pt x="3467101" y="2321478"/>
                  </a:lnTo>
                  <a:lnTo>
                    <a:pt x="3429029" y="2339031"/>
                  </a:lnTo>
                  <a:lnTo>
                    <a:pt x="3395662" y="2343149"/>
                  </a:lnTo>
                  <a:lnTo>
                    <a:pt x="128587" y="2343149"/>
                  </a:lnTo>
                  <a:lnTo>
                    <a:pt x="87179" y="2336592"/>
                  </a:lnTo>
                  <a:lnTo>
                    <a:pt x="50127" y="2316787"/>
                  </a:lnTo>
                  <a:lnTo>
                    <a:pt x="21670" y="2286001"/>
                  </a:lnTo>
                  <a:lnTo>
                    <a:pt x="4117" y="2247928"/>
                  </a:lnTo>
                  <a:lnTo>
                    <a:pt x="0" y="2223005"/>
                  </a:lnTo>
                  <a:lnTo>
                    <a:pt x="0" y="2214562"/>
                  </a:lnTo>
                  <a:close/>
                </a:path>
              </a:pathLst>
            </a:custGeom>
            <a:ln w="9524">
              <a:solidFill>
                <a:srgbClr val="E4DED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866774" y="1676399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195503" y="266699"/>
                  </a:moveTo>
                  <a:lnTo>
                    <a:pt x="71196" y="266699"/>
                  </a:lnTo>
                  <a:lnTo>
                    <a:pt x="66241" y="266211"/>
                  </a:lnTo>
                  <a:lnTo>
                    <a:pt x="29705" y="251077"/>
                  </a:lnTo>
                  <a:lnTo>
                    <a:pt x="3885" y="215037"/>
                  </a:lnTo>
                  <a:lnTo>
                    <a:pt x="0" y="195503"/>
                  </a:lnTo>
                  <a:lnTo>
                    <a:pt x="0" y="1904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195503" y="0"/>
                  </a:lnTo>
                  <a:lnTo>
                    <a:pt x="236994" y="15621"/>
                  </a:lnTo>
                  <a:lnTo>
                    <a:pt x="262814" y="51661"/>
                  </a:lnTo>
                  <a:lnTo>
                    <a:pt x="266699" y="71196"/>
                  </a:lnTo>
                  <a:lnTo>
                    <a:pt x="266699" y="195503"/>
                  </a:lnTo>
                  <a:lnTo>
                    <a:pt x="251078" y="236994"/>
                  </a:lnTo>
                  <a:lnTo>
                    <a:pt x="215037" y="262814"/>
                  </a:lnTo>
                  <a:lnTo>
                    <a:pt x="200458" y="266211"/>
                  </a:lnTo>
                  <a:lnTo>
                    <a:pt x="195503" y="266699"/>
                  </a:lnTo>
                  <a:close/>
                </a:path>
              </a:pathLst>
            </a:custGeom>
            <a:solidFill>
              <a:srgbClr val="FF6A5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924917" y="1720850"/>
            <a:ext cx="14605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45" b="1">
                <a:solidFill>
                  <a:srgbClr val="FFFFFF"/>
                </a:solidFill>
                <a:latin typeface="Cambria"/>
                <a:cs typeface="Cambria"/>
              </a:rPr>
              <a:t>01</a:t>
            </a:r>
            <a:endParaRPr sz="900">
              <a:latin typeface="Cambria"/>
              <a:cs typeface="Cambri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209674" y="1695449"/>
            <a:ext cx="2486025" cy="238125"/>
          </a:xfrm>
          <a:custGeom>
            <a:avLst/>
            <a:gdLst/>
            <a:ahLst/>
            <a:cxnLst/>
            <a:rect l="l" t="t" r="r" b="b"/>
            <a:pathLst>
              <a:path w="2486025" h="238125">
                <a:moveTo>
                  <a:pt x="2432627" y="238124"/>
                </a:moveTo>
                <a:lnTo>
                  <a:pt x="53397" y="238124"/>
                </a:lnTo>
                <a:lnTo>
                  <a:pt x="49680" y="237758"/>
                </a:lnTo>
                <a:lnTo>
                  <a:pt x="14085" y="218732"/>
                </a:lnTo>
                <a:lnTo>
                  <a:pt x="0" y="184727"/>
                </a:lnTo>
                <a:lnTo>
                  <a:pt x="0" y="180974"/>
                </a:lnTo>
                <a:lnTo>
                  <a:pt x="0" y="53397"/>
                </a:lnTo>
                <a:lnTo>
                  <a:pt x="19392" y="14085"/>
                </a:lnTo>
                <a:lnTo>
                  <a:pt x="53397" y="0"/>
                </a:lnTo>
                <a:lnTo>
                  <a:pt x="2432627" y="0"/>
                </a:lnTo>
                <a:lnTo>
                  <a:pt x="2471939" y="19392"/>
                </a:lnTo>
                <a:lnTo>
                  <a:pt x="2486024" y="53397"/>
                </a:lnTo>
                <a:lnTo>
                  <a:pt x="2486024" y="184727"/>
                </a:lnTo>
                <a:lnTo>
                  <a:pt x="2466632" y="224039"/>
                </a:lnTo>
                <a:lnTo>
                  <a:pt x="2436343" y="237758"/>
                </a:lnTo>
                <a:lnTo>
                  <a:pt x="2432627" y="238124"/>
                </a:lnTo>
                <a:close/>
              </a:path>
            </a:pathLst>
          </a:custGeom>
          <a:solidFill>
            <a:srgbClr val="FFE7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1981596" y="1706562"/>
            <a:ext cx="940435" cy="1682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 spc="-10" b="1">
                <a:solidFill>
                  <a:srgbClr val="FF6A5B"/>
                </a:solidFill>
                <a:latin typeface="Courier New"/>
                <a:cs typeface="Courier New"/>
              </a:rPr>
              <a:t>st.columns(n)</a:t>
            </a:r>
            <a:endParaRPr sz="900">
              <a:latin typeface="Courier New"/>
              <a:cs typeface="Courier New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866774" y="1676399"/>
            <a:ext cx="3171825" cy="1000125"/>
            <a:chOff x="866774" y="1676399"/>
            <a:chExt cx="3171825" cy="1000125"/>
          </a:xfrm>
        </p:grpSpPr>
        <p:sp>
          <p:nvSpPr>
            <p:cNvPr id="20" name="object 20"/>
            <p:cNvSpPr/>
            <p:nvPr/>
          </p:nvSpPr>
          <p:spPr>
            <a:xfrm>
              <a:off x="3771899" y="1676399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195503" y="266699"/>
                  </a:moveTo>
                  <a:lnTo>
                    <a:pt x="71196" y="266699"/>
                  </a:lnTo>
                  <a:lnTo>
                    <a:pt x="66241" y="266211"/>
                  </a:lnTo>
                  <a:lnTo>
                    <a:pt x="29704" y="251077"/>
                  </a:lnTo>
                  <a:lnTo>
                    <a:pt x="3885" y="215037"/>
                  </a:lnTo>
                  <a:lnTo>
                    <a:pt x="0" y="195503"/>
                  </a:lnTo>
                  <a:lnTo>
                    <a:pt x="0" y="1904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195503" y="0"/>
                  </a:lnTo>
                  <a:lnTo>
                    <a:pt x="236993" y="15621"/>
                  </a:lnTo>
                  <a:lnTo>
                    <a:pt x="262813" y="51661"/>
                  </a:lnTo>
                  <a:lnTo>
                    <a:pt x="266699" y="71196"/>
                  </a:lnTo>
                  <a:lnTo>
                    <a:pt x="266699" y="195503"/>
                  </a:lnTo>
                  <a:lnTo>
                    <a:pt x="251077" y="236994"/>
                  </a:lnTo>
                  <a:lnTo>
                    <a:pt x="215037" y="262814"/>
                  </a:lnTo>
                  <a:lnTo>
                    <a:pt x="200458" y="266211"/>
                  </a:lnTo>
                  <a:lnTo>
                    <a:pt x="195503" y="266699"/>
                  </a:lnTo>
                  <a:close/>
                </a:path>
              </a:pathLst>
            </a:custGeom>
            <a:solidFill>
              <a:srgbClr val="E7E9F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40063" y="1765299"/>
              <a:ext cx="123825" cy="98425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866774" y="2257424"/>
              <a:ext cx="3171825" cy="419100"/>
            </a:xfrm>
            <a:custGeom>
              <a:avLst/>
              <a:gdLst/>
              <a:ahLst/>
              <a:cxnLst/>
              <a:rect l="l" t="t" r="r" b="b"/>
              <a:pathLst>
                <a:path w="3171825" h="419100">
                  <a:moveTo>
                    <a:pt x="3100628" y="419099"/>
                  </a:moveTo>
                  <a:lnTo>
                    <a:pt x="71196" y="419099"/>
                  </a:lnTo>
                  <a:lnTo>
                    <a:pt x="66241" y="418611"/>
                  </a:lnTo>
                  <a:lnTo>
                    <a:pt x="29705" y="403478"/>
                  </a:lnTo>
                  <a:lnTo>
                    <a:pt x="3885" y="367437"/>
                  </a:lnTo>
                  <a:lnTo>
                    <a:pt x="0" y="347903"/>
                  </a:lnTo>
                  <a:lnTo>
                    <a:pt x="0" y="3428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3100628" y="0"/>
                  </a:lnTo>
                  <a:lnTo>
                    <a:pt x="3142118" y="15621"/>
                  </a:lnTo>
                  <a:lnTo>
                    <a:pt x="3167938" y="51661"/>
                  </a:lnTo>
                  <a:lnTo>
                    <a:pt x="3171824" y="71196"/>
                  </a:lnTo>
                  <a:lnTo>
                    <a:pt x="3171824" y="347903"/>
                  </a:lnTo>
                  <a:lnTo>
                    <a:pt x="3156202" y="389394"/>
                  </a:lnTo>
                  <a:lnTo>
                    <a:pt x="3120162" y="415214"/>
                  </a:lnTo>
                  <a:lnTo>
                    <a:pt x="3105583" y="418611"/>
                  </a:lnTo>
                  <a:lnTo>
                    <a:pt x="3100628" y="419099"/>
                  </a:lnTo>
                  <a:close/>
                </a:path>
              </a:pathLst>
            </a:custGeom>
            <a:solidFill>
              <a:srgbClr val="F4EF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947737" y="2338387"/>
              <a:ext cx="1466850" cy="257175"/>
            </a:xfrm>
            <a:custGeom>
              <a:avLst/>
              <a:gdLst/>
              <a:ahLst/>
              <a:cxnLst/>
              <a:rect l="l" t="t" r="r" b="b"/>
              <a:pathLst>
                <a:path w="1466850" h="257175">
                  <a:moveTo>
                    <a:pt x="1437933" y="257174"/>
                  </a:moveTo>
                  <a:lnTo>
                    <a:pt x="28916" y="257174"/>
                  </a:lnTo>
                  <a:lnTo>
                    <a:pt x="24664" y="256328"/>
                  </a:lnTo>
                  <a:lnTo>
                    <a:pt x="0" y="228258"/>
                  </a:lnTo>
                  <a:lnTo>
                    <a:pt x="0" y="223837"/>
                  </a:lnTo>
                  <a:lnTo>
                    <a:pt x="0" y="28916"/>
                  </a:lnTo>
                  <a:lnTo>
                    <a:pt x="28916" y="0"/>
                  </a:lnTo>
                  <a:lnTo>
                    <a:pt x="1437933" y="0"/>
                  </a:lnTo>
                  <a:lnTo>
                    <a:pt x="1466849" y="28916"/>
                  </a:lnTo>
                  <a:lnTo>
                    <a:pt x="1466849" y="228258"/>
                  </a:lnTo>
                  <a:lnTo>
                    <a:pt x="1442185" y="256328"/>
                  </a:lnTo>
                  <a:lnTo>
                    <a:pt x="1437933" y="2571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947737" y="2338387"/>
              <a:ext cx="1466850" cy="257175"/>
            </a:xfrm>
            <a:custGeom>
              <a:avLst/>
              <a:gdLst/>
              <a:ahLst/>
              <a:cxnLst/>
              <a:rect l="l" t="t" r="r" b="b"/>
              <a:pathLst>
                <a:path w="1466850" h="257175">
                  <a:moveTo>
                    <a:pt x="0" y="223837"/>
                  </a:moveTo>
                  <a:lnTo>
                    <a:pt x="0" y="33337"/>
                  </a:lnTo>
                  <a:lnTo>
                    <a:pt x="0" y="28916"/>
                  </a:lnTo>
                  <a:lnTo>
                    <a:pt x="845" y="24663"/>
                  </a:lnTo>
                  <a:lnTo>
                    <a:pt x="2537" y="20579"/>
                  </a:lnTo>
                  <a:lnTo>
                    <a:pt x="4229" y="16495"/>
                  </a:lnTo>
                  <a:lnTo>
                    <a:pt x="6638" y="12890"/>
                  </a:lnTo>
                  <a:lnTo>
                    <a:pt x="9764" y="9764"/>
                  </a:lnTo>
                  <a:lnTo>
                    <a:pt x="12890" y="6638"/>
                  </a:lnTo>
                  <a:lnTo>
                    <a:pt x="16495" y="4229"/>
                  </a:lnTo>
                  <a:lnTo>
                    <a:pt x="20579" y="2537"/>
                  </a:lnTo>
                  <a:lnTo>
                    <a:pt x="24664" y="845"/>
                  </a:lnTo>
                  <a:lnTo>
                    <a:pt x="28916" y="0"/>
                  </a:lnTo>
                  <a:lnTo>
                    <a:pt x="33337" y="0"/>
                  </a:lnTo>
                  <a:lnTo>
                    <a:pt x="1433512" y="0"/>
                  </a:lnTo>
                  <a:lnTo>
                    <a:pt x="1437933" y="0"/>
                  </a:lnTo>
                  <a:lnTo>
                    <a:pt x="1442185" y="845"/>
                  </a:lnTo>
                  <a:lnTo>
                    <a:pt x="1446269" y="2537"/>
                  </a:lnTo>
                  <a:lnTo>
                    <a:pt x="1450354" y="4229"/>
                  </a:lnTo>
                  <a:lnTo>
                    <a:pt x="1466849" y="28916"/>
                  </a:lnTo>
                  <a:lnTo>
                    <a:pt x="1466849" y="33337"/>
                  </a:lnTo>
                  <a:lnTo>
                    <a:pt x="1466849" y="223837"/>
                  </a:lnTo>
                  <a:lnTo>
                    <a:pt x="1466849" y="228258"/>
                  </a:lnTo>
                  <a:lnTo>
                    <a:pt x="1466004" y="232510"/>
                  </a:lnTo>
                  <a:lnTo>
                    <a:pt x="1446269" y="254636"/>
                  </a:lnTo>
                  <a:lnTo>
                    <a:pt x="1442185" y="256328"/>
                  </a:lnTo>
                  <a:lnTo>
                    <a:pt x="1437933" y="257174"/>
                  </a:lnTo>
                  <a:lnTo>
                    <a:pt x="1433512" y="257174"/>
                  </a:lnTo>
                  <a:lnTo>
                    <a:pt x="33337" y="257174"/>
                  </a:lnTo>
                  <a:lnTo>
                    <a:pt x="28916" y="257174"/>
                  </a:lnTo>
                  <a:lnTo>
                    <a:pt x="24664" y="256328"/>
                  </a:lnTo>
                  <a:lnTo>
                    <a:pt x="20579" y="254636"/>
                  </a:lnTo>
                  <a:lnTo>
                    <a:pt x="16495" y="252945"/>
                  </a:lnTo>
                  <a:lnTo>
                    <a:pt x="0" y="228258"/>
                  </a:lnTo>
                  <a:lnTo>
                    <a:pt x="0" y="223837"/>
                  </a:lnTo>
                  <a:close/>
                </a:path>
              </a:pathLst>
            </a:custGeom>
            <a:ln w="9524">
              <a:solidFill>
                <a:srgbClr val="E4DED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2481262" y="2338387"/>
              <a:ext cx="1476375" cy="257175"/>
            </a:xfrm>
            <a:custGeom>
              <a:avLst/>
              <a:gdLst/>
              <a:ahLst/>
              <a:cxnLst/>
              <a:rect l="l" t="t" r="r" b="b"/>
              <a:pathLst>
                <a:path w="1476375" h="257175">
                  <a:moveTo>
                    <a:pt x="1447458" y="257174"/>
                  </a:moveTo>
                  <a:lnTo>
                    <a:pt x="28916" y="257174"/>
                  </a:lnTo>
                  <a:lnTo>
                    <a:pt x="24663" y="256328"/>
                  </a:lnTo>
                  <a:lnTo>
                    <a:pt x="0" y="228258"/>
                  </a:lnTo>
                  <a:lnTo>
                    <a:pt x="0" y="223837"/>
                  </a:lnTo>
                  <a:lnTo>
                    <a:pt x="0" y="28916"/>
                  </a:lnTo>
                  <a:lnTo>
                    <a:pt x="28916" y="0"/>
                  </a:lnTo>
                  <a:lnTo>
                    <a:pt x="1447458" y="0"/>
                  </a:lnTo>
                  <a:lnTo>
                    <a:pt x="1476374" y="28916"/>
                  </a:lnTo>
                  <a:lnTo>
                    <a:pt x="1476374" y="228258"/>
                  </a:lnTo>
                  <a:lnTo>
                    <a:pt x="1451710" y="256328"/>
                  </a:lnTo>
                  <a:lnTo>
                    <a:pt x="1447458" y="2571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2481262" y="2338387"/>
              <a:ext cx="1476375" cy="257175"/>
            </a:xfrm>
            <a:custGeom>
              <a:avLst/>
              <a:gdLst/>
              <a:ahLst/>
              <a:cxnLst/>
              <a:rect l="l" t="t" r="r" b="b"/>
              <a:pathLst>
                <a:path w="1476375" h="257175">
                  <a:moveTo>
                    <a:pt x="0" y="223837"/>
                  </a:moveTo>
                  <a:lnTo>
                    <a:pt x="0" y="33337"/>
                  </a:lnTo>
                  <a:lnTo>
                    <a:pt x="0" y="28916"/>
                  </a:lnTo>
                  <a:lnTo>
                    <a:pt x="845" y="24663"/>
                  </a:lnTo>
                  <a:lnTo>
                    <a:pt x="2537" y="20579"/>
                  </a:lnTo>
                  <a:lnTo>
                    <a:pt x="4229" y="16495"/>
                  </a:lnTo>
                  <a:lnTo>
                    <a:pt x="6637" y="12890"/>
                  </a:lnTo>
                  <a:lnTo>
                    <a:pt x="9764" y="9764"/>
                  </a:lnTo>
                  <a:lnTo>
                    <a:pt x="12890" y="6638"/>
                  </a:lnTo>
                  <a:lnTo>
                    <a:pt x="16495" y="4229"/>
                  </a:lnTo>
                  <a:lnTo>
                    <a:pt x="20579" y="2537"/>
                  </a:lnTo>
                  <a:lnTo>
                    <a:pt x="24663" y="845"/>
                  </a:lnTo>
                  <a:lnTo>
                    <a:pt x="28916" y="0"/>
                  </a:lnTo>
                  <a:lnTo>
                    <a:pt x="33337" y="0"/>
                  </a:lnTo>
                  <a:lnTo>
                    <a:pt x="1443037" y="0"/>
                  </a:lnTo>
                  <a:lnTo>
                    <a:pt x="1447458" y="0"/>
                  </a:lnTo>
                  <a:lnTo>
                    <a:pt x="1451710" y="845"/>
                  </a:lnTo>
                  <a:lnTo>
                    <a:pt x="1455794" y="2537"/>
                  </a:lnTo>
                  <a:lnTo>
                    <a:pt x="1459879" y="4229"/>
                  </a:lnTo>
                  <a:lnTo>
                    <a:pt x="1463484" y="6638"/>
                  </a:lnTo>
                  <a:lnTo>
                    <a:pt x="1476375" y="33337"/>
                  </a:lnTo>
                  <a:lnTo>
                    <a:pt x="1476375" y="223837"/>
                  </a:lnTo>
                  <a:lnTo>
                    <a:pt x="1455794" y="254636"/>
                  </a:lnTo>
                  <a:lnTo>
                    <a:pt x="1451710" y="256328"/>
                  </a:lnTo>
                  <a:lnTo>
                    <a:pt x="1447458" y="257174"/>
                  </a:lnTo>
                  <a:lnTo>
                    <a:pt x="1443037" y="257174"/>
                  </a:lnTo>
                  <a:lnTo>
                    <a:pt x="33337" y="257174"/>
                  </a:lnTo>
                  <a:lnTo>
                    <a:pt x="28916" y="257174"/>
                  </a:lnTo>
                  <a:lnTo>
                    <a:pt x="24663" y="256328"/>
                  </a:lnTo>
                  <a:lnTo>
                    <a:pt x="20579" y="254636"/>
                  </a:lnTo>
                  <a:lnTo>
                    <a:pt x="16495" y="252945"/>
                  </a:lnTo>
                  <a:lnTo>
                    <a:pt x="2537" y="236594"/>
                  </a:lnTo>
                  <a:lnTo>
                    <a:pt x="845" y="232510"/>
                  </a:lnTo>
                  <a:lnTo>
                    <a:pt x="0" y="228258"/>
                  </a:lnTo>
                  <a:lnTo>
                    <a:pt x="0" y="223837"/>
                  </a:lnTo>
                  <a:close/>
                </a:path>
              </a:pathLst>
            </a:custGeom>
            <a:ln w="9524">
              <a:solidFill>
                <a:srgbClr val="E4DED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854075" y="1992312"/>
            <a:ext cx="1037590" cy="1797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000" spc="-60" b="1">
                <a:solidFill>
                  <a:srgbClr val="293283"/>
                </a:solidFill>
                <a:latin typeface="Cambria"/>
                <a:cs typeface="Cambria"/>
              </a:rPr>
              <a:t>Side-</a:t>
            </a:r>
            <a:r>
              <a:rPr dirty="0" sz="1000" spc="-65" b="1">
                <a:solidFill>
                  <a:srgbClr val="293283"/>
                </a:solidFill>
                <a:latin typeface="Cambria"/>
                <a:cs typeface="Cambria"/>
              </a:rPr>
              <a:t>by-side</a:t>
            </a:r>
            <a:r>
              <a:rPr dirty="0" sz="1000" spc="85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1000" spc="-45" b="1">
                <a:solidFill>
                  <a:srgbClr val="293283"/>
                </a:solidFill>
                <a:latin typeface="Cambria"/>
                <a:cs typeface="Cambria"/>
              </a:rPr>
              <a:t>panels</a:t>
            </a:r>
            <a:endParaRPr sz="1000">
              <a:latin typeface="Cambria"/>
              <a:cs typeface="Cambri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54075" y="2702753"/>
            <a:ext cx="3144520" cy="351790"/>
          </a:xfrm>
          <a:prstGeom prst="rect">
            <a:avLst/>
          </a:prstGeom>
        </p:spPr>
        <p:txBody>
          <a:bodyPr wrap="square" lIns="0" tIns="495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dirty="0" sz="750" b="1">
                <a:solidFill>
                  <a:srgbClr val="293283"/>
                </a:solidFill>
                <a:latin typeface="Cambria"/>
                <a:cs typeface="Cambria"/>
              </a:rPr>
              <a:t>USE</a:t>
            </a:r>
            <a:r>
              <a:rPr dirty="0" sz="750" spc="100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750" spc="-20" b="1">
                <a:solidFill>
                  <a:srgbClr val="293283"/>
                </a:solidFill>
                <a:latin typeface="Cambria"/>
                <a:cs typeface="Cambria"/>
              </a:rPr>
              <a:t>WHEN</a:t>
            </a:r>
            <a:endParaRPr sz="7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dirty="0" sz="850" spc="-70">
                <a:solidFill>
                  <a:srgbClr val="4A4E6A"/>
                </a:solidFill>
                <a:latin typeface="Tahoma"/>
                <a:cs typeface="Tahoma"/>
              </a:rPr>
              <a:t>You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0">
                <a:solidFill>
                  <a:srgbClr val="4A4E6A"/>
                </a:solidFill>
                <a:latin typeface="Tahoma"/>
                <a:cs typeface="Tahoma"/>
              </a:rPr>
              <a:t>want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5">
                <a:solidFill>
                  <a:srgbClr val="4A4E6A"/>
                </a:solidFill>
                <a:latin typeface="Tahoma"/>
                <a:cs typeface="Tahoma"/>
              </a:rPr>
              <a:t>inputs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 and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5">
                <a:solidFill>
                  <a:srgbClr val="4A4E6A"/>
                </a:solidFill>
                <a:latin typeface="Tahoma"/>
                <a:cs typeface="Tahoma"/>
              </a:rPr>
              <a:t>outputs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0">
                <a:solidFill>
                  <a:srgbClr val="4A4E6A"/>
                </a:solidFill>
                <a:latin typeface="Tahoma"/>
                <a:cs typeface="Tahoma"/>
              </a:rPr>
              <a:t>on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0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 same 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screen, </a:t>
            </a:r>
            <a:r>
              <a:rPr dirty="0" sz="850" spc="-25">
                <a:solidFill>
                  <a:srgbClr val="4A4E6A"/>
                </a:solidFill>
                <a:latin typeface="Tahoma"/>
                <a:cs typeface="Tahoma"/>
              </a:rPr>
              <a:t>not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 stacked </a:t>
            </a:r>
            <a:r>
              <a:rPr dirty="0" sz="850" spc="-10">
                <a:solidFill>
                  <a:srgbClr val="4A4E6A"/>
                </a:solidFill>
                <a:latin typeface="Tahoma"/>
                <a:cs typeface="Tahoma"/>
              </a:rPr>
              <a:t>vertically.</a:t>
            </a:r>
            <a:endParaRPr sz="850">
              <a:latin typeface="Tahoma"/>
              <a:cs typeface="Tahoma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4333874" y="1514474"/>
            <a:ext cx="3524250" cy="2352675"/>
            <a:chOff x="4333874" y="1514474"/>
            <a:chExt cx="3524250" cy="2352675"/>
          </a:xfrm>
        </p:grpSpPr>
        <p:sp>
          <p:nvSpPr>
            <p:cNvPr id="30" name="object 30"/>
            <p:cNvSpPr/>
            <p:nvPr/>
          </p:nvSpPr>
          <p:spPr>
            <a:xfrm>
              <a:off x="4338636" y="1519237"/>
              <a:ext cx="3514725" cy="2343150"/>
            </a:xfrm>
            <a:custGeom>
              <a:avLst/>
              <a:gdLst/>
              <a:ahLst/>
              <a:cxnLst/>
              <a:rect l="l" t="t" r="r" b="b"/>
              <a:pathLst>
                <a:path w="3514725" h="2343150">
                  <a:moveTo>
                    <a:pt x="3394580" y="2343149"/>
                  </a:moveTo>
                  <a:lnTo>
                    <a:pt x="120144" y="2343149"/>
                  </a:lnTo>
                  <a:lnTo>
                    <a:pt x="111782" y="2342325"/>
                  </a:lnTo>
                  <a:lnTo>
                    <a:pt x="71578" y="2330130"/>
                  </a:lnTo>
                  <a:lnTo>
                    <a:pt x="31691" y="2299517"/>
                  </a:lnTo>
                  <a:lnTo>
                    <a:pt x="6557" y="2255969"/>
                  </a:lnTo>
                  <a:lnTo>
                    <a:pt x="0" y="2223005"/>
                  </a:lnTo>
                  <a:lnTo>
                    <a:pt x="0" y="2214562"/>
                  </a:lnTo>
                  <a:lnTo>
                    <a:pt x="0" y="120144"/>
                  </a:lnTo>
                  <a:lnTo>
                    <a:pt x="13019" y="71578"/>
                  </a:lnTo>
                  <a:lnTo>
                    <a:pt x="43632" y="31692"/>
                  </a:lnTo>
                  <a:lnTo>
                    <a:pt x="87179" y="6557"/>
                  </a:lnTo>
                  <a:lnTo>
                    <a:pt x="120144" y="0"/>
                  </a:lnTo>
                  <a:lnTo>
                    <a:pt x="3394580" y="0"/>
                  </a:lnTo>
                  <a:lnTo>
                    <a:pt x="3443145" y="13019"/>
                  </a:lnTo>
                  <a:lnTo>
                    <a:pt x="3483032" y="43632"/>
                  </a:lnTo>
                  <a:lnTo>
                    <a:pt x="3508166" y="87179"/>
                  </a:lnTo>
                  <a:lnTo>
                    <a:pt x="3514725" y="120144"/>
                  </a:lnTo>
                  <a:lnTo>
                    <a:pt x="3514725" y="2223005"/>
                  </a:lnTo>
                  <a:lnTo>
                    <a:pt x="3501704" y="2271570"/>
                  </a:lnTo>
                  <a:lnTo>
                    <a:pt x="3471091" y="2311457"/>
                  </a:lnTo>
                  <a:lnTo>
                    <a:pt x="3427544" y="2336592"/>
                  </a:lnTo>
                  <a:lnTo>
                    <a:pt x="3402942" y="2342325"/>
                  </a:lnTo>
                  <a:lnTo>
                    <a:pt x="3394580" y="23431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4338636" y="1519237"/>
              <a:ext cx="3514725" cy="2343150"/>
            </a:xfrm>
            <a:custGeom>
              <a:avLst/>
              <a:gdLst/>
              <a:ahLst/>
              <a:cxnLst/>
              <a:rect l="l" t="t" r="r" b="b"/>
              <a:pathLst>
                <a:path w="3514725" h="2343150">
                  <a:moveTo>
                    <a:pt x="0" y="2214562"/>
                  </a:moveTo>
                  <a:lnTo>
                    <a:pt x="0" y="128587"/>
                  </a:lnTo>
                  <a:lnTo>
                    <a:pt x="0" y="120144"/>
                  </a:lnTo>
                  <a:lnTo>
                    <a:pt x="823" y="111782"/>
                  </a:lnTo>
                  <a:lnTo>
                    <a:pt x="2470" y="103501"/>
                  </a:lnTo>
                  <a:lnTo>
                    <a:pt x="4118" y="95220"/>
                  </a:lnTo>
                  <a:lnTo>
                    <a:pt x="6557" y="87179"/>
                  </a:lnTo>
                  <a:lnTo>
                    <a:pt x="9788" y="79379"/>
                  </a:lnTo>
                  <a:lnTo>
                    <a:pt x="13019" y="71578"/>
                  </a:lnTo>
                  <a:lnTo>
                    <a:pt x="16980" y="64168"/>
                  </a:lnTo>
                  <a:lnTo>
                    <a:pt x="21671" y="57147"/>
                  </a:lnTo>
                  <a:lnTo>
                    <a:pt x="26361" y="50127"/>
                  </a:lnTo>
                  <a:lnTo>
                    <a:pt x="31691" y="43632"/>
                  </a:lnTo>
                  <a:lnTo>
                    <a:pt x="37662" y="37662"/>
                  </a:lnTo>
                  <a:lnTo>
                    <a:pt x="43632" y="31692"/>
                  </a:lnTo>
                  <a:lnTo>
                    <a:pt x="50127" y="26361"/>
                  </a:lnTo>
                  <a:lnTo>
                    <a:pt x="87179" y="6557"/>
                  </a:lnTo>
                  <a:lnTo>
                    <a:pt x="120144" y="0"/>
                  </a:lnTo>
                  <a:lnTo>
                    <a:pt x="128587" y="0"/>
                  </a:lnTo>
                  <a:lnTo>
                    <a:pt x="3386137" y="0"/>
                  </a:lnTo>
                  <a:lnTo>
                    <a:pt x="3394580" y="0"/>
                  </a:lnTo>
                  <a:lnTo>
                    <a:pt x="3402942" y="823"/>
                  </a:lnTo>
                  <a:lnTo>
                    <a:pt x="3411222" y="2470"/>
                  </a:lnTo>
                  <a:lnTo>
                    <a:pt x="3419504" y="4117"/>
                  </a:lnTo>
                  <a:lnTo>
                    <a:pt x="3457575" y="21670"/>
                  </a:lnTo>
                  <a:lnTo>
                    <a:pt x="3464596" y="26361"/>
                  </a:lnTo>
                  <a:lnTo>
                    <a:pt x="3493053" y="57147"/>
                  </a:lnTo>
                  <a:lnTo>
                    <a:pt x="3510606" y="95220"/>
                  </a:lnTo>
                  <a:lnTo>
                    <a:pt x="3512253" y="103501"/>
                  </a:lnTo>
                  <a:lnTo>
                    <a:pt x="3513901" y="111782"/>
                  </a:lnTo>
                  <a:lnTo>
                    <a:pt x="3514725" y="120144"/>
                  </a:lnTo>
                  <a:lnTo>
                    <a:pt x="3514725" y="128587"/>
                  </a:lnTo>
                  <a:lnTo>
                    <a:pt x="3514725" y="2214562"/>
                  </a:lnTo>
                  <a:lnTo>
                    <a:pt x="3514725" y="2223005"/>
                  </a:lnTo>
                  <a:lnTo>
                    <a:pt x="3513901" y="2231367"/>
                  </a:lnTo>
                  <a:lnTo>
                    <a:pt x="3501704" y="2271570"/>
                  </a:lnTo>
                  <a:lnTo>
                    <a:pt x="3477062" y="2305487"/>
                  </a:lnTo>
                  <a:lnTo>
                    <a:pt x="3457575" y="2321478"/>
                  </a:lnTo>
                  <a:lnTo>
                    <a:pt x="3450555" y="2326169"/>
                  </a:lnTo>
                  <a:lnTo>
                    <a:pt x="3411222" y="2340678"/>
                  </a:lnTo>
                  <a:lnTo>
                    <a:pt x="3402942" y="2342325"/>
                  </a:lnTo>
                  <a:lnTo>
                    <a:pt x="3394580" y="2343149"/>
                  </a:lnTo>
                  <a:lnTo>
                    <a:pt x="3386137" y="2343149"/>
                  </a:lnTo>
                  <a:lnTo>
                    <a:pt x="128587" y="2343149"/>
                  </a:lnTo>
                  <a:lnTo>
                    <a:pt x="87179" y="2336592"/>
                  </a:lnTo>
                  <a:lnTo>
                    <a:pt x="50127" y="2316787"/>
                  </a:lnTo>
                  <a:lnTo>
                    <a:pt x="37662" y="2305487"/>
                  </a:lnTo>
                  <a:lnTo>
                    <a:pt x="31691" y="2299517"/>
                  </a:lnTo>
                  <a:lnTo>
                    <a:pt x="9788" y="2263770"/>
                  </a:lnTo>
                  <a:lnTo>
                    <a:pt x="0" y="2223005"/>
                  </a:lnTo>
                  <a:lnTo>
                    <a:pt x="0" y="2214562"/>
                  </a:lnTo>
                  <a:close/>
                </a:path>
              </a:pathLst>
            </a:custGeom>
            <a:ln w="9524">
              <a:solidFill>
                <a:srgbClr val="E4DED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4514849" y="1676399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195503" y="266699"/>
                  </a:moveTo>
                  <a:lnTo>
                    <a:pt x="71196" y="266699"/>
                  </a:lnTo>
                  <a:lnTo>
                    <a:pt x="66241" y="266211"/>
                  </a:lnTo>
                  <a:lnTo>
                    <a:pt x="29705" y="251077"/>
                  </a:lnTo>
                  <a:lnTo>
                    <a:pt x="3885" y="215037"/>
                  </a:lnTo>
                  <a:lnTo>
                    <a:pt x="0" y="195503"/>
                  </a:lnTo>
                  <a:lnTo>
                    <a:pt x="0" y="1904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195503" y="0"/>
                  </a:lnTo>
                  <a:lnTo>
                    <a:pt x="236994" y="15621"/>
                  </a:lnTo>
                  <a:lnTo>
                    <a:pt x="262813" y="51661"/>
                  </a:lnTo>
                  <a:lnTo>
                    <a:pt x="266699" y="71196"/>
                  </a:lnTo>
                  <a:lnTo>
                    <a:pt x="266699" y="195503"/>
                  </a:lnTo>
                  <a:lnTo>
                    <a:pt x="251077" y="236994"/>
                  </a:lnTo>
                  <a:lnTo>
                    <a:pt x="215037" y="262814"/>
                  </a:lnTo>
                  <a:lnTo>
                    <a:pt x="200458" y="266211"/>
                  </a:lnTo>
                  <a:lnTo>
                    <a:pt x="195503" y="266699"/>
                  </a:lnTo>
                  <a:close/>
                </a:path>
              </a:pathLst>
            </a:custGeom>
            <a:solidFill>
              <a:srgbClr val="FF6A5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/>
          <p:cNvSpPr txBox="1"/>
          <p:nvPr/>
        </p:nvSpPr>
        <p:spPr>
          <a:xfrm>
            <a:off x="4569717" y="1720850"/>
            <a:ext cx="14605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45" b="1">
                <a:solidFill>
                  <a:srgbClr val="FFFFFF"/>
                </a:solidFill>
                <a:latin typeface="Cambria"/>
                <a:cs typeface="Cambria"/>
              </a:rPr>
              <a:t>02</a:t>
            </a:r>
            <a:endParaRPr sz="900">
              <a:latin typeface="Cambria"/>
              <a:cs typeface="Cambria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4857749" y="1695449"/>
            <a:ext cx="2476500" cy="238125"/>
          </a:xfrm>
          <a:custGeom>
            <a:avLst/>
            <a:gdLst/>
            <a:ahLst/>
            <a:cxnLst/>
            <a:rect l="l" t="t" r="r" b="b"/>
            <a:pathLst>
              <a:path w="2476500" h="238125">
                <a:moveTo>
                  <a:pt x="2423102" y="238124"/>
                </a:moveTo>
                <a:lnTo>
                  <a:pt x="53397" y="238124"/>
                </a:lnTo>
                <a:lnTo>
                  <a:pt x="49681" y="237758"/>
                </a:lnTo>
                <a:lnTo>
                  <a:pt x="14085" y="218732"/>
                </a:lnTo>
                <a:lnTo>
                  <a:pt x="0" y="184727"/>
                </a:lnTo>
                <a:lnTo>
                  <a:pt x="0" y="180974"/>
                </a:lnTo>
                <a:lnTo>
                  <a:pt x="0" y="53397"/>
                </a:lnTo>
                <a:lnTo>
                  <a:pt x="19392" y="14085"/>
                </a:lnTo>
                <a:lnTo>
                  <a:pt x="53397" y="0"/>
                </a:lnTo>
                <a:lnTo>
                  <a:pt x="2423102" y="0"/>
                </a:lnTo>
                <a:lnTo>
                  <a:pt x="2462413" y="19392"/>
                </a:lnTo>
                <a:lnTo>
                  <a:pt x="2476499" y="53397"/>
                </a:lnTo>
                <a:lnTo>
                  <a:pt x="2476499" y="184727"/>
                </a:lnTo>
                <a:lnTo>
                  <a:pt x="2457106" y="224039"/>
                </a:lnTo>
                <a:lnTo>
                  <a:pt x="2426818" y="237758"/>
                </a:lnTo>
                <a:lnTo>
                  <a:pt x="2423102" y="238124"/>
                </a:lnTo>
                <a:close/>
              </a:path>
            </a:pathLst>
          </a:custGeom>
          <a:solidFill>
            <a:srgbClr val="FFE7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5731916" y="1706562"/>
            <a:ext cx="729615" cy="1682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 spc="-10" b="1">
                <a:solidFill>
                  <a:srgbClr val="FF6A5B"/>
                </a:solidFill>
                <a:latin typeface="Courier New"/>
                <a:cs typeface="Courier New"/>
              </a:rPr>
              <a:t>st.sidebar</a:t>
            </a:r>
            <a:endParaRPr sz="900">
              <a:latin typeface="Courier New"/>
              <a:cs typeface="Courier New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4514849" y="1676399"/>
            <a:ext cx="3162300" cy="1000125"/>
            <a:chOff x="4514849" y="1676399"/>
            <a:chExt cx="3162300" cy="1000125"/>
          </a:xfrm>
        </p:grpSpPr>
        <p:sp>
          <p:nvSpPr>
            <p:cNvPr id="37" name="object 37"/>
            <p:cNvSpPr/>
            <p:nvPr/>
          </p:nvSpPr>
          <p:spPr>
            <a:xfrm>
              <a:off x="7410448" y="1676399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195503" y="266699"/>
                  </a:moveTo>
                  <a:lnTo>
                    <a:pt x="71197" y="266699"/>
                  </a:lnTo>
                  <a:lnTo>
                    <a:pt x="66241" y="266211"/>
                  </a:lnTo>
                  <a:lnTo>
                    <a:pt x="29705" y="251077"/>
                  </a:lnTo>
                  <a:lnTo>
                    <a:pt x="3886" y="215037"/>
                  </a:lnTo>
                  <a:lnTo>
                    <a:pt x="0" y="195503"/>
                  </a:lnTo>
                  <a:lnTo>
                    <a:pt x="0" y="190499"/>
                  </a:lnTo>
                  <a:lnTo>
                    <a:pt x="0" y="71196"/>
                  </a:lnTo>
                  <a:lnTo>
                    <a:pt x="15622" y="29705"/>
                  </a:lnTo>
                  <a:lnTo>
                    <a:pt x="51661" y="3885"/>
                  </a:lnTo>
                  <a:lnTo>
                    <a:pt x="71197" y="0"/>
                  </a:lnTo>
                  <a:lnTo>
                    <a:pt x="195503" y="0"/>
                  </a:lnTo>
                  <a:lnTo>
                    <a:pt x="236993" y="15621"/>
                  </a:lnTo>
                  <a:lnTo>
                    <a:pt x="262813" y="51661"/>
                  </a:lnTo>
                  <a:lnTo>
                    <a:pt x="266699" y="71196"/>
                  </a:lnTo>
                  <a:lnTo>
                    <a:pt x="266699" y="195503"/>
                  </a:lnTo>
                  <a:lnTo>
                    <a:pt x="251077" y="236994"/>
                  </a:lnTo>
                  <a:lnTo>
                    <a:pt x="215037" y="262814"/>
                  </a:lnTo>
                  <a:lnTo>
                    <a:pt x="200458" y="266211"/>
                  </a:lnTo>
                  <a:lnTo>
                    <a:pt x="195503" y="266699"/>
                  </a:lnTo>
                  <a:close/>
                </a:path>
              </a:pathLst>
            </a:custGeom>
            <a:solidFill>
              <a:srgbClr val="E7E9F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8" name="object 3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85012" y="1765299"/>
              <a:ext cx="123825" cy="98425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4514849" y="2257424"/>
              <a:ext cx="3162300" cy="419100"/>
            </a:xfrm>
            <a:custGeom>
              <a:avLst/>
              <a:gdLst/>
              <a:ahLst/>
              <a:cxnLst/>
              <a:rect l="l" t="t" r="r" b="b"/>
              <a:pathLst>
                <a:path w="3162300" h="419100">
                  <a:moveTo>
                    <a:pt x="3091103" y="419099"/>
                  </a:moveTo>
                  <a:lnTo>
                    <a:pt x="71196" y="419099"/>
                  </a:lnTo>
                  <a:lnTo>
                    <a:pt x="66241" y="418611"/>
                  </a:lnTo>
                  <a:lnTo>
                    <a:pt x="29705" y="403478"/>
                  </a:lnTo>
                  <a:lnTo>
                    <a:pt x="3885" y="367437"/>
                  </a:lnTo>
                  <a:lnTo>
                    <a:pt x="0" y="347903"/>
                  </a:lnTo>
                  <a:lnTo>
                    <a:pt x="0" y="3428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3091103" y="0"/>
                  </a:lnTo>
                  <a:lnTo>
                    <a:pt x="3132593" y="15621"/>
                  </a:lnTo>
                  <a:lnTo>
                    <a:pt x="3158412" y="51661"/>
                  </a:lnTo>
                  <a:lnTo>
                    <a:pt x="3162299" y="71196"/>
                  </a:lnTo>
                  <a:lnTo>
                    <a:pt x="3162299" y="347903"/>
                  </a:lnTo>
                  <a:lnTo>
                    <a:pt x="3146677" y="389394"/>
                  </a:lnTo>
                  <a:lnTo>
                    <a:pt x="3110636" y="415214"/>
                  </a:lnTo>
                  <a:lnTo>
                    <a:pt x="3096058" y="418611"/>
                  </a:lnTo>
                  <a:lnTo>
                    <a:pt x="3091103" y="419099"/>
                  </a:lnTo>
                  <a:close/>
                </a:path>
              </a:pathLst>
            </a:custGeom>
            <a:solidFill>
              <a:srgbClr val="F4EF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4591049" y="2333624"/>
              <a:ext cx="171450" cy="266700"/>
            </a:xfrm>
            <a:custGeom>
              <a:avLst/>
              <a:gdLst/>
              <a:ahLst/>
              <a:cxnLst/>
              <a:rect l="l" t="t" r="r" b="b"/>
              <a:pathLst>
                <a:path w="171450" h="266700">
                  <a:moveTo>
                    <a:pt x="138401" y="266699"/>
                  </a:moveTo>
                  <a:lnTo>
                    <a:pt x="33047" y="266699"/>
                  </a:lnTo>
                  <a:lnTo>
                    <a:pt x="28187" y="265732"/>
                  </a:lnTo>
                  <a:lnTo>
                    <a:pt x="966" y="238512"/>
                  </a:lnTo>
                  <a:lnTo>
                    <a:pt x="0" y="233652"/>
                  </a:lnTo>
                  <a:lnTo>
                    <a:pt x="0" y="22859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38401" y="0"/>
                  </a:lnTo>
                  <a:lnTo>
                    <a:pt x="170482" y="28187"/>
                  </a:lnTo>
                  <a:lnTo>
                    <a:pt x="171449" y="33047"/>
                  </a:lnTo>
                  <a:lnTo>
                    <a:pt x="171449" y="233652"/>
                  </a:lnTo>
                  <a:lnTo>
                    <a:pt x="143261" y="265732"/>
                  </a:lnTo>
                  <a:lnTo>
                    <a:pt x="138401" y="266699"/>
                  </a:lnTo>
                  <a:close/>
                </a:path>
              </a:pathLst>
            </a:custGeom>
            <a:solidFill>
              <a:srgbClr val="E7E9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4824411" y="2338387"/>
              <a:ext cx="2771775" cy="257175"/>
            </a:xfrm>
            <a:custGeom>
              <a:avLst/>
              <a:gdLst/>
              <a:ahLst/>
              <a:cxnLst/>
              <a:rect l="l" t="t" r="r" b="b"/>
              <a:pathLst>
                <a:path w="2771775" h="257175">
                  <a:moveTo>
                    <a:pt x="2742858" y="257174"/>
                  </a:moveTo>
                  <a:lnTo>
                    <a:pt x="28916" y="257174"/>
                  </a:lnTo>
                  <a:lnTo>
                    <a:pt x="24663" y="256328"/>
                  </a:lnTo>
                  <a:lnTo>
                    <a:pt x="0" y="228258"/>
                  </a:lnTo>
                  <a:lnTo>
                    <a:pt x="0" y="223837"/>
                  </a:lnTo>
                  <a:lnTo>
                    <a:pt x="0" y="28916"/>
                  </a:lnTo>
                  <a:lnTo>
                    <a:pt x="28916" y="0"/>
                  </a:lnTo>
                  <a:lnTo>
                    <a:pt x="2742858" y="0"/>
                  </a:lnTo>
                  <a:lnTo>
                    <a:pt x="2771774" y="28916"/>
                  </a:lnTo>
                  <a:lnTo>
                    <a:pt x="2771774" y="228258"/>
                  </a:lnTo>
                  <a:lnTo>
                    <a:pt x="2747110" y="256328"/>
                  </a:lnTo>
                  <a:lnTo>
                    <a:pt x="2742858" y="2571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4824411" y="2338387"/>
              <a:ext cx="2771775" cy="257175"/>
            </a:xfrm>
            <a:custGeom>
              <a:avLst/>
              <a:gdLst/>
              <a:ahLst/>
              <a:cxnLst/>
              <a:rect l="l" t="t" r="r" b="b"/>
              <a:pathLst>
                <a:path w="2771775" h="257175">
                  <a:moveTo>
                    <a:pt x="0" y="223837"/>
                  </a:moveTo>
                  <a:lnTo>
                    <a:pt x="0" y="33337"/>
                  </a:lnTo>
                  <a:lnTo>
                    <a:pt x="0" y="28916"/>
                  </a:lnTo>
                  <a:lnTo>
                    <a:pt x="845" y="24663"/>
                  </a:lnTo>
                  <a:lnTo>
                    <a:pt x="2537" y="20579"/>
                  </a:lnTo>
                  <a:lnTo>
                    <a:pt x="4228" y="16495"/>
                  </a:lnTo>
                  <a:lnTo>
                    <a:pt x="6637" y="12890"/>
                  </a:lnTo>
                  <a:lnTo>
                    <a:pt x="9763" y="9764"/>
                  </a:lnTo>
                  <a:lnTo>
                    <a:pt x="12889" y="6638"/>
                  </a:lnTo>
                  <a:lnTo>
                    <a:pt x="16494" y="4229"/>
                  </a:lnTo>
                  <a:lnTo>
                    <a:pt x="20579" y="2537"/>
                  </a:lnTo>
                  <a:lnTo>
                    <a:pt x="24663" y="845"/>
                  </a:lnTo>
                  <a:lnTo>
                    <a:pt x="28916" y="0"/>
                  </a:lnTo>
                  <a:lnTo>
                    <a:pt x="33337" y="0"/>
                  </a:lnTo>
                  <a:lnTo>
                    <a:pt x="2738437" y="0"/>
                  </a:lnTo>
                  <a:lnTo>
                    <a:pt x="2742858" y="0"/>
                  </a:lnTo>
                  <a:lnTo>
                    <a:pt x="2747110" y="845"/>
                  </a:lnTo>
                  <a:lnTo>
                    <a:pt x="2751194" y="2537"/>
                  </a:lnTo>
                  <a:lnTo>
                    <a:pt x="2755279" y="4229"/>
                  </a:lnTo>
                  <a:lnTo>
                    <a:pt x="2758884" y="6638"/>
                  </a:lnTo>
                  <a:lnTo>
                    <a:pt x="2762010" y="9764"/>
                  </a:lnTo>
                  <a:lnTo>
                    <a:pt x="2765136" y="12890"/>
                  </a:lnTo>
                  <a:lnTo>
                    <a:pt x="2771775" y="33337"/>
                  </a:lnTo>
                  <a:lnTo>
                    <a:pt x="2771775" y="223837"/>
                  </a:lnTo>
                  <a:lnTo>
                    <a:pt x="2751194" y="254636"/>
                  </a:lnTo>
                  <a:lnTo>
                    <a:pt x="2747110" y="256328"/>
                  </a:lnTo>
                  <a:lnTo>
                    <a:pt x="2742858" y="257174"/>
                  </a:lnTo>
                  <a:lnTo>
                    <a:pt x="2738437" y="257174"/>
                  </a:lnTo>
                  <a:lnTo>
                    <a:pt x="33337" y="257174"/>
                  </a:lnTo>
                  <a:lnTo>
                    <a:pt x="28916" y="257174"/>
                  </a:lnTo>
                  <a:lnTo>
                    <a:pt x="24663" y="256328"/>
                  </a:lnTo>
                  <a:lnTo>
                    <a:pt x="20579" y="254636"/>
                  </a:lnTo>
                  <a:lnTo>
                    <a:pt x="16494" y="252945"/>
                  </a:lnTo>
                  <a:lnTo>
                    <a:pt x="12889" y="250536"/>
                  </a:lnTo>
                  <a:lnTo>
                    <a:pt x="9763" y="247410"/>
                  </a:lnTo>
                  <a:lnTo>
                    <a:pt x="6637" y="244284"/>
                  </a:lnTo>
                  <a:lnTo>
                    <a:pt x="4228" y="240679"/>
                  </a:lnTo>
                  <a:lnTo>
                    <a:pt x="2537" y="236594"/>
                  </a:lnTo>
                  <a:lnTo>
                    <a:pt x="845" y="232510"/>
                  </a:lnTo>
                  <a:lnTo>
                    <a:pt x="0" y="228258"/>
                  </a:lnTo>
                  <a:lnTo>
                    <a:pt x="0" y="223837"/>
                  </a:lnTo>
                  <a:close/>
                </a:path>
              </a:pathLst>
            </a:custGeom>
            <a:ln w="9524">
              <a:solidFill>
                <a:srgbClr val="E4DED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3" name="object 43"/>
          <p:cNvSpPr txBox="1"/>
          <p:nvPr/>
        </p:nvSpPr>
        <p:spPr>
          <a:xfrm>
            <a:off x="4498875" y="1992312"/>
            <a:ext cx="1276350" cy="1797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000" spc="-55" b="1">
                <a:solidFill>
                  <a:srgbClr val="293283"/>
                </a:solidFill>
                <a:latin typeface="Cambria"/>
                <a:cs typeface="Cambria"/>
              </a:rPr>
              <a:t>Left</a:t>
            </a:r>
            <a:r>
              <a:rPr dirty="0" sz="1000" spc="25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1000" spc="-75" b="1">
                <a:solidFill>
                  <a:srgbClr val="293283"/>
                </a:solidFill>
                <a:latin typeface="Cambria"/>
                <a:cs typeface="Cambria"/>
              </a:rPr>
              <a:t>sidebar</a:t>
            </a:r>
            <a:r>
              <a:rPr dirty="0" sz="1000" spc="30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1000" spc="-65" b="1">
                <a:solidFill>
                  <a:srgbClr val="293283"/>
                </a:solidFill>
                <a:latin typeface="Cambria"/>
                <a:cs typeface="Cambria"/>
              </a:rPr>
              <a:t>for</a:t>
            </a:r>
            <a:r>
              <a:rPr dirty="0" sz="1000" spc="30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1000" spc="-50" b="1">
                <a:solidFill>
                  <a:srgbClr val="293283"/>
                </a:solidFill>
                <a:latin typeface="Cambria"/>
                <a:cs typeface="Cambria"/>
              </a:rPr>
              <a:t>controls</a:t>
            </a:r>
            <a:endParaRPr sz="1000">
              <a:latin typeface="Cambria"/>
              <a:cs typeface="Cambria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4498875" y="2702753"/>
            <a:ext cx="3161665" cy="504190"/>
          </a:xfrm>
          <a:prstGeom prst="rect">
            <a:avLst/>
          </a:prstGeom>
        </p:spPr>
        <p:txBody>
          <a:bodyPr wrap="square" lIns="0" tIns="495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dirty="0" sz="750" b="1">
                <a:solidFill>
                  <a:srgbClr val="293283"/>
                </a:solidFill>
                <a:latin typeface="Cambria"/>
                <a:cs typeface="Cambria"/>
              </a:rPr>
              <a:t>USE</a:t>
            </a:r>
            <a:r>
              <a:rPr dirty="0" sz="750" spc="100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750" spc="-20" b="1">
                <a:solidFill>
                  <a:srgbClr val="293283"/>
                </a:solidFill>
                <a:latin typeface="Cambria"/>
                <a:cs typeface="Cambria"/>
              </a:rPr>
              <a:t>WHEN</a:t>
            </a:r>
            <a:endParaRPr sz="750">
              <a:latin typeface="Cambria"/>
              <a:cs typeface="Cambria"/>
            </a:endParaRPr>
          </a:p>
          <a:p>
            <a:pPr marL="12700" marR="5080">
              <a:lnSpc>
                <a:spcPct val="117600"/>
              </a:lnSpc>
              <a:spcBef>
                <a:spcPts val="170"/>
              </a:spcBef>
            </a:pPr>
            <a:r>
              <a:rPr dirty="0" sz="850" spc="-40">
                <a:solidFill>
                  <a:srgbClr val="4A4E6A"/>
                </a:solidFill>
                <a:latin typeface="Tahoma"/>
                <a:cs typeface="Tahoma"/>
              </a:rPr>
              <a:t>Controls</a:t>
            </a:r>
            <a:r>
              <a:rPr dirty="0" sz="850" spc="-55">
                <a:solidFill>
                  <a:srgbClr val="4A4E6A"/>
                </a:solidFill>
                <a:latin typeface="Tahoma"/>
                <a:cs typeface="Tahoma"/>
              </a:rPr>
              <a:t> go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25">
                <a:solidFill>
                  <a:srgbClr val="4A4E6A"/>
                </a:solidFill>
                <a:latin typeface="Tahoma"/>
                <a:cs typeface="Tahoma"/>
              </a:rPr>
              <a:t>in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0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55">
                <a:solidFill>
                  <a:srgbClr val="4A4E6A"/>
                </a:solidFill>
                <a:latin typeface="Tahoma"/>
                <a:cs typeface="Tahoma"/>
              </a:rPr>
              <a:t>sidebar,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0">
                <a:solidFill>
                  <a:srgbClr val="4A4E6A"/>
                </a:solidFill>
                <a:latin typeface="Tahoma"/>
                <a:cs typeface="Tahoma"/>
              </a:rPr>
              <a:t>output</a:t>
            </a:r>
            <a:r>
              <a:rPr dirty="0" sz="850" spc="-55">
                <a:solidFill>
                  <a:srgbClr val="4A4E6A"/>
                </a:solidFill>
                <a:latin typeface="Tahoma"/>
                <a:cs typeface="Tahoma"/>
              </a:rPr>
              <a:t> stays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25">
                <a:solidFill>
                  <a:srgbClr val="4A4E6A"/>
                </a:solidFill>
                <a:latin typeface="Tahoma"/>
                <a:cs typeface="Tahoma"/>
              </a:rPr>
              <a:t>in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0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0">
                <a:solidFill>
                  <a:srgbClr val="4A4E6A"/>
                </a:solidFill>
                <a:latin typeface="Tahoma"/>
                <a:cs typeface="Tahoma"/>
              </a:rPr>
              <a:t>main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 area.</a:t>
            </a:r>
            <a:r>
              <a:rPr dirty="0" sz="850" spc="-55">
                <a:solidFill>
                  <a:srgbClr val="4A4E6A"/>
                </a:solidFill>
                <a:latin typeface="Tahoma"/>
                <a:cs typeface="Tahoma"/>
              </a:rPr>
              <a:t> The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10">
                <a:solidFill>
                  <a:srgbClr val="4A4E6A"/>
                </a:solidFill>
                <a:latin typeface="Tahoma"/>
                <a:cs typeface="Tahoma"/>
              </a:rPr>
              <a:t>dashboard pattern.</a:t>
            </a:r>
            <a:endParaRPr sz="850">
              <a:latin typeface="Tahoma"/>
              <a:cs typeface="Tahoma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7972423" y="1514474"/>
            <a:ext cx="3533775" cy="2352675"/>
            <a:chOff x="7972423" y="1514474"/>
            <a:chExt cx="3533775" cy="2352675"/>
          </a:xfrm>
        </p:grpSpPr>
        <p:sp>
          <p:nvSpPr>
            <p:cNvPr id="46" name="object 46"/>
            <p:cNvSpPr/>
            <p:nvPr/>
          </p:nvSpPr>
          <p:spPr>
            <a:xfrm>
              <a:off x="7977185" y="1519237"/>
              <a:ext cx="3524250" cy="2343150"/>
            </a:xfrm>
            <a:custGeom>
              <a:avLst/>
              <a:gdLst/>
              <a:ahLst/>
              <a:cxnLst/>
              <a:rect l="l" t="t" r="r" b="b"/>
              <a:pathLst>
                <a:path w="3524250" h="2343150">
                  <a:moveTo>
                    <a:pt x="3404105" y="2343149"/>
                  </a:moveTo>
                  <a:lnTo>
                    <a:pt x="120144" y="2343149"/>
                  </a:lnTo>
                  <a:lnTo>
                    <a:pt x="111782" y="2342325"/>
                  </a:lnTo>
                  <a:lnTo>
                    <a:pt x="71578" y="2330130"/>
                  </a:lnTo>
                  <a:lnTo>
                    <a:pt x="31692" y="2299517"/>
                  </a:lnTo>
                  <a:lnTo>
                    <a:pt x="6556" y="2255969"/>
                  </a:lnTo>
                  <a:lnTo>
                    <a:pt x="0" y="2223005"/>
                  </a:lnTo>
                  <a:lnTo>
                    <a:pt x="0" y="2214562"/>
                  </a:lnTo>
                  <a:lnTo>
                    <a:pt x="0" y="120144"/>
                  </a:lnTo>
                  <a:lnTo>
                    <a:pt x="13018" y="71578"/>
                  </a:lnTo>
                  <a:lnTo>
                    <a:pt x="43632" y="31692"/>
                  </a:lnTo>
                  <a:lnTo>
                    <a:pt x="87178" y="6557"/>
                  </a:lnTo>
                  <a:lnTo>
                    <a:pt x="120144" y="0"/>
                  </a:lnTo>
                  <a:lnTo>
                    <a:pt x="3404105" y="0"/>
                  </a:lnTo>
                  <a:lnTo>
                    <a:pt x="3452669" y="13019"/>
                  </a:lnTo>
                  <a:lnTo>
                    <a:pt x="3492556" y="43632"/>
                  </a:lnTo>
                  <a:lnTo>
                    <a:pt x="3517691" y="87179"/>
                  </a:lnTo>
                  <a:lnTo>
                    <a:pt x="3524249" y="120144"/>
                  </a:lnTo>
                  <a:lnTo>
                    <a:pt x="3524249" y="2223005"/>
                  </a:lnTo>
                  <a:lnTo>
                    <a:pt x="3511228" y="2271570"/>
                  </a:lnTo>
                  <a:lnTo>
                    <a:pt x="3480616" y="2311457"/>
                  </a:lnTo>
                  <a:lnTo>
                    <a:pt x="3437069" y="2336592"/>
                  </a:lnTo>
                  <a:lnTo>
                    <a:pt x="3412467" y="2342325"/>
                  </a:lnTo>
                  <a:lnTo>
                    <a:pt x="3404105" y="23431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7977185" y="1519237"/>
              <a:ext cx="3524250" cy="2343150"/>
            </a:xfrm>
            <a:custGeom>
              <a:avLst/>
              <a:gdLst/>
              <a:ahLst/>
              <a:cxnLst/>
              <a:rect l="l" t="t" r="r" b="b"/>
              <a:pathLst>
                <a:path w="3524250" h="2343150">
                  <a:moveTo>
                    <a:pt x="0" y="2214562"/>
                  </a:moveTo>
                  <a:lnTo>
                    <a:pt x="0" y="128587"/>
                  </a:lnTo>
                  <a:lnTo>
                    <a:pt x="0" y="120144"/>
                  </a:lnTo>
                  <a:lnTo>
                    <a:pt x="823" y="111782"/>
                  </a:lnTo>
                  <a:lnTo>
                    <a:pt x="2470" y="103501"/>
                  </a:lnTo>
                  <a:lnTo>
                    <a:pt x="4117" y="95220"/>
                  </a:lnTo>
                  <a:lnTo>
                    <a:pt x="6556" y="87179"/>
                  </a:lnTo>
                  <a:lnTo>
                    <a:pt x="9787" y="79379"/>
                  </a:lnTo>
                  <a:lnTo>
                    <a:pt x="13018" y="71578"/>
                  </a:lnTo>
                  <a:lnTo>
                    <a:pt x="16979" y="64168"/>
                  </a:lnTo>
                  <a:lnTo>
                    <a:pt x="21670" y="57147"/>
                  </a:lnTo>
                  <a:lnTo>
                    <a:pt x="26361" y="50127"/>
                  </a:lnTo>
                  <a:lnTo>
                    <a:pt x="31692" y="43632"/>
                  </a:lnTo>
                  <a:lnTo>
                    <a:pt x="37662" y="37662"/>
                  </a:lnTo>
                  <a:lnTo>
                    <a:pt x="43632" y="31692"/>
                  </a:lnTo>
                  <a:lnTo>
                    <a:pt x="79378" y="9788"/>
                  </a:lnTo>
                  <a:lnTo>
                    <a:pt x="87178" y="6557"/>
                  </a:lnTo>
                  <a:lnTo>
                    <a:pt x="95219" y="4117"/>
                  </a:lnTo>
                  <a:lnTo>
                    <a:pt x="103500" y="2470"/>
                  </a:lnTo>
                  <a:lnTo>
                    <a:pt x="111782" y="823"/>
                  </a:lnTo>
                  <a:lnTo>
                    <a:pt x="120144" y="0"/>
                  </a:lnTo>
                  <a:lnTo>
                    <a:pt x="128588" y="0"/>
                  </a:lnTo>
                  <a:lnTo>
                    <a:pt x="3395662" y="0"/>
                  </a:lnTo>
                  <a:lnTo>
                    <a:pt x="3404105" y="0"/>
                  </a:lnTo>
                  <a:lnTo>
                    <a:pt x="3412467" y="823"/>
                  </a:lnTo>
                  <a:lnTo>
                    <a:pt x="3420748" y="2470"/>
                  </a:lnTo>
                  <a:lnTo>
                    <a:pt x="3429029" y="4117"/>
                  </a:lnTo>
                  <a:lnTo>
                    <a:pt x="3437069" y="6557"/>
                  </a:lnTo>
                  <a:lnTo>
                    <a:pt x="3444869" y="9788"/>
                  </a:lnTo>
                  <a:lnTo>
                    <a:pt x="3452669" y="13019"/>
                  </a:lnTo>
                  <a:lnTo>
                    <a:pt x="3460079" y="16980"/>
                  </a:lnTo>
                  <a:lnTo>
                    <a:pt x="3467100" y="21670"/>
                  </a:lnTo>
                  <a:lnTo>
                    <a:pt x="3474120" y="26361"/>
                  </a:lnTo>
                  <a:lnTo>
                    <a:pt x="3502578" y="57147"/>
                  </a:lnTo>
                  <a:lnTo>
                    <a:pt x="3520130" y="95220"/>
                  </a:lnTo>
                  <a:lnTo>
                    <a:pt x="3524250" y="128587"/>
                  </a:lnTo>
                  <a:lnTo>
                    <a:pt x="3524250" y="2214562"/>
                  </a:lnTo>
                  <a:lnTo>
                    <a:pt x="3517691" y="2255969"/>
                  </a:lnTo>
                  <a:lnTo>
                    <a:pt x="3497886" y="2293021"/>
                  </a:lnTo>
                  <a:lnTo>
                    <a:pt x="3467100" y="2321478"/>
                  </a:lnTo>
                  <a:lnTo>
                    <a:pt x="3444869" y="2333361"/>
                  </a:lnTo>
                  <a:lnTo>
                    <a:pt x="3437069" y="2336592"/>
                  </a:lnTo>
                  <a:lnTo>
                    <a:pt x="3395662" y="2343149"/>
                  </a:lnTo>
                  <a:lnTo>
                    <a:pt x="128588" y="2343149"/>
                  </a:lnTo>
                  <a:lnTo>
                    <a:pt x="87178" y="2336592"/>
                  </a:lnTo>
                  <a:lnTo>
                    <a:pt x="50127" y="2316787"/>
                  </a:lnTo>
                  <a:lnTo>
                    <a:pt x="21670" y="2286001"/>
                  </a:lnTo>
                  <a:lnTo>
                    <a:pt x="4117" y="2247928"/>
                  </a:lnTo>
                  <a:lnTo>
                    <a:pt x="0" y="2223005"/>
                  </a:lnTo>
                  <a:lnTo>
                    <a:pt x="0" y="2214562"/>
                  </a:lnTo>
                  <a:close/>
                </a:path>
              </a:pathLst>
            </a:custGeom>
            <a:ln w="9524">
              <a:solidFill>
                <a:srgbClr val="E4DED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8153398" y="1676399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195503" y="266699"/>
                  </a:moveTo>
                  <a:lnTo>
                    <a:pt x="71196" y="266699"/>
                  </a:lnTo>
                  <a:lnTo>
                    <a:pt x="66241" y="266211"/>
                  </a:lnTo>
                  <a:lnTo>
                    <a:pt x="29706" y="251077"/>
                  </a:lnTo>
                  <a:lnTo>
                    <a:pt x="3885" y="215037"/>
                  </a:lnTo>
                  <a:lnTo>
                    <a:pt x="0" y="195503"/>
                  </a:lnTo>
                  <a:lnTo>
                    <a:pt x="0" y="1904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195503" y="0"/>
                  </a:lnTo>
                  <a:lnTo>
                    <a:pt x="236994" y="15621"/>
                  </a:lnTo>
                  <a:lnTo>
                    <a:pt x="262813" y="51661"/>
                  </a:lnTo>
                  <a:lnTo>
                    <a:pt x="266699" y="71196"/>
                  </a:lnTo>
                  <a:lnTo>
                    <a:pt x="266699" y="195503"/>
                  </a:lnTo>
                  <a:lnTo>
                    <a:pt x="251077" y="236994"/>
                  </a:lnTo>
                  <a:lnTo>
                    <a:pt x="215038" y="262814"/>
                  </a:lnTo>
                  <a:lnTo>
                    <a:pt x="200458" y="266211"/>
                  </a:lnTo>
                  <a:lnTo>
                    <a:pt x="195503" y="266699"/>
                  </a:lnTo>
                  <a:close/>
                </a:path>
              </a:pathLst>
            </a:custGeom>
            <a:solidFill>
              <a:srgbClr val="FF6A5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9" name="object 49"/>
          <p:cNvSpPr txBox="1"/>
          <p:nvPr/>
        </p:nvSpPr>
        <p:spPr>
          <a:xfrm>
            <a:off x="8214667" y="1720850"/>
            <a:ext cx="14605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45" b="1">
                <a:solidFill>
                  <a:srgbClr val="FFFFFF"/>
                </a:solidFill>
                <a:latin typeface="Cambria"/>
                <a:cs typeface="Cambria"/>
              </a:rPr>
              <a:t>03</a:t>
            </a:r>
            <a:endParaRPr sz="900">
              <a:latin typeface="Cambria"/>
              <a:cs typeface="Cambria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8496298" y="1695449"/>
            <a:ext cx="2486025" cy="238125"/>
          </a:xfrm>
          <a:custGeom>
            <a:avLst/>
            <a:gdLst/>
            <a:ahLst/>
            <a:cxnLst/>
            <a:rect l="l" t="t" r="r" b="b"/>
            <a:pathLst>
              <a:path w="2486025" h="238125">
                <a:moveTo>
                  <a:pt x="2432627" y="238124"/>
                </a:moveTo>
                <a:lnTo>
                  <a:pt x="53397" y="238124"/>
                </a:lnTo>
                <a:lnTo>
                  <a:pt x="49680" y="237758"/>
                </a:lnTo>
                <a:lnTo>
                  <a:pt x="14085" y="218732"/>
                </a:lnTo>
                <a:lnTo>
                  <a:pt x="0" y="184727"/>
                </a:lnTo>
                <a:lnTo>
                  <a:pt x="0" y="180974"/>
                </a:lnTo>
                <a:lnTo>
                  <a:pt x="0" y="53397"/>
                </a:lnTo>
                <a:lnTo>
                  <a:pt x="19391" y="14085"/>
                </a:lnTo>
                <a:lnTo>
                  <a:pt x="53397" y="0"/>
                </a:lnTo>
                <a:lnTo>
                  <a:pt x="2432627" y="0"/>
                </a:lnTo>
                <a:lnTo>
                  <a:pt x="2471939" y="19392"/>
                </a:lnTo>
                <a:lnTo>
                  <a:pt x="2486024" y="53397"/>
                </a:lnTo>
                <a:lnTo>
                  <a:pt x="2486024" y="184727"/>
                </a:lnTo>
                <a:lnTo>
                  <a:pt x="2466632" y="224039"/>
                </a:lnTo>
                <a:lnTo>
                  <a:pt x="2436344" y="237758"/>
                </a:lnTo>
                <a:lnTo>
                  <a:pt x="2432627" y="238124"/>
                </a:lnTo>
                <a:close/>
              </a:path>
            </a:pathLst>
          </a:custGeom>
          <a:solidFill>
            <a:srgbClr val="FFE7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 txBox="1"/>
          <p:nvPr/>
        </p:nvSpPr>
        <p:spPr>
          <a:xfrm>
            <a:off x="9236223" y="1706562"/>
            <a:ext cx="1010285" cy="1682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 spc="-10" b="1">
                <a:solidFill>
                  <a:srgbClr val="FF6A5B"/>
                </a:solidFill>
                <a:latin typeface="Courier New"/>
                <a:cs typeface="Courier New"/>
              </a:rPr>
              <a:t>st.tabs(names)</a:t>
            </a:r>
            <a:endParaRPr sz="900">
              <a:latin typeface="Courier New"/>
              <a:cs typeface="Courier New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8153398" y="1676399"/>
            <a:ext cx="3171825" cy="1000125"/>
            <a:chOff x="8153398" y="1676399"/>
            <a:chExt cx="3171825" cy="1000125"/>
          </a:xfrm>
        </p:grpSpPr>
        <p:sp>
          <p:nvSpPr>
            <p:cNvPr id="53" name="object 53"/>
            <p:cNvSpPr/>
            <p:nvPr/>
          </p:nvSpPr>
          <p:spPr>
            <a:xfrm>
              <a:off x="11058523" y="1676399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195503" y="266699"/>
                  </a:moveTo>
                  <a:lnTo>
                    <a:pt x="71195" y="266699"/>
                  </a:lnTo>
                  <a:lnTo>
                    <a:pt x="66240" y="266211"/>
                  </a:lnTo>
                  <a:lnTo>
                    <a:pt x="29703" y="251077"/>
                  </a:lnTo>
                  <a:lnTo>
                    <a:pt x="3883" y="215037"/>
                  </a:lnTo>
                  <a:lnTo>
                    <a:pt x="0" y="195503"/>
                  </a:lnTo>
                  <a:lnTo>
                    <a:pt x="0" y="190499"/>
                  </a:lnTo>
                  <a:lnTo>
                    <a:pt x="0" y="71196"/>
                  </a:lnTo>
                  <a:lnTo>
                    <a:pt x="15619" y="29705"/>
                  </a:lnTo>
                  <a:lnTo>
                    <a:pt x="51660" y="3885"/>
                  </a:lnTo>
                  <a:lnTo>
                    <a:pt x="71195" y="0"/>
                  </a:lnTo>
                  <a:lnTo>
                    <a:pt x="195503" y="0"/>
                  </a:lnTo>
                  <a:lnTo>
                    <a:pt x="236993" y="15621"/>
                  </a:lnTo>
                  <a:lnTo>
                    <a:pt x="262813" y="51661"/>
                  </a:lnTo>
                  <a:lnTo>
                    <a:pt x="266698" y="71196"/>
                  </a:lnTo>
                  <a:lnTo>
                    <a:pt x="266698" y="195503"/>
                  </a:lnTo>
                  <a:lnTo>
                    <a:pt x="251077" y="236994"/>
                  </a:lnTo>
                  <a:lnTo>
                    <a:pt x="215035" y="262814"/>
                  </a:lnTo>
                  <a:lnTo>
                    <a:pt x="200458" y="266211"/>
                  </a:lnTo>
                  <a:lnTo>
                    <a:pt x="195503" y="266699"/>
                  </a:lnTo>
                  <a:close/>
                </a:path>
              </a:pathLst>
            </a:custGeom>
            <a:solidFill>
              <a:srgbClr val="E7E9F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4" name="object 5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117112" y="1752599"/>
              <a:ext cx="149225" cy="123825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8153398" y="2257424"/>
              <a:ext cx="3171825" cy="419100"/>
            </a:xfrm>
            <a:custGeom>
              <a:avLst/>
              <a:gdLst/>
              <a:ahLst/>
              <a:cxnLst/>
              <a:rect l="l" t="t" r="r" b="b"/>
              <a:pathLst>
                <a:path w="3171825" h="419100">
                  <a:moveTo>
                    <a:pt x="3100628" y="419099"/>
                  </a:moveTo>
                  <a:lnTo>
                    <a:pt x="71196" y="419099"/>
                  </a:lnTo>
                  <a:lnTo>
                    <a:pt x="66241" y="418611"/>
                  </a:lnTo>
                  <a:lnTo>
                    <a:pt x="29706" y="403478"/>
                  </a:lnTo>
                  <a:lnTo>
                    <a:pt x="3885" y="367437"/>
                  </a:lnTo>
                  <a:lnTo>
                    <a:pt x="0" y="347903"/>
                  </a:lnTo>
                  <a:lnTo>
                    <a:pt x="0" y="3428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3100628" y="0"/>
                  </a:lnTo>
                  <a:lnTo>
                    <a:pt x="3142119" y="15621"/>
                  </a:lnTo>
                  <a:lnTo>
                    <a:pt x="3167938" y="51661"/>
                  </a:lnTo>
                  <a:lnTo>
                    <a:pt x="3171824" y="71196"/>
                  </a:lnTo>
                  <a:lnTo>
                    <a:pt x="3171824" y="347903"/>
                  </a:lnTo>
                  <a:lnTo>
                    <a:pt x="3156202" y="389394"/>
                  </a:lnTo>
                  <a:lnTo>
                    <a:pt x="3120161" y="415214"/>
                  </a:lnTo>
                  <a:lnTo>
                    <a:pt x="3105583" y="418611"/>
                  </a:lnTo>
                  <a:lnTo>
                    <a:pt x="3100628" y="419099"/>
                  </a:lnTo>
                  <a:close/>
                </a:path>
              </a:pathLst>
            </a:custGeom>
            <a:solidFill>
              <a:srgbClr val="F4EF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8229598" y="2333624"/>
              <a:ext cx="981075" cy="76200"/>
            </a:xfrm>
            <a:custGeom>
              <a:avLst/>
              <a:gdLst/>
              <a:ahLst/>
              <a:cxnLst/>
              <a:rect l="l" t="t" r="r" b="b"/>
              <a:pathLst>
                <a:path w="981075" h="76200">
                  <a:moveTo>
                    <a:pt x="981075" y="76199"/>
                  </a:moveTo>
                  <a:lnTo>
                    <a:pt x="0" y="76199"/>
                  </a:lnTo>
                  <a:lnTo>
                    <a:pt x="0" y="24785"/>
                  </a:lnTo>
                  <a:lnTo>
                    <a:pt x="24785" y="0"/>
                  </a:lnTo>
                  <a:lnTo>
                    <a:pt x="956289" y="0"/>
                  </a:lnTo>
                  <a:lnTo>
                    <a:pt x="981075" y="76199"/>
                  </a:lnTo>
                  <a:close/>
                </a:path>
              </a:pathLst>
            </a:custGeom>
            <a:solidFill>
              <a:srgbClr val="FF6A5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9248762" y="2333624"/>
              <a:ext cx="2000250" cy="76200"/>
            </a:xfrm>
            <a:custGeom>
              <a:avLst/>
              <a:gdLst/>
              <a:ahLst/>
              <a:cxnLst/>
              <a:rect l="l" t="t" r="r" b="b"/>
              <a:pathLst>
                <a:path w="2000250" h="76200">
                  <a:moveTo>
                    <a:pt x="981075" y="24790"/>
                  </a:moveTo>
                  <a:lnTo>
                    <a:pt x="956297" y="0"/>
                  </a:lnTo>
                  <a:lnTo>
                    <a:pt x="24790" y="0"/>
                  </a:lnTo>
                  <a:lnTo>
                    <a:pt x="0" y="24790"/>
                  </a:lnTo>
                  <a:lnTo>
                    <a:pt x="0" y="76200"/>
                  </a:lnTo>
                  <a:lnTo>
                    <a:pt x="981075" y="76200"/>
                  </a:lnTo>
                  <a:lnTo>
                    <a:pt x="981075" y="24790"/>
                  </a:lnTo>
                  <a:close/>
                </a:path>
                <a:path w="2000250" h="76200">
                  <a:moveTo>
                    <a:pt x="2000250" y="24790"/>
                  </a:moveTo>
                  <a:lnTo>
                    <a:pt x="1975472" y="0"/>
                  </a:lnTo>
                  <a:lnTo>
                    <a:pt x="1043965" y="0"/>
                  </a:lnTo>
                  <a:lnTo>
                    <a:pt x="1019175" y="24790"/>
                  </a:lnTo>
                  <a:lnTo>
                    <a:pt x="1019175" y="76200"/>
                  </a:lnTo>
                  <a:lnTo>
                    <a:pt x="2000250" y="76200"/>
                  </a:lnTo>
                  <a:lnTo>
                    <a:pt x="2000250" y="24790"/>
                  </a:lnTo>
                  <a:close/>
                </a:path>
              </a:pathLst>
            </a:custGeom>
            <a:solidFill>
              <a:srgbClr val="FFE7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8234360" y="2452687"/>
              <a:ext cx="3009900" cy="142875"/>
            </a:xfrm>
            <a:custGeom>
              <a:avLst/>
              <a:gdLst/>
              <a:ahLst/>
              <a:cxnLst/>
              <a:rect l="l" t="t" r="r" b="b"/>
              <a:pathLst>
                <a:path w="3009900" h="142875">
                  <a:moveTo>
                    <a:pt x="2980982" y="142874"/>
                  </a:moveTo>
                  <a:lnTo>
                    <a:pt x="28916" y="142874"/>
                  </a:lnTo>
                  <a:lnTo>
                    <a:pt x="24664" y="142028"/>
                  </a:lnTo>
                  <a:lnTo>
                    <a:pt x="0" y="113958"/>
                  </a:lnTo>
                  <a:lnTo>
                    <a:pt x="0" y="109537"/>
                  </a:lnTo>
                  <a:lnTo>
                    <a:pt x="0" y="0"/>
                  </a:lnTo>
                  <a:lnTo>
                    <a:pt x="2980982" y="0"/>
                  </a:lnTo>
                  <a:lnTo>
                    <a:pt x="2985234" y="845"/>
                  </a:lnTo>
                  <a:lnTo>
                    <a:pt x="3009899" y="28916"/>
                  </a:lnTo>
                  <a:lnTo>
                    <a:pt x="3009899" y="113958"/>
                  </a:lnTo>
                  <a:lnTo>
                    <a:pt x="2985234" y="142028"/>
                  </a:lnTo>
                  <a:lnTo>
                    <a:pt x="2980982" y="1428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8234360" y="2452687"/>
              <a:ext cx="3009900" cy="142875"/>
            </a:xfrm>
            <a:custGeom>
              <a:avLst/>
              <a:gdLst/>
              <a:ahLst/>
              <a:cxnLst/>
              <a:rect l="l" t="t" r="r" b="b"/>
              <a:pathLst>
                <a:path w="3009900" h="142875">
                  <a:moveTo>
                    <a:pt x="0" y="109537"/>
                  </a:moveTo>
                  <a:lnTo>
                    <a:pt x="0" y="0"/>
                  </a:lnTo>
                  <a:lnTo>
                    <a:pt x="2976562" y="0"/>
                  </a:lnTo>
                  <a:lnTo>
                    <a:pt x="2980982" y="0"/>
                  </a:lnTo>
                  <a:lnTo>
                    <a:pt x="3009899" y="28916"/>
                  </a:lnTo>
                  <a:lnTo>
                    <a:pt x="3009900" y="33337"/>
                  </a:lnTo>
                  <a:lnTo>
                    <a:pt x="3009900" y="109537"/>
                  </a:lnTo>
                  <a:lnTo>
                    <a:pt x="2985234" y="142028"/>
                  </a:lnTo>
                  <a:lnTo>
                    <a:pt x="2976562" y="142874"/>
                  </a:lnTo>
                  <a:lnTo>
                    <a:pt x="33338" y="142874"/>
                  </a:lnTo>
                  <a:lnTo>
                    <a:pt x="28916" y="142874"/>
                  </a:lnTo>
                  <a:lnTo>
                    <a:pt x="24664" y="142028"/>
                  </a:lnTo>
                  <a:lnTo>
                    <a:pt x="20580" y="140336"/>
                  </a:lnTo>
                  <a:lnTo>
                    <a:pt x="16495" y="138645"/>
                  </a:lnTo>
                  <a:lnTo>
                    <a:pt x="0" y="113958"/>
                  </a:lnTo>
                  <a:lnTo>
                    <a:pt x="0" y="109537"/>
                  </a:lnTo>
                  <a:close/>
                </a:path>
              </a:pathLst>
            </a:custGeom>
            <a:ln w="9524">
              <a:solidFill>
                <a:srgbClr val="E4DED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0" name="object 60"/>
          <p:cNvSpPr txBox="1"/>
          <p:nvPr/>
        </p:nvSpPr>
        <p:spPr>
          <a:xfrm>
            <a:off x="8143825" y="1992312"/>
            <a:ext cx="868044" cy="1797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000" spc="-80" b="1">
                <a:solidFill>
                  <a:srgbClr val="293283"/>
                </a:solidFill>
                <a:latin typeface="Cambria"/>
                <a:cs typeface="Cambria"/>
              </a:rPr>
              <a:t>Tabbed</a:t>
            </a:r>
            <a:r>
              <a:rPr dirty="0" sz="1000" spc="-5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1000" spc="-45" b="1">
                <a:solidFill>
                  <a:srgbClr val="293283"/>
                </a:solidFill>
                <a:latin typeface="Cambria"/>
                <a:cs typeface="Cambria"/>
              </a:rPr>
              <a:t>sections</a:t>
            </a:r>
            <a:endParaRPr sz="1000">
              <a:latin typeface="Cambria"/>
              <a:cs typeface="Cambria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8143825" y="2702753"/>
            <a:ext cx="3119755" cy="504190"/>
          </a:xfrm>
          <a:prstGeom prst="rect">
            <a:avLst/>
          </a:prstGeom>
        </p:spPr>
        <p:txBody>
          <a:bodyPr wrap="square" lIns="0" tIns="495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dirty="0" sz="750" b="1">
                <a:solidFill>
                  <a:srgbClr val="293283"/>
                </a:solidFill>
                <a:latin typeface="Cambria"/>
                <a:cs typeface="Cambria"/>
              </a:rPr>
              <a:t>USE</a:t>
            </a:r>
            <a:r>
              <a:rPr dirty="0" sz="750" spc="100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750" spc="-20" b="1">
                <a:solidFill>
                  <a:srgbClr val="293283"/>
                </a:solidFill>
                <a:latin typeface="Cambria"/>
                <a:cs typeface="Cambria"/>
              </a:rPr>
              <a:t>WHEN</a:t>
            </a:r>
            <a:endParaRPr sz="750">
              <a:latin typeface="Cambria"/>
              <a:cs typeface="Cambria"/>
            </a:endParaRPr>
          </a:p>
          <a:p>
            <a:pPr marL="12700" marR="5080">
              <a:lnSpc>
                <a:spcPct val="117600"/>
              </a:lnSpc>
              <a:spcBef>
                <a:spcPts val="170"/>
              </a:spcBef>
            </a:pPr>
            <a:r>
              <a:rPr dirty="0" sz="850" spc="-70">
                <a:solidFill>
                  <a:srgbClr val="4A4E6A"/>
                </a:solidFill>
                <a:latin typeface="Tahoma"/>
                <a:cs typeface="Tahoma"/>
              </a:rPr>
              <a:t>You</a:t>
            </a:r>
            <a:r>
              <a:rPr dirty="0" sz="85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have </a:t>
            </a:r>
            <a:r>
              <a:rPr dirty="0" sz="850" spc="-30">
                <a:solidFill>
                  <a:srgbClr val="4A4E6A"/>
                </a:solidFill>
                <a:latin typeface="Tahoma"/>
                <a:cs typeface="Tahoma"/>
              </a:rPr>
              <a:t>multiple</a:t>
            </a:r>
            <a:r>
              <a:rPr dirty="0" sz="85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0">
                <a:solidFill>
                  <a:srgbClr val="4A4E6A"/>
                </a:solidFill>
                <a:latin typeface="Tahoma"/>
                <a:cs typeface="Tahoma"/>
              </a:rPr>
              <a:t>views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65">
                <a:solidFill>
                  <a:srgbClr val="4A4E6A"/>
                </a:solidFill>
                <a:latin typeface="Tahoma"/>
                <a:cs typeface="Tahoma"/>
              </a:rPr>
              <a:t>(e.g.</a:t>
            </a:r>
            <a:r>
              <a:rPr dirty="0" sz="85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0">
                <a:solidFill>
                  <a:srgbClr val="4A4E6A"/>
                </a:solidFill>
                <a:latin typeface="Tahoma"/>
                <a:cs typeface="Tahoma"/>
              </a:rPr>
              <a:t>“Input”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>
                <a:solidFill>
                  <a:srgbClr val="4A4E6A"/>
                </a:solidFill>
                <a:latin typeface="Tahoma"/>
                <a:cs typeface="Tahoma"/>
              </a:rPr>
              <a:t>/</a:t>
            </a:r>
            <a:r>
              <a:rPr dirty="0" sz="85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25">
                <a:solidFill>
                  <a:srgbClr val="4A4E6A"/>
                </a:solidFill>
                <a:latin typeface="Tahoma"/>
                <a:cs typeface="Tahoma"/>
              </a:rPr>
              <a:t>“Chart”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>
                <a:solidFill>
                  <a:srgbClr val="4A4E6A"/>
                </a:solidFill>
                <a:latin typeface="Tahoma"/>
                <a:cs typeface="Tahoma"/>
              </a:rPr>
              <a:t>/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0">
                <a:solidFill>
                  <a:srgbClr val="4A4E6A"/>
                </a:solidFill>
                <a:latin typeface="Tahoma"/>
                <a:cs typeface="Tahoma"/>
              </a:rPr>
              <a:t>“Raw</a:t>
            </a:r>
            <a:r>
              <a:rPr dirty="0" sz="85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Data”)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and</a:t>
            </a:r>
            <a:r>
              <a:rPr dirty="0" sz="85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20">
                <a:solidFill>
                  <a:srgbClr val="4A4E6A"/>
                </a:solidFill>
                <a:latin typeface="Tahoma"/>
                <a:cs typeface="Tahoma"/>
              </a:rPr>
              <a:t>want </a:t>
            </a:r>
            <a:r>
              <a:rPr dirty="0" sz="850" spc="-35">
                <a:solidFill>
                  <a:srgbClr val="4A4E6A"/>
                </a:solidFill>
                <a:latin typeface="Tahoma"/>
                <a:cs typeface="Tahoma"/>
              </a:rPr>
              <a:t>only</a:t>
            </a:r>
            <a:r>
              <a:rPr dirty="0" sz="85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5">
                <a:solidFill>
                  <a:srgbClr val="4A4E6A"/>
                </a:solidFill>
                <a:latin typeface="Tahoma"/>
                <a:cs typeface="Tahoma"/>
              </a:rPr>
              <a:t>one</a:t>
            </a:r>
            <a:r>
              <a:rPr dirty="0" sz="85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5">
                <a:solidFill>
                  <a:srgbClr val="4A4E6A"/>
                </a:solidFill>
                <a:latin typeface="Tahoma"/>
                <a:cs typeface="Tahoma"/>
              </a:rPr>
              <a:t>visible</a:t>
            </a:r>
            <a:r>
              <a:rPr dirty="0" sz="85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5">
                <a:solidFill>
                  <a:srgbClr val="4A4E6A"/>
                </a:solidFill>
                <a:latin typeface="Tahoma"/>
                <a:cs typeface="Tahoma"/>
              </a:rPr>
              <a:t>at</a:t>
            </a:r>
            <a:r>
              <a:rPr dirty="0" sz="85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a</a:t>
            </a:r>
            <a:r>
              <a:rPr dirty="0" sz="85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20">
                <a:solidFill>
                  <a:srgbClr val="4A4E6A"/>
                </a:solidFill>
                <a:latin typeface="Tahoma"/>
                <a:cs typeface="Tahoma"/>
              </a:rPr>
              <a:t>time.</a:t>
            </a:r>
            <a:endParaRPr sz="850">
              <a:latin typeface="Tahoma"/>
              <a:cs typeface="Tahoma"/>
            </a:endParaRPr>
          </a:p>
        </p:txBody>
      </p:sp>
      <p:grpSp>
        <p:nvGrpSpPr>
          <p:cNvPr id="62" name="object 62"/>
          <p:cNvGrpSpPr/>
          <p:nvPr/>
        </p:nvGrpSpPr>
        <p:grpSpPr>
          <a:xfrm>
            <a:off x="685799" y="3981449"/>
            <a:ext cx="3533775" cy="2343150"/>
            <a:chOff x="685799" y="3981449"/>
            <a:chExt cx="3533775" cy="2343150"/>
          </a:xfrm>
        </p:grpSpPr>
        <p:sp>
          <p:nvSpPr>
            <p:cNvPr id="63" name="object 63"/>
            <p:cNvSpPr/>
            <p:nvPr/>
          </p:nvSpPr>
          <p:spPr>
            <a:xfrm>
              <a:off x="690562" y="3986212"/>
              <a:ext cx="3524250" cy="2333625"/>
            </a:xfrm>
            <a:custGeom>
              <a:avLst/>
              <a:gdLst/>
              <a:ahLst/>
              <a:cxnLst/>
              <a:rect l="l" t="t" r="r" b="b"/>
              <a:pathLst>
                <a:path w="3524250" h="2333625">
                  <a:moveTo>
                    <a:pt x="3404104" y="2333624"/>
                  </a:moveTo>
                  <a:lnTo>
                    <a:pt x="120144" y="2333624"/>
                  </a:lnTo>
                  <a:lnTo>
                    <a:pt x="111782" y="2332800"/>
                  </a:lnTo>
                  <a:lnTo>
                    <a:pt x="71578" y="2320604"/>
                  </a:lnTo>
                  <a:lnTo>
                    <a:pt x="31692" y="2289991"/>
                  </a:lnTo>
                  <a:lnTo>
                    <a:pt x="6557" y="2246444"/>
                  </a:lnTo>
                  <a:lnTo>
                    <a:pt x="0" y="2213480"/>
                  </a:lnTo>
                  <a:lnTo>
                    <a:pt x="0" y="2205037"/>
                  </a:lnTo>
                  <a:lnTo>
                    <a:pt x="0" y="120144"/>
                  </a:lnTo>
                  <a:lnTo>
                    <a:pt x="13019" y="71578"/>
                  </a:lnTo>
                  <a:lnTo>
                    <a:pt x="43632" y="31691"/>
                  </a:lnTo>
                  <a:lnTo>
                    <a:pt x="87179" y="6556"/>
                  </a:lnTo>
                  <a:lnTo>
                    <a:pt x="120144" y="0"/>
                  </a:lnTo>
                  <a:lnTo>
                    <a:pt x="3404104" y="0"/>
                  </a:lnTo>
                  <a:lnTo>
                    <a:pt x="3452670" y="13018"/>
                  </a:lnTo>
                  <a:lnTo>
                    <a:pt x="3492557" y="43632"/>
                  </a:lnTo>
                  <a:lnTo>
                    <a:pt x="3517692" y="87179"/>
                  </a:lnTo>
                  <a:lnTo>
                    <a:pt x="3524249" y="120144"/>
                  </a:lnTo>
                  <a:lnTo>
                    <a:pt x="3524249" y="2213480"/>
                  </a:lnTo>
                  <a:lnTo>
                    <a:pt x="3511230" y="2262044"/>
                  </a:lnTo>
                  <a:lnTo>
                    <a:pt x="3480616" y="2301931"/>
                  </a:lnTo>
                  <a:lnTo>
                    <a:pt x="3437069" y="2327067"/>
                  </a:lnTo>
                  <a:lnTo>
                    <a:pt x="3412466" y="2332800"/>
                  </a:lnTo>
                  <a:lnTo>
                    <a:pt x="3404104" y="23336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690562" y="3986212"/>
              <a:ext cx="3524250" cy="2333625"/>
            </a:xfrm>
            <a:custGeom>
              <a:avLst/>
              <a:gdLst/>
              <a:ahLst/>
              <a:cxnLst/>
              <a:rect l="l" t="t" r="r" b="b"/>
              <a:pathLst>
                <a:path w="3524250" h="2333625">
                  <a:moveTo>
                    <a:pt x="0" y="2205037"/>
                  </a:moveTo>
                  <a:lnTo>
                    <a:pt x="0" y="128587"/>
                  </a:lnTo>
                  <a:lnTo>
                    <a:pt x="0" y="120144"/>
                  </a:lnTo>
                  <a:lnTo>
                    <a:pt x="823" y="111782"/>
                  </a:lnTo>
                  <a:lnTo>
                    <a:pt x="2470" y="103500"/>
                  </a:lnTo>
                  <a:lnTo>
                    <a:pt x="4117" y="95220"/>
                  </a:lnTo>
                  <a:lnTo>
                    <a:pt x="6557" y="87179"/>
                  </a:lnTo>
                  <a:lnTo>
                    <a:pt x="9788" y="79378"/>
                  </a:lnTo>
                  <a:lnTo>
                    <a:pt x="13019" y="71578"/>
                  </a:lnTo>
                  <a:lnTo>
                    <a:pt x="37662" y="37662"/>
                  </a:lnTo>
                  <a:lnTo>
                    <a:pt x="43632" y="31691"/>
                  </a:lnTo>
                  <a:lnTo>
                    <a:pt x="50127" y="26361"/>
                  </a:lnTo>
                  <a:lnTo>
                    <a:pt x="57148" y="21670"/>
                  </a:lnTo>
                  <a:lnTo>
                    <a:pt x="64168" y="16979"/>
                  </a:lnTo>
                  <a:lnTo>
                    <a:pt x="71578" y="13018"/>
                  </a:lnTo>
                  <a:lnTo>
                    <a:pt x="79379" y="9787"/>
                  </a:lnTo>
                  <a:lnTo>
                    <a:pt x="87179" y="6556"/>
                  </a:lnTo>
                  <a:lnTo>
                    <a:pt x="95220" y="4117"/>
                  </a:lnTo>
                  <a:lnTo>
                    <a:pt x="103501" y="2470"/>
                  </a:lnTo>
                  <a:lnTo>
                    <a:pt x="111782" y="823"/>
                  </a:lnTo>
                  <a:lnTo>
                    <a:pt x="120144" y="0"/>
                  </a:lnTo>
                  <a:lnTo>
                    <a:pt x="128587" y="0"/>
                  </a:lnTo>
                  <a:lnTo>
                    <a:pt x="3395662" y="0"/>
                  </a:lnTo>
                  <a:lnTo>
                    <a:pt x="3404104" y="0"/>
                  </a:lnTo>
                  <a:lnTo>
                    <a:pt x="3412466" y="823"/>
                  </a:lnTo>
                  <a:lnTo>
                    <a:pt x="3420747" y="2470"/>
                  </a:lnTo>
                  <a:lnTo>
                    <a:pt x="3429028" y="4117"/>
                  </a:lnTo>
                  <a:lnTo>
                    <a:pt x="3437069" y="6556"/>
                  </a:lnTo>
                  <a:lnTo>
                    <a:pt x="3444869" y="9787"/>
                  </a:lnTo>
                  <a:lnTo>
                    <a:pt x="3452670" y="13018"/>
                  </a:lnTo>
                  <a:lnTo>
                    <a:pt x="3460080" y="16979"/>
                  </a:lnTo>
                  <a:lnTo>
                    <a:pt x="3467100" y="21670"/>
                  </a:lnTo>
                  <a:lnTo>
                    <a:pt x="3474121" y="26361"/>
                  </a:lnTo>
                  <a:lnTo>
                    <a:pt x="3480616" y="31691"/>
                  </a:lnTo>
                  <a:lnTo>
                    <a:pt x="3486587" y="37662"/>
                  </a:lnTo>
                  <a:lnTo>
                    <a:pt x="3492557" y="43632"/>
                  </a:lnTo>
                  <a:lnTo>
                    <a:pt x="3497887" y="50127"/>
                  </a:lnTo>
                  <a:lnTo>
                    <a:pt x="3502578" y="57147"/>
                  </a:lnTo>
                  <a:lnTo>
                    <a:pt x="3507269" y="64167"/>
                  </a:lnTo>
                  <a:lnTo>
                    <a:pt x="3511230" y="71578"/>
                  </a:lnTo>
                  <a:lnTo>
                    <a:pt x="3514461" y="79378"/>
                  </a:lnTo>
                  <a:lnTo>
                    <a:pt x="3517692" y="87179"/>
                  </a:lnTo>
                  <a:lnTo>
                    <a:pt x="3524249" y="128587"/>
                  </a:lnTo>
                  <a:lnTo>
                    <a:pt x="3524249" y="2205037"/>
                  </a:lnTo>
                  <a:lnTo>
                    <a:pt x="3524249" y="2213480"/>
                  </a:lnTo>
                  <a:lnTo>
                    <a:pt x="3523425" y="2221842"/>
                  </a:lnTo>
                  <a:lnTo>
                    <a:pt x="3521778" y="2230123"/>
                  </a:lnTo>
                  <a:lnTo>
                    <a:pt x="3520131" y="2238403"/>
                  </a:lnTo>
                  <a:lnTo>
                    <a:pt x="3517692" y="2246444"/>
                  </a:lnTo>
                  <a:lnTo>
                    <a:pt x="3514461" y="2254244"/>
                  </a:lnTo>
                  <a:lnTo>
                    <a:pt x="3511230" y="2262044"/>
                  </a:lnTo>
                  <a:lnTo>
                    <a:pt x="3507269" y="2269455"/>
                  </a:lnTo>
                  <a:lnTo>
                    <a:pt x="3502578" y="2276475"/>
                  </a:lnTo>
                  <a:lnTo>
                    <a:pt x="3497887" y="2283495"/>
                  </a:lnTo>
                  <a:lnTo>
                    <a:pt x="3492557" y="2289991"/>
                  </a:lnTo>
                  <a:lnTo>
                    <a:pt x="3486587" y="2295961"/>
                  </a:lnTo>
                  <a:lnTo>
                    <a:pt x="3480616" y="2301931"/>
                  </a:lnTo>
                  <a:lnTo>
                    <a:pt x="3474121" y="2307261"/>
                  </a:lnTo>
                  <a:lnTo>
                    <a:pt x="3467101" y="2311952"/>
                  </a:lnTo>
                  <a:lnTo>
                    <a:pt x="3460080" y="2316643"/>
                  </a:lnTo>
                  <a:lnTo>
                    <a:pt x="3420747" y="2331152"/>
                  </a:lnTo>
                  <a:lnTo>
                    <a:pt x="3412466" y="2332800"/>
                  </a:lnTo>
                  <a:lnTo>
                    <a:pt x="3404104" y="2333624"/>
                  </a:lnTo>
                  <a:lnTo>
                    <a:pt x="3395662" y="2333624"/>
                  </a:lnTo>
                  <a:lnTo>
                    <a:pt x="128587" y="2333624"/>
                  </a:lnTo>
                  <a:lnTo>
                    <a:pt x="120144" y="2333624"/>
                  </a:lnTo>
                  <a:lnTo>
                    <a:pt x="111782" y="2332800"/>
                  </a:lnTo>
                  <a:lnTo>
                    <a:pt x="103501" y="2331152"/>
                  </a:lnTo>
                  <a:lnTo>
                    <a:pt x="95220" y="2329505"/>
                  </a:lnTo>
                  <a:lnTo>
                    <a:pt x="57148" y="2311952"/>
                  </a:lnTo>
                  <a:lnTo>
                    <a:pt x="50127" y="2307261"/>
                  </a:lnTo>
                  <a:lnTo>
                    <a:pt x="43632" y="2301931"/>
                  </a:lnTo>
                  <a:lnTo>
                    <a:pt x="37662" y="2295961"/>
                  </a:lnTo>
                  <a:lnTo>
                    <a:pt x="31692" y="2289991"/>
                  </a:lnTo>
                  <a:lnTo>
                    <a:pt x="26361" y="2283495"/>
                  </a:lnTo>
                  <a:lnTo>
                    <a:pt x="21670" y="2276475"/>
                  </a:lnTo>
                  <a:lnTo>
                    <a:pt x="16980" y="2269455"/>
                  </a:lnTo>
                  <a:lnTo>
                    <a:pt x="2470" y="2230123"/>
                  </a:lnTo>
                  <a:lnTo>
                    <a:pt x="0" y="2213480"/>
                  </a:lnTo>
                  <a:lnTo>
                    <a:pt x="0" y="2205037"/>
                  </a:lnTo>
                  <a:close/>
                </a:path>
              </a:pathLst>
            </a:custGeom>
            <a:ln w="9524">
              <a:solidFill>
                <a:srgbClr val="E4DED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866774" y="4143374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195503" y="266699"/>
                  </a:moveTo>
                  <a:lnTo>
                    <a:pt x="71196" y="266699"/>
                  </a:lnTo>
                  <a:lnTo>
                    <a:pt x="66241" y="266211"/>
                  </a:lnTo>
                  <a:lnTo>
                    <a:pt x="29705" y="251077"/>
                  </a:lnTo>
                  <a:lnTo>
                    <a:pt x="3885" y="215037"/>
                  </a:lnTo>
                  <a:lnTo>
                    <a:pt x="0" y="195503"/>
                  </a:lnTo>
                  <a:lnTo>
                    <a:pt x="0" y="190499"/>
                  </a:lnTo>
                  <a:lnTo>
                    <a:pt x="0" y="71196"/>
                  </a:lnTo>
                  <a:lnTo>
                    <a:pt x="15621" y="29704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195503" y="0"/>
                  </a:lnTo>
                  <a:lnTo>
                    <a:pt x="236994" y="15621"/>
                  </a:lnTo>
                  <a:lnTo>
                    <a:pt x="262814" y="51661"/>
                  </a:lnTo>
                  <a:lnTo>
                    <a:pt x="266699" y="71196"/>
                  </a:lnTo>
                  <a:lnTo>
                    <a:pt x="266699" y="195503"/>
                  </a:lnTo>
                  <a:lnTo>
                    <a:pt x="251078" y="236994"/>
                  </a:lnTo>
                  <a:lnTo>
                    <a:pt x="215037" y="262813"/>
                  </a:lnTo>
                  <a:lnTo>
                    <a:pt x="200458" y="266211"/>
                  </a:lnTo>
                  <a:lnTo>
                    <a:pt x="195503" y="266699"/>
                  </a:lnTo>
                  <a:close/>
                </a:path>
              </a:pathLst>
            </a:custGeom>
            <a:solidFill>
              <a:srgbClr val="FF6A5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6" name="object 66"/>
          <p:cNvSpPr txBox="1"/>
          <p:nvPr/>
        </p:nvSpPr>
        <p:spPr>
          <a:xfrm>
            <a:off x="924917" y="4187825"/>
            <a:ext cx="14605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45" b="1">
                <a:solidFill>
                  <a:srgbClr val="FFFFFF"/>
                </a:solidFill>
                <a:latin typeface="Cambria"/>
                <a:cs typeface="Cambria"/>
              </a:rPr>
              <a:t>04</a:t>
            </a:r>
            <a:endParaRPr sz="900">
              <a:latin typeface="Cambria"/>
              <a:cs typeface="Cambria"/>
            </a:endParaRPr>
          </a:p>
        </p:txBody>
      </p:sp>
      <p:sp>
        <p:nvSpPr>
          <p:cNvPr id="67" name="object 67"/>
          <p:cNvSpPr/>
          <p:nvPr/>
        </p:nvSpPr>
        <p:spPr>
          <a:xfrm>
            <a:off x="1209674" y="4152900"/>
            <a:ext cx="2486025" cy="238125"/>
          </a:xfrm>
          <a:custGeom>
            <a:avLst/>
            <a:gdLst/>
            <a:ahLst/>
            <a:cxnLst/>
            <a:rect l="l" t="t" r="r" b="b"/>
            <a:pathLst>
              <a:path w="2486025" h="238125">
                <a:moveTo>
                  <a:pt x="2432627" y="238124"/>
                </a:moveTo>
                <a:lnTo>
                  <a:pt x="53397" y="238124"/>
                </a:lnTo>
                <a:lnTo>
                  <a:pt x="49680" y="237758"/>
                </a:lnTo>
                <a:lnTo>
                  <a:pt x="14085" y="218731"/>
                </a:lnTo>
                <a:lnTo>
                  <a:pt x="0" y="184727"/>
                </a:lnTo>
                <a:lnTo>
                  <a:pt x="0" y="180974"/>
                </a:lnTo>
                <a:lnTo>
                  <a:pt x="0" y="53397"/>
                </a:lnTo>
                <a:lnTo>
                  <a:pt x="19392" y="14084"/>
                </a:lnTo>
                <a:lnTo>
                  <a:pt x="53397" y="0"/>
                </a:lnTo>
                <a:lnTo>
                  <a:pt x="2432627" y="0"/>
                </a:lnTo>
                <a:lnTo>
                  <a:pt x="2471939" y="19391"/>
                </a:lnTo>
                <a:lnTo>
                  <a:pt x="2486024" y="53397"/>
                </a:lnTo>
                <a:lnTo>
                  <a:pt x="2486024" y="184727"/>
                </a:lnTo>
                <a:lnTo>
                  <a:pt x="2466632" y="224038"/>
                </a:lnTo>
                <a:lnTo>
                  <a:pt x="2436343" y="237758"/>
                </a:lnTo>
                <a:lnTo>
                  <a:pt x="2432627" y="238124"/>
                </a:lnTo>
                <a:close/>
              </a:path>
            </a:pathLst>
          </a:custGeom>
          <a:solidFill>
            <a:srgbClr val="FFE7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 txBox="1"/>
          <p:nvPr/>
        </p:nvSpPr>
        <p:spPr>
          <a:xfrm>
            <a:off x="1805979" y="4164012"/>
            <a:ext cx="1291590" cy="1682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 spc="-10" b="1">
                <a:solidFill>
                  <a:srgbClr val="FF6A5B"/>
                </a:solidFill>
                <a:latin typeface="Courier New"/>
                <a:cs typeface="Courier New"/>
              </a:rPr>
              <a:t>st.expander(label)</a:t>
            </a:r>
            <a:endParaRPr sz="900">
              <a:latin typeface="Courier New"/>
              <a:cs typeface="Courier New"/>
            </a:endParaRPr>
          </a:p>
        </p:txBody>
      </p:sp>
      <p:grpSp>
        <p:nvGrpSpPr>
          <p:cNvPr id="69" name="object 69"/>
          <p:cNvGrpSpPr/>
          <p:nvPr/>
        </p:nvGrpSpPr>
        <p:grpSpPr>
          <a:xfrm>
            <a:off x="866774" y="4143374"/>
            <a:ext cx="3171825" cy="1000125"/>
            <a:chOff x="866774" y="4143374"/>
            <a:chExt cx="3171825" cy="1000125"/>
          </a:xfrm>
        </p:grpSpPr>
        <p:sp>
          <p:nvSpPr>
            <p:cNvPr id="70" name="object 70"/>
            <p:cNvSpPr/>
            <p:nvPr/>
          </p:nvSpPr>
          <p:spPr>
            <a:xfrm>
              <a:off x="3771899" y="4143374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195503" y="266699"/>
                  </a:moveTo>
                  <a:lnTo>
                    <a:pt x="71196" y="266699"/>
                  </a:lnTo>
                  <a:lnTo>
                    <a:pt x="66241" y="266211"/>
                  </a:lnTo>
                  <a:lnTo>
                    <a:pt x="29704" y="251077"/>
                  </a:lnTo>
                  <a:lnTo>
                    <a:pt x="3885" y="215037"/>
                  </a:lnTo>
                  <a:lnTo>
                    <a:pt x="0" y="195503"/>
                  </a:lnTo>
                  <a:lnTo>
                    <a:pt x="0" y="190499"/>
                  </a:lnTo>
                  <a:lnTo>
                    <a:pt x="0" y="71196"/>
                  </a:lnTo>
                  <a:lnTo>
                    <a:pt x="15621" y="29704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195503" y="0"/>
                  </a:lnTo>
                  <a:lnTo>
                    <a:pt x="236993" y="15621"/>
                  </a:lnTo>
                  <a:lnTo>
                    <a:pt x="262813" y="51661"/>
                  </a:lnTo>
                  <a:lnTo>
                    <a:pt x="266699" y="71196"/>
                  </a:lnTo>
                  <a:lnTo>
                    <a:pt x="266699" y="195503"/>
                  </a:lnTo>
                  <a:lnTo>
                    <a:pt x="251077" y="236994"/>
                  </a:lnTo>
                  <a:lnTo>
                    <a:pt x="215037" y="262813"/>
                  </a:lnTo>
                  <a:lnTo>
                    <a:pt x="200458" y="266211"/>
                  </a:lnTo>
                  <a:lnTo>
                    <a:pt x="195503" y="266699"/>
                  </a:lnTo>
                  <a:close/>
                </a:path>
              </a:pathLst>
            </a:custGeom>
            <a:solidFill>
              <a:srgbClr val="E7E9F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1" name="object 7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859113" y="4248149"/>
              <a:ext cx="85725" cy="50800"/>
            </a:xfrm>
            <a:prstGeom prst="rect">
              <a:avLst/>
            </a:prstGeom>
          </p:spPr>
        </p:pic>
        <p:sp>
          <p:nvSpPr>
            <p:cNvPr id="72" name="object 72"/>
            <p:cNvSpPr/>
            <p:nvPr/>
          </p:nvSpPr>
          <p:spPr>
            <a:xfrm>
              <a:off x="866774" y="4724399"/>
              <a:ext cx="3171825" cy="419100"/>
            </a:xfrm>
            <a:custGeom>
              <a:avLst/>
              <a:gdLst/>
              <a:ahLst/>
              <a:cxnLst/>
              <a:rect l="l" t="t" r="r" b="b"/>
              <a:pathLst>
                <a:path w="3171825" h="419100">
                  <a:moveTo>
                    <a:pt x="3100628" y="419099"/>
                  </a:moveTo>
                  <a:lnTo>
                    <a:pt x="71196" y="419099"/>
                  </a:lnTo>
                  <a:lnTo>
                    <a:pt x="66241" y="418611"/>
                  </a:lnTo>
                  <a:lnTo>
                    <a:pt x="29705" y="403477"/>
                  </a:lnTo>
                  <a:lnTo>
                    <a:pt x="3885" y="367437"/>
                  </a:lnTo>
                  <a:lnTo>
                    <a:pt x="0" y="347902"/>
                  </a:lnTo>
                  <a:lnTo>
                    <a:pt x="0" y="342899"/>
                  </a:lnTo>
                  <a:lnTo>
                    <a:pt x="0" y="71196"/>
                  </a:lnTo>
                  <a:lnTo>
                    <a:pt x="15621" y="29704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3100628" y="0"/>
                  </a:lnTo>
                  <a:lnTo>
                    <a:pt x="3142118" y="15621"/>
                  </a:lnTo>
                  <a:lnTo>
                    <a:pt x="3167938" y="51661"/>
                  </a:lnTo>
                  <a:lnTo>
                    <a:pt x="3171824" y="71196"/>
                  </a:lnTo>
                  <a:lnTo>
                    <a:pt x="3171824" y="347902"/>
                  </a:lnTo>
                  <a:lnTo>
                    <a:pt x="3156202" y="389394"/>
                  </a:lnTo>
                  <a:lnTo>
                    <a:pt x="3120162" y="415213"/>
                  </a:lnTo>
                  <a:lnTo>
                    <a:pt x="3105583" y="418611"/>
                  </a:lnTo>
                  <a:lnTo>
                    <a:pt x="3100628" y="419099"/>
                  </a:lnTo>
                  <a:close/>
                </a:path>
              </a:pathLst>
            </a:custGeom>
            <a:solidFill>
              <a:srgbClr val="F4EF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/>
            <p:cNvSpPr/>
            <p:nvPr/>
          </p:nvSpPr>
          <p:spPr>
            <a:xfrm>
              <a:off x="947737" y="4805362"/>
              <a:ext cx="3009900" cy="257175"/>
            </a:xfrm>
            <a:custGeom>
              <a:avLst/>
              <a:gdLst/>
              <a:ahLst/>
              <a:cxnLst/>
              <a:rect l="l" t="t" r="r" b="b"/>
              <a:pathLst>
                <a:path w="3009900" h="257175">
                  <a:moveTo>
                    <a:pt x="2980982" y="257174"/>
                  </a:moveTo>
                  <a:lnTo>
                    <a:pt x="28916" y="257174"/>
                  </a:lnTo>
                  <a:lnTo>
                    <a:pt x="24664" y="256328"/>
                  </a:lnTo>
                  <a:lnTo>
                    <a:pt x="0" y="228258"/>
                  </a:lnTo>
                  <a:lnTo>
                    <a:pt x="0" y="223837"/>
                  </a:lnTo>
                  <a:lnTo>
                    <a:pt x="0" y="28916"/>
                  </a:lnTo>
                  <a:lnTo>
                    <a:pt x="28916" y="0"/>
                  </a:lnTo>
                  <a:lnTo>
                    <a:pt x="2980982" y="0"/>
                  </a:lnTo>
                  <a:lnTo>
                    <a:pt x="3009899" y="28916"/>
                  </a:lnTo>
                  <a:lnTo>
                    <a:pt x="3009899" y="228258"/>
                  </a:lnTo>
                  <a:lnTo>
                    <a:pt x="2985235" y="256328"/>
                  </a:lnTo>
                  <a:lnTo>
                    <a:pt x="2980982" y="2571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947737" y="4805362"/>
              <a:ext cx="3009900" cy="257175"/>
            </a:xfrm>
            <a:custGeom>
              <a:avLst/>
              <a:gdLst/>
              <a:ahLst/>
              <a:cxnLst/>
              <a:rect l="l" t="t" r="r" b="b"/>
              <a:pathLst>
                <a:path w="3009900" h="257175">
                  <a:moveTo>
                    <a:pt x="0" y="223837"/>
                  </a:moveTo>
                  <a:lnTo>
                    <a:pt x="0" y="33337"/>
                  </a:lnTo>
                  <a:lnTo>
                    <a:pt x="0" y="28916"/>
                  </a:lnTo>
                  <a:lnTo>
                    <a:pt x="845" y="24663"/>
                  </a:lnTo>
                  <a:lnTo>
                    <a:pt x="2537" y="20578"/>
                  </a:lnTo>
                  <a:lnTo>
                    <a:pt x="4229" y="16494"/>
                  </a:lnTo>
                  <a:lnTo>
                    <a:pt x="6638" y="12889"/>
                  </a:lnTo>
                  <a:lnTo>
                    <a:pt x="9764" y="9763"/>
                  </a:lnTo>
                  <a:lnTo>
                    <a:pt x="12890" y="6637"/>
                  </a:lnTo>
                  <a:lnTo>
                    <a:pt x="16495" y="4228"/>
                  </a:lnTo>
                  <a:lnTo>
                    <a:pt x="20579" y="2537"/>
                  </a:lnTo>
                  <a:lnTo>
                    <a:pt x="24664" y="845"/>
                  </a:lnTo>
                  <a:lnTo>
                    <a:pt x="28916" y="0"/>
                  </a:lnTo>
                  <a:lnTo>
                    <a:pt x="33337" y="0"/>
                  </a:lnTo>
                  <a:lnTo>
                    <a:pt x="2976562" y="0"/>
                  </a:lnTo>
                  <a:lnTo>
                    <a:pt x="2980982" y="0"/>
                  </a:lnTo>
                  <a:lnTo>
                    <a:pt x="2985235" y="845"/>
                  </a:lnTo>
                  <a:lnTo>
                    <a:pt x="2989319" y="2537"/>
                  </a:lnTo>
                  <a:lnTo>
                    <a:pt x="2993403" y="4228"/>
                  </a:lnTo>
                  <a:lnTo>
                    <a:pt x="2997009" y="6637"/>
                  </a:lnTo>
                  <a:lnTo>
                    <a:pt x="3000135" y="9763"/>
                  </a:lnTo>
                  <a:lnTo>
                    <a:pt x="3003261" y="12889"/>
                  </a:lnTo>
                  <a:lnTo>
                    <a:pt x="3009899" y="33337"/>
                  </a:lnTo>
                  <a:lnTo>
                    <a:pt x="3009899" y="223837"/>
                  </a:lnTo>
                  <a:lnTo>
                    <a:pt x="2989319" y="254636"/>
                  </a:lnTo>
                  <a:lnTo>
                    <a:pt x="2985235" y="256328"/>
                  </a:lnTo>
                  <a:lnTo>
                    <a:pt x="2980982" y="257174"/>
                  </a:lnTo>
                  <a:lnTo>
                    <a:pt x="2976562" y="257174"/>
                  </a:lnTo>
                  <a:lnTo>
                    <a:pt x="33337" y="257174"/>
                  </a:lnTo>
                  <a:lnTo>
                    <a:pt x="9764" y="247410"/>
                  </a:lnTo>
                  <a:lnTo>
                    <a:pt x="6638" y="244284"/>
                  </a:lnTo>
                  <a:lnTo>
                    <a:pt x="4229" y="240678"/>
                  </a:lnTo>
                  <a:lnTo>
                    <a:pt x="2537" y="236594"/>
                  </a:lnTo>
                  <a:lnTo>
                    <a:pt x="845" y="232510"/>
                  </a:lnTo>
                  <a:lnTo>
                    <a:pt x="0" y="228258"/>
                  </a:lnTo>
                  <a:lnTo>
                    <a:pt x="0" y="223837"/>
                  </a:lnTo>
                  <a:close/>
                </a:path>
              </a:pathLst>
            </a:custGeom>
            <a:ln w="9524">
              <a:solidFill>
                <a:srgbClr val="E4DED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/>
            <p:cNvSpPr/>
            <p:nvPr/>
          </p:nvSpPr>
          <p:spPr>
            <a:xfrm>
              <a:off x="1028699" y="4905374"/>
              <a:ext cx="95250" cy="57150"/>
            </a:xfrm>
            <a:custGeom>
              <a:avLst/>
              <a:gdLst/>
              <a:ahLst/>
              <a:cxnLst/>
              <a:rect l="l" t="t" r="r" b="b"/>
              <a:pathLst>
                <a:path w="95250" h="57150">
                  <a:moveTo>
                    <a:pt x="47624" y="57149"/>
                  </a:moveTo>
                  <a:lnTo>
                    <a:pt x="0" y="0"/>
                  </a:lnTo>
                  <a:lnTo>
                    <a:pt x="95249" y="0"/>
                  </a:lnTo>
                  <a:lnTo>
                    <a:pt x="47624" y="57149"/>
                  </a:lnTo>
                  <a:close/>
                </a:path>
              </a:pathLst>
            </a:custGeom>
            <a:solidFill>
              <a:srgbClr val="FF6A5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/>
            <p:cNvSpPr/>
            <p:nvPr/>
          </p:nvSpPr>
          <p:spPr>
            <a:xfrm>
              <a:off x="1181099" y="4914899"/>
              <a:ext cx="2695575" cy="38100"/>
            </a:xfrm>
            <a:custGeom>
              <a:avLst/>
              <a:gdLst/>
              <a:ahLst/>
              <a:cxnLst/>
              <a:rect l="l" t="t" r="r" b="b"/>
              <a:pathLst>
                <a:path w="2695575" h="38100">
                  <a:moveTo>
                    <a:pt x="2679050" y="38099"/>
                  </a:moveTo>
                  <a:lnTo>
                    <a:pt x="16523" y="38099"/>
                  </a:lnTo>
                  <a:lnTo>
                    <a:pt x="14093" y="37616"/>
                  </a:lnTo>
                  <a:lnTo>
                    <a:pt x="0" y="21576"/>
                  </a:lnTo>
                  <a:lnTo>
                    <a:pt x="0" y="19049"/>
                  </a:lnTo>
                  <a:lnTo>
                    <a:pt x="0" y="16523"/>
                  </a:lnTo>
                  <a:lnTo>
                    <a:pt x="16523" y="0"/>
                  </a:lnTo>
                  <a:lnTo>
                    <a:pt x="2679050" y="0"/>
                  </a:lnTo>
                  <a:lnTo>
                    <a:pt x="2695574" y="16523"/>
                  </a:lnTo>
                  <a:lnTo>
                    <a:pt x="2695574" y="21576"/>
                  </a:lnTo>
                  <a:lnTo>
                    <a:pt x="2681480" y="37616"/>
                  </a:lnTo>
                  <a:lnTo>
                    <a:pt x="2679050" y="38099"/>
                  </a:lnTo>
                  <a:close/>
                </a:path>
              </a:pathLst>
            </a:custGeom>
            <a:solidFill>
              <a:srgbClr val="F4EFE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7" name="object 77"/>
          <p:cNvSpPr txBox="1"/>
          <p:nvPr/>
        </p:nvSpPr>
        <p:spPr>
          <a:xfrm>
            <a:off x="854075" y="4459287"/>
            <a:ext cx="1004569" cy="1797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000" spc="-65" b="1">
                <a:solidFill>
                  <a:srgbClr val="293283"/>
                </a:solidFill>
                <a:latin typeface="Cambria"/>
                <a:cs typeface="Cambria"/>
              </a:rPr>
              <a:t>Collapsible</a:t>
            </a:r>
            <a:r>
              <a:rPr dirty="0" sz="1000" spc="40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1000" spc="-40" b="1">
                <a:solidFill>
                  <a:srgbClr val="293283"/>
                </a:solidFill>
                <a:latin typeface="Cambria"/>
                <a:cs typeface="Cambria"/>
              </a:rPr>
              <a:t>section</a:t>
            </a:r>
            <a:endParaRPr sz="1000">
              <a:latin typeface="Cambria"/>
              <a:cs typeface="Cambria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854075" y="5169728"/>
            <a:ext cx="2889250" cy="504190"/>
          </a:xfrm>
          <a:prstGeom prst="rect">
            <a:avLst/>
          </a:prstGeom>
        </p:spPr>
        <p:txBody>
          <a:bodyPr wrap="square" lIns="0" tIns="495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dirty="0" sz="750" b="1">
                <a:solidFill>
                  <a:srgbClr val="293283"/>
                </a:solidFill>
                <a:latin typeface="Cambria"/>
                <a:cs typeface="Cambria"/>
              </a:rPr>
              <a:t>USE</a:t>
            </a:r>
            <a:r>
              <a:rPr dirty="0" sz="750" spc="100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750" spc="-20" b="1">
                <a:solidFill>
                  <a:srgbClr val="293283"/>
                </a:solidFill>
                <a:latin typeface="Cambria"/>
                <a:cs typeface="Cambria"/>
              </a:rPr>
              <a:t>WHEN</a:t>
            </a:r>
            <a:endParaRPr sz="750">
              <a:latin typeface="Cambria"/>
              <a:cs typeface="Cambria"/>
            </a:endParaRPr>
          </a:p>
          <a:p>
            <a:pPr marL="12700" marR="5080">
              <a:lnSpc>
                <a:spcPct val="117600"/>
              </a:lnSpc>
              <a:spcBef>
                <a:spcPts val="170"/>
              </a:spcBef>
            </a:pP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Advanced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5">
                <a:solidFill>
                  <a:srgbClr val="4A4E6A"/>
                </a:solidFill>
                <a:latin typeface="Tahoma"/>
                <a:cs typeface="Tahoma"/>
              </a:rPr>
              <a:t>options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25">
                <a:solidFill>
                  <a:srgbClr val="4A4E6A"/>
                </a:solidFill>
                <a:latin typeface="Tahoma"/>
                <a:cs typeface="Tahoma"/>
              </a:rPr>
              <a:t>or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0">
                <a:solidFill>
                  <a:srgbClr val="4A4E6A"/>
                </a:solidFill>
                <a:latin typeface="Tahoma"/>
                <a:cs typeface="Tahoma"/>
              </a:rPr>
              <a:t>long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0">
                <a:solidFill>
                  <a:srgbClr val="4A4E6A"/>
                </a:solidFill>
                <a:latin typeface="Tahoma"/>
                <a:cs typeface="Tahoma"/>
              </a:rPr>
              <a:t>reference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0">
                <a:solidFill>
                  <a:srgbClr val="4A4E6A"/>
                </a:solidFill>
                <a:latin typeface="Tahoma"/>
                <a:cs typeface="Tahoma"/>
              </a:rPr>
              <a:t>text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0">
                <a:solidFill>
                  <a:srgbClr val="4A4E6A"/>
                </a:solidFill>
                <a:latin typeface="Tahoma"/>
                <a:cs typeface="Tahoma"/>
              </a:rPr>
              <a:t>that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5">
                <a:solidFill>
                  <a:srgbClr val="4A4E6A"/>
                </a:solidFill>
                <a:latin typeface="Tahoma"/>
                <a:cs typeface="Tahoma"/>
              </a:rPr>
              <a:t>should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5">
                <a:solidFill>
                  <a:srgbClr val="4A4E6A"/>
                </a:solidFill>
                <a:latin typeface="Tahoma"/>
                <a:cs typeface="Tahoma"/>
              </a:rPr>
              <a:t>be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5">
                <a:solidFill>
                  <a:srgbClr val="4A4E6A"/>
                </a:solidFill>
                <a:latin typeface="Tahoma"/>
                <a:cs typeface="Tahoma"/>
              </a:rPr>
              <a:t>hidden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25">
                <a:solidFill>
                  <a:srgbClr val="4A4E6A"/>
                </a:solidFill>
                <a:latin typeface="Tahoma"/>
                <a:cs typeface="Tahoma"/>
              </a:rPr>
              <a:t>by </a:t>
            </a:r>
            <a:r>
              <a:rPr dirty="0" sz="850" spc="-40">
                <a:solidFill>
                  <a:srgbClr val="4A4E6A"/>
                </a:solidFill>
                <a:latin typeface="Tahoma"/>
                <a:cs typeface="Tahoma"/>
              </a:rPr>
              <a:t>default,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expanded </a:t>
            </a:r>
            <a:r>
              <a:rPr dirty="0" sz="850" spc="-30">
                <a:solidFill>
                  <a:srgbClr val="4A4E6A"/>
                </a:solidFill>
                <a:latin typeface="Tahoma"/>
                <a:cs typeface="Tahoma"/>
              </a:rPr>
              <a:t>on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10">
                <a:solidFill>
                  <a:srgbClr val="4A4E6A"/>
                </a:solidFill>
                <a:latin typeface="Tahoma"/>
                <a:cs typeface="Tahoma"/>
              </a:rPr>
              <a:t>click.</a:t>
            </a:r>
            <a:endParaRPr sz="850">
              <a:latin typeface="Tahoma"/>
              <a:cs typeface="Tahoma"/>
            </a:endParaRPr>
          </a:p>
        </p:txBody>
      </p:sp>
      <p:grpSp>
        <p:nvGrpSpPr>
          <p:cNvPr id="79" name="object 79"/>
          <p:cNvGrpSpPr/>
          <p:nvPr/>
        </p:nvGrpSpPr>
        <p:grpSpPr>
          <a:xfrm>
            <a:off x="4333874" y="3981449"/>
            <a:ext cx="3524250" cy="2343150"/>
            <a:chOff x="4333874" y="3981449"/>
            <a:chExt cx="3524250" cy="2343150"/>
          </a:xfrm>
        </p:grpSpPr>
        <p:sp>
          <p:nvSpPr>
            <p:cNvPr id="80" name="object 80"/>
            <p:cNvSpPr/>
            <p:nvPr/>
          </p:nvSpPr>
          <p:spPr>
            <a:xfrm>
              <a:off x="4338636" y="3986212"/>
              <a:ext cx="3514725" cy="2333625"/>
            </a:xfrm>
            <a:custGeom>
              <a:avLst/>
              <a:gdLst/>
              <a:ahLst/>
              <a:cxnLst/>
              <a:rect l="l" t="t" r="r" b="b"/>
              <a:pathLst>
                <a:path w="3514725" h="2333625">
                  <a:moveTo>
                    <a:pt x="3394580" y="2333624"/>
                  </a:moveTo>
                  <a:lnTo>
                    <a:pt x="120144" y="2333624"/>
                  </a:lnTo>
                  <a:lnTo>
                    <a:pt x="111782" y="2332800"/>
                  </a:lnTo>
                  <a:lnTo>
                    <a:pt x="71578" y="2320604"/>
                  </a:lnTo>
                  <a:lnTo>
                    <a:pt x="31691" y="2289991"/>
                  </a:lnTo>
                  <a:lnTo>
                    <a:pt x="6557" y="2246444"/>
                  </a:lnTo>
                  <a:lnTo>
                    <a:pt x="0" y="2213480"/>
                  </a:lnTo>
                  <a:lnTo>
                    <a:pt x="0" y="2205037"/>
                  </a:lnTo>
                  <a:lnTo>
                    <a:pt x="0" y="120144"/>
                  </a:lnTo>
                  <a:lnTo>
                    <a:pt x="13019" y="71578"/>
                  </a:lnTo>
                  <a:lnTo>
                    <a:pt x="43632" y="31691"/>
                  </a:lnTo>
                  <a:lnTo>
                    <a:pt x="87179" y="6556"/>
                  </a:lnTo>
                  <a:lnTo>
                    <a:pt x="120144" y="0"/>
                  </a:lnTo>
                  <a:lnTo>
                    <a:pt x="3394580" y="0"/>
                  </a:lnTo>
                  <a:lnTo>
                    <a:pt x="3443145" y="13018"/>
                  </a:lnTo>
                  <a:lnTo>
                    <a:pt x="3483032" y="43632"/>
                  </a:lnTo>
                  <a:lnTo>
                    <a:pt x="3508166" y="87179"/>
                  </a:lnTo>
                  <a:lnTo>
                    <a:pt x="3514725" y="120144"/>
                  </a:lnTo>
                  <a:lnTo>
                    <a:pt x="3514725" y="2213480"/>
                  </a:lnTo>
                  <a:lnTo>
                    <a:pt x="3501704" y="2262044"/>
                  </a:lnTo>
                  <a:lnTo>
                    <a:pt x="3471091" y="2301931"/>
                  </a:lnTo>
                  <a:lnTo>
                    <a:pt x="3427544" y="2327067"/>
                  </a:lnTo>
                  <a:lnTo>
                    <a:pt x="3402942" y="2332800"/>
                  </a:lnTo>
                  <a:lnTo>
                    <a:pt x="3394580" y="23336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/>
            <p:cNvSpPr/>
            <p:nvPr/>
          </p:nvSpPr>
          <p:spPr>
            <a:xfrm>
              <a:off x="4338636" y="3986212"/>
              <a:ext cx="3514725" cy="2333625"/>
            </a:xfrm>
            <a:custGeom>
              <a:avLst/>
              <a:gdLst/>
              <a:ahLst/>
              <a:cxnLst/>
              <a:rect l="l" t="t" r="r" b="b"/>
              <a:pathLst>
                <a:path w="3514725" h="2333625">
                  <a:moveTo>
                    <a:pt x="0" y="2205037"/>
                  </a:moveTo>
                  <a:lnTo>
                    <a:pt x="0" y="128587"/>
                  </a:lnTo>
                  <a:lnTo>
                    <a:pt x="0" y="120144"/>
                  </a:lnTo>
                  <a:lnTo>
                    <a:pt x="823" y="111782"/>
                  </a:lnTo>
                  <a:lnTo>
                    <a:pt x="2470" y="103500"/>
                  </a:lnTo>
                  <a:lnTo>
                    <a:pt x="4118" y="95220"/>
                  </a:lnTo>
                  <a:lnTo>
                    <a:pt x="6557" y="87179"/>
                  </a:lnTo>
                  <a:lnTo>
                    <a:pt x="9788" y="79378"/>
                  </a:lnTo>
                  <a:lnTo>
                    <a:pt x="13019" y="71578"/>
                  </a:lnTo>
                  <a:lnTo>
                    <a:pt x="16980" y="64167"/>
                  </a:lnTo>
                  <a:lnTo>
                    <a:pt x="21671" y="57147"/>
                  </a:lnTo>
                  <a:lnTo>
                    <a:pt x="26361" y="50127"/>
                  </a:lnTo>
                  <a:lnTo>
                    <a:pt x="31691" y="43632"/>
                  </a:lnTo>
                  <a:lnTo>
                    <a:pt x="37662" y="37662"/>
                  </a:lnTo>
                  <a:lnTo>
                    <a:pt x="43632" y="31691"/>
                  </a:lnTo>
                  <a:lnTo>
                    <a:pt x="50127" y="26361"/>
                  </a:lnTo>
                  <a:lnTo>
                    <a:pt x="57147" y="21670"/>
                  </a:lnTo>
                  <a:lnTo>
                    <a:pt x="64168" y="16979"/>
                  </a:lnTo>
                  <a:lnTo>
                    <a:pt x="103501" y="2470"/>
                  </a:lnTo>
                  <a:lnTo>
                    <a:pt x="120144" y="0"/>
                  </a:lnTo>
                  <a:lnTo>
                    <a:pt x="128587" y="0"/>
                  </a:lnTo>
                  <a:lnTo>
                    <a:pt x="3386137" y="0"/>
                  </a:lnTo>
                  <a:lnTo>
                    <a:pt x="3394580" y="0"/>
                  </a:lnTo>
                  <a:lnTo>
                    <a:pt x="3402942" y="823"/>
                  </a:lnTo>
                  <a:lnTo>
                    <a:pt x="3411222" y="2470"/>
                  </a:lnTo>
                  <a:lnTo>
                    <a:pt x="3419504" y="4117"/>
                  </a:lnTo>
                  <a:lnTo>
                    <a:pt x="3427544" y="6556"/>
                  </a:lnTo>
                  <a:lnTo>
                    <a:pt x="3435344" y="9787"/>
                  </a:lnTo>
                  <a:lnTo>
                    <a:pt x="3443145" y="13018"/>
                  </a:lnTo>
                  <a:lnTo>
                    <a:pt x="3450555" y="16979"/>
                  </a:lnTo>
                  <a:lnTo>
                    <a:pt x="3457575" y="21670"/>
                  </a:lnTo>
                  <a:lnTo>
                    <a:pt x="3464596" y="26361"/>
                  </a:lnTo>
                  <a:lnTo>
                    <a:pt x="3493053" y="57147"/>
                  </a:lnTo>
                  <a:lnTo>
                    <a:pt x="3510606" y="95220"/>
                  </a:lnTo>
                  <a:lnTo>
                    <a:pt x="3514725" y="120144"/>
                  </a:lnTo>
                  <a:lnTo>
                    <a:pt x="3514725" y="128587"/>
                  </a:lnTo>
                  <a:lnTo>
                    <a:pt x="3514725" y="2205037"/>
                  </a:lnTo>
                  <a:lnTo>
                    <a:pt x="3514725" y="2213480"/>
                  </a:lnTo>
                  <a:lnTo>
                    <a:pt x="3513901" y="2221842"/>
                  </a:lnTo>
                  <a:lnTo>
                    <a:pt x="3501704" y="2262044"/>
                  </a:lnTo>
                  <a:lnTo>
                    <a:pt x="3493053" y="2276475"/>
                  </a:lnTo>
                  <a:lnTo>
                    <a:pt x="3488362" y="2283495"/>
                  </a:lnTo>
                  <a:lnTo>
                    <a:pt x="3457575" y="2311952"/>
                  </a:lnTo>
                  <a:lnTo>
                    <a:pt x="3450555" y="2316643"/>
                  </a:lnTo>
                  <a:lnTo>
                    <a:pt x="3411222" y="2331152"/>
                  </a:lnTo>
                  <a:lnTo>
                    <a:pt x="3402942" y="2332800"/>
                  </a:lnTo>
                  <a:lnTo>
                    <a:pt x="3394580" y="2333624"/>
                  </a:lnTo>
                  <a:lnTo>
                    <a:pt x="3386137" y="2333624"/>
                  </a:lnTo>
                  <a:lnTo>
                    <a:pt x="128587" y="2333624"/>
                  </a:lnTo>
                  <a:lnTo>
                    <a:pt x="120144" y="2333624"/>
                  </a:lnTo>
                  <a:lnTo>
                    <a:pt x="111782" y="2332800"/>
                  </a:lnTo>
                  <a:lnTo>
                    <a:pt x="103501" y="2331152"/>
                  </a:lnTo>
                  <a:lnTo>
                    <a:pt x="95220" y="2329505"/>
                  </a:lnTo>
                  <a:lnTo>
                    <a:pt x="57147" y="2311952"/>
                  </a:lnTo>
                  <a:lnTo>
                    <a:pt x="50127" y="2307261"/>
                  </a:lnTo>
                  <a:lnTo>
                    <a:pt x="43632" y="2301931"/>
                  </a:lnTo>
                  <a:lnTo>
                    <a:pt x="37662" y="2295961"/>
                  </a:lnTo>
                  <a:lnTo>
                    <a:pt x="31691" y="2289991"/>
                  </a:lnTo>
                  <a:lnTo>
                    <a:pt x="26361" y="2283495"/>
                  </a:lnTo>
                  <a:lnTo>
                    <a:pt x="21670" y="2276475"/>
                  </a:lnTo>
                  <a:lnTo>
                    <a:pt x="16980" y="2269455"/>
                  </a:lnTo>
                  <a:lnTo>
                    <a:pt x="2470" y="2230123"/>
                  </a:lnTo>
                  <a:lnTo>
                    <a:pt x="0" y="2213480"/>
                  </a:lnTo>
                  <a:lnTo>
                    <a:pt x="0" y="2205037"/>
                  </a:lnTo>
                  <a:close/>
                </a:path>
              </a:pathLst>
            </a:custGeom>
            <a:ln w="9524">
              <a:solidFill>
                <a:srgbClr val="E4DED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/>
            <p:cNvSpPr/>
            <p:nvPr/>
          </p:nvSpPr>
          <p:spPr>
            <a:xfrm>
              <a:off x="4514849" y="4143374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195503" y="266699"/>
                  </a:moveTo>
                  <a:lnTo>
                    <a:pt x="71196" y="266699"/>
                  </a:lnTo>
                  <a:lnTo>
                    <a:pt x="66241" y="266211"/>
                  </a:lnTo>
                  <a:lnTo>
                    <a:pt x="29705" y="251077"/>
                  </a:lnTo>
                  <a:lnTo>
                    <a:pt x="3885" y="215037"/>
                  </a:lnTo>
                  <a:lnTo>
                    <a:pt x="0" y="195503"/>
                  </a:lnTo>
                  <a:lnTo>
                    <a:pt x="0" y="190499"/>
                  </a:lnTo>
                  <a:lnTo>
                    <a:pt x="0" y="71196"/>
                  </a:lnTo>
                  <a:lnTo>
                    <a:pt x="15621" y="29704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195503" y="0"/>
                  </a:lnTo>
                  <a:lnTo>
                    <a:pt x="236994" y="15621"/>
                  </a:lnTo>
                  <a:lnTo>
                    <a:pt x="262813" y="51661"/>
                  </a:lnTo>
                  <a:lnTo>
                    <a:pt x="266699" y="71196"/>
                  </a:lnTo>
                  <a:lnTo>
                    <a:pt x="266699" y="195503"/>
                  </a:lnTo>
                  <a:lnTo>
                    <a:pt x="251077" y="236994"/>
                  </a:lnTo>
                  <a:lnTo>
                    <a:pt x="215037" y="262813"/>
                  </a:lnTo>
                  <a:lnTo>
                    <a:pt x="200458" y="266211"/>
                  </a:lnTo>
                  <a:lnTo>
                    <a:pt x="195503" y="266699"/>
                  </a:lnTo>
                  <a:close/>
                </a:path>
              </a:pathLst>
            </a:custGeom>
            <a:solidFill>
              <a:srgbClr val="FF6A5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3" name="object 83"/>
          <p:cNvSpPr txBox="1"/>
          <p:nvPr/>
        </p:nvSpPr>
        <p:spPr>
          <a:xfrm>
            <a:off x="4569717" y="4187825"/>
            <a:ext cx="14605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45" b="1">
                <a:solidFill>
                  <a:srgbClr val="FFFFFF"/>
                </a:solidFill>
                <a:latin typeface="Cambria"/>
                <a:cs typeface="Cambria"/>
              </a:rPr>
              <a:t>05</a:t>
            </a:r>
            <a:endParaRPr sz="900">
              <a:latin typeface="Cambria"/>
              <a:cs typeface="Cambria"/>
            </a:endParaRPr>
          </a:p>
        </p:txBody>
      </p:sp>
      <p:sp>
        <p:nvSpPr>
          <p:cNvPr id="84" name="object 84"/>
          <p:cNvSpPr/>
          <p:nvPr/>
        </p:nvSpPr>
        <p:spPr>
          <a:xfrm>
            <a:off x="4857749" y="4152900"/>
            <a:ext cx="2476500" cy="238125"/>
          </a:xfrm>
          <a:custGeom>
            <a:avLst/>
            <a:gdLst/>
            <a:ahLst/>
            <a:cxnLst/>
            <a:rect l="l" t="t" r="r" b="b"/>
            <a:pathLst>
              <a:path w="2476500" h="238125">
                <a:moveTo>
                  <a:pt x="2423102" y="238124"/>
                </a:moveTo>
                <a:lnTo>
                  <a:pt x="53397" y="238124"/>
                </a:lnTo>
                <a:lnTo>
                  <a:pt x="49681" y="237758"/>
                </a:lnTo>
                <a:lnTo>
                  <a:pt x="14085" y="218731"/>
                </a:lnTo>
                <a:lnTo>
                  <a:pt x="0" y="184727"/>
                </a:lnTo>
                <a:lnTo>
                  <a:pt x="0" y="180974"/>
                </a:lnTo>
                <a:lnTo>
                  <a:pt x="0" y="53397"/>
                </a:lnTo>
                <a:lnTo>
                  <a:pt x="19392" y="14084"/>
                </a:lnTo>
                <a:lnTo>
                  <a:pt x="53397" y="0"/>
                </a:lnTo>
                <a:lnTo>
                  <a:pt x="2423102" y="0"/>
                </a:lnTo>
                <a:lnTo>
                  <a:pt x="2462413" y="19391"/>
                </a:lnTo>
                <a:lnTo>
                  <a:pt x="2476499" y="53397"/>
                </a:lnTo>
                <a:lnTo>
                  <a:pt x="2476499" y="184727"/>
                </a:lnTo>
                <a:lnTo>
                  <a:pt x="2457106" y="224038"/>
                </a:lnTo>
                <a:lnTo>
                  <a:pt x="2426818" y="237758"/>
                </a:lnTo>
                <a:lnTo>
                  <a:pt x="2423102" y="238124"/>
                </a:lnTo>
                <a:close/>
              </a:path>
            </a:pathLst>
          </a:custGeom>
          <a:solidFill>
            <a:srgbClr val="FFE7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 txBox="1"/>
          <p:nvPr/>
        </p:nvSpPr>
        <p:spPr>
          <a:xfrm>
            <a:off x="5275162" y="4164012"/>
            <a:ext cx="1642745" cy="1682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 b="1">
                <a:solidFill>
                  <a:srgbClr val="FF6A5B"/>
                </a:solidFill>
                <a:latin typeface="Courier New"/>
                <a:cs typeface="Courier New"/>
              </a:rPr>
              <a:t>st.container</a:t>
            </a:r>
            <a:r>
              <a:rPr dirty="0" sz="900" spc="80" b="1">
                <a:solidFill>
                  <a:srgbClr val="FF6A5B"/>
                </a:solidFill>
                <a:latin typeface="Courier New"/>
                <a:cs typeface="Courier New"/>
              </a:rPr>
              <a:t> </a:t>
            </a:r>
            <a:r>
              <a:rPr dirty="0" sz="900" b="1">
                <a:solidFill>
                  <a:srgbClr val="FF6A5B"/>
                </a:solidFill>
                <a:latin typeface="Courier New"/>
                <a:cs typeface="Courier New"/>
              </a:rPr>
              <a:t>/</a:t>
            </a:r>
            <a:r>
              <a:rPr dirty="0" sz="900" spc="85" b="1">
                <a:solidFill>
                  <a:srgbClr val="FF6A5B"/>
                </a:solidFill>
                <a:latin typeface="Courier New"/>
                <a:cs typeface="Courier New"/>
              </a:rPr>
              <a:t> </a:t>
            </a:r>
            <a:r>
              <a:rPr dirty="0" sz="900" spc="-10" b="1">
                <a:solidFill>
                  <a:srgbClr val="FF6A5B"/>
                </a:solidFill>
                <a:latin typeface="Courier New"/>
                <a:cs typeface="Courier New"/>
              </a:rPr>
              <a:t>st.empty</a:t>
            </a:r>
            <a:endParaRPr sz="900">
              <a:latin typeface="Courier New"/>
              <a:cs typeface="Courier New"/>
            </a:endParaRPr>
          </a:p>
        </p:txBody>
      </p:sp>
      <p:grpSp>
        <p:nvGrpSpPr>
          <p:cNvPr id="86" name="object 86"/>
          <p:cNvGrpSpPr/>
          <p:nvPr/>
        </p:nvGrpSpPr>
        <p:grpSpPr>
          <a:xfrm>
            <a:off x="4514849" y="4143374"/>
            <a:ext cx="3162300" cy="1000125"/>
            <a:chOff x="4514849" y="4143374"/>
            <a:chExt cx="3162300" cy="1000125"/>
          </a:xfrm>
        </p:grpSpPr>
        <p:sp>
          <p:nvSpPr>
            <p:cNvPr id="87" name="object 87"/>
            <p:cNvSpPr/>
            <p:nvPr/>
          </p:nvSpPr>
          <p:spPr>
            <a:xfrm>
              <a:off x="7410448" y="4143374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195503" y="266699"/>
                  </a:moveTo>
                  <a:lnTo>
                    <a:pt x="71197" y="266699"/>
                  </a:lnTo>
                  <a:lnTo>
                    <a:pt x="66241" y="266211"/>
                  </a:lnTo>
                  <a:lnTo>
                    <a:pt x="29705" y="251077"/>
                  </a:lnTo>
                  <a:lnTo>
                    <a:pt x="3886" y="215037"/>
                  </a:lnTo>
                  <a:lnTo>
                    <a:pt x="0" y="195503"/>
                  </a:lnTo>
                  <a:lnTo>
                    <a:pt x="0" y="190499"/>
                  </a:lnTo>
                  <a:lnTo>
                    <a:pt x="0" y="71196"/>
                  </a:lnTo>
                  <a:lnTo>
                    <a:pt x="15622" y="29704"/>
                  </a:lnTo>
                  <a:lnTo>
                    <a:pt x="51661" y="3885"/>
                  </a:lnTo>
                  <a:lnTo>
                    <a:pt x="71197" y="0"/>
                  </a:lnTo>
                  <a:lnTo>
                    <a:pt x="195503" y="0"/>
                  </a:lnTo>
                  <a:lnTo>
                    <a:pt x="236993" y="15621"/>
                  </a:lnTo>
                  <a:lnTo>
                    <a:pt x="262813" y="51661"/>
                  </a:lnTo>
                  <a:lnTo>
                    <a:pt x="266699" y="71196"/>
                  </a:lnTo>
                  <a:lnTo>
                    <a:pt x="266699" y="195503"/>
                  </a:lnTo>
                  <a:lnTo>
                    <a:pt x="251077" y="236994"/>
                  </a:lnTo>
                  <a:lnTo>
                    <a:pt x="215037" y="262813"/>
                  </a:lnTo>
                  <a:lnTo>
                    <a:pt x="200458" y="266211"/>
                  </a:lnTo>
                  <a:lnTo>
                    <a:pt x="195503" y="266699"/>
                  </a:lnTo>
                  <a:close/>
                </a:path>
              </a:pathLst>
            </a:custGeom>
            <a:solidFill>
              <a:srgbClr val="E7E9F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8" name="object 8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478662" y="4203699"/>
              <a:ext cx="136525" cy="136525"/>
            </a:xfrm>
            <a:prstGeom prst="rect">
              <a:avLst/>
            </a:prstGeom>
          </p:spPr>
        </p:pic>
        <p:sp>
          <p:nvSpPr>
            <p:cNvPr id="89" name="object 89"/>
            <p:cNvSpPr/>
            <p:nvPr/>
          </p:nvSpPr>
          <p:spPr>
            <a:xfrm>
              <a:off x="4514849" y="4724399"/>
              <a:ext cx="3162300" cy="419100"/>
            </a:xfrm>
            <a:custGeom>
              <a:avLst/>
              <a:gdLst/>
              <a:ahLst/>
              <a:cxnLst/>
              <a:rect l="l" t="t" r="r" b="b"/>
              <a:pathLst>
                <a:path w="3162300" h="419100">
                  <a:moveTo>
                    <a:pt x="3091103" y="419099"/>
                  </a:moveTo>
                  <a:lnTo>
                    <a:pt x="71196" y="419099"/>
                  </a:lnTo>
                  <a:lnTo>
                    <a:pt x="66241" y="418611"/>
                  </a:lnTo>
                  <a:lnTo>
                    <a:pt x="29705" y="403477"/>
                  </a:lnTo>
                  <a:lnTo>
                    <a:pt x="3885" y="367437"/>
                  </a:lnTo>
                  <a:lnTo>
                    <a:pt x="0" y="347902"/>
                  </a:lnTo>
                  <a:lnTo>
                    <a:pt x="0" y="342899"/>
                  </a:lnTo>
                  <a:lnTo>
                    <a:pt x="0" y="71196"/>
                  </a:lnTo>
                  <a:lnTo>
                    <a:pt x="15621" y="29704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3091103" y="0"/>
                  </a:lnTo>
                  <a:lnTo>
                    <a:pt x="3132593" y="15621"/>
                  </a:lnTo>
                  <a:lnTo>
                    <a:pt x="3158412" y="51661"/>
                  </a:lnTo>
                  <a:lnTo>
                    <a:pt x="3162299" y="71196"/>
                  </a:lnTo>
                  <a:lnTo>
                    <a:pt x="3162299" y="347902"/>
                  </a:lnTo>
                  <a:lnTo>
                    <a:pt x="3146677" y="389394"/>
                  </a:lnTo>
                  <a:lnTo>
                    <a:pt x="3110636" y="415213"/>
                  </a:lnTo>
                  <a:lnTo>
                    <a:pt x="3096058" y="418611"/>
                  </a:lnTo>
                  <a:lnTo>
                    <a:pt x="3091103" y="419099"/>
                  </a:lnTo>
                  <a:close/>
                </a:path>
              </a:pathLst>
            </a:custGeom>
            <a:solidFill>
              <a:srgbClr val="F4EF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/>
            <p:cNvSpPr/>
            <p:nvPr/>
          </p:nvSpPr>
          <p:spPr>
            <a:xfrm>
              <a:off x="4591049" y="4800599"/>
              <a:ext cx="3009900" cy="266700"/>
            </a:xfrm>
            <a:custGeom>
              <a:avLst/>
              <a:gdLst/>
              <a:ahLst/>
              <a:cxnLst/>
              <a:rect l="l" t="t" r="r" b="b"/>
              <a:pathLst>
                <a:path w="3009900" h="266700">
                  <a:moveTo>
                    <a:pt x="2971799" y="266699"/>
                  </a:moveTo>
                  <a:lnTo>
                    <a:pt x="38099" y="266699"/>
                  </a:lnTo>
                  <a:lnTo>
                    <a:pt x="30498" y="266002"/>
                  </a:lnTo>
                  <a:lnTo>
                    <a:pt x="697" y="236201"/>
                  </a:lnTo>
                  <a:lnTo>
                    <a:pt x="0" y="228599"/>
                  </a:lnTo>
                  <a:lnTo>
                    <a:pt x="0" y="38099"/>
                  </a:lnTo>
                  <a:lnTo>
                    <a:pt x="23474" y="2789"/>
                  </a:lnTo>
                  <a:lnTo>
                    <a:pt x="38099" y="0"/>
                  </a:lnTo>
                  <a:lnTo>
                    <a:pt x="2971799" y="0"/>
                  </a:lnTo>
                  <a:lnTo>
                    <a:pt x="3007109" y="23473"/>
                  </a:lnTo>
                  <a:lnTo>
                    <a:pt x="3009899" y="38099"/>
                  </a:lnTo>
                  <a:lnTo>
                    <a:pt x="3009899" y="228599"/>
                  </a:lnTo>
                  <a:lnTo>
                    <a:pt x="2986425" y="263909"/>
                  </a:lnTo>
                  <a:lnTo>
                    <a:pt x="2971799" y="266699"/>
                  </a:lnTo>
                  <a:close/>
                </a:path>
              </a:pathLst>
            </a:custGeom>
            <a:solidFill>
              <a:srgbClr val="FAF7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/>
            <p:cNvSpPr/>
            <p:nvPr/>
          </p:nvSpPr>
          <p:spPr>
            <a:xfrm>
              <a:off x="4591037" y="4800599"/>
              <a:ext cx="3009900" cy="266700"/>
            </a:xfrm>
            <a:custGeom>
              <a:avLst/>
              <a:gdLst/>
              <a:ahLst/>
              <a:cxnLst/>
              <a:rect l="l" t="t" r="r" b="b"/>
              <a:pathLst>
                <a:path w="3009900" h="266700">
                  <a:moveTo>
                    <a:pt x="9525" y="194017"/>
                  </a:moveTo>
                  <a:lnTo>
                    <a:pt x="0" y="194017"/>
                  </a:lnTo>
                  <a:lnTo>
                    <a:pt x="0" y="222592"/>
                  </a:lnTo>
                  <a:lnTo>
                    <a:pt x="9525" y="222592"/>
                  </a:lnTo>
                  <a:lnTo>
                    <a:pt x="9525" y="194017"/>
                  </a:lnTo>
                  <a:close/>
                </a:path>
                <a:path w="3009900" h="266700">
                  <a:moveTo>
                    <a:pt x="9525" y="146392"/>
                  </a:moveTo>
                  <a:lnTo>
                    <a:pt x="0" y="146392"/>
                  </a:lnTo>
                  <a:lnTo>
                    <a:pt x="0" y="174967"/>
                  </a:lnTo>
                  <a:lnTo>
                    <a:pt x="9525" y="174967"/>
                  </a:lnTo>
                  <a:lnTo>
                    <a:pt x="9525" y="146392"/>
                  </a:lnTo>
                  <a:close/>
                </a:path>
                <a:path w="3009900" h="266700">
                  <a:moveTo>
                    <a:pt x="9525" y="98767"/>
                  </a:moveTo>
                  <a:lnTo>
                    <a:pt x="0" y="98767"/>
                  </a:lnTo>
                  <a:lnTo>
                    <a:pt x="0" y="127342"/>
                  </a:lnTo>
                  <a:lnTo>
                    <a:pt x="9525" y="127342"/>
                  </a:lnTo>
                  <a:lnTo>
                    <a:pt x="9525" y="98767"/>
                  </a:lnTo>
                  <a:close/>
                </a:path>
                <a:path w="3009900" h="266700">
                  <a:moveTo>
                    <a:pt x="9525" y="51142"/>
                  </a:moveTo>
                  <a:lnTo>
                    <a:pt x="0" y="51142"/>
                  </a:lnTo>
                  <a:lnTo>
                    <a:pt x="0" y="79717"/>
                  </a:lnTo>
                  <a:lnTo>
                    <a:pt x="9525" y="79717"/>
                  </a:lnTo>
                  <a:lnTo>
                    <a:pt x="9525" y="51142"/>
                  </a:lnTo>
                  <a:close/>
                </a:path>
                <a:path w="3009900" h="266700">
                  <a:moveTo>
                    <a:pt x="21031" y="14770"/>
                  </a:moveTo>
                  <a:lnTo>
                    <a:pt x="15659" y="7429"/>
                  </a:lnTo>
                  <a:lnTo>
                    <a:pt x="11163" y="11163"/>
                  </a:lnTo>
                  <a:lnTo>
                    <a:pt x="6286" y="17030"/>
                  </a:lnTo>
                  <a:lnTo>
                    <a:pt x="2794" y="23482"/>
                  </a:lnTo>
                  <a:lnTo>
                    <a:pt x="698" y="30505"/>
                  </a:lnTo>
                  <a:lnTo>
                    <a:pt x="533" y="32423"/>
                  </a:lnTo>
                  <a:lnTo>
                    <a:pt x="9525" y="33782"/>
                  </a:lnTo>
                  <a:lnTo>
                    <a:pt x="9525" y="30213"/>
                  </a:lnTo>
                  <a:lnTo>
                    <a:pt x="12319" y="23482"/>
                  </a:lnTo>
                  <a:lnTo>
                    <a:pt x="17894" y="17894"/>
                  </a:lnTo>
                  <a:lnTo>
                    <a:pt x="21031" y="14770"/>
                  </a:lnTo>
                  <a:close/>
                </a:path>
                <a:path w="3009900" h="266700">
                  <a:moveTo>
                    <a:pt x="25692" y="255308"/>
                  </a:moveTo>
                  <a:lnTo>
                    <a:pt x="23482" y="254393"/>
                  </a:lnTo>
                  <a:lnTo>
                    <a:pt x="17945" y="248767"/>
                  </a:lnTo>
                  <a:lnTo>
                    <a:pt x="12319" y="243230"/>
                  </a:lnTo>
                  <a:lnTo>
                    <a:pt x="10274" y="238302"/>
                  </a:lnTo>
                  <a:lnTo>
                    <a:pt x="2171" y="241122"/>
                  </a:lnTo>
                  <a:lnTo>
                    <a:pt x="2794" y="243230"/>
                  </a:lnTo>
                  <a:lnTo>
                    <a:pt x="6286" y="249682"/>
                  </a:lnTo>
                  <a:lnTo>
                    <a:pt x="11163" y="255549"/>
                  </a:lnTo>
                  <a:lnTo>
                    <a:pt x="17030" y="260426"/>
                  </a:lnTo>
                  <a:lnTo>
                    <a:pt x="22047" y="263144"/>
                  </a:lnTo>
                  <a:lnTo>
                    <a:pt x="25692" y="255308"/>
                  </a:lnTo>
                  <a:close/>
                </a:path>
                <a:path w="3009900" h="266700">
                  <a:moveTo>
                    <a:pt x="66675" y="0"/>
                  </a:moveTo>
                  <a:lnTo>
                    <a:pt x="38100" y="0"/>
                  </a:lnTo>
                  <a:lnTo>
                    <a:pt x="33705" y="406"/>
                  </a:lnTo>
                  <a:lnTo>
                    <a:pt x="34772" y="9525"/>
                  </a:lnTo>
                  <a:lnTo>
                    <a:pt x="66675" y="9525"/>
                  </a:lnTo>
                  <a:lnTo>
                    <a:pt x="66675" y="0"/>
                  </a:lnTo>
                  <a:close/>
                </a:path>
                <a:path w="3009900" h="266700">
                  <a:moveTo>
                    <a:pt x="69024" y="257175"/>
                  </a:moveTo>
                  <a:lnTo>
                    <a:pt x="40449" y="257175"/>
                  </a:lnTo>
                  <a:lnTo>
                    <a:pt x="40449" y="266700"/>
                  </a:lnTo>
                  <a:lnTo>
                    <a:pt x="69024" y="266700"/>
                  </a:lnTo>
                  <a:lnTo>
                    <a:pt x="69024" y="257175"/>
                  </a:lnTo>
                  <a:close/>
                </a:path>
                <a:path w="3009900" h="266700">
                  <a:moveTo>
                    <a:pt x="114300" y="0"/>
                  </a:moveTo>
                  <a:lnTo>
                    <a:pt x="85725" y="0"/>
                  </a:lnTo>
                  <a:lnTo>
                    <a:pt x="85725" y="9525"/>
                  </a:lnTo>
                  <a:lnTo>
                    <a:pt x="114300" y="9525"/>
                  </a:lnTo>
                  <a:lnTo>
                    <a:pt x="114300" y="0"/>
                  </a:lnTo>
                  <a:close/>
                </a:path>
                <a:path w="3009900" h="266700">
                  <a:moveTo>
                    <a:pt x="116649" y="257175"/>
                  </a:moveTo>
                  <a:lnTo>
                    <a:pt x="88074" y="257175"/>
                  </a:lnTo>
                  <a:lnTo>
                    <a:pt x="88074" y="266700"/>
                  </a:lnTo>
                  <a:lnTo>
                    <a:pt x="116649" y="266700"/>
                  </a:lnTo>
                  <a:lnTo>
                    <a:pt x="116649" y="257175"/>
                  </a:lnTo>
                  <a:close/>
                </a:path>
                <a:path w="3009900" h="266700">
                  <a:moveTo>
                    <a:pt x="161925" y="0"/>
                  </a:moveTo>
                  <a:lnTo>
                    <a:pt x="133350" y="0"/>
                  </a:lnTo>
                  <a:lnTo>
                    <a:pt x="133350" y="9525"/>
                  </a:lnTo>
                  <a:lnTo>
                    <a:pt x="161925" y="9525"/>
                  </a:lnTo>
                  <a:lnTo>
                    <a:pt x="161925" y="0"/>
                  </a:lnTo>
                  <a:close/>
                </a:path>
                <a:path w="3009900" h="266700">
                  <a:moveTo>
                    <a:pt x="164274" y="257175"/>
                  </a:moveTo>
                  <a:lnTo>
                    <a:pt x="135699" y="257175"/>
                  </a:lnTo>
                  <a:lnTo>
                    <a:pt x="135699" y="266700"/>
                  </a:lnTo>
                  <a:lnTo>
                    <a:pt x="164274" y="266700"/>
                  </a:lnTo>
                  <a:lnTo>
                    <a:pt x="164274" y="257175"/>
                  </a:lnTo>
                  <a:close/>
                </a:path>
                <a:path w="3009900" h="266700">
                  <a:moveTo>
                    <a:pt x="209550" y="0"/>
                  </a:moveTo>
                  <a:lnTo>
                    <a:pt x="180975" y="0"/>
                  </a:lnTo>
                  <a:lnTo>
                    <a:pt x="180975" y="9525"/>
                  </a:lnTo>
                  <a:lnTo>
                    <a:pt x="209550" y="9525"/>
                  </a:lnTo>
                  <a:lnTo>
                    <a:pt x="209550" y="0"/>
                  </a:lnTo>
                  <a:close/>
                </a:path>
                <a:path w="3009900" h="266700">
                  <a:moveTo>
                    <a:pt x="211899" y="257175"/>
                  </a:moveTo>
                  <a:lnTo>
                    <a:pt x="183324" y="257175"/>
                  </a:lnTo>
                  <a:lnTo>
                    <a:pt x="183324" y="266700"/>
                  </a:lnTo>
                  <a:lnTo>
                    <a:pt x="211899" y="266700"/>
                  </a:lnTo>
                  <a:lnTo>
                    <a:pt x="211899" y="257175"/>
                  </a:lnTo>
                  <a:close/>
                </a:path>
                <a:path w="3009900" h="266700">
                  <a:moveTo>
                    <a:pt x="257175" y="0"/>
                  </a:moveTo>
                  <a:lnTo>
                    <a:pt x="228600" y="0"/>
                  </a:lnTo>
                  <a:lnTo>
                    <a:pt x="228600" y="9525"/>
                  </a:lnTo>
                  <a:lnTo>
                    <a:pt x="257175" y="9525"/>
                  </a:lnTo>
                  <a:lnTo>
                    <a:pt x="257175" y="0"/>
                  </a:lnTo>
                  <a:close/>
                </a:path>
                <a:path w="3009900" h="266700">
                  <a:moveTo>
                    <a:pt x="259524" y="257175"/>
                  </a:moveTo>
                  <a:lnTo>
                    <a:pt x="230949" y="257175"/>
                  </a:lnTo>
                  <a:lnTo>
                    <a:pt x="230949" y="266700"/>
                  </a:lnTo>
                  <a:lnTo>
                    <a:pt x="259524" y="266700"/>
                  </a:lnTo>
                  <a:lnTo>
                    <a:pt x="259524" y="257175"/>
                  </a:lnTo>
                  <a:close/>
                </a:path>
                <a:path w="3009900" h="266700">
                  <a:moveTo>
                    <a:pt x="304800" y="0"/>
                  </a:moveTo>
                  <a:lnTo>
                    <a:pt x="276225" y="0"/>
                  </a:lnTo>
                  <a:lnTo>
                    <a:pt x="276225" y="9525"/>
                  </a:lnTo>
                  <a:lnTo>
                    <a:pt x="304800" y="9525"/>
                  </a:lnTo>
                  <a:lnTo>
                    <a:pt x="304800" y="0"/>
                  </a:lnTo>
                  <a:close/>
                </a:path>
                <a:path w="3009900" h="266700">
                  <a:moveTo>
                    <a:pt x="307149" y="257175"/>
                  </a:moveTo>
                  <a:lnTo>
                    <a:pt x="278574" y="257175"/>
                  </a:lnTo>
                  <a:lnTo>
                    <a:pt x="278574" y="266700"/>
                  </a:lnTo>
                  <a:lnTo>
                    <a:pt x="307149" y="266700"/>
                  </a:lnTo>
                  <a:lnTo>
                    <a:pt x="307149" y="257175"/>
                  </a:lnTo>
                  <a:close/>
                </a:path>
                <a:path w="3009900" h="266700">
                  <a:moveTo>
                    <a:pt x="352425" y="0"/>
                  </a:moveTo>
                  <a:lnTo>
                    <a:pt x="323850" y="0"/>
                  </a:lnTo>
                  <a:lnTo>
                    <a:pt x="323850" y="9525"/>
                  </a:lnTo>
                  <a:lnTo>
                    <a:pt x="352425" y="9525"/>
                  </a:lnTo>
                  <a:lnTo>
                    <a:pt x="352425" y="0"/>
                  </a:lnTo>
                  <a:close/>
                </a:path>
                <a:path w="3009900" h="266700">
                  <a:moveTo>
                    <a:pt x="354774" y="257175"/>
                  </a:moveTo>
                  <a:lnTo>
                    <a:pt x="326199" y="257175"/>
                  </a:lnTo>
                  <a:lnTo>
                    <a:pt x="326199" y="266700"/>
                  </a:lnTo>
                  <a:lnTo>
                    <a:pt x="354774" y="266700"/>
                  </a:lnTo>
                  <a:lnTo>
                    <a:pt x="354774" y="257175"/>
                  </a:lnTo>
                  <a:close/>
                </a:path>
                <a:path w="3009900" h="266700">
                  <a:moveTo>
                    <a:pt x="400050" y="0"/>
                  </a:moveTo>
                  <a:lnTo>
                    <a:pt x="371475" y="0"/>
                  </a:lnTo>
                  <a:lnTo>
                    <a:pt x="371475" y="9525"/>
                  </a:lnTo>
                  <a:lnTo>
                    <a:pt x="400050" y="9525"/>
                  </a:lnTo>
                  <a:lnTo>
                    <a:pt x="400050" y="0"/>
                  </a:lnTo>
                  <a:close/>
                </a:path>
                <a:path w="3009900" h="266700">
                  <a:moveTo>
                    <a:pt x="402399" y="257175"/>
                  </a:moveTo>
                  <a:lnTo>
                    <a:pt x="373824" y="257175"/>
                  </a:lnTo>
                  <a:lnTo>
                    <a:pt x="373824" y="266700"/>
                  </a:lnTo>
                  <a:lnTo>
                    <a:pt x="402399" y="266700"/>
                  </a:lnTo>
                  <a:lnTo>
                    <a:pt x="402399" y="257175"/>
                  </a:lnTo>
                  <a:close/>
                </a:path>
                <a:path w="3009900" h="266700">
                  <a:moveTo>
                    <a:pt x="447675" y="0"/>
                  </a:moveTo>
                  <a:lnTo>
                    <a:pt x="419100" y="0"/>
                  </a:lnTo>
                  <a:lnTo>
                    <a:pt x="419100" y="9525"/>
                  </a:lnTo>
                  <a:lnTo>
                    <a:pt x="447675" y="9525"/>
                  </a:lnTo>
                  <a:lnTo>
                    <a:pt x="447675" y="0"/>
                  </a:lnTo>
                  <a:close/>
                </a:path>
                <a:path w="3009900" h="266700">
                  <a:moveTo>
                    <a:pt x="450024" y="257175"/>
                  </a:moveTo>
                  <a:lnTo>
                    <a:pt x="421449" y="257175"/>
                  </a:lnTo>
                  <a:lnTo>
                    <a:pt x="421449" y="266700"/>
                  </a:lnTo>
                  <a:lnTo>
                    <a:pt x="450024" y="266700"/>
                  </a:lnTo>
                  <a:lnTo>
                    <a:pt x="450024" y="257175"/>
                  </a:lnTo>
                  <a:close/>
                </a:path>
                <a:path w="3009900" h="266700">
                  <a:moveTo>
                    <a:pt x="495300" y="0"/>
                  </a:moveTo>
                  <a:lnTo>
                    <a:pt x="466725" y="0"/>
                  </a:lnTo>
                  <a:lnTo>
                    <a:pt x="466725" y="9525"/>
                  </a:lnTo>
                  <a:lnTo>
                    <a:pt x="495300" y="9525"/>
                  </a:lnTo>
                  <a:lnTo>
                    <a:pt x="495300" y="0"/>
                  </a:lnTo>
                  <a:close/>
                </a:path>
                <a:path w="3009900" h="266700">
                  <a:moveTo>
                    <a:pt x="497649" y="257175"/>
                  </a:moveTo>
                  <a:lnTo>
                    <a:pt x="469074" y="257175"/>
                  </a:lnTo>
                  <a:lnTo>
                    <a:pt x="469074" y="266700"/>
                  </a:lnTo>
                  <a:lnTo>
                    <a:pt x="497649" y="266700"/>
                  </a:lnTo>
                  <a:lnTo>
                    <a:pt x="497649" y="257175"/>
                  </a:lnTo>
                  <a:close/>
                </a:path>
                <a:path w="3009900" h="266700">
                  <a:moveTo>
                    <a:pt x="542925" y="0"/>
                  </a:moveTo>
                  <a:lnTo>
                    <a:pt x="514350" y="0"/>
                  </a:lnTo>
                  <a:lnTo>
                    <a:pt x="514350" y="9525"/>
                  </a:lnTo>
                  <a:lnTo>
                    <a:pt x="542925" y="9525"/>
                  </a:lnTo>
                  <a:lnTo>
                    <a:pt x="542925" y="0"/>
                  </a:lnTo>
                  <a:close/>
                </a:path>
                <a:path w="3009900" h="266700">
                  <a:moveTo>
                    <a:pt x="545274" y="257175"/>
                  </a:moveTo>
                  <a:lnTo>
                    <a:pt x="516699" y="257175"/>
                  </a:lnTo>
                  <a:lnTo>
                    <a:pt x="516699" y="266700"/>
                  </a:lnTo>
                  <a:lnTo>
                    <a:pt x="545274" y="266700"/>
                  </a:lnTo>
                  <a:lnTo>
                    <a:pt x="545274" y="257175"/>
                  </a:lnTo>
                  <a:close/>
                </a:path>
                <a:path w="3009900" h="266700">
                  <a:moveTo>
                    <a:pt x="590550" y="0"/>
                  </a:moveTo>
                  <a:lnTo>
                    <a:pt x="561975" y="0"/>
                  </a:lnTo>
                  <a:lnTo>
                    <a:pt x="561975" y="9525"/>
                  </a:lnTo>
                  <a:lnTo>
                    <a:pt x="590550" y="9525"/>
                  </a:lnTo>
                  <a:lnTo>
                    <a:pt x="590550" y="0"/>
                  </a:lnTo>
                  <a:close/>
                </a:path>
                <a:path w="3009900" h="266700">
                  <a:moveTo>
                    <a:pt x="592899" y="257175"/>
                  </a:moveTo>
                  <a:lnTo>
                    <a:pt x="564324" y="257175"/>
                  </a:lnTo>
                  <a:lnTo>
                    <a:pt x="564324" y="266700"/>
                  </a:lnTo>
                  <a:lnTo>
                    <a:pt x="592899" y="266700"/>
                  </a:lnTo>
                  <a:lnTo>
                    <a:pt x="592899" y="257175"/>
                  </a:lnTo>
                  <a:close/>
                </a:path>
                <a:path w="3009900" h="266700">
                  <a:moveTo>
                    <a:pt x="638175" y="0"/>
                  </a:moveTo>
                  <a:lnTo>
                    <a:pt x="609600" y="0"/>
                  </a:lnTo>
                  <a:lnTo>
                    <a:pt x="609600" y="9525"/>
                  </a:lnTo>
                  <a:lnTo>
                    <a:pt x="638175" y="9525"/>
                  </a:lnTo>
                  <a:lnTo>
                    <a:pt x="638175" y="0"/>
                  </a:lnTo>
                  <a:close/>
                </a:path>
                <a:path w="3009900" h="266700">
                  <a:moveTo>
                    <a:pt x="640524" y="257175"/>
                  </a:moveTo>
                  <a:lnTo>
                    <a:pt x="611949" y="257175"/>
                  </a:lnTo>
                  <a:lnTo>
                    <a:pt x="611949" y="266700"/>
                  </a:lnTo>
                  <a:lnTo>
                    <a:pt x="640524" y="266700"/>
                  </a:lnTo>
                  <a:lnTo>
                    <a:pt x="640524" y="257175"/>
                  </a:lnTo>
                  <a:close/>
                </a:path>
                <a:path w="3009900" h="266700">
                  <a:moveTo>
                    <a:pt x="685800" y="0"/>
                  </a:moveTo>
                  <a:lnTo>
                    <a:pt x="657225" y="0"/>
                  </a:lnTo>
                  <a:lnTo>
                    <a:pt x="657225" y="9525"/>
                  </a:lnTo>
                  <a:lnTo>
                    <a:pt x="685800" y="9525"/>
                  </a:lnTo>
                  <a:lnTo>
                    <a:pt x="685800" y="0"/>
                  </a:lnTo>
                  <a:close/>
                </a:path>
                <a:path w="3009900" h="266700">
                  <a:moveTo>
                    <a:pt x="688149" y="257175"/>
                  </a:moveTo>
                  <a:lnTo>
                    <a:pt x="659574" y="257175"/>
                  </a:lnTo>
                  <a:lnTo>
                    <a:pt x="659574" y="266700"/>
                  </a:lnTo>
                  <a:lnTo>
                    <a:pt x="688149" y="266700"/>
                  </a:lnTo>
                  <a:lnTo>
                    <a:pt x="688149" y="257175"/>
                  </a:lnTo>
                  <a:close/>
                </a:path>
                <a:path w="3009900" h="266700">
                  <a:moveTo>
                    <a:pt x="733425" y="0"/>
                  </a:moveTo>
                  <a:lnTo>
                    <a:pt x="704850" y="0"/>
                  </a:lnTo>
                  <a:lnTo>
                    <a:pt x="704850" y="9525"/>
                  </a:lnTo>
                  <a:lnTo>
                    <a:pt x="733425" y="9525"/>
                  </a:lnTo>
                  <a:lnTo>
                    <a:pt x="733425" y="0"/>
                  </a:lnTo>
                  <a:close/>
                </a:path>
                <a:path w="3009900" h="266700">
                  <a:moveTo>
                    <a:pt x="735774" y="257175"/>
                  </a:moveTo>
                  <a:lnTo>
                    <a:pt x="707199" y="257175"/>
                  </a:lnTo>
                  <a:lnTo>
                    <a:pt x="707199" y="266700"/>
                  </a:lnTo>
                  <a:lnTo>
                    <a:pt x="735774" y="266700"/>
                  </a:lnTo>
                  <a:lnTo>
                    <a:pt x="735774" y="257175"/>
                  </a:lnTo>
                  <a:close/>
                </a:path>
                <a:path w="3009900" h="266700">
                  <a:moveTo>
                    <a:pt x="781050" y="0"/>
                  </a:moveTo>
                  <a:lnTo>
                    <a:pt x="752475" y="0"/>
                  </a:lnTo>
                  <a:lnTo>
                    <a:pt x="752475" y="9525"/>
                  </a:lnTo>
                  <a:lnTo>
                    <a:pt x="781050" y="9525"/>
                  </a:lnTo>
                  <a:lnTo>
                    <a:pt x="781050" y="0"/>
                  </a:lnTo>
                  <a:close/>
                </a:path>
                <a:path w="3009900" h="266700">
                  <a:moveTo>
                    <a:pt x="783399" y="257175"/>
                  </a:moveTo>
                  <a:lnTo>
                    <a:pt x="754824" y="257175"/>
                  </a:lnTo>
                  <a:lnTo>
                    <a:pt x="754824" y="266700"/>
                  </a:lnTo>
                  <a:lnTo>
                    <a:pt x="783399" y="266700"/>
                  </a:lnTo>
                  <a:lnTo>
                    <a:pt x="783399" y="257175"/>
                  </a:lnTo>
                  <a:close/>
                </a:path>
                <a:path w="3009900" h="266700">
                  <a:moveTo>
                    <a:pt x="828675" y="0"/>
                  </a:moveTo>
                  <a:lnTo>
                    <a:pt x="800100" y="0"/>
                  </a:lnTo>
                  <a:lnTo>
                    <a:pt x="800100" y="9525"/>
                  </a:lnTo>
                  <a:lnTo>
                    <a:pt x="828675" y="9525"/>
                  </a:lnTo>
                  <a:lnTo>
                    <a:pt x="828675" y="0"/>
                  </a:lnTo>
                  <a:close/>
                </a:path>
                <a:path w="3009900" h="266700">
                  <a:moveTo>
                    <a:pt x="831024" y="257175"/>
                  </a:moveTo>
                  <a:lnTo>
                    <a:pt x="802449" y="257175"/>
                  </a:lnTo>
                  <a:lnTo>
                    <a:pt x="802449" y="266700"/>
                  </a:lnTo>
                  <a:lnTo>
                    <a:pt x="831024" y="266700"/>
                  </a:lnTo>
                  <a:lnTo>
                    <a:pt x="831024" y="257175"/>
                  </a:lnTo>
                  <a:close/>
                </a:path>
                <a:path w="3009900" h="266700">
                  <a:moveTo>
                    <a:pt x="876300" y="0"/>
                  </a:moveTo>
                  <a:lnTo>
                    <a:pt x="847725" y="0"/>
                  </a:lnTo>
                  <a:lnTo>
                    <a:pt x="847725" y="9525"/>
                  </a:lnTo>
                  <a:lnTo>
                    <a:pt x="876300" y="9525"/>
                  </a:lnTo>
                  <a:lnTo>
                    <a:pt x="876300" y="0"/>
                  </a:lnTo>
                  <a:close/>
                </a:path>
                <a:path w="3009900" h="266700">
                  <a:moveTo>
                    <a:pt x="878649" y="257175"/>
                  </a:moveTo>
                  <a:lnTo>
                    <a:pt x="850074" y="257175"/>
                  </a:lnTo>
                  <a:lnTo>
                    <a:pt x="850074" y="266700"/>
                  </a:lnTo>
                  <a:lnTo>
                    <a:pt x="878649" y="266700"/>
                  </a:lnTo>
                  <a:lnTo>
                    <a:pt x="878649" y="257175"/>
                  </a:lnTo>
                  <a:close/>
                </a:path>
                <a:path w="3009900" h="266700">
                  <a:moveTo>
                    <a:pt x="923925" y="0"/>
                  </a:moveTo>
                  <a:lnTo>
                    <a:pt x="895350" y="0"/>
                  </a:lnTo>
                  <a:lnTo>
                    <a:pt x="895350" y="9525"/>
                  </a:lnTo>
                  <a:lnTo>
                    <a:pt x="923925" y="9525"/>
                  </a:lnTo>
                  <a:lnTo>
                    <a:pt x="923925" y="0"/>
                  </a:lnTo>
                  <a:close/>
                </a:path>
                <a:path w="3009900" h="266700">
                  <a:moveTo>
                    <a:pt x="926274" y="257175"/>
                  </a:moveTo>
                  <a:lnTo>
                    <a:pt x="897699" y="257175"/>
                  </a:lnTo>
                  <a:lnTo>
                    <a:pt x="897699" y="266700"/>
                  </a:lnTo>
                  <a:lnTo>
                    <a:pt x="926274" y="266700"/>
                  </a:lnTo>
                  <a:lnTo>
                    <a:pt x="926274" y="257175"/>
                  </a:lnTo>
                  <a:close/>
                </a:path>
                <a:path w="3009900" h="266700">
                  <a:moveTo>
                    <a:pt x="971550" y="0"/>
                  </a:moveTo>
                  <a:lnTo>
                    <a:pt x="942975" y="0"/>
                  </a:lnTo>
                  <a:lnTo>
                    <a:pt x="942975" y="9525"/>
                  </a:lnTo>
                  <a:lnTo>
                    <a:pt x="971550" y="9525"/>
                  </a:lnTo>
                  <a:lnTo>
                    <a:pt x="971550" y="0"/>
                  </a:lnTo>
                  <a:close/>
                </a:path>
                <a:path w="3009900" h="266700">
                  <a:moveTo>
                    <a:pt x="973899" y="257175"/>
                  </a:moveTo>
                  <a:lnTo>
                    <a:pt x="945324" y="257175"/>
                  </a:lnTo>
                  <a:lnTo>
                    <a:pt x="945324" y="266700"/>
                  </a:lnTo>
                  <a:lnTo>
                    <a:pt x="973899" y="266700"/>
                  </a:lnTo>
                  <a:lnTo>
                    <a:pt x="973899" y="257175"/>
                  </a:lnTo>
                  <a:close/>
                </a:path>
                <a:path w="3009900" h="266700">
                  <a:moveTo>
                    <a:pt x="1019175" y="0"/>
                  </a:moveTo>
                  <a:lnTo>
                    <a:pt x="990600" y="0"/>
                  </a:lnTo>
                  <a:lnTo>
                    <a:pt x="990600" y="9525"/>
                  </a:lnTo>
                  <a:lnTo>
                    <a:pt x="1019175" y="9525"/>
                  </a:lnTo>
                  <a:lnTo>
                    <a:pt x="1019175" y="0"/>
                  </a:lnTo>
                  <a:close/>
                </a:path>
                <a:path w="3009900" h="266700">
                  <a:moveTo>
                    <a:pt x="1021524" y="257175"/>
                  </a:moveTo>
                  <a:lnTo>
                    <a:pt x="992949" y="257175"/>
                  </a:lnTo>
                  <a:lnTo>
                    <a:pt x="992949" y="266700"/>
                  </a:lnTo>
                  <a:lnTo>
                    <a:pt x="1021524" y="266700"/>
                  </a:lnTo>
                  <a:lnTo>
                    <a:pt x="1021524" y="257175"/>
                  </a:lnTo>
                  <a:close/>
                </a:path>
                <a:path w="3009900" h="266700">
                  <a:moveTo>
                    <a:pt x="1066800" y="0"/>
                  </a:moveTo>
                  <a:lnTo>
                    <a:pt x="1038225" y="0"/>
                  </a:lnTo>
                  <a:lnTo>
                    <a:pt x="1038225" y="9525"/>
                  </a:lnTo>
                  <a:lnTo>
                    <a:pt x="1066800" y="9525"/>
                  </a:lnTo>
                  <a:lnTo>
                    <a:pt x="1066800" y="0"/>
                  </a:lnTo>
                  <a:close/>
                </a:path>
                <a:path w="3009900" h="266700">
                  <a:moveTo>
                    <a:pt x="1069149" y="257175"/>
                  </a:moveTo>
                  <a:lnTo>
                    <a:pt x="1040574" y="257175"/>
                  </a:lnTo>
                  <a:lnTo>
                    <a:pt x="1040574" y="266700"/>
                  </a:lnTo>
                  <a:lnTo>
                    <a:pt x="1069149" y="266700"/>
                  </a:lnTo>
                  <a:lnTo>
                    <a:pt x="1069149" y="257175"/>
                  </a:lnTo>
                  <a:close/>
                </a:path>
                <a:path w="3009900" h="266700">
                  <a:moveTo>
                    <a:pt x="1114425" y="0"/>
                  </a:moveTo>
                  <a:lnTo>
                    <a:pt x="1085850" y="0"/>
                  </a:lnTo>
                  <a:lnTo>
                    <a:pt x="1085850" y="9525"/>
                  </a:lnTo>
                  <a:lnTo>
                    <a:pt x="1114425" y="9525"/>
                  </a:lnTo>
                  <a:lnTo>
                    <a:pt x="1114425" y="0"/>
                  </a:lnTo>
                  <a:close/>
                </a:path>
                <a:path w="3009900" h="266700">
                  <a:moveTo>
                    <a:pt x="1116774" y="257175"/>
                  </a:moveTo>
                  <a:lnTo>
                    <a:pt x="1088199" y="257175"/>
                  </a:lnTo>
                  <a:lnTo>
                    <a:pt x="1088199" y="266700"/>
                  </a:lnTo>
                  <a:lnTo>
                    <a:pt x="1116774" y="266700"/>
                  </a:lnTo>
                  <a:lnTo>
                    <a:pt x="1116774" y="257175"/>
                  </a:lnTo>
                  <a:close/>
                </a:path>
                <a:path w="3009900" h="266700">
                  <a:moveTo>
                    <a:pt x="1162050" y="0"/>
                  </a:moveTo>
                  <a:lnTo>
                    <a:pt x="1133475" y="0"/>
                  </a:lnTo>
                  <a:lnTo>
                    <a:pt x="1133475" y="9525"/>
                  </a:lnTo>
                  <a:lnTo>
                    <a:pt x="1162050" y="9525"/>
                  </a:lnTo>
                  <a:lnTo>
                    <a:pt x="1162050" y="0"/>
                  </a:lnTo>
                  <a:close/>
                </a:path>
                <a:path w="3009900" h="266700">
                  <a:moveTo>
                    <a:pt x="1164399" y="257175"/>
                  </a:moveTo>
                  <a:lnTo>
                    <a:pt x="1135824" y="257175"/>
                  </a:lnTo>
                  <a:lnTo>
                    <a:pt x="1135824" y="266700"/>
                  </a:lnTo>
                  <a:lnTo>
                    <a:pt x="1164399" y="266700"/>
                  </a:lnTo>
                  <a:lnTo>
                    <a:pt x="1164399" y="257175"/>
                  </a:lnTo>
                  <a:close/>
                </a:path>
                <a:path w="3009900" h="266700">
                  <a:moveTo>
                    <a:pt x="1209675" y="0"/>
                  </a:moveTo>
                  <a:lnTo>
                    <a:pt x="1181100" y="0"/>
                  </a:lnTo>
                  <a:lnTo>
                    <a:pt x="1181100" y="9525"/>
                  </a:lnTo>
                  <a:lnTo>
                    <a:pt x="1209675" y="9525"/>
                  </a:lnTo>
                  <a:lnTo>
                    <a:pt x="1209675" y="0"/>
                  </a:lnTo>
                  <a:close/>
                </a:path>
                <a:path w="3009900" h="266700">
                  <a:moveTo>
                    <a:pt x="1212024" y="257175"/>
                  </a:moveTo>
                  <a:lnTo>
                    <a:pt x="1183449" y="257175"/>
                  </a:lnTo>
                  <a:lnTo>
                    <a:pt x="1183449" y="266700"/>
                  </a:lnTo>
                  <a:lnTo>
                    <a:pt x="1212024" y="266700"/>
                  </a:lnTo>
                  <a:lnTo>
                    <a:pt x="1212024" y="257175"/>
                  </a:lnTo>
                  <a:close/>
                </a:path>
                <a:path w="3009900" h="266700">
                  <a:moveTo>
                    <a:pt x="1257300" y="0"/>
                  </a:moveTo>
                  <a:lnTo>
                    <a:pt x="1228725" y="0"/>
                  </a:lnTo>
                  <a:lnTo>
                    <a:pt x="1228725" y="9525"/>
                  </a:lnTo>
                  <a:lnTo>
                    <a:pt x="1257300" y="9525"/>
                  </a:lnTo>
                  <a:lnTo>
                    <a:pt x="1257300" y="0"/>
                  </a:lnTo>
                  <a:close/>
                </a:path>
                <a:path w="3009900" h="266700">
                  <a:moveTo>
                    <a:pt x="1259649" y="257175"/>
                  </a:moveTo>
                  <a:lnTo>
                    <a:pt x="1231074" y="257175"/>
                  </a:lnTo>
                  <a:lnTo>
                    <a:pt x="1231074" y="266700"/>
                  </a:lnTo>
                  <a:lnTo>
                    <a:pt x="1259649" y="266700"/>
                  </a:lnTo>
                  <a:lnTo>
                    <a:pt x="1259649" y="257175"/>
                  </a:lnTo>
                  <a:close/>
                </a:path>
                <a:path w="3009900" h="266700">
                  <a:moveTo>
                    <a:pt x="1304925" y="0"/>
                  </a:moveTo>
                  <a:lnTo>
                    <a:pt x="1276350" y="0"/>
                  </a:lnTo>
                  <a:lnTo>
                    <a:pt x="1276350" y="9525"/>
                  </a:lnTo>
                  <a:lnTo>
                    <a:pt x="1304925" y="9525"/>
                  </a:lnTo>
                  <a:lnTo>
                    <a:pt x="1304925" y="0"/>
                  </a:lnTo>
                  <a:close/>
                </a:path>
                <a:path w="3009900" h="266700">
                  <a:moveTo>
                    <a:pt x="1307274" y="257175"/>
                  </a:moveTo>
                  <a:lnTo>
                    <a:pt x="1278699" y="257175"/>
                  </a:lnTo>
                  <a:lnTo>
                    <a:pt x="1278699" y="266700"/>
                  </a:lnTo>
                  <a:lnTo>
                    <a:pt x="1307274" y="266700"/>
                  </a:lnTo>
                  <a:lnTo>
                    <a:pt x="1307274" y="257175"/>
                  </a:lnTo>
                  <a:close/>
                </a:path>
                <a:path w="3009900" h="266700">
                  <a:moveTo>
                    <a:pt x="1352550" y="0"/>
                  </a:moveTo>
                  <a:lnTo>
                    <a:pt x="1323975" y="0"/>
                  </a:lnTo>
                  <a:lnTo>
                    <a:pt x="1323975" y="9525"/>
                  </a:lnTo>
                  <a:lnTo>
                    <a:pt x="1352550" y="9525"/>
                  </a:lnTo>
                  <a:lnTo>
                    <a:pt x="1352550" y="0"/>
                  </a:lnTo>
                  <a:close/>
                </a:path>
                <a:path w="3009900" h="266700">
                  <a:moveTo>
                    <a:pt x="1354899" y="257175"/>
                  </a:moveTo>
                  <a:lnTo>
                    <a:pt x="1326324" y="257175"/>
                  </a:lnTo>
                  <a:lnTo>
                    <a:pt x="1326324" y="266700"/>
                  </a:lnTo>
                  <a:lnTo>
                    <a:pt x="1354899" y="266700"/>
                  </a:lnTo>
                  <a:lnTo>
                    <a:pt x="1354899" y="257175"/>
                  </a:lnTo>
                  <a:close/>
                </a:path>
                <a:path w="3009900" h="266700">
                  <a:moveTo>
                    <a:pt x="1400175" y="0"/>
                  </a:moveTo>
                  <a:lnTo>
                    <a:pt x="1371600" y="0"/>
                  </a:lnTo>
                  <a:lnTo>
                    <a:pt x="1371600" y="9525"/>
                  </a:lnTo>
                  <a:lnTo>
                    <a:pt x="1400175" y="9525"/>
                  </a:lnTo>
                  <a:lnTo>
                    <a:pt x="1400175" y="0"/>
                  </a:lnTo>
                  <a:close/>
                </a:path>
                <a:path w="3009900" h="266700">
                  <a:moveTo>
                    <a:pt x="1402524" y="257175"/>
                  </a:moveTo>
                  <a:lnTo>
                    <a:pt x="1373949" y="257175"/>
                  </a:lnTo>
                  <a:lnTo>
                    <a:pt x="1373949" y="266700"/>
                  </a:lnTo>
                  <a:lnTo>
                    <a:pt x="1402524" y="266700"/>
                  </a:lnTo>
                  <a:lnTo>
                    <a:pt x="1402524" y="257175"/>
                  </a:lnTo>
                  <a:close/>
                </a:path>
                <a:path w="3009900" h="266700">
                  <a:moveTo>
                    <a:pt x="1447800" y="0"/>
                  </a:moveTo>
                  <a:lnTo>
                    <a:pt x="1419225" y="0"/>
                  </a:lnTo>
                  <a:lnTo>
                    <a:pt x="1419225" y="9525"/>
                  </a:lnTo>
                  <a:lnTo>
                    <a:pt x="1447800" y="9525"/>
                  </a:lnTo>
                  <a:lnTo>
                    <a:pt x="1447800" y="0"/>
                  </a:lnTo>
                  <a:close/>
                </a:path>
                <a:path w="3009900" h="266700">
                  <a:moveTo>
                    <a:pt x="1450149" y="257175"/>
                  </a:moveTo>
                  <a:lnTo>
                    <a:pt x="1421574" y="257175"/>
                  </a:lnTo>
                  <a:lnTo>
                    <a:pt x="1421574" y="266700"/>
                  </a:lnTo>
                  <a:lnTo>
                    <a:pt x="1450149" y="266700"/>
                  </a:lnTo>
                  <a:lnTo>
                    <a:pt x="1450149" y="257175"/>
                  </a:lnTo>
                  <a:close/>
                </a:path>
                <a:path w="3009900" h="266700">
                  <a:moveTo>
                    <a:pt x="1495425" y="0"/>
                  </a:moveTo>
                  <a:lnTo>
                    <a:pt x="1466850" y="0"/>
                  </a:lnTo>
                  <a:lnTo>
                    <a:pt x="1466850" y="9525"/>
                  </a:lnTo>
                  <a:lnTo>
                    <a:pt x="1495425" y="9525"/>
                  </a:lnTo>
                  <a:lnTo>
                    <a:pt x="1495425" y="0"/>
                  </a:lnTo>
                  <a:close/>
                </a:path>
                <a:path w="3009900" h="266700">
                  <a:moveTo>
                    <a:pt x="1497774" y="257175"/>
                  </a:moveTo>
                  <a:lnTo>
                    <a:pt x="1469199" y="257175"/>
                  </a:lnTo>
                  <a:lnTo>
                    <a:pt x="1469199" y="266700"/>
                  </a:lnTo>
                  <a:lnTo>
                    <a:pt x="1497774" y="266700"/>
                  </a:lnTo>
                  <a:lnTo>
                    <a:pt x="1497774" y="257175"/>
                  </a:lnTo>
                  <a:close/>
                </a:path>
                <a:path w="3009900" h="266700">
                  <a:moveTo>
                    <a:pt x="1543050" y="0"/>
                  </a:moveTo>
                  <a:lnTo>
                    <a:pt x="1514475" y="0"/>
                  </a:lnTo>
                  <a:lnTo>
                    <a:pt x="1514475" y="9525"/>
                  </a:lnTo>
                  <a:lnTo>
                    <a:pt x="1543050" y="9525"/>
                  </a:lnTo>
                  <a:lnTo>
                    <a:pt x="1543050" y="0"/>
                  </a:lnTo>
                  <a:close/>
                </a:path>
                <a:path w="3009900" h="266700">
                  <a:moveTo>
                    <a:pt x="1545399" y="257175"/>
                  </a:moveTo>
                  <a:lnTo>
                    <a:pt x="1516824" y="257175"/>
                  </a:lnTo>
                  <a:lnTo>
                    <a:pt x="1516824" y="266700"/>
                  </a:lnTo>
                  <a:lnTo>
                    <a:pt x="1545399" y="266700"/>
                  </a:lnTo>
                  <a:lnTo>
                    <a:pt x="1545399" y="257175"/>
                  </a:lnTo>
                  <a:close/>
                </a:path>
                <a:path w="3009900" h="266700">
                  <a:moveTo>
                    <a:pt x="1590675" y="0"/>
                  </a:moveTo>
                  <a:lnTo>
                    <a:pt x="1562100" y="0"/>
                  </a:lnTo>
                  <a:lnTo>
                    <a:pt x="1562100" y="9525"/>
                  </a:lnTo>
                  <a:lnTo>
                    <a:pt x="1590675" y="9525"/>
                  </a:lnTo>
                  <a:lnTo>
                    <a:pt x="1590675" y="0"/>
                  </a:lnTo>
                  <a:close/>
                </a:path>
                <a:path w="3009900" h="266700">
                  <a:moveTo>
                    <a:pt x="1593024" y="257175"/>
                  </a:moveTo>
                  <a:lnTo>
                    <a:pt x="1564449" y="257175"/>
                  </a:lnTo>
                  <a:lnTo>
                    <a:pt x="1564449" y="266700"/>
                  </a:lnTo>
                  <a:lnTo>
                    <a:pt x="1593024" y="266700"/>
                  </a:lnTo>
                  <a:lnTo>
                    <a:pt x="1593024" y="257175"/>
                  </a:lnTo>
                  <a:close/>
                </a:path>
                <a:path w="3009900" h="266700">
                  <a:moveTo>
                    <a:pt x="1638300" y="0"/>
                  </a:moveTo>
                  <a:lnTo>
                    <a:pt x="1609725" y="0"/>
                  </a:lnTo>
                  <a:lnTo>
                    <a:pt x="1609725" y="9525"/>
                  </a:lnTo>
                  <a:lnTo>
                    <a:pt x="1638300" y="9525"/>
                  </a:lnTo>
                  <a:lnTo>
                    <a:pt x="1638300" y="0"/>
                  </a:lnTo>
                  <a:close/>
                </a:path>
                <a:path w="3009900" h="266700">
                  <a:moveTo>
                    <a:pt x="1640649" y="257175"/>
                  </a:moveTo>
                  <a:lnTo>
                    <a:pt x="1612074" y="257175"/>
                  </a:lnTo>
                  <a:lnTo>
                    <a:pt x="1612074" y="266700"/>
                  </a:lnTo>
                  <a:lnTo>
                    <a:pt x="1640649" y="266700"/>
                  </a:lnTo>
                  <a:lnTo>
                    <a:pt x="1640649" y="257175"/>
                  </a:lnTo>
                  <a:close/>
                </a:path>
                <a:path w="3009900" h="266700">
                  <a:moveTo>
                    <a:pt x="1685925" y="0"/>
                  </a:moveTo>
                  <a:lnTo>
                    <a:pt x="1657350" y="0"/>
                  </a:lnTo>
                  <a:lnTo>
                    <a:pt x="1657350" y="9525"/>
                  </a:lnTo>
                  <a:lnTo>
                    <a:pt x="1685925" y="9525"/>
                  </a:lnTo>
                  <a:lnTo>
                    <a:pt x="1685925" y="0"/>
                  </a:lnTo>
                  <a:close/>
                </a:path>
                <a:path w="3009900" h="266700">
                  <a:moveTo>
                    <a:pt x="1688274" y="257175"/>
                  </a:moveTo>
                  <a:lnTo>
                    <a:pt x="1659699" y="257175"/>
                  </a:lnTo>
                  <a:lnTo>
                    <a:pt x="1659699" y="266700"/>
                  </a:lnTo>
                  <a:lnTo>
                    <a:pt x="1688274" y="266700"/>
                  </a:lnTo>
                  <a:lnTo>
                    <a:pt x="1688274" y="257175"/>
                  </a:lnTo>
                  <a:close/>
                </a:path>
                <a:path w="3009900" h="266700">
                  <a:moveTo>
                    <a:pt x="1733550" y="0"/>
                  </a:moveTo>
                  <a:lnTo>
                    <a:pt x="1704975" y="0"/>
                  </a:lnTo>
                  <a:lnTo>
                    <a:pt x="1704975" y="9525"/>
                  </a:lnTo>
                  <a:lnTo>
                    <a:pt x="1733550" y="9525"/>
                  </a:lnTo>
                  <a:lnTo>
                    <a:pt x="1733550" y="0"/>
                  </a:lnTo>
                  <a:close/>
                </a:path>
                <a:path w="3009900" h="266700">
                  <a:moveTo>
                    <a:pt x="1735899" y="257175"/>
                  </a:moveTo>
                  <a:lnTo>
                    <a:pt x="1707324" y="257175"/>
                  </a:lnTo>
                  <a:lnTo>
                    <a:pt x="1707324" y="266700"/>
                  </a:lnTo>
                  <a:lnTo>
                    <a:pt x="1735899" y="266700"/>
                  </a:lnTo>
                  <a:lnTo>
                    <a:pt x="1735899" y="257175"/>
                  </a:lnTo>
                  <a:close/>
                </a:path>
                <a:path w="3009900" h="266700">
                  <a:moveTo>
                    <a:pt x="1781175" y="0"/>
                  </a:moveTo>
                  <a:lnTo>
                    <a:pt x="1752600" y="0"/>
                  </a:lnTo>
                  <a:lnTo>
                    <a:pt x="1752600" y="9525"/>
                  </a:lnTo>
                  <a:lnTo>
                    <a:pt x="1781175" y="9525"/>
                  </a:lnTo>
                  <a:lnTo>
                    <a:pt x="1781175" y="0"/>
                  </a:lnTo>
                  <a:close/>
                </a:path>
                <a:path w="3009900" h="266700">
                  <a:moveTo>
                    <a:pt x="1783524" y="257175"/>
                  </a:moveTo>
                  <a:lnTo>
                    <a:pt x="1754949" y="257175"/>
                  </a:lnTo>
                  <a:lnTo>
                    <a:pt x="1754949" y="266700"/>
                  </a:lnTo>
                  <a:lnTo>
                    <a:pt x="1783524" y="266700"/>
                  </a:lnTo>
                  <a:lnTo>
                    <a:pt x="1783524" y="257175"/>
                  </a:lnTo>
                  <a:close/>
                </a:path>
                <a:path w="3009900" h="266700">
                  <a:moveTo>
                    <a:pt x="1828800" y="0"/>
                  </a:moveTo>
                  <a:lnTo>
                    <a:pt x="1800225" y="0"/>
                  </a:lnTo>
                  <a:lnTo>
                    <a:pt x="1800225" y="9525"/>
                  </a:lnTo>
                  <a:lnTo>
                    <a:pt x="1828800" y="9525"/>
                  </a:lnTo>
                  <a:lnTo>
                    <a:pt x="1828800" y="0"/>
                  </a:lnTo>
                  <a:close/>
                </a:path>
                <a:path w="3009900" h="266700">
                  <a:moveTo>
                    <a:pt x="1831149" y="257175"/>
                  </a:moveTo>
                  <a:lnTo>
                    <a:pt x="1802574" y="257175"/>
                  </a:lnTo>
                  <a:lnTo>
                    <a:pt x="1802574" y="266700"/>
                  </a:lnTo>
                  <a:lnTo>
                    <a:pt x="1831149" y="266700"/>
                  </a:lnTo>
                  <a:lnTo>
                    <a:pt x="1831149" y="257175"/>
                  </a:lnTo>
                  <a:close/>
                </a:path>
                <a:path w="3009900" h="266700">
                  <a:moveTo>
                    <a:pt x="1876425" y="0"/>
                  </a:moveTo>
                  <a:lnTo>
                    <a:pt x="1847850" y="0"/>
                  </a:lnTo>
                  <a:lnTo>
                    <a:pt x="1847850" y="9525"/>
                  </a:lnTo>
                  <a:lnTo>
                    <a:pt x="1876425" y="9525"/>
                  </a:lnTo>
                  <a:lnTo>
                    <a:pt x="1876425" y="0"/>
                  </a:lnTo>
                  <a:close/>
                </a:path>
                <a:path w="3009900" h="266700">
                  <a:moveTo>
                    <a:pt x="1878774" y="257175"/>
                  </a:moveTo>
                  <a:lnTo>
                    <a:pt x="1850199" y="257175"/>
                  </a:lnTo>
                  <a:lnTo>
                    <a:pt x="1850199" y="266700"/>
                  </a:lnTo>
                  <a:lnTo>
                    <a:pt x="1878774" y="266700"/>
                  </a:lnTo>
                  <a:lnTo>
                    <a:pt x="1878774" y="257175"/>
                  </a:lnTo>
                  <a:close/>
                </a:path>
                <a:path w="3009900" h="266700">
                  <a:moveTo>
                    <a:pt x="1924050" y="0"/>
                  </a:moveTo>
                  <a:lnTo>
                    <a:pt x="1895475" y="0"/>
                  </a:lnTo>
                  <a:lnTo>
                    <a:pt x="1895475" y="9525"/>
                  </a:lnTo>
                  <a:lnTo>
                    <a:pt x="1924050" y="9525"/>
                  </a:lnTo>
                  <a:lnTo>
                    <a:pt x="1924050" y="0"/>
                  </a:lnTo>
                  <a:close/>
                </a:path>
                <a:path w="3009900" h="266700">
                  <a:moveTo>
                    <a:pt x="1926399" y="257175"/>
                  </a:moveTo>
                  <a:lnTo>
                    <a:pt x="1897824" y="257175"/>
                  </a:lnTo>
                  <a:lnTo>
                    <a:pt x="1897824" y="266700"/>
                  </a:lnTo>
                  <a:lnTo>
                    <a:pt x="1926399" y="266700"/>
                  </a:lnTo>
                  <a:lnTo>
                    <a:pt x="1926399" y="257175"/>
                  </a:lnTo>
                  <a:close/>
                </a:path>
                <a:path w="3009900" h="266700">
                  <a:moveTo>
                    <a:pt x="1971675" y="0"/>
                  </a:moveTo>
                  <a:lnTo>
                    <a:pt x="1943100" y="0"/>
                  </a:lnTo>
                  <a:lnTo>
                    <a:pt x="1943100" y="9525"/>
                  </a:lnTo>
                  <a:lnTo>
                    <a:pt x="1971675" y="9525"/>
                  </a:lnTo>
                  <a:lnTo>
                    <a:pt x="1971675" y="0"/>
                  </a:lnTo>
                  <a:close/>
                </a:path>
                <a:path w="3009900" h="266700">
                  <a:moveTo>
                    <a:pt x="1974024" y="257175"/>
                  </a:moveTo>
                  <a:lnTo>
                    <a:pt x="1945449" y="257175"/>
                  </a:lnTo>
                  <a:lnTo>
                    <a:pt x="1945449" y="266700"/>
                  </a:lnTo>
                  <a:lnTo>
                    <a:pt x="1974024" y="266700"/>
                  </a:lnTo>
                  <a:lnTo>
                    <a:pt x="1974024" y="257175"/>
                  </a:lnTo>
                  <a:close/>
                </a:path>
                <a:path w="3009900" h="266700">
                  <a:moveTo>
                    <a:pt x="2019300" y="0"/>
                  </a:moveTo>
                  <a:lnTo>
                    <a:pt x="1990725" y="0"/>
                  </a:lnTo>
                  <a:lnTo>
                    <a:pt x="1990725" y="9525"/>
                  </a:lnTo>
                  <a:lnTo>
                    <a:pt x="2019300" y="9525"/>
                  </a:lnTo>
                  <a:lnTo>
                    <a:pt x="2019300" y="0"/>
                  </a:lnTo>
                  <a:close/>
                </a:path>
                <a:path w="3009900" h="266700">
                  <a:moveTo>
                    <a:pt x="2021649" y="257175"/>
                  </a:moveTo>
                  <a:lnTo>
                    <a:pt x="1993074" y="257175"/>
                  </a:lnTo>
                  <a:lnTo>
                    <a:pt x="1993074" y="266700"/>
                  </a:lnTo>
                  <a:lnTo>
                    <a:pt x="2021649" y="266700"/>
                  </a:lnTo>
                  <a:lnTo>
                    <a:pt x="2021649" y="257175"/>
                  </a:lnTo>
                  <a:close/>
                </a:path>
                <a:path w="3009900" h="266700">
                  <a:moveTo>
                    <a:pt x="2066925" y="0"/>
                  </a:moveTo>
                  <a:lnTo>
                    <a:pt x="2038350" y="0"/>
                  </a:lnTo>
                  <a:lnTo>
                    <a:pt x="2038350" y="9525"/>
                  </a:lnTo>
                  <a:lnTo>
                    <a:pt x="2066925" y="9525"/>
                  </a:lnTo>
                  <a:lnTo>
                    <a:pt x="2066925" y="0"/>
                  </a:lnTo>
                  <a:close/>
                </a:path>
                <a:path w="3009900" h="266700">
                  <a:moveTo>
                    <a:pt x="2069274" y="257175"/>
                  </a:moveTo>
                  <a:lnTo>
                    <a:pt x="2040699" y="257175"/>
                  </a:lnTo>
                  <a:lnTo>
                    <a:pt x="2040699" y="266700"/>
                  </a:lnTo>
                  <a:lnTo>
                    <a:pt x="2069274" y="266700"/>
                  </a:lnTo>
                  <a:lnTo>
                    <a:pt x="2069274" y="257175"/>
                  </a:lnTo>
                  <a:close/>
                </a:path>
                <a:path w="3009900" h="266700">
                  <a:moveTo>
                    <a:pt x="2114550" y="0"/>
                  </a:moveTo>
                  <a:lnTo>
                    <a:pt x="2085975" y="0"/>
                  </a:lnTo>
                  <a:lnTo>
                    <a:pt x="2085975" y="9525"/>
                  </a:lnTo>
                  <a:lnTo>
                    <a:pt x="2114550" y="9525"/>
                  </a:lnTo>
                  <a:lnTo>
                    <a:pt x="2114550" y="0"/>
                  </a:lnTo>
                  <a:close/>
                </a:path>
                <a:path w="3009900" h="266700">
                  <a:moveTo>
                    <a:pt x="2116899" y="257175"/>
                  </a:moveTo>
                  <a:lnTo>
                    <a:pt x="2088324" y="257175"/>
                  </a:lnTo>
                  <a:lnTo>
                    <a:pt x="2088324" y="266700"/>
                  </a:lnTo>
                  <a:lnTo>
                    <a:pt x="2116899" y="266700"/>
                  </a:lnTo>
                  <a:lnTo>
                    <a:pt x="2116899" y="257175"/>
                  </a:lnTo>
                  <a:close/>
                </a:path>
                <a:path w="3009900" h="266700">
                  <a:moveTo>
                    <a:pt x="2162175" y="0"/>
                  </a:moveTo>
                  <a:lnTo>
                    <a:pt x="2133600" y="0"/>
                  </a:lnTo>
                  <a:lnTo>
                    <a:pt x="2133600" y="9525"/>
                  </a:lnTo>
                  <a:lnTo>
                    <a:pt x="2162175" y="9525"/>
                  </a:lnTo>
                  <a:lnTo>
                    <a:pt x="2162175" y="0"/>
                  </a:lnTo>
                  <a:close/>
                </a:path>
                <a:path w="3009900" h="266700">
                  <a:moveTo>
                    <a:pt x="2164524" y="257175"/>
                  </a:moveTo>
                  <a:lnTo>
                    <a:pt x="2135949" y="257175"/>
                  </a:lnTo>
                  <a:lnTo>
                    <a:pt x="2135949" y="266700"/>
                  </a:lnTo>
                  <a:lnTo>
                    <a:pt x="2164524" y="266700"/>
                  </a:lnTo>
                  <a:lnTo>
                    <a:pt x="2164524" y="257175"/>
                  </a:lnTo>
                  <a:close/>
                </a:path>
                <a:path w="3009900" h="266700">
                  <a:moveTo>
                    <a:pt x="2209800" y="0"/>
                  </a:moveTo>
                  <a:lnTo>
                    <a:pt x="2181225" y="0"/>
                  </a:lnTo>
                  <a:lnTo>
                    <a:pt x="2181225" y="9525"/>
                  </a:lnTo>
                  <a:lnTo>
                    <a:pt x="2209800" y="9525"/>
                  </a:lnTo>
                  <a:lnTo>
                    <a:pt x="2209800" y="0"/>
                  </a:lnTo>
                  <a:close/>
                </a:path>
                <a:path w="3009900" h="266700">
                  <a:moveTo>
                    <a:pt x="2212149" y="257175"/>
                  </a:moveTo>
                  <a:lnTo>
                    <a:pt x="2183574" y="257175"/>
                  </a:lnTo>
                  <a:lnTo>
                    <a:pt x="2183574" y="266700"/>
                  </a:lnTo>
                  <a:lnTo>
                    <a:pt x="2212149" y="266700"/>
                  </a:lnTo>
                  <a:lnTo>
                    <a:pt x="2212149" y="257175"/>
                  </a:lnTo>
                  <a:close/>
                </a:path>
                <a:path w="3009900" h="266700">
                  <a:moveTo>
                    <a:pt x="2257425" y="0"/>
                  </a:moveTo>
                  <a:lnTo>
                    <a:pt x="2228850" y="0"/>
                  </a:lnTo>
                  <a:lnTo>
                    <a:pt x="2228850" y="9525"/>
                  </a:lnTo>
                  <a:lnTo>
                    <a:pt x="2257425" y="9525"/>
                  </a:lnTo>
                  <a:lnTo>
                    <a:pt x="2257425" y="0"/>
                  </a:lnTo>
                  <a:close/>
                </a:path>
                <a:path w="3009900" h="266700">
                  <a:moveTo>
                    <a:pt x="2259774" y="257175"/>
                  </a:moveTo>
                  <a:lnTo>
                    <a:pt x="2231199" y="257175"/>
                  </a:lnTo>
                  <a:lnTo>
                    <a:pt x="2231199" y="266700"/>
                  </a:lnTo>
                  <a:lnTo>
                    <a:pt x="2259774" y="266700"/>
                  </a:lnTo>
                  <a:lnTo>
                    <a:pt x="2259774" y="257175"/>
                  </a:lnTo>
                  <a:close/>
                </a:path>
                <a:path w="3009900" h="266700">
                  <a:moveTo>
                    <a:pt x="2305050" y="0"/>
                  </a:moveTo>
                  <a:lnTo>
                    <a:pt x="2276475" y="0"/>
                  </a:lnTo>
                  <a:lnTo>
                    <a:pt x="2276475" y="9525"/>
                  </a:lnTo>
                  <a:lnTo>
                    <a:pt x="2305050" y="9525"/>
                  </a:lnTo>
                  <a:lnTo>
                    <a:pt x="2305050" y="0"/>
                  </a:lnTo>
                  <a:close/>
                </a:path>
                <a:path w="3009900" h="266700">
                  <a:moveTo>
                    <a:pt x="2307399" y="257175"/>
                  </a:moveTo>
                  <a:lnTo>
                    <a:pt x="2278824" y="257175"/>
                  </a:lnTo>
                  <a:lnTo>
                    <a:pt x="2278824" y="266700"/>
                  </a:lnTo>
                  <a:lnTo>
                    <a:pt x="2307399" y="266700"/>
                  </a:lnTo>
                  <a:lnTo>
                    <a:pt x="2307399" y="257175"/>
                  </a:lnTo>
                  <a:close/>
                </a:path>
                <a:path w="3009900" h="266700">
                  <a:moveTo>
                    <a:pt x="2352675" y="0"/>
                  </a:moveTo>
                  <a:lnTo>
                    <a:pt x="2324100" y="0"/>
                  </a:lnTo>
                  <a:lnTo>
                    <a:pt x="2324100" y="9525"/>
                  </a:lnTo>
                  <a:lnTo>
                    <a:pt x="2352675" y="9525"/>
                  </a:lnTo>
                  <a:lnTo>
                    <a:pt x="2352675" y="0"/>
                  </a:lnTo>
                  <a:close/>
                </a:path>
                <a:path w="3009900" h="266700">
                  <a:moveTo>
                    <a:pt x="2355024" y="257175"/>
                  </a:moveTo>
                  <a:lnTo>
                    <a:pt x="2326449" y="257175"/>
                  </a:lnTo>
                  <a:lnTo>
                    <a:pt x="2326449" y="266700"/>
                  </a:lnTo>
                  <a:lnTo>
                    <a:pt x="2355024" y="266700"/>
                  </a:lnTo>
                  <a:lnTo>
                    <a:pt x="2355024" y="257175"/>
                  </a:lnTo>
                  <a:close/>
                </a:path>
                <a:path w="3009900" h="266700">
                  <a:moveTo>
                    <a:pt x="2400300" y="0"/>
                  </a:moveTo>
                  <a:lnTo>
                    <a:pt x="2371725" y="0"/>
                  </a:lnTo>
                  <a:lnTo>
                    <a:pt x="2371725" y="9525"/>
                  </a:lnTo>
                  <a:lnTo>
                    <a:pt x="2400300" y="9525"/>
                  </a:lnTo>
                  <a:lnTo>
                    <a:pt x="2400300" y="0"/>
                  </a:lnTo>
                  <a:close/>
                </a:path>
                <a:path w="3009900" h="266700">
                  <a:moveTo>
                    <a:pt x="2402649" y="257175"/>
                  </a:moveTo>
                  <a:lnTo>
                    <a:pt x="2374074" y="257175"/>
                  </a:lnTo>
                  <a:lnTo>
                    <a:pt x="2374074" y="266700"/>
                  </a:lnTo>
                  <a:lnTo>
                    <a:pt x="2402649" y="266700"/>
                  </a:lnTo>
                  <a:lnTo>
                    <a:pt x="2402649" y="257175"/>
                  </a:lnTo>
                  <a:close/>
                </a:path>
                <a:path w="3009900" h="266700">
                  <a:moveTo>
                    <a:pt x="2447925" y="0"/>
                  </a:moveTo>
                  <a:lnTo>
                    <a:pt x="2419350" y="0"/>
                  </a:lnTo>
                  <a:lnTo>
                    <a:pt x="2419350" y="9525"/>
                  </a:lnTo>
                  <a:lnTo>
                    <a:pt x="2447925" y="9525"/>
                  </a:lnTo>
                  <a:lnTo>
                    <a:pt x="2447925" y="0"/>
                  </a:lnTo>
                  <a:close/>
                </a:path>
                <a:path w="3009900" h="266700">
                  <a:moveTo>
                    <a:pt x="2450274" y="257175"/>
                  </a:moveTo>
                  <a:lnTo>
                    <a:pt x="2421699" y="257175"/>
                  </a:lnTo>
                  <a:lnTo>
                    <a:pt x="2421699" y="266700"/>
                  </a:lnTo>
                  <a:lnTo>
                    <a:pt x="2450274" y="266700"/>
                  </a:lnTo>
                  <a:lnTo>
                    <a:pt x="2450274" y="257175"/>
                  </a:lnTo>
                  <a:close/>
                </a:path>
                <a:path w="3009900" h="266700">
                  <a:moveTo>
                    <a:pt x="2495550" y="0"/>
                  </a:moveTo>
                  <a:lnTo>
                    <a:pt x="2466975" y="0"/>
                  </a:lnTo>
                  <a:lnTo>
                    <a:pt x="2466975" y="9525"/>
                  </a:lnTo>
                  <a:lnTo>
                    <a:pt x="2495550" y="9525"/>
                  </a:lnTo>
                  <a:lnTo>
                    <a:pt x="2495550" y="0"/>
                  </a:lnTo>
                  <a:close/>
                </a:path>
                <a:path w="3009900" h="266700">
                  <a:moveTo>
                    <a:pt x="2497899" y="257175"/>
                  </a:moveTo>
                  <a:lnTo>
                    <a:pt x="2469324" y="257175"/>
                  </a:lnTo>
                  <a:lnTo>
                    <a:pt x="2469324" y="266700"/>
                  </a:lnTo>
                  <a:lnTo>
                    <a:pt x="2497899" y="266700"/>
                  </a:lnTo>
                  <a:lnTo>
                    <a:pt x="2497899" y="257175"/>
                  </a:lnTo>
                  <a:close/>
                </a:path>
                <a:path w="3009900" h="266700">
                  <a:moveTo>
                    <a:pt x="2543175" y="0"/>
                  </a:moveTo>
                  <a:lnTo>
                    <a:pt x="2514600" y="0"/>
                  </a:lnTo>
                  <a:lnTo>
                    <a:pt x="2514600" y="9525"/>
                  </a:lnTo>
                  <a:lnTo>
                    <a:pt x="2543175" y="9525"/>
                  </a:lnTo>
                  <a:lnTo>
                    <a:pt x="2543175" y="0"/>
                  </a:lnTo>
                  <a:close/>
                </a:path>
                <a:path w="3009900" h="266700">
                  <a:moveTo>
                    <a:pt x="2545524" y="257175"/>
                  </a:moveTo>
                  <a:lnTo>
                    <a:pt x="2516949" y="257175"/>
                  </a:lnTo>
                  <a:lnTo>
                    <a:pt x="2516949" y="266700"/>
                  </a:lnTo>
                  <a:lnTo>
                    <a:pt x="2545524" y="266700"/>
                  </a:lnTo>
                  <a:lnTo>
                    <a:pt x="2545524" y="257175"/>
                  </a:lnTo>
                  <a:close/>
                </a:path>
                <a:path w="3009900" h="266700">
                  <a:moveTo>
                    <a:pt x="2590800" y="0"/>
                  </a:moveTo>
                  <a:lnTo>
                    <a:pt x="2562225" y="0"/>
                  </a:lnTo>
                  <a:lnTo>
                    <a:pt x="2562225" y="9525"/>
                  </a:lnTo>
                  <a:lnTo>
                    <a:pt x="2590800" y="9525"/>
                  </a:lnTo>
                  <a:lnTo>
                    <a:pt x="2590800" y="0"/>
                  </a:lnTo>
                  <a:close/>
                </a:path>
                <a:path w="3009900" h="266700">
                  <a:moveTo>
                    <a:pt x="2593149" y="257175"/>
                  </a:moveTo>
                  <a:lnTo>
                    <a:pt x="2564574" y="257175"/>
                  </a:lnTo>
                  <a:lnTo>
                    <a:pt x="2564574" y="266700"/>
                  </a:lnTo>
                  <a:lnTo>
                    <a:pt x="2593149" y="266700"/>
                  </a:lnTo>
                  <a:lnTo>
                    <a:pt x="2593149" y="257175"/>
                  </a:lnTo>
                  <a:close/>
                </a:path>
                <a:path w="3009900" h="266700">
                  <a:moveTo>
                    <a:pt x="2638425" y="0"/>
                  </a:moveTo>
                  <a:lnTo>
                    <a:pt x="2609850" y="0"/>
                  </a:lnTo>
                  <a:lnTo>
                    <a:pt x="2609850" y="9525"/>
                  </a:lnTo>
                  <a:lnTo>
                    <a:pt x="2638425" y="9525"/>
                  </a:lnTo>
                  <a:lnTo>
                    <a:pt x="2638425" y="0"/>
                  </a:lnTo>
                  <a:close/>
                </a:path>
                <a:path w="3009900" h="266700">
                  <a:moveTo>
                    <a:pt x="2640774" y="257175"/>
                  </a:moveTo>
                  <a:lnTo>
                    <a:pt x="2612199" y="257175"/>
                  </a:lnTo>
                  <a:lnTo>
                    <a:pt x="2612199" y="266700"/>
                  </a:lnTo>
                  <a:lnTo>
                    <a:pt x="2640774" y="266700"/>
                  </a:lnTo>
                  <a:lnTo>
                    <a:pt x="2640774" y="257175"/>
                  </a:lnTo>
                  <a:close/>
                </a:path>
                <a:path w="3009900" h="266700">
                  <a:moveTo>
                    <a:pt x="2686050" y="0"/>
                  </a:moveTo>
                  <a:lnTo>
                    <a:pt x="2657475" y="0"/>
                  </a:lnTo>
                  <a:lnTo>
                    <a:pt x="2657475" y="9525"/>
                  </a:lnTo>
                  <a:lnTo>
                    <a:pt x="2686050" y="9525"/>
                  </a:lnTo>
                  <a:lnTo>
                    <a:pt x="2686050" y="0"/>
                  </a:lnTo>
                  <a:close/>
                </a:path>
                <a:path w="3009900" h="266700">
                  <a:moveTo>
                    <a:pt x="2688399" y="257175"/>
                  </a:moveTo>
                  <a:lnTo>
                    <a:pt x="2659824" y="257175"/>
                  </a:lnTo>
                  <a:lnTo>
                    <a:pt x="2659824" y="266700"/>
                  </a:lnTo>
                  <a:lnTo>
                    <a:pt x="2688399" y="266700"/>
                  </a:lnTo>
                  <a:lnTo>
                    <a:pt x="2688399" y="257175"/>
                  </a:lnTo>
                  <a:close/>
                </a:path>
                <a:path w="3009900" h="266700">
                  <a:moveTo>
                    <a:pt x="2733675" y="0"/>
                  </a:moveTo>
                  <a:lnTo>
                    <a:pt x="2705100" y="0"/>
                  </a:lnTo>
                  <a:lnTo>
                    <a:pt x="2705100" y="9525"/>
                  </a:lnTo>
                  <a:lnTo>
                    <a:pt x="2733675" y="9525"/>
                  </a:lnTo>
                  <a:lnTo>
                    <a:pt x="2733675" y="0"/>
                  </a:lnTo>
                  <a:close/>
                </a:path>
                <a:path w="3009900" h="266700">
                  <a:moveTo>
                    <a:pt x="2736024" y="257175"/>
                  </a:moveTo>
                  <a:lnTo>
                    <a:pt x="2707449" y="257175"/>
                  </a:lnTo>
                  <a:lnTo>
                    <a:pt x="2707449" y="266700"/>
                  </a:lnTo>
                  <a:lnTo>
                    <a:pt x="2736024" y="266700"/>
                  </a:lnTo>
                  <a:lnTo>
                    <a:pt x="2736024" y="257175"/>
                  </a:lnTo>
                  <a:close/>
                </a:path>
                <a:path w="3009900" h="266700">
                  <a:moveTo>
                    <a:pt x="2781300" y="0"/>
                  </a:moveTo>
                  <a:lnTo>
                    <a:pt x="2752725" y="0"/>
                  </a:lnTo>
                  <a:lnTo>
                    <a:pt x="2752725" y="9525"/>
                  </a:lnTo>
                  <a:lnTo>
                    <a:pt x="2781300" y="9525"/>
                  </a:lnTo>
                  <a:lnTo>
                    <a:pt x="2781300" y="0"/>
                  </a:lnTo>
                  <a:close/>
                </a:path>
                <a:path w="3009900" h="266700">
                  <a:moveTo>
                    <a:pt x="2783649" y="257175"/>
                  </a:moveTo>
                  <a:lnTo>
                    <a:pt x="2755074" y="257175"/>
                  </a:lnTo>
                  <a:lnTo>
                    <a:pt x="2755074" y="266700"/>
                  </a:lnTo>
                  <a:lnTo>
                    <a:pt x="2783649" y="266700"/>
                  </a:lnTo>
                  <a:lnTo>
                    <a:pt x="2783649" y="257175"/>
                  </a:lnTo>
                  <a:close/>
                </a:path>
                <a:path w="3009900" h="266700">
                  <a:moveTo>
                    <a:pt x="2828925" y="0"/>
                  </a:moveTo>
                  <a:lnTo>
                    <a:pt x="2800350" y="0"/>
                  </a:lnTo>
                  <a:lnTo>
                    <a:pt x="2800350" y="9525"/>
                  </a:lnTo>
                  <a:lnTo>
                    <a:pt x="2828925" y="9525"/>
                  </a:lnTo>
                  <a:lnTo>
                    <a:pt x="2828925" y="0"/>
                  </a:lnTo>
                  <a:close/>
                </a:path>
                <a:path w="3009900" h="266700">
                  <a:moveTo>
                    <a:pt x="2831274" y="257175"/>
                  </a:moveTo>
                  <a:lnTo>
                    <a:pt x="2802699" y="257175"/>
                  </a:lnTo>
                  <a:lnTo>
                    <a:pt x="2802699" y="266700"/>
                  </a:lnTo>
                  <a:lnTo>
                    <a:pt x="2831274" y="266700"/>
                  </a:lnTo>
                  <a:lnTo>
                    <a:pt x="2831274" y="257175"/>
                  </a:lnTo>
                  <a:close/>
                </a:path>
                <a:path w="3009900" h="266700">
                  <a:moveTo>
                    <a:pt x="2876550" y="0"/>
                  </a:moveTo>
                  <a:lnTo>
                    <a:pt x="2847975" y="0"/>
                  </a:lnTo>
                  <a:lnTo>
                    <a:pt x="2847975" y="9525"/>
                  </a:lnTo>
                  <a:lnTo>
                    <a:pt x="2876550" y="9525"/>
                  </a:lnTo>
                  <a:lnTo>
                    <a:pt x="2876550" y="0"/>
                  </a:lnTo>
                  <a:close/>
                </a:path>
                <a:path w="3009900" h="266700">
                  <a:moveTo>
                    <a:pt x="2878899" y="257175"/>
                  </a:moveTo>
                  <a:lnTo>
                    <a:pt x="2850324" y="257175"/>
                  </a:lnTo>
                  <a:lnTo>
                    <a:pt x="2850324" y="266700"/>
                  </a:lnTo>
                  <a:lnTo>
                    <a:pt x="2878899" y="266700"/>
                  </a:lnTo>
                  <a:lnTo>
                    <a:pt x="2878899" y="257175"/>
                  </a:lnTo>
                  <a:close/>
                </a:path>
                <a:path w="3009900" h="266700">
                  <a:moveTo>
                    <a:pt x="2924175" y="0"/>
                  </a:moveTo>
                  <a:lnTo>
                    <a:pt x="2895600" y="0"/>
                  </a:lnTo>
                  <a:lnTo>
                    <a:pt x="2895600" y="9525"/>
                  </a:lnTo>
                  <a:lnTo>
                    <a:pt x="2924175" y="9525"/>
                  </a:lnTo>
                  <a:lnTo>
                    <a:pt x="2924175" y="0"/>
                  </a:lnTo>
                  <a:close/>
                </a:path>
                <a:path w="3009900" h="266700">
                  <a:moveTo>
                    <a:pt x="2926524" y="257175"/>
                  </a:moveTo>
                  <a:lnTo>
                    <a:pt x="2897949" y="257175"/>
                  </a:lnTo>
                  <a:lnTo>
                    <a:pt x="2897949" y="266700"/>
                  </a:lnTo>
                  <a:lnTo>
                    <a:pt x="2926524" y="266700"/>
                  </a:lnTo>
                  <a:lnTo>
                    <a:pt x="2926524" y="257175"/>
                  </a:lnTo>
                  <a:close/>
                </a:path>
                <a:path w="3009900" h="266700">
                  <a:moveTo>
                    <a:pt x="2971800" y="0"/>
                  </a:moveTo>
                  <a:lnTo>
                    <a:pt x="2943225" y="0"/>
                  </a:lnTo>
                  <a:lnTo>
                    <a:pt x="2943225" y="9525"/>
                  </a:lnTo>
                  <a:lnTo>
                    <a:pt x="2971800" y="9525"/>
                  </a:lnTo>
                  <a:lnTo>
                    <a:pt x="2971800" y="0"/>
                  </a:lnTo>
                  <a:close/>
                </a:path>
                <a:path w="3009900" h="266700">
                  <a:moveTo>
                    <a:pt x="2973984" y="266509"/>
                  </a:moveTo>
                  <a:lnTo>
                    <a:pt x="2973438" y="257175"/>
                  </a:lnTo>
                  <a:lnTo>
                    <a:pt x="2945574" y="257175"/>
                  </a:lnTo>
                  <a:lnTo>
                    <a:pt x="2945574" y="266700"/>
                  </a:lnTo>
                  <a:lnTo>
                    <a:pt x="2971800" y="266700"/>
                  </a:lnTo>
                  <a:lnTo>
                    <a:pt x="2973984" y="266509"/>
                  </a:lnTo>
                  <a:close/>
                </a:path>
                <a:path w="3009900" h="266700">
                  <a:moveTo>
                    <a:pt x="3008426" y="27876"/>
                  </a:moveTo>
                  <a:lnTo>
                    <a:pt x="2990037" y="4749"/>
                  </a:lnTo>
                  <a:lnTo>
                    <a:pt x="2985998" y="12141"/>
                  </a:lnTo>
                  <a:lnTo>
                    <a:pt x="2986430" y="12319"/>
                  </a:lnTo>
                  <a:lnTo>
                    <a:pt x="2992069" y="17856"/>
                  </a:lnTo>
                  <a:lnTo>
                    <a:pt x="2997593" y="23482"/>
                  </a:lnTo>
                  <a:lnTo>
                    <a:pt x="3000362" y="30137"/>
                  </a:lnTo>
                  <a:lnTo>
                    <a:pt x="3008426" y="27876"/>
                  </a:lnTo>
                  <a:close/>
                </a:path>
                <a:path w="3009900" h="266700">
                  <a:moveTo>
                    <a:pt x="3009125" y="236499"/>
                  </a:moveTo>
                  <a:lnTo>
                    <a:pt x="3008706" y="236499"/>
                  </a:lnTo>
                  <a:lnTo>
                    <a:pt x="3000375" y="234721"/>
                  </a:lnTo>
                  <a:lnTo>
                    <a:pt x="3000375" y="236499"/>
                  </a:lnTo>
                  <a:lnTo>
                    <a:pt x="2997593" y="243230"/>
                  </a:lnTo>
                  <a:lnTo>
                    <a:pt x="2992005" y="248805"/>
                  </a:lnTo>
                  <a:lnTo>
                    <a:pt x="2987497" y="253326"/>
                  </a:lnTo>
                  <a:lnTo>
                    <a:pt x="2992234" y="260781"/>
                  </a:lnTo>
                  <a:lnTo>
                    <a:pt x="2992882" y="260426"/>
                  </a:lnTo>
                  <a:lnTo>
                    <a:pt x="2998749" y="255549"/>
                  </a:lnTo>
                  <a:lnTo>
                    <a:pt x="3003626" y="249682"/>
                  </a:lnTo>
                  <a:lnTo>
                    <a:pt x="3007118" y="243230"/>
                  </a:lnTo>
                  <a:lnTo>
                    <a:pt x="3009125" y="236499"/>
                  </a:lnTo>
                  <a:close/>
                </a:path>
                <a:path w="3009900" h="266700">
                  <a:moveTo>
                    <a:pt x="3009900" y="189331"/>
                  </a:moveTo>
                  <a:lnTo>
                    <a:pt x="3000375" y="189331"/>
                  </a:lnTo>
                  <a:lnTo>
                    <a:pt x="3000375" y="217906"/>
                  </a:lnTo>
                  <a:lnTo>
                    <a:pt x="3009900" y="217906"/>
                  </a:lnTo>
                  <a:lnTo>
                    <a:pt x="3009900" y="189331"/>
                  </a:lnTo>
                  <a:close/>
                </a:path>
                <a:path w="3009900" h="266700">
                  <a:moveTo>
                    <a:pt x="3009900" y="141706"/>
                  </a:moveTo>
                  <a:lnTo>
                    <a:pt x="3000375" y="141706"/>
                  </a:lnTo>
                  <a:lnTo>
                    <a:pt x="3000375" y="170281"/>
                  </a:lnTo>
                  <a:lnTo>
                    <a:pt x="3009900" y="170281"/>
                  </a:lnTo>
                  <a:lnTo>
                    <a:pt x="3009900" y="141706"/>
                  </a:lnTo>
                  <a:close/>
                </a:path>
                <a:path w="3009900" h="266700">
                  <a:moveTo>
                    <a:pt x="3009900" y="94081"/>
                  </a:moveTo>
                  <a:lnTo>
                    <a:pt x="3000375" y="94081"/>
                  </a:lnTo>
                  <a:lnTo>
                    <a:pt x="3000375" y="122656"/>
                  </a:lnTo>
                  <a:lnTo>
                    <a:pt x="3009900" y="122656"/>
                  </a:lnTo>
                  <a:lnTo>
                    <a:pt x="3009900" y="94081"/>
                  </a:lnTo>
                  <a:close/>
                </a:path>
                <a:path w="3009900" h="266700">
                  <a:moveTo>
                    <a:pt x="3009900" y="46456"/>
                  </a:moveTo>
                  <a:lnTo>
                    <a:pt x="3000375" y="46456"/>
                  </a:lnTo>
                  <a:lnTo>
                    <a:pt x="3000375" y="75031"/>
                  </a:lnTo>
                  <a:lnTo>
                    <a:pt x="3009900" y="75031"/>
                  </a:lnTo>
                  <a:lnTo>
                    <a:pt x="3009900" y="46456"/>
                  </a:lnTo>
                  <a:close/>
                </a:path>
              </a:pathLst>
            </a:custGeom>
            <a:solidFill>
              <a:srgbClr val="FF8B7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2" name="object 9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051400" y="4886324"/>
              <a:ext cx="92075" cy="95250"/>
            </a:xfrm>
            <a:prstGeom prst="rect">
              <a:avLst/>
            </a:prstGeom>
          </p:spPr>
        </p:pic>
      </p:grpSp>
      <p:sp>
        <p:nvSpPr>
          <p:cNvPr id="93" name="object 93"/>
          <p:cNvSpPr txBox="1"/>
          <p:nvPr/>
        </p:nvSpPr>
        <p:spPr>
          <a:xfrm>
            <a:off x="4498875" y="4459287"/>
            <a:ext cx="1569085" cy="1797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000" spc="-75" b="1">
                <a:solidFill>
                  <a:srgbClr val="293283"/>
                </a:solidFill>
                <a:latin typeface="Cambria"/>
                <a:cs typeface="Cambria"/>
              </a:rPr>
              <a:t>Dynamic</a:t>
            </a:r>
            <a:r>
              <a:rPr dirty="0" sz="1000" spc="25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1000" spc="-50" b="1">
                <a:solidFill>
                  <a:srgbClr val="293283"/>
                </a:solidFill>
                <a:latin typeface="Cambria"/>
                <a:cs typeface="Cambria"/>
              </a:rPr>
              <a:t>content</a:t>
            </a:r>
            <a:r>
              <a:rPr dirty="0" sz="1000" spc="30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1000" spc="-50" b="1">
                <a:solidFill>
                  <a:srgbClr val="293283"/>
                </a:solidFill>
                <a:latin typeface="Cambria"/>
                <a:cs typeface="Cambria"/>
              </a:rPr>
              <a:t>placeholder</a:t>
            </a:r>
            <a:endParaRPr sz="1000">
              <a:latin typeface="Cambria"/>
              <a:cs typeface="Cambria"/>
            </a:endParaRPr>
          </a:p>
        </p:txBody>
      </p:sp>
      <p:sp>
        <p:nvSpPr>
          <p:cNvPr id="95" name="object 9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pc="-45"/>
              <a:t>D</a:t>
            </a:r>
            <a:r>
              <a:rPr dirty="0" spc="-65"/>
              <a:t> </a:t>
            </a:r>
            <a:r>
              <a:rPr dirty="0"/>
              <a:t>AY</a:t>
            </a:r>
            <a:r>
              <a:rPr dirty="0" spc="240"/>
              <a:t> </a:t>
            </a:r>
            <a:r>
              <a:rPr dirty="0" spc="-65"/>
              <a:t>0</a:t>
            </a:r>
            <a:r>
              <a:rPr dirty="0" spc="-45"/>
              <a:t> </a:t>
            </a:r>
            <a:r>
              <a:rPr dirty="0"/>
              <a:t>5</a:t>
            </a:r>
            <a:r>
              <a:rPr dirty="0" spc="265"/>
              <a:t> </a:t>
            </a:r>
            <a:r>
              <a:rPr dirty="0"/>
              <a:t>·</a:t>
            </a:r>
            <a:r>
              <a:rPr dirty="0" spc="260"/>
              <a:t> </a:t>
            </a:r>
            <a:r>
              <a:rPr dirty="0" spc="-40"/>
              <a:t>W</a:t>
            </a:r>
            <a:r>
              <a:rPr dirty="0" spc="-45"/>
              <a:t> </a:t>
            </a:r>
            <a:r>
              <a:rPr dirty="0" spc="-65"/>
              <a:t>I</a:t>
            </a:r>
            <a:r>
              <a:rPr dirty="0" spc="-45"/>
              <a:t> D </a:t>
            </a:r>
            <a:r>
              <a:rPr dirty="0"/>
              <a:t>G</a:t>
            </a:r>
            <a:r>
              <a:rPr dirty="0" spc="-45"/>
              <a:t> </a:t>
            </a:r>
            <a:r>
              <a:rPr dirty="0" spc="-70"/>
              <a:t>E</a:t>
            </a:r>
            <a:r>
              <a:rPr dirty="0" spc="-45"/>
              <a:t> </a:t>
            </a:r>
            <a:r>
              <a:rPr dirty="0" spc="-114"/>
              <a:t>T</a:t>
            </a:r>
            <a:r>
              <a:rPr dirty="0" spc="-50"/>
              <a:t> </a:t>
            </a:r>
            <a:r>
              <a:rPr dirty="0"/>
              <a:t>S</a:t>
            </a:r>
            <a:r>
              <a:rPr dirty="0" spc="265"/>
              <a:t> </a:t>
            </a:r>
            <a:r>
              <a:rPr dirty="0"/>
              <a:t>&amp;</a:t>
            </a:r>
            <a:r>
              <a:rPr dirty="0" spc="265"/>
              <a:t> </a:t>
            </a:r>
            <a:r>
              <a:rPr dirty="0" spc="-100"/>
              <a:t>L</a:t>
            </a:r>
            <a:r>
              <a:rPr dirty="0" spc="-45"/>
              <a:t> </a:t>
            </a:r>
            <a:r>
              <a:rPr dirty="0" spc="-20"/>
              <a:t>AY</a:t>
            </a:r>
            <a:r>
              <a:rPr dirty="0" spc="-80"/>
              <a:t> </a:t>
            </a:r>
            <a:r>
              <a:rPr dirty="0" spc="-10"/>
              <a:t>O</a:t>
            </a:r>
            <a:r>
              <a:rPr dirty="0" spc="-45"/>
              <a:t> </a:t>
            </a:r>
            <a:r>
              <a:rPr dirty="0"/>
              <a:t>U</a:t>
            </a:r>
            <a:r>
              <a:rPr dirty="0" spc="-45"/>
              <a:t> </a:t>
            </a:r>
            <a:r>
              <a:rPr dirty="0" spc="-50"/>
              <a:t>T</a:t>
            </a:r>
          </a:p>
        </p:txBody>
      </p:sp>
      <p:sp>
        <p:nvSpPr>
          <p:cNvPr id="96" name="object 9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pc="-30"/>
              <a:t>0</a:t>
            </a:r>
            <a:r>
              <a:rPr dirty="0" spc="-120"/>
              <a:t> </a:t>
            </a:r>
            <a:fld id="{81D60167-4931-47E6-BA6A-407CBD079E47}" type="slidenum">
              <a:rPr dirty="0"/>
              <a:t>6</a:t>
            </a:fld>
            <a:r>
              <a:rPr dirty="0" spc="204"/>
              <a:t> </a:t>
            </a:r>
            <a:r>
              <a:rPr dirty="0"/>
              <a:t>/</a:t>
            </a:r>
            <a:r>
              <a:rPr dirty="0" spc="204"/>
              <a:t> </a:t>
            </a:r>
            <a:r>
              <a:rPr dirty="0" spc="-30"/>
              <a:t>1</a:t>
            </a:r>
            <a:r>
              <a:rPr dirty="0" spc="-120"/>
              <a:t> </a:t>
            </a:r>
            <a:r>
              <a:rPr dirty="0" spc="-60"/>
              <a:t>5</a:t>
            </a:r>
          </a:p>
        </p:txBody>
      </p:sp>
      <p:sp>
        <p:nvSpPr>
          <p:cNvPr id="94" name="object 94"/>
          <p:cNvSpPr txBox="1"/>
          <p:nvPr/>
        </p:nvSpPr>
        <p:spPr>
          <a:xfrm>
            <a:off x="4498875" y="5169728"/>
            <a:ext cx="3037205" cy="504190"/>
          </a:xfrm>
          <a:prstGeom prst="rect">
            <a:avLst/>
          </a:prstGeom>
        </p:spPr>
        <p:txBody>
          <a:bodyPr wrap="square" lIns="0" tIns="495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dirty="0" sz="750" b="1">
                <a:solidFill>
                  <a:srgbClr val="293283"/>
                </a:solidFill>
                <a:latin typeface="Cambria"/>
                <a:cs typeface="Cambria"/>
              </a:rPr>
              <a:t>USE</a:t>
            </a:r>
            <a:r>
              <a:rPr dirty="0" sz="750" spc="100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750" spc="-20" b="1">
                <a:solidFill>
                  <a:srgbClr val="293283"/>
                </a:solidFill>
                <a:latin typeface="Cambria"/>
                <a:cs typeface="Cambria"/>
              </a:rPr>
              <a:t>WHEN</a:t>
            </a:r>
            <a:endParaRPr sz="750">
              <a:latin typeface="Cambria"/>
              <a:cs typeface="Cambria"/>
            </a:endParaRPr>
          </a:p>
          <a:p>
            <a:pPr marL="12700" marR="5080">
              <a:lnSpc>
                <a:spcPct val="117600"/>
              </a:lnSpc>
              <a:spcBef>
                <a:spcPts val="170"/>
              </a:spcBef>
            </a:pPr>
            <a:r>
              <a:rPr dirty="0" sz="850" spc="-70">
                <a:solidFill>
                  <a:srgbClr val="4A4E6A"/>
                </a:solidFill>
                <a:latin typeface="Tahoma"/>
                <a:cs typeface="Tahoma"/>
              </a:rPr>
              <a:t>You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0">
                <a:solidFill>
                  <a:srgbClr val="4A4E6A"/>
                </a:solidFill>
                <a:latin typeface="Tahoma"/>
                <a:cs typeface="Tahoma"/>
              </a:rPr>
              <a:t>need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20">
                <a:solidFill>
                  <a:srgbClr val="4A4E6A"/>
                </a:solidFill>
                <a:latin typeface="Tahoma"/>
                <a:cs typeface="Tahoma"/>
              </a:rPr>
              <a:t>to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5">
                <a:solidFill>
                  <a:srgbClr val="4A4E6A"/>
                </a:solidFill>
                <a:latin typeface="Tahoma"/>
                <a:cs typeface="Tahoma"/>
              </a:rPr>
              <a:t>insert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5">
                <a:solidFill>
                  <a:srgbClr val="4A4E6A"/>
                </a:solidFill>
                <a:latin typeface="Tahoma"/>
                <a:cs typeface="Tahoma"/>
              </a:rPr>
              <a:t>content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5">
                <a:solidFill>
                  <a:srgbClr val="4A4E6A"/>
                </a:solidFill>
                <a:latin typeface="Tahoma"/>
                <a:cs typeface="Tahoma"/>
              </a:rPr>
              <a:t>at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a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5">
                <a:solidFill>
                  <a:srgbClr val="4A4E6A"/>
                </a:solidFill>
                <a:latin typeface="Tahoma"/>
                <a:cs typeface="Tahoma"/>
              </a:rPr>
              <a:t>specific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5">
                <a:solidFill>
                  <a:srgbClr val="4A4E6A"/>
                </a:solidFill>
                <a:latin typeface="Tahoma"/>
                <a:cs typeface="Tahoma"/>
              </a:rPr>
              <a:t>position,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25">
                <a:solidFill>
                  <a:srgbClr val="4A4E6A"/>
                </a:solidFill>
                <a:latin typeface="Tahoma"/>
                <a:cs typeface="Tahoma"/>
              </a:rPr>
              <a:t>or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0">
                <a:solidFill>
                  <a:srgbClr val="4A4E6A"/>
                </a:solidFill>
                <a:latin typeface="Tahoma"/>
                <a:cs typeface="Tahoma"/>
              </a:rPr>
              <a:t>update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5">
                <a:solidFill>
                  <a:srgbClr val="4A4E6A"/>
                </a:solidFill>
                <a:latin typeface="Tahoma"/>
                <a:cs typeface="Tahoma"/>
              </a:rPr>
              <a:t>content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25">
                <a:solidFill>
                  <a:srgbClr val="4A4E6A"/>
                </a:solidFill>
                <a:latin typeface="Tahoma"/>
                <a:cs typeface="Tahoma"/>
              </a:rPr>
              <a:t>in </a:t>
            </a:r>
            <a:r>
              <a:rPr dirty="0" sz="850" spc="-40">
                <a:solidFill>
                  <a:srgbClr val="4A4E6A"/>
                </a:solidFill>
                <a:latin typeface="Tahoma"/>
                <a:cs typeface="Tahoma"/>
              </a:rPr>
              <a:t>place</a:t>
            </a:r>
            <a:r>
              <a:rPr dirty="0" sz="850" spc="-2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(streaming,</a:t>
            </a:r>
            <a:r>
              <a:rPr dirty="0" sz="850" spc="-2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progress</a:t>
            </a:r>
            <a:r>
              <a:rPr dirty="0" sz="850" spc="-2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10">
                <a:solidFill>
                  <a:srgbClr val="4A4E6A"/>
                </a:solidFill>
                <a:latin typeface="Tahoma"/>
                <a:cs typeface="Tahoma"/>
              </a:rPr>
              <a:t>bars).</a:t>
            </a:r>
            <a:endParaRPr sz="8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25500" y="530225"/>
            <a:ext cx="268478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20" b="1">
                <a:solidFill>
                  <a:srgbClr val="FF6A5B"/>
                </a:solidFill>
                <a:latin typeface="Cambria"/>
                <a:cs typeface="Cambria"/>
              </a:rPr>
              <a:t>L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30" b="1">
                <a:solidFill>
                  <a:srgbClr val="FF6A5B"/>
                </a:solidFill>
                <a:latin typeface="Cambria"/>
                <a:cs typeface="Cambria"/>
              </a:rPr>
              <a:t>AY</a:t>
            </a:r>
            <a:r>
              <a:rPr dirty="0" sz="900" spc="-7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20" b="1">
                <a:solidFill>
                  <a:srgbClr val="FF6A5B"/>
                </a:solidFill>
                <a:latin typeface="Cambria"/>
                <a:cs typeface="Cambria"/>
              </a:rPr>
              <a:t>O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U </a:t>
            </a:r>
            <a:r>
              <a:rPr dirty="0" sz="900" b="1">
                <a:solidFill>
                  <a:srgbClr val="FF6A5B"/>
                </a:solidFill>
                <a:latin typeface="Cambria"/>
                <a:cs typeface="Cambria"/>
              </a:rPr>
              <a:t>T</a:t>
            </a:r>
            <a:r>
              <a:rPr dirty="0" sz="900" spc="1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80" b="1">
                <a:solidFill>
                  <a:srgbClr val="FF6A5B"/>
                </a:solidFill>
                <a:latin typeface="Cambria"/>
                <a:cs typeface="Cambria"/>
              </a:rPr>
              <a:t>P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105" b="1">
                <a:solidFill>
                  <a:srgbClr val="FF6A5B"/>
                </a:solidFill>
                <a:latin typeface="Cambria"/>
                <a:cs typeface="Cambria"/>
              </a:rPr>
              <a:t>R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75" b="1">
                <a:solidFill>
                  <a:srgbClr val="FF6A5B"/>
                </a:solidFill>
                <a:latin typeface="Cambria"/>
                <a:cs typeface="Cambria"/>
              </a:rPr>
              <a:t>I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b="1">
                <a:solidFill>
                  <a:srgbClr val="FF6A5B"/>
                </a:solidFill>
                <a:latin typeface="Cambria"/>
                <a:cs typeface="Cambria"/>
              </a:rPr>
              <a:t>M</a:t>
            </a:r>
            <a:r>
              <a:rPr dirty="0" sz="900" spc="-5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75" b="1">
                <a:solidFill>
                  <a:srgbClr val="FF6A5B"/>
                </a:solidFill>
                <a:latin typeface="Cambria"/>
                <a:cs typeface="Cambria"/>
              </a:rPr>
              <a:t>I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140" b="1">
                <a:solidFill>
                  <a:srgbClr val="FF6A5B"/>
                </a:solidFill>
                <a:latin typeface="Cambria"/>
                <a:cs typeface="Cambria"/>
              </a:rPr>
              <a:t>T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75" b="1">
                <a:solidFill>
                  <a:srgbClr val="FF6A5B"/>
                </a:solidFill>
                <a:latin typeface="Cambria"/>
                <a:cs typeface="Cambria"/>
              </a:rPr>
              <a:t>I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55" b="1">
                <a:solidFill>
                  <a:srgbClr val="FF6A5B"/>
                </a:solidFill>
                <a:latin typeface="Cambria"/>
                <a:cs typeface="Cambria"/>
              </a:rPr>
              <a:t>V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b="1">
                <a:solidFill>
                  <a:srgbClr val="FF6A5B"/>
                </a:solidFill>
                <a:latin typeface="Cambria"/>
                <a:cs typeface="Cambria"/>
              </a:rPr>
              <a:t>E</a:t>
            </a:r>
            <a:r>
              <a:rPr dirty="0" sz="900" spc="295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95" b="1">
                <a:solidFill>
                  <a:srgbClr val="FF6A5B"/>
                </a:solidFill>
                <a:latin typeface="Cambria"/>
                <a:cs typeface="Cambria"/>
              </a:rPr>
              <a:t>0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b="1">
                <a:solidFill>
                  <a:srgbClr val="FF6A5B"/>
                </a:solidFill>
                <a:latin typeface="Cambria"/>
                <a:cs typeface="Cambria"/>
              </a:rPr>
              <a:t>1</a:t>
            </a:r>
            <a:r>
              <a:rPr dirty="0" sz="900" spc="305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20" b="1">
                <a:solidFill>
                  <a:srgbClr val="FF6A5B"/>
                </a:solidFill>
                <a:latin typeface="Cambria"/>
                <a:cs typeface="Cambria"/>
              </a:rPr>
              <a:t>O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b="1">
                <a:solidFill>
                  <a:srgbClr val="FF6A5B"/>
                </a:solidFill>
                <a:latin typeface="Cambria"/>
                <a:cs typeface="Cambria"/>
              </a:rPr>
              <a:t>F</a:t>
            </a:r>
            <a:r>
              <a:rPr dirty="0" sz="900" spc="305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95" b="1">
                <a:solidFill>
                  <a:srgbClr val="FF6A5B"/>
                </a:solidFill>
                <a:latin typeface="Cambria"/>
                <a:cs typeface="Cambria"/>
              </a:rPr>
              <a:t>0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b="1">
                <a:solidFill>
                  <a:srgbClr val="FF6A5B"/>
                </a:solidFill>
                <a:latin typeface="Cambria"/>
                <a:cs typeface="Cambria"/>
              </a:rPr>
              <a:t>5</a:t>
            </a:r>
            <a:r>
              <a:rPr dirty="0" sz="900" spc="30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b="1">
                <a:solidFill>
                  <a:srgbClr val="FF6A5B"/>
                </a:solidFill>
                <a:latin typeface="Cambria"/>
                <a:cs typeface="Cambria"/>
              </a:rPr>
              <a:t>·</a:t>
            </a:r>
            <a:r>
              <a:rPr dirty="0" sz="900" spc="305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85" b="1">
                <a:solidFill>
                  <a:srgbClr val="FF6A5B"/>
                </a:solidFill>
                <a:latin typeface="Cambria"/>
                <a:cs typeface="Cambria"/>
              </a:rPr>
              <a:t>D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95" b="1">
                <a:solidFill>
                  <a:srgbClr val="FF6A5B"/>
                </a:solidFill>
                <a:latin typeface="Cambria"/>
                <a:cs typeface="Cambria"/>
              </a:rPr>
              <a:t>E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95" b="1">
                <a:solidFill>
                  <a:srgbClr val="FF6A5B"/>
                </a:solidFill>
                <a:latin typeface="Cambria"/>
                <a:cs typeface="Cambria"/>
              </a:rPr>
              <a:t>E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80" b="1">
                <a:solidFill>
                  <a:srgbClr val="FF6A5B"/>
                </a:solidFill>
                <a:latin typeface="Cambria"/>
                <a:cs typeface="Cambria"/>
              </a:rPr>
              <a:t>P</a:t>
            </a:r>
            <a:r>
              <a:rPr dirty="0" sz="900" spc="-6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35" b="1">
                <a:solidFill>
                  <a:srgbClr val="FF6A5B"/>
                </a:solidFill>
                <a:latin typeface="Cambria"/>
                <a:cs typeface="Cambria"/>
              </a:rPr>
              <a:t>-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85" b="1">
                <a:solidFill>
                  <a:srgbClr val="FF6A5B"/>
                </a:solidFill>
                <a:latin typeface="Cambria"/>
                <a:cs typeface="Cambria"/>
              </a:rPr>
              <a:t>D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75" b="1">
                <a:solidFill>
                  <a:srgbClr val="FF6A5B"/>
                </a:solidFill>
                <a:latin typeface="Cambria"/>
                <a:cs typeface="Cambria"/>
              </a:rPr>
              <a:t>I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55" b="1">
                <a:solidFill>
                  <a:srgbClr val="FF6A5B"/>
                </a:solidFill>
                <a:latin typeface="Cambria"/>
                <a:cs typeface="Cambria"/>
              </a:rPr>
              <a:t>V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50" b="1">
                <a:solidFill>
                  <a:srgbClr val="FF6A5B"/>
                </a:solidFill>
                <a:latin typeface="Cambria"/>
                <a:cs typeface="Cambria"/>
              </a:rPr>
              <a:t>E</a:t>
            </a:r>
            <a:endParaRPr sz="9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617521" y="530225"/>
            <a:ext cx="188087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85" b="1">
                <a:solidFill>
                  <a:srgbClr val="797E94"/>
                </a:solidFill>
                <a:latin typeface="Cambria"/>
                <a:cs typeface="Cambria"/>
              </a:rPr>
              <a:t>D</a:t>
            </a:r>
            <a:r>
              <a:rPr dirty="0" sz="900" spc="-60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900" b="1">
                <a:solidFill>
                  <a:srgbClr val="797E94"/>
                </a:solidFill>
                <a:latin typeface="Cambria"/>
                <a:cs typeface="Cambria"/>
              </a:rPr>
              <a:t>AY</a:t>
            </a:r>
            <a:r>
              <a:rPr dirty="0" sz="900" spc="250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900" spc="-95" b="1">
                <a:solidFill>
                  <a:srgbClr val="797E94"/>
                </a:solidFill>
                <a:latin typeface="Cambria"/>
                <a:cs typeface="Cambria"/>
              </a:rPr>
              <a:t>0</a:t>
            </a:r>
            <a:r>
              <a:rPr dirty="0" sz="900" spc="-40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900" b="1">
                <a:solidFill>
                  <a:srgbClr val="797E94"/>
                </a:solidFill>
                <a:latin typeface="Cambria"/>
                <a:cs typeface="Cambria"/>
              </a:rPr>
              <a:t>5</a:t>
            </a:r>
            <a:r>
              <a:rPr dirty="0" sz="900" spc="315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900" b="1">
                <a:solidFill>
                  <a:srgbClr val="797E94"/>
                </a:solidFill>
                <a:latin typeface="Cambria"/>
                <a:cs typeface="Cambria"/>
              </a:rPr>
              <a:t>·</a:t>
            </a:r>
            <a:r>
              <a:rPr dirty="0" sz="900" spc="310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900" spc="-60" b="1">
                <a:solidFill>
                  <a:srgbClr val="797E94"/>
                </a:solidFill>
                <a:latin typeface="Cambria"/>
                <a:cs typeface="Cambria"/>
              </a:rPr>
              <a:t>W</a:t>
            </a:r>
            <a:r>
              <a:rPr dirty="0" sz="900" spc="-40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900" spc="-75" b="1">
                <a:solidFill>
                  <a:srgbClr val="797E94"/>
                </a:solidFill>
                <a:latin typeface="Cambria"/>
                <a:cs typeface="Cambria"/>
              </a:rPr>
              <a:t>I</a:t>
            </a:r>
            <a:r>
              <a:rPr dirty="0" sz="900" spc="-40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900" spc="-85" b="1">
                <a:solidFill>
                  <a:srgbClr val="797E94"/>
                </a:solidFill>
                <a:latin typeface="Cambria"/>
                <a:cs typeface="Cambria"/>
              </a:rPr>
              <a:t>D</a:t>
            </a:r>
            <a:r>
              <a:rPr dirty="0" sz="900" spc="-40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900" spc="-20" b="1">
                <a:solidFill>
                  <a:srgbClr val="797E94"/>
                </a:solidFill>
                <a:latin typeface="Cambria"/>
                <a:cs typeface="Cambria"/>
              </a:rPr>
              <a:t>G</a:t>
            </a:r>
            <a:r>
              <a:rPr dirty="0" sz="900" spc="-40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900" spc="-95" b="1">
                <a:solidFill>
                  <a:srgbClr val="797E94"/>
                </a:solidFill>
                <a:latin typeface="Cambria"/>
                <a:cs typeface="Cambria"/>
              </a:rPr>
              <a:t>E</a:t>
            </a:r>
            <a:r>
              <a:rPr dirty="0" sz="900" spc="-40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900" spc="-135" b="1">
                <a:solidFill>
                  <a:srgbClr val="797E94"/>
                </a:solidFill>
                <a:latin typeface="Cambria"/>
                <a:cs typeface="Cambria"/>
              </a:rPr>
              <a:t>T</a:t>
            </a:r>
            <a:r>
              <a:rPr dirty="0" sz="900" spc="-45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900" b="1">
                <a:solidFill>
                  <a:srgbClr val="797E94"/>
                </a:solidFill>
                <a:latin typeface="Cambria"/>
                <a:cs typeface="Cambria"/>
              </a:rPr>
              <a:t>S</a:t>
            </a:r>
            <a:r>
              <a:rPr dirty="0" sz="900" spc="315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900" b="1">
                <a:solidFill>
                  <a:srgbClr val="797E94"/>
                </a:solidFill>
                <a:latin typeface="Cambria"/>
                <a:cs typeface="Cambria"/>
              </a:rPr>
              <a:t>&amp;</a:t>
            </a:r>
            <a:r>
              <a:rPr dirty="0" sz="900" spc="315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900" spc="-120" b="1">
                <a:solidFill>
                  <a:srgbClr val="797E94"/>
                </a:solidFill>
                <a:latin typeface="Cambria"/>
                <a:cs typeface="Cambria"/>
              </a:rPr>
              <a:t>L</a:t>
            </a:r>
            <a:r>
              <a:rPr dirty="0" sz="900" spc="-40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900" spc="-30" b="1">
                <a:solidFill>
                  <a:srgbClr val="797E94"/>
                </a:solidFill>
                <a:latin typeface="Cambria"/>
                <a:cs typeface="Cambria"/>
              </a:rPr>
              <a:t>AY</a:t>
            </a:r>
            <a:r>
              <a:rPr dirty="0" sz="900" spc="-70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900" spc="-20" b="1">
                <a:solidFill>
                  <a:srgbClr val="797E94"/>
                </a:solidFill>
                <a:latin typeface="Cambria"/>
                <a:cs typeface="Cambria"/>
              </a:rPr>
              <a:t>O</a:t>
            </a:r>
            <a:r>
              <a:rPr dirty="0" sz="900" spc="-40" b="1">
                <a:solidFill>
                  <a:srgbClr val="797E94"/>
                </a:solidFill>
                <a:latin typeface="Cambria"/>
                <a:cs typeface="Cambria"/>
              </a:rPr>
              <a:t> U </a:t>
            </a:r>
            <a:r>
              <a:rPr dirty="0" sz="900" spc="-50" b="1">
                <a:solidFill>
                  <a:srgbClr val="797E94"/>
                </a:solidFill>
                <a:latin typeface="Cambria"/>
                <a:cs typeface="Cambria"/>
              </a:rPr>
              <a:t>T</a:t>
            </a:r>
            <a:endParaRPr sz="900">
              <a:latin typeface="Cambria"/>
              <a:cs typeface="Cambria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673099" y="777875"/>
            <a:ext cx="4686935" cy="3683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45"/>
              <a:t>st.columns</a:t>
            </a:r>
            <a:r>
              <a:rPr dirty="0" spc="-20"/>
              <a:t> </a:t>
            </a:r>
            <a:r>
              <a:rPr dirty="0" spc="-225"/>
              <a:t>—</a:t>
            </a:r>
            <a:r>
              <a:rPr dirty="0" spc="-25"/>
              <a:t> </a:t>
            </a:r>
            <a:r>
              <a:rPr dirty="0" spc="-160"/>
              <a:t>split</a:t>
            </a:r>
            <a:r>
              <a:rPr dirty="0" spc="-20"/>
              <a:t> </a:t>
            </a:r>
            <a:r>
              <a:rPr dirty="0" spc="-114"/>
              <a:t>the</a:t>
            </a:r>
            <a:r>
              <a:rPr dirty="0" spc="-20"/>
              <a:t> </a:t>
            </a:r>
            <a:r>
              <a:rPr dirty="0" spc="-145"/>
              <a:t>page</a:t>
            </a:r>
            <a:r>
              <a:rPr dirty="0" spc="-25"/>
              <a:t> </a:t>
            </a:r>
            <a:r>
              <a:rPr dirty="0" spc="-160"/>
              <a:t>side-</a:t>
            </a:r>
            <a:r>
              <a:rPr dirty="0" spc="-175"/>
              <a:t>by-</a:t>
            </a:r>
            <a:r>
              <a:rPr dirty="0" spc="-70"/>
              <a:t>side.</a:t>
            </a:r>
          </a:p>
        </p:txBody>
      </p:sp>
      <p:sp>
        <p:nvSpPr>
          <p:cNvPr id="5" name="object 5"/>
          <p:cNvSpPr/>
          <p:nvPr/>
        </p:nvSpPr>
        <p:spPr>
          <a:xfrm>
            <a:off x="6486523" y="1238249"/>
            <a:ext cx="771525" cy="152400"/>
          </a:xfrm>
          <a:custGeom>
            <a:avLst/>
            <a:gdLst/>
            <a:ahLst/>
            <a:cxnLst/>
            <a:rect l="l" t="t" r="r" b="b"/>
            <a:pathLst>
              <a:path w="771525" h="152400">
                <a:moveTo>
                  <a:pt x="746739" y="152399"/>
                </a:moveTo>
                <a:lnTo>
                  <a:pt x="24785" y="152399"/>
                </a:lnTo>
                <a:lnTo>
                  <a:pt x="21139" y="151674"/>
                </a:lnTo>
                <a:lnTo>
                  <a:pt x="0" y="127614"/>
                </a:lnTo>
                <a:lnTo>
                  <a:pt x="0" y="123824"/>
                </a:lnTo>
                <a:lnTo>
                  <a:pt x="0" y="24785"/>
                </a:lnTo>
                <a:lnTo>
                  <a:pt x="24785" y="0"/>
                </a:lnTo>
                <a:lnTo>
                  <a:pt x="746739" y="0"/>
                </a:lnTo>
                <a:lnTo>
                  <a:pt x="771524" y="24785"/>
                </a:lnTo>
                <a:lnTo>
                  <a:pt x="771524" y="127614"/>
                </a:lnTo>
                <a:lnTo>
                  <a:pt x="750383" y="151674"/>
                </a:lnTo>
                <a:lnTo>
                  <a:pt x="746739" y="152399"/>
                </a:lnTo>
                <a:close/>
              </a:path>
            </a:pathLst>
          </a:custGeom>
          <a:solidFill>
            <a:srgbClr val="F4EF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73099" y="1201737"/>
            <a:ext cx="7867650" cy="1797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000" spc="-60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1000" spc="-7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00" spc="-55">
                <a:solidFill>
                  <a:srgbClr val="4A4E6A"/>
                </a:solidFill>
                <a:latin typeface="Tahoma"/>
                <a:cs typeface="Tahoma"/>
              </a:rPr>
              <a:t>most-</a:t>
            </a:r>
            <a:r>
              <a:rPr dirty="0" sz="1000" spc="-50">
                <a:solidFill>
                  <a:srgbClr val="4A4E6A"/>
                </a:solidFill>
                <a:latin typeface="Tahoma"/>
                <a:cs typeface="Tahoma"/>
              </a:rPr>
              <a:t>used</a:t>
            </a:r>
            <a:r>
              <a:rPr dirty="0" sz="1000" spc="-7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00" spc="-40">
                <a:solidFill>
                  <a:srgbClr val="4A4E6A"/>
                </a:solidFill>
                <a:latin typeface="Tahoma"/>
                <a:cs typeface="Tahoma"/>
              </a:rPr>
              <a:t>layout</a:t>
            </a:r>
            <a:r>
              <a:rPr dirty="0" sz="1000" spc="-7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00" spc="-35">
                <a:solidFill>
                  <a:srgbClr val="4A4E6A"/>
                </a:solidFill>
                <a:latin typeface="Tahoma"/>
                <a:cs typeface="Tahoma"/>
              </a:rPr>
              <a:t>primitive.</a:t>
            </a:r>
            <a:r>
              <a:rPr dirty="0" sz="100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00" spc="-90">
                <a:solidFill>
                  <a:srgbClr val="4A4E6A"/>
                </a:solidFill>
                <a:latin typeface="Tahoma"/>
                <a:cs typeface="Tahoma"/>
              </a:rPr>
              <a:t>Takes</a:t>
            </a:r>
            <a:r>
              <a:rPr dirty="0" sz="1000" spc="-7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00" spc="-50">
                <a:solidFill>
                  <a:srgbClr val="4A4E6A"/>
                </a:solidFill>
                <a:latin typeface="Tahoma"/>
                <a:cs typeface="Tahoma"/>
              </a:rPr>
              <a:t>a</a:t>
            </a:r>
            <a:r>
              <a:rPr dirty="0" sz="1000" spc="-7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00" spc="-60">
                <a:solidFill>
                  <a:srgbClr val="4A4E6A"/>
                </a:solidFill>
                <a:latin typeface="Tahoma"/>
                <a:cs typeface="Tahoma"/>
              </a:rPr>
              <a:t>number,</a:t>
            </a:r>
            <a:r>
              <a:rPr dirty="0" sz="100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00" spc="-40">
                <a:solidFill>
                  <a:srgbClr val="4A4E6A"/>
                </a:solidFill>
                <a:latin typeface="Tahoma"/>
                <a:cs typeface="Tahoma"/>
              </a:rPr>
              <a:t>returns</a:t>
            </a:r>
            <a:r>
              <a:rPr dirty="0" sz="1000" spc="-7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00" spc="-50">
                <a:solidFill>
                  <a:srgbClr val="4A4E6A"/>
                </a:solidFill>
                <a:latin typeface="Tahoma"/>
                <a:cs typeface="Tahoma"/>
              </a:rPr>
              <a:t>a</a:t>
            </a:r>
            <a:r>
              <a:rPr dirty="0" sz="1000" spc="-7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00" spc="-30">
                <a:solidFill>
                  <a:srgbClr val="4A4E6A"/>
                </a:solidFill>
                <a:latin typeface="Tahoma"/>
                <a:cs typeface="Tahoma"/>
              </a:rPr>
              <a:t>list</a:t>
            </a:r>
            <a:r>
              <a:rPr dirty="0" sz="1000" spc="-7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00" spc="-20">
                <a:solidFill>
                  <a:srgbClr val="4A4E6A"/>
                </a:solidFill>
                <a:latin typeface="Tahoma"/>
                <a:cs typeface="Tahoma"/>
              </a:rPr>
              <a:t>of</a:t>
            </a:r>
            <a:r>
              <a:rPr dirty="0" sz="100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00" spc="-40">
                <a:solidFill>
                  <a:srgbClr val="4A4E6A"/>
                </a:solidFill>
                <a:latin typeface="Tahoma"/>
                <a:cs typeface="Tahoma"/>
              </a:rPr>
              <a:t>column</a:t>
            </a:r>
            <a:r>
              <a:rPr dirty="0" sz="1000" spc="-7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00" spc="-45">
                <a:solidFill>
                  <a:srgbClr val="4A4E6A"/>
                </a:solidFill>
                <a:latin typeface="Tahoma"/>
                <a:cs typeface="Tahoma"/>
              </a:rPr>
              <a:t>objects.</a:t>
            </a:r>
            <a:r>
              <a:rPr dirty="0" sz="1000" spc="-7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00" spc="-45">
                <a:solidFill>
                  <a:srgbClr val="4A4E6A"/>
                </a:solidFill>
                <a:latin typeface="Tahoma"/>
                <a:cs typeface="Tahoma"/>
              </a:rPr>
              <a:t>Use</a:t>
            </a:r>
            <a:r>
              <a:rPr dirty="0" sz="100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00" spc="-40">
                <a:solidFill>
                  <a:srgbClr val="4A4E6A"/>
                </a:solidFill>
                <a:latin typeface="Tahoma"/>
                <a:cs typeface="Tahoma"/>
              </a:rPr>
              <a:t>them</a:t>
            </a:r>
            <a:r>
              <a:rPr dirty="0" sz="1000" spc="-7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00" spc="-60">
                <a:solidFill>
                  <a:srgbClr val="4A4E6A"/>
                </a:solidFill>
                <a:latin typeface="Tahoma"/>
                <a:cs typeface="Tahoma"/>
              </a:rPr>
              <a:t>as</a:t>
            </a:r>
            <a:r>
              <a:rPr dirty="0" sz="1000" spc="-7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00" spc="-45">
                <a:solidFill>
                  <a:srgbClr val="4A4E6A"/>
                </a:solidFill>
                <a:latin typeface="Tahoma"/>
                <a:cs typeface="Tahoma"/>
              </a:rPr>
              <a:t>context</a:t>
            </a:r>
            <a:r>
              <a:rPr dirty="0" sz="1000" spc="-7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00" spc="-60">
                <a:solidFill>
                  <a:srgbClr val="4A4E6A"/>
                </a:solidFill>
                <a:latin typeface="Tahoma"/>
                <a:cs typeface="Tahoma"/>
              </a:rPr>
              <a:t>managers</a:t>
            </a:r>
            <a:r>
              <a:rPr dirty="0" sz="100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4A4E6A"/>
                </a:solidFill>
                <a:latin typeface="Tahoma"/>
                <a:cs typeface="Tahoma"/>
              </a:rPr>
              <a:t>(</a:t>
            </a:r>
            <a:r>
              <a:rPr dirty="0" sz="1000" spc="10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93283"/>
                </a:solidFill>
                <a:latin typeface="Courier New"/>
                <a:cs typeface="Courier New"/>
              </a:rPr>
              <a:t>with</a:t>
            </a:r>
            <a:r>
              <a:rPr dirty="0" sz="900" spc="50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900" spc="-10">
                <a:solidFill>
                  <a:srgbClr val="293283"/>
                </a:solidFill>
                <a:latin typeface="Courier New"/>
                <a:cs typeface="Courier New"/>
              </a:rPr>
              <a:t>col1:</a:t>
            </a:r>
            <a:r>
              <a:rPr dirty="0" sz="900" spc="-130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1000" spc="-90">
                <a:solidFill>
                  <a:srgbClr val="4A4E6A"/>
                </a:solidFill>
                <a:latin typeface="Tahoma"/>
                <a:cs typeface="Tahoma"/>
              </a:rPr>
              <a:t>)</a:t>
            </a:r>
            <a:r>
              <a:rPr dirty="0" sz="1000" spc="-7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00" spc="-20">
                <a:solidFill>
                  <a:srgbClr val="4A4E6A"/>
                </a:solidFill>
                <a:latin typeface="Tahoma"/>
                <a:cs typeface="Tahoma"/>
              </a:rPr>
              <a:t>to</a:t>
            </a:r>
            <a:r>
              <a:rPr dirty="0" sz="100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00" spc="-40">
                <a:solidFill>
                  <a:srgbClr val="4A4E6A"/>
                </a:solidFill>
                <a:latin typeface="Tahoma"/>
                <a:cs typeface="Tahoma"/>
              </a:rPr>
              <a:t>place</a:t>
            </a:r>
            <a:r>
              <a:rPr dirty="0" sz="1000" spc="-7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00" spc="-45">
                <a:solidFill>
                  <a:srgbClr val="4A4E6A"/>
                </a:solidFill>
                <a:latin typeface="Tahoma"/>
                <a:cs typeface="Tahoma"/>
              </a:rPr>
              <a:t>widgets</a:t>
            </a:r>
            <a:r>
              <a:rPr dirty="0" sz="1000" spc="-7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4A4E6A"/>
                </a:solidFill>
                <a:latin typeface="Tahoma"/>
                <a:cs typeface="Tahoma"/>
              </a:rPr>
              <a:t>inside.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85799" y="1514474"/>
            <a:ext cx="5762625" cy="3943350"/>
            <a:chOff x="685799" y="1514474"/>
            <a:chExt cx="5762625" cy="3943350"/>
          </a:xfrm>
        </p:grpSpPr>
        <p:sp>
          <p:nvSpPr>
            <p:cNvPr id="8" name="object 8"/>
            <p:cNvSpPr/>
            <p:nvPr/>
          </p:nvSpPr>
          <p:spPr>
            <a:xfrm>
              <a:off x="690562" y="1519237"/>
              <a:ext cx="5753100" cy="3933825"/>
            </a:xfrm>
            <a:custGeom>
              <a:avLst/>
              <a:gdLst/>
              <a:ahLst/>
              <a:cxnLst/>
              <a:rect l="l" t="t" r="r" b="b"/>
              <a:pathLst>
                <a:path w="5753100" h="3933825">
                  <a:moveTo>
                    <a:pt x="5650754" y="3933824"/>
                  </a:moveTo>
                  <a:lnTo>
                    <a:pt x="102345" y="3933824"/>
                  </a:lnTo>
                  <a:lnTo>
                    <a:pt x="95221" y="3933122"/>
                  </a:lnTo>
                  <a:lnTo>
                    <a:pt x="54661" y="3919358"/>
                  </a:lnTo>
                  <a:lnTo>
                    <a:pt x="22456" y="3891122"/>
                  </a:lnTo>
                  <a:lnTo>
                    <a:pt x="3507" y="3852709"/>
                  </a:lnTo>
                  <a:lnTo>
                    <a:pt x="0" y="3831479"/>
                  </a:lnTo>
                  <a:lnTo>
                    <a:pt x="0" y="3824287"/>
                  </a:lnTo>
                  <a:lnTo>
                    <a:pt x="0" y="102345"/>
                  </a:lnTo>
                  <a:lnTo>
                    <a:pt x="11090" y="60974"/>
                  </a:lnTo>
                  <a:lnTo>
                    <a:pt x="37168" y="26996"/>
                  </a:lnTo>
                  <a:lnTo>
                    <a:pt x="74264" y="5585"/>
                  </a:lnTo>
                  <a:lnTo>
                    <a:pt x="102345" y="0"/>
                  </a:lnTo>
                  <a:lnTo>
                    <a:pt x="5650754" y="0"/>
                  </a:lnTo>
                  <a:lnTo>
                    <a:pt x="5692124" y="11090"/>
                  </a:lnTo>
                  <a:lnTo>
                    <a:pt x="5726101" y="37168"/>
                  </a:lnTo>
                  <a:lnTo>
                    <a:pt x="5747513" y="74264"/>
                  </a:lnTo>
                  <a:lnTo>
                    <a:pt x="5753099" y="102345"/>
                  </a:lnTo>
                  <a:lnTo>
                    <a:pt x="5753099" y="3831479"/>
                  </a:lnTo>
                  <a:lnTo>
                    <a:pt x="5742007" y="3872849"/>
                  </a:lnTo>
                  <a:lnTo>
                    <a:pt x="5715929" y="3906826"/>
                  </a:lnTo>
                  <a:lnTo>
                    <a:pt x="5678834" y="3928238"/>
                  </a:lnTo>
                  <a:lnTo>
                    <a:pt x="5657877" y="3933122"/>
                  </a:lnTo>
                  <a:lnTo>
                    <a:pt x="5650754" y="3933824"/>
                  </a:lnTo>
                  <a:close/>
                </a:path>
              </a:pathLst>
            </a:custGeom>
            <a:solidFill>
              <a:srgbClr val="1B1F3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690562" y="1519237"/>
              <a:ext cx="5753100" cy="3933825"/>
            </a:xfrm>
            <a:custGeom>
              <a:avLst/>
              <a:gdLst/>
              <a:ahLst/>
              <a:cxnLst/>
              <a:rect l="l" t="t" r="r" b="b"/>
              <a:pathLst>
                <a:path w="5753100" h="3933825">
                  <a:moveTo>
                    <a:pt x="0" y="3824287"/>
                  </a:moveTo>
                  <a:lnTo>
                    <a:pt x="0" y="109537"/>
                  </a:lnTo>
                  <a:lnTo>
                    <a:pt x="0" y="102345"/>
                  </a:lnTo>
                  <a:lnTo>
                    <a:pt x="701" y="95221"/>
                  </a:lnTo>
                  <a:lnTo>
                    <a:pt x="2104" y="88167"/>
                  </a:lnTo>
                  <a:lnTo>
                    <a:pt x="3507" y="81113"/>
                  </a:lnTo>
                  <a:lnTo>
                    <a:pt x="5585" y="74264"/>
                  </a:lnTo>
                  <a:lnTo>
                    <a:pt x="8338" y="67619"/>
                  </a:lnTo>
                  <a:lnTo>
                    <a:pt x="11090" y="60974"/>
                  </a:lnTo>
                  <a:lnTo>
                    <a:pt x="14464" y="54661"/>
                  </a:lnTo>
                  <a:lnTo>
                    <a:pt x="18460" y="48681"/>
                  </a:lnTo>
                  <a:lnTo>
                    <a:pt x="22456" y="42701"/>
                  </a:lnTo>
                  <a:lnTo>
                    <a:pt x="26997" y="37168"/>
                  </a:lnTo>
                  <a:lnTo>
                    <a:pt x="32082" y="32082"/>
                  </a:lnTo>
                  <a:lnTo>
                    <a:pt x="37168" y="26996"/>
                  </a:lnTo>
                  <a:lnTo>
                    <a:pt x="42701" y="22456"/>
                  </a:lnTo>
                  <a:lnTo>
                    <a:pt x="48681" y="18460"/>
                  </a:lnTo>
                  <a:lnTo>
                    <a:pt x="54661" y="14464"/>
                  </a:lnTo>
                  <a:lnTo>
                    <a:pt x="60974" y="11090"/>
                  </a:lnTo>
                  <a:lnTo>
                    <a:pt x="67619" y="8338"/>
                  </a:lnTo>
                  <a:lnTo>
                    <a:pt x="74264" y="5585"/>
                  </a:lnTo>
                  <a:lnTo>
                    <a:pt x="81113" y="3507"/>
                  </a:lnTo>
                  <a:lnTo>
                    <a:pt x="88167" y="2104"/>
                  </a:lnTo>
                  <a:lnTo>
                    <a:pt x="95221" y="701"/>
                  </a:lnTo>
                  <a:lnTo>
                    <a:pt x="102345" y="0"/>
                  </a:lnTo>
                  <a:lnTo>
                    <a:pt x="109537" y="0"/>
                  </a:lnTo>
                  <a:lnTo>
                    <a:pt x="5643562" y="0"/>
                  </a:lnTo>
                  <a:lnTo>
                    <a:pt x="5650754" y="0"/>
                  </a:lnTo>
                  <a:lnTo>
                    <a:pt x="5657877" y="701"/>
                  </a:lnTo>
                  <a:lnTo>
                    <a:pt x="5664931" y="2104"/>
                  </a:lnTo>
                  <a:lnTo>
                    <a:pt x="5671984" y="3507"/>
                  </a:lnTo>
                  <a:lnTo>
                    <a:pt x="5704416" y="18460"/>
                  </a:lnTo>
                  <a:lnTo>
                    <a:pt x="5710396" y="22456"/>
                  </a:lnTo>
                  <a:lnTo>
                    <a:pt x="5738634" y="54661"/>
                  </a:lnTo>
                  <a:lnTo>
                    <a:pt x="5744760" y="67619"/>
                  </a:lnTo>
                  <a:lnTo>
                    <a:pt x="5747513" y="74264"/>
                  </a:lnTo>
                  <a:lnTo>
                    <a:pt x="5749591" y="81113"/>
                  </a:lnTo>
                  <a:lnTo>
                    <a:pt x="5750994" y="88167"/>
                  </a:lnTo>
                  <a:lnTo>
                    <a:pt x="5752397" y="95221"/>
                  </a:lnTo>
                  <a:lnTo>
                    <a:pt x="5753099" y="102345"/>
                  </a:lnTo>
                  <a:lnTo>
                    <a:pt x="5753099" y="109537"/>
                  </a:lnTo>
                  <a:lnTo>
                    <a:pt x="5753099" y="3824287"/>
                  </a:lnTo>
                  <a:lnTo>
                    <a:pt x="5753099" y="3831479"/>
                  </a:lnTo>
                  <a:lnTo>
                    <a:pt x="5752397" y="3838602"/>
                  </a:lnTo>
                  <a:lnTo>
                    <a:pt x="5750994" y="3845656"/>
                  </a:lnTo>
                  <a:lnTo>
                    <a:pt x="5749591" y="3852709"/>
                  </a:lnTo>
                  <a:lnTo>
                    <a:pt x="5747513" y="3859559"/>
                  </a:lnTo>
                  <a:lnTo>
                    <a:pt x="5744760" y="3866204"/>
                  </a:lnTo>
                  <a:lnTo>
                    <a:pt x="5742007" y="3872849"/>
                  </a:lnTo>
                  <a:lnTo>
                    <a:pt x="5715929" y="3906826"/>
                  </a:lnTo>
                  <a:lnTo>
                    <a:pt x="5685479" y="3925485"/>
                  </a:lnTo>
                  <a:lnTo>
                    <a:pt x="5678834" y="3928238"/>
                  </a:lnTo>
                  <a:lnTo>
                    <a:pt x="5643562" y="3933824"/>
                  </a:lnTo>
                  <a:lnTo>
                    <a:pt x="109537" y="3933824"/>
                  </a:lnTo>
                  <a:lnTo>
                    <a:pt x="67619" y="3925485"/>
                  </a:lnTo>
                  <a:lnTo>
                    <a:pt x="60974" y="3922732"/>
                  </a:lnTo>
                  <a:lnTo>
                    <a:pt x="32082" y="3901741"/>
                  </a:lnTo>
                  <a:lnTo>
                    <a:pt x="26997" y="3896655"/>
                  </a:lnTo>
                  <a:lnTo>
                    <a:pt x="8338" y="3866204"/>
                  </a:lnTo>
                  <a:lnTo>
                    <a:pt x="5585" y="3859559"/>
                  </a:lnTo>
                  <a:lnTo>
                    <a:pt x="3507" y="3852709"/>
                  </a:lnTo>
                  <a:lnTo>
                    <a:pt x="2104" y="3845656"/>
                  </a:lnTo>
                  <a:lnTo>
                    <a:pt x="701" y="3838602"/>
                  </a:lnTo>
                  <a:lnTo>
                    <a:pt x="0" y="3831479"/>
                  </a:lnTo>
                  <a:lnTo>
                    <a:pt x="0" y="3824287"/>
                  </a:lnTo>
                  <a:close/>
                </a:path>
              </a:pathLst>
            </a:custGeom>
            <a:ln w="9524">
              <a:solidFill>
                <a:srgbClr val="292E5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695324" y="1523999"/>
              <a:ext cx="5743575" cy="276225"/>
            </a:xfrm>
            <a:custGeom>
              <a:avLst/>
              <a:gdLst/>
              <a:ahLst/>
              <a:cxnLst/>
              <a:rect l="l" t="t" r="r" b="b"/>
              <a:pathLst>
                <a:path w="5743575" h="276225">
                  <a:moveTo>
                    <a:pt x="5743574" y="276224"/>
                  </a:moveTo>
                  <a:lnTo>
                    <a:pt x="0" y="276224"/>
                  </a:lnTo>
                  <a:lnTo>
                    <a:pt x="0" y="104775"/>
                  </a:lnTo>
                  <a:lnTo>
                    <a:pt x="7975" y="64679"/>
                  </a:lnTo>
                  <a:lnTo>
                    <a:pt x="30687" y="30687"/>
                  </a:lnTo>
                  <a:lnTo>
                    <a:pt x="64679" y="7975"/>
                  </a:lnTo>
                  <a:lnTo>
                    <a:pt x="104775" y="0"/>
                  </a:lnTo>
                  <a:lnTo>
                    <a:pt x="5638799" y="0"/>
                  </a:lnTo>
                  <a:lnTo>
                    <a:pt x="5678894" y="7975"/>
                  </a:lnTo>
                  <a:lnTo>
                    <a:pt x="5712886" y="30687"/>
                  </a:lnTo>
                  <a:lnTo>
                    <a:pt x="5735598" y="64679"/>
                  </a:lnTo>
                  <a:lnTo>
                    <a:pt x="5743574" y="104775"/>
                  </a:lnTo>
                  <a:lnTo>
                    <a:pt x="5743574" y="276224"/>
                  </a:lnTo>
                  <a:close/>
                </a:path>
              </a:pathLst>
            </a:custGeom>
            <a:solidFill>
              <a:srgbClr val="13173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695324" y="1790699"/>
              <a:ext cx="5743575" cy="9525"/>
            </a:xfrm>
            <a:custGeom>
              <a:avLst/>
              <a:gdLst/>
              <a:ahLst/>
              <a:cxnLst/>
              <a:rect l="l" t="t" r="r" b="b"/>
              <a:pathLst>
                <a:path w="5743575" h="9525">
                  <a:moveTo>
                    <a:pt x="5743574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5743574" y="0"/>
                  </a:lnTo>
                  <a:lnTo>
                    <a:pt x="5743574" y="9524"/>
                  </a:lnTo>
                  <a:close/>
                </a:path>
              </a:pathLst>
            </a:custGeom>
            <a:solidFill>
              <a:srgbClr val="292E5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8674" y="1619249"/>
              <a:ext cx="85725" cy="8572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71549" y="1619249"/>
              <a:ext cx="85725" cy="8572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14424" y="1619249"/>
              <a:ext cx="85725" cy="85724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1282699" y="1568450"/>
            <a:ext cx="39497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10" b="1">
                <a:solidFill>
                  <a:srgbClr val="E7E9F5"/>
                </a:solidFill>
                <a:latin typeface="Courier New"/>
                <a:cs typeface="Courier New"/>
              </a:rPr>
              <a:t>app.py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919291" y="1577975"/>
            <a:ext cx="39243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10">
                <a:solidFill>
                  <a:srgbClr val="6A6F99"/>
                </a:solidFill>
                <a:latin typeface="Courier New"/>
                <a:cs typeface="Courier New"/>
              </a:rPr>
              <a:t>PYTHON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35025" y="1882775"/>
            <a:ext cx="1358265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>
                <a:solidFill>
                  <a:srgbClr val="FF8B7E"/>
                </a:solidFill>
                <a:latin typeface="Courier New"/>
                <a:cs typeface="Courier New"/>
              </a:rPr>
              <a:t>import</a:t>
            </a:r>
            <a:r>
              <a:rPr dirty="0" sz="800" spc="-15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7E9F5"/>
                </a:solidFill>
                <a:latin typeface="Courier New"/>
                <a:cs typeface="Courier New"/>
              </a:rPr>
              <a:t>streamlit</a:t>
            </a:r>
            <a:r>
              <a:rPr dirty="0" sz="800" spc="-1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FF8B7E"/>
                </a:solidFill>
                <a:latin typeface="Courier New"/>
                <a:cs typeface="Courier New"/>
              </a:rPr>
              <a:t>as</a:t>
            </a:r>
            <a:r>
              <a:rPr dirty="0" sz="800" spc="-10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800" spc="-25">
                <a:solidFill>
                  <a:srgbClr val="E7E9F5"/>
                </a:solidFill>
                <a:latin typeface="Courier New"/>
                <a:cs typeface="Courier New"/>
              </a:rPr>
              <a:t>st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35025" y="2197100"/>
            <a:ext cx="172085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>
                <a:solidFill>
                  <a:srgbClr val="E7E9F5"/>
                </a:solidFill>
                <a:latin typeface="Courier New"/>
                <a:cs typeface="Courier New"/>
              </a:rPr>
              <a:t>st.</a:t>
            </a:r>
            <a:r>
              <a:rPr dirty="0" sz="800">
                <a:solidFill>
                  <a:srgbClr val="FFD580"/>
                </a:solidFill>
                <a:latin typeface="Courier New"/>
                <a:cs typeface="Courier New"/>
              </a:rPr>
              <a:t>title</a:t>
            </a:r>
            <a:r>
              <a:rPr dirty="0" sz="800">
                <a:solidFill>
                  <a:srgbClr val="E7E9F5"/>
                </a:solidFill>
                <a:latin typeface="Courier New"/>
                <a:cs typeface="Courier New"/>
              </a:rPr>
              <a:t>(</a:t>
            </a:r>
            <a:r>
              <a:rPr dirty="0" sz="800">
                <a:solidFill>
                  <a:srgbClr val="B8E886"/>
                </a:solidFill>
                <a:latin typeface="Courier New"/>
                <a:cs typeface="Courier New"/>
              </a:rPr>
              <a:t>"Two</a:t>
            </a:r>
            <a:r>
              <a:rPr dirty="0" sz="800" spc="-15">
                <a:solidFill>
                  <a:srgbClr val="B8E886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B8E886"/>
                </a:solidFill>
                <a:latin typeface="Courier New"/>
                <a:cs typeface="Courier New"/>
              </a:rPr>
              <a:t>Columns</a:t>
            </a:r>
            <a:r>
              <a:rPr dirty="0" sz="800" spc="-15">
                <a:solidFill>
                  <a:srgbClr val="B8E886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B8E886"/>
                </a:solidFill>
                <a:latin typeface="Courier New"/>
                <a:cs typeface="Courier New"/>
              </a:rPr>
              <a:t>Demo"</a:t>
            </a:r>
            <a:r>
              <a:rPr dirty="0" sz="800" spc="-10">
                <a:solidFill>
                  <a:srgbClr val="E7E9F5"/>
                </a:solidFill>
                <a:latin typeface="Courier New"/>
                <a:cs typeface="Courier New"/>
              </a:rPr>
              <a:t>)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35025" y="2475229"/>
            <a:ext cx="1901825" cy="349250"/>
          </a:xfrm>
          <a:prstGeom prst="rect">
            <a:avLst/>
          </a:prstGeom>
        </p:spPr>
        <p:txBody>
          <a:bodyPr wrap="square" lIns="0" tIns="5206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800" spc="-1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Split</a:t>
            </a:r>
            <a:r>
              <a:rPr dirty="0" sz="800" spc="-1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the</a:t>
            </a:r>
            <a:r>
              <a:rPr dirty="0" sz="800" spc="-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page</a:t>
            </a:r>
            <a:r>
              <a:rPr dirty="0" sz="800" spc="-1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into</a:t>
            </a:r>
            <a:r>
              <a:rPr dirty="0" sz="800" spc="-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2</a:t>
            </a:r>
            <a:r>
              <a:rPr dirty="0" sz="800" spc="-10" i="1">
                <a:solidFill>
                  <a:srgbClr val="8B8FB4"/>
                </a:solidFill>
                <a:latin typeface="Courier New"/>
                <a:cs typeface="Courier New"/>
              </a:rPr>
              <a:t> columns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dirty="0" sz="800">
                <a:solidFill>
                  <a:srgbClr val="87D4FF"/>
                </a:solidFill>
                <a:latin typeface="Courier New"/>
                <a:cs typeface="Courier New"/>
              </a:rPr>
              <a:t>col1</a:t>
            </a:r>
            <a:r>
              <a:rPr dirty="0" sz="800">
                <a:solidFill>
                  <a:srgbClr val="E7E9F5"/>
                </a:solidFill>
                <a:latin typeface="Courier New"/>
                <a:cs typeface="Courier New"/>
              </a:rPr>
              <a:t>,</a:t>
            </a:r>
            <a:r>
              <a:rPr dirty="0" sz="800" spc="-1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87D4FF"/>
                </a:solidFill>
                <a:latin typeface="Courier New"/>
                <a:cs typeface="Courier New"/>
              </a:rPr>
              <a:t>col2</a:t>
            </a:r>
            <a:r>
              <a:rPr dirty="0" sz="800" spc="-10">
                <a:solidFill>
                  <a:srgbClr val="87D4FF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7E9F5"/>
                </a:solidFill>
                <a:latin typeface="Courier New"/>
                <a:cs typeface="Courier New"/>
              </a:rPr>
              <a:t>=</a:t>
            </a:r>
            <a:r>
              <a:rPr dirty="0" sz="800" spc="-5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7E9F5"/>
                </a:solidFill>
                <a:latin typeface="Courier New"/>
                <a:cs typeface="Courier New"/>
              </a:rPr>
              <a:t>st.</a:t>
            </a:r>
            <a:r>
              <a:rPr dirty="0" sz="800" spc="-10">
                <a:solidFill>
                  <a:srgbClr val="FFD580"/>
                </a:solidFill>
                <a:latin typeface="Courier New"/>
                <a:cs typeface="Courier New"/>
              </a:rPr>
              <a:t>columns</a:t>
            </a:r>
            <a:r>
              <a:rPr dirty="0" sz="800" spc="-10">
                <a:solidFill>
                  <a:srgbClr val="E7E9F5"/>
                </a:solidFill>
                <a:latin typeface="Courier New"/>
                <a:cs typeface="Courier New"/>
              </a:rPr>
              <a:t>(</a:t>
            </a:r>
            <a:r>
              <a:rPr dirty="0" sz="800" spc="-10">
                <a:solidFill>
                  <a:srgbClr val="FF8B7E"/>
                </a:solidFill>
                <a:latin typeface="Courier New"/>
                <a:cs typeface="Courier New"/>
              </a:rPr>
              <a:t>2</a:t>
            </a:r>
            <a:r>
              <a:rPr dirty="0" sz="800" spc="-10">
                <a:solidFill>
                  <a:srgbClr val="E7E9F5"/>
                </a:solidFill>
                <a:latin typeface="Courier New"/>
                <a:cs typeface="Courier New"/>
              </a:rPr>
              <a:t>)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35025" y="2961004"/>
            <a:ext cx="2687955" cy="644525"/>
          </a:xfrm>
          <a:prstGeom prst="rect">
            <a:avLst/>
          </a:prstGeom>
        </p:spPr>
        <p:txBody>
          <a:bodyPr wrap="square" lIns="0" tIns="425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800" spc="-1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Put</a:t>
            </a:r>
            <a:r>
              <a:rPr dirty="0" sz="800" spc="-1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widgets</a:t>
            </a:r>
            <a:r>
              <a:rPr dirty="0" sz="800" spc="-1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INSIDE</a:t>
            </a:r>
            <a:r>
              <a:rPr dirty="0" sz="800" spc="-1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each</a:t>
            </a:r>
            <a:r>
              <a:rPr dirty="0" sz="800" spc="-10" i="1">
                <a:solidFill>
                  <a:srgbClr val="8B8FB4"/>
                </a:solidFill>
                <a:latin typeface="Courier New"/>
                <a:cs typeface="Courier New"/>
              </a:rPr>
              <a:t> column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 sz="800">
                <a:solidFill>
                  <a:srgbClr val="FF8B7E"/>
                </a:solidFill>
                <a:latin typeface="Courier New"/>
                <a:cs typeface="Courier New"/>
              </a:rPr>
              <a:t>with</a:t>
            </a:r>
            <a:r>
              <a:rPr dirty="0" sz="800" spc="-10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87D4FF"/>
                </a:solidFill>
                <a:latin typeface="Courier New"/>
                <a:cs typeface="Courier New"/>
              </a:rPr>
              <a:t>col1</a:t>
            </a:r>
            <a:r>
              <a:rPr dirty="0" sz="800" spc="-10">
                <a:solidFill>
                  <a:srgbClr val="E7E9F5"/>
                </a:solidFill>
                <a:latin typeface="Courier New"/>
                <a:cs typeface="Courier New"/>
              </a:rPr>
              <a:t>:</a:t>
            </a:r>
            <a:endParaRPr sz="800">
              <a:latin typeface="Courier New"/>
              <a:cs typeface="Courier New"/>
            </a:endParaRPr>
          </a:p>
          <a:p>
            <a:pPr marL="254000">
              <a:lnSpc>
                <a:spcPct val="100000"/>
              </a:lnSpc>
              <a:spcBef>
                <a:spcPts val="315"/>
              </a:spcBef>
            </a:pPr>
            <a:r>
              <a:rPr dirty="0" sz="800">
                <a:solidFill>
                  <a:srgbClr val="E7E9F5"/>
                </a:solidFill>
                <a:latin typeface="Courier New"/>
                <a:cs typeface="Courier New"/>
              </a:rPr>
              <a:t>st.</a:t>
            </a:r>
            <a:r>
              <a:rPr dirty="0" sz="800">
                <a:solidFill>
                  <a:srgbClr val="FFD580"/>
                </a:solidFill>
                <a:latin typeface="Courier New"/>
                <a:cs typeface="Courier New"/>
              </a:rPr>
              <a:t>write</a:t>
            </a:r>
            <a:r>
              <a:rPr dirty="0" sz="800">
                <a:solidFill>
                  <a:srgbClr val="E7E9F5"/>
                </a:solidFill>
                <a:latin typeface="Courier New"/>
                <a:cs typeface="Courier New"/>
              </a:rPr>
              <a:t>(</a:t>
            </a:r>
            <a:r>
              <a:rPr dirty="0" sz="800">
                <a:solidFill>
                  <a:srgbClr val="B8E886"/>
                </a:solidFill>
                <a:latin typeface="Courier New"/>
                <a:cs typeface="Courier New"/>
              </a:rPr>
              <a:t>"**Left</a:t>
            </a:r>
            <a:r>
              <a:rPr dirty="0" sz="800" spc="-25">
                <a:solidFill>
                  <a:srgbClr val="B8E886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B8E886"/>
                </a:solidFill>
                <a:latin typeface="Courier New"/>
                <a:cs typeface="Courier New"/>
              </a:rPr>
              <a:t>column**"</a:t>
            </a:r>
            <a:r>
              <a:rPr dirty="0" sz="800" spc="-10">
                <a:solidFill>
                  <a:srgbClr val="E7E9F5"/>
                </a:solidFill>
                <a:latin typeface="Courier New"/>
                <a:cs typeface="Courier New"/>
              </a:rPr>
              <a:t>)</a:t>
            </a:r>
            <a:endParaRPr sz="800">
              <a:latin typeface="Courier New"/>
              <a:cs typeface="Courier New"/>
            </a:endParaRPr>
          </a:p>
          <a:p>
            <a:pPr marL="254000">
              <a:lnSpc>
                <a:spcPct val="100000"/>
              </a:lnSpc>
              <a:spcBef>
                <a:spcPts val="240"/>
              </a:spcBef>
            </a:pPr>
            <a:r>
              <a:rPr dirty="0" sz="800">
                <a:solidFill>
                  <a:srgbClr val="87D4FF"/>
                </a:solidFill>
                <a:latin typeface="Courier New"/>
                <a:cs typeface="Courier New"/>
              </a:rPr>
              <a:t>name</a:t>
            </a:r>
            <a:r>
              <a:rPr dirty="0" sz="800" spc="-15">
                <a:solidFill>
                  <a:srgbClr val="87D4FF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7E9F5"/>
                </a:solidFill>
                <a:latin typeface="Courier New"/>
                <a:cs typeface="Courier New"/>
              </a:rPr>
              <a:t>=</a:t>
            </a:r>
            <a:r>
              <a:rPr dirty="0" sz="800" spc="-15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7E9F5"/>
                </a:solidFill>
                <a:latin typeface="Courier New"/>
                <a:cs typeface="Courier New"/>
              </a:rPr>
              <a:t>st.</a:t>
            </a:r>
            <a:r>
              <a:rPr dirty="0" sz="800">
                <a:solidFill>
                  <a:srgbClr val="FFD580"/>
                </a:solidFill>
                <a:latin typeface="Courier New"/>
                <a:cs typeface="Courier New"/>
              </a:rPr>
              <a:t>text_input</a:t>
            </a:r>
            <a:r>
              <a:rPr dirty="0" sz="800">
                <a:solidFill>
                  <a:srgbClr val="E7E9F5"/>
                </a:solidFill>
                <a:latin typeface="Courier New"/>
                <a:cs typeface="Courier New"/>
              </a:rPr>
              <a:t>(</a:t>
            </a:r>
            <a:r>
              <a:rPr dirty="0" sz="800">
                <a:solidFill>
                  <a:srgbClr val="B8E886"/>
                </a:solidFill>
                <a:latin typeface="Courier New"/>
                <a:cs typeface="Courier New"/>
              </a:rPr>
              <a:t>"Name"</a:t>
            </a:r>
            <a:r>
              <a:rPr dirty="0" sz="800">
                <a:solidFill>
                  <a:srgbClr val="E7E9F5"/>
                </a:solidFill>
                <a:latin typeface="Courier New"/>
                <a:cs typeface="Courier New"/>
              </a:rPr>
              <a:t>,</a:t>
            </a:r>
            <a:r>
              <a:rPr dirty="0" sz="800" spc="-15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7E9F5"/>
                </a:solidFill>
                <a:latin typeface="Courier New"/>
                <a:cs typeface="Courier New"/>
              </a:rPr>
              <a:t>key=</a:t>
            </a:r>
            <a:r>
              <a:rPr dirty="0" sz="800" spc="-10">
                <a:solidFill>
                  <a:srgbClr val="B8E886"/>
                </a:solidFill>
                <a:latin typeface="Courier New"/>
                <a:cs typeface="Courier New"/>
              </a:rPr>
              <a:t>"name"</a:t>
            </a:r>
            <a:r>
              <a:rPr dirty="0" sz="800" spc="-10">
                <a:solidFill>
                  <a:srgbClr val="E7E9F5"/>
                </a:solidFill>
                <a:latin typeface="Courier New"/>
                <a:cs typeface="Courier New"/>
              </a:rPr>
              <a:t>)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35025" y="3732529"/>
            <a:ext cx="2990850" cy="501650"/>
          </a:xfrm>
          <a:prstGeom prst="rect">
            <a:avLst/>
          </a:prstGeom>
        </p:spPr>
        <p:txBody>
          <a:bodyPr wrap="square" lIns="0" tIns="5206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dirty="0" sz="800">
                <a:solidFill>
                  <a:srgbClr val="FF8B7E"/>
                </a:solidFill>
                <a:latin typeface="Courier New"/>
                <a:cs typeface="Courier New"/>
              </a:rPr>
              <a:t>with</a:t>
            </a:r>
            <a:r>
              <a:rPr dirty="0" sz="800" spc="-10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87D4FF"/>
                </a:solidFill>
                <a:latin typeface="Courier New"/>
                <a:cs typeface="Courier New"/>
              </a:rPr>
              <a:t>col2</a:t>
            </a:r>
            <a:r>
              <a:rPr dirty="0" sz="800" spc="-10">
                <a:solidFill>
                  <a:srgbClr val="E7E9F5"/>
                </a:solidFill>
                <a:latin typeface="Courier New"/>
                <a:cs typeface="Courier New"/>
              </a:rPr>
              <a:t>:</a:t>
            </a:r>
            <a:endParaRPr sz="800">
              <a:latin typeface="Courier New"/>
              <a:cs typeface="Courier New"/>
            </a:endParaRPr>
          </a:p>
          <a:p>
            <a:pPr marL="254000">
              <a:lnSpc>
                <a:spcPct val="100000"/>
              </a:lnSpc>
              <a:spcBef>
                <a:spcPts val="315"/>
              </a:spcBef>
            </a:pPr>
            <a:r>
              <a:rPr dirty="0" sz="800">
                <a:solidFill>
                  <a:srgbClr val="E7E9F5"/>
                </a:solidFill>
                <a:latin typeface="Courier New"/>
                <a:cs typeface="Courier New"/>
              </a:rPr>
              <a:t>st.</a:t>
            </a:r>
            <a:r>
              <a:rPr dirty="0" sz="800">
                <a:solidFill>
                  <a:srgbClr val="FFD580"/>
                </a:solidFill>
                <a:latin typeface="Courier New"/>
                <a:cs typeface="Courier New"/>
              </a:rPr>
              <a:t>write</a:t>
            </a:r>
            <a:r>
              <a:rPr dirty="0" sz="800">
                <a:solidFill>
                  <a:srgbClr val="E7E9F5"/>
                </a:solidFill>
                <a:latin typeface="Courier New"/>
                <a:cs typeface="Courier New"/>
              </a:rPr>
              <a:t>(</a:t>
            </a:r>
            <a:r>
              <a:rPr dirty="0" sz="800">
                <a:solidFill>
                  <a:srgbClr val="B8E886"/>
                </a:solidFill>
                <a:latin typeface="Courier New"/>
                <a:cs typeface="Courier New"/>
              </a:rPr>
              <a:t>"**Right</a:t>
            </a:r>
            <a:r>
              <a:rPr dirty="0" sz="800" spc="-25">
                <a:solidFill>
                  <a:srgbClr val="B8E886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B8E886"/>
                </a:solidFill>
                <a:latin typeface="Courier New"/>
                <a:cs typeface="Courier New"/>
              </a:rPr>
              <a:t>column**"</a:t>
            </a:r>
            <a:r>
              <a:rPr dirty="0" sz="800" spc="-10">
                <a:solidFill>
                  <a:srgbClr val="E7E9F5"/>
                </a:solidFill>
                <a:latin typeface="Courier New"/>
                <a:cs typeface="Courier New"/>
              </a:rPr>
              <a:t>)</a:t>
            </a:r>
            <a:endParaRPr sz="800">
              <a:latin typeface="Courier New"/>
              <a:cs typeface="Courier New"/>
            </a:endParaRPr>
          </a:p>
          <a:p>
            <a:pPr marL="254000">
              <a:lnSpc>
                <a:spcPct val="100000"/>
              </a:lnSpc>
              <a:spcBef>
                <a:spcPts val="240"/>
              </a:spcBef>
            </a:pPr>
            <a:r>
              <a:rPr dirty="0" sz="800">
                <a:solidFill>
                  <a:srgbClr val="87D4FF"/>
                </a:solidFill>
                <a:latin typeface="Courier New"/>
                <a:cs typeface="Courier New"/>
              </a:rPr>
              <a:t>age</a:t>
            </a:r>
            <a:r>
              <a:rPr dirty="0" sz="800" spc="-10">
                <a:solidFill>
                  <a:srgbClr val="87D4FF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7E9F5"/>
                </a:solidFill>
                <a:latin typeface="Courier New"/>
                <a:cs typeface="Courier New"/>
              </a:rPr>
              <a:t>=</a:t>
            </a:r>
            <a:r>
              <a:rPr dirty="0" sz="800" spc="-1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7E9F5"/>
                </a:solidFill>
                <a:latin typeface="Courier New"/>
                <a:cs typeface="Courier New"/>
              </a:rPr>
              <a:t>st.</a:t>
            </a:r>
            <a:r>
              <a:rPr dirty="0" sz="800">
                <a:solidFill>
                  <a:srgbClr val="FFD580"/>
                </a:solidFill>
                <a:latin typeface="Courier New"/>
                <a:cs typeface="Courier New"/>
              </a:rPr>
              <a:t>slider</a:t>
            </a:r>
            <a:r>
              <a:rPr dirty="0" sz="800">
                <a:solidFill>
                  <a:srgbClr val="E7E9F5"/>
                </a:solidFill>
                <a:latin typeface="Courier New"/>
                <a:cs typeface="Courier New"/>
              </a:rPr>
              <a:t>(</a:t>
            </a:r>
            <a:r>
              <a:rPr dirty="0" sz="800">
                <a:solidFill>
                  <a:srgbClr val="B8E886"/>
                </a:solidFill>
                <a:latin typeface="Courier New"/>
                <a:cs typeface="Courier New"/>
              </a:rPr>
              <a:t>"Age"</a:t>
            </a:r>
            <a:r>
              <a:rPr dirty="0" sz="800">
                <a:solidFill>
                  <a:srgbClr val="E7E9F5"/>
                </a:solidFill>
                <a:latin typeface="Courier New"/>
                <a:cs typeface="Courier New"/>
              </a:rPr>
              <a:t>,</a:t>
            </a:r>
            <a:r>
              <a:rPr dirty="0" sz="800" spc="-1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FF8B7E"/>
                </a:solidFill>
                <a:latin typeface="Courier New"/>
                <a:cs typeface="Courier New"/>
              </a:rPr>
              <a:t>0</a:t>
            </a:r>
            <a:r>
              <a:rPr dirty="0" sz="800">
                <a:solidFill>
                  <a:srgbClr val="E7E9F5"/>
                </a:solidFill>
                <a:latin typeface="Courier New"/>
                <a:cs typeface="Courier New"/>
              </a:rPr>
              <a:t>,</a:t>
            </a:r>
            <a:r>
              <a:rPr dirty="0" sz="800" spc="-1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FF8B7E"/>
                </a:solidFill>
                <a:latin typeface="Courier New"/>
                <a:cs typeface="Courier New"/>
              </a:rPr>
              <a:t>100</a:t>
            </a:r>
            <a:r>
              <a:rPr dirty="0" sz="800">
                <a:solidFill>
                  <a:srgbClr val="E7E9F5"/>
                </a:solidFill>
                <a:latin typeface="Courier New"/>
                <a:cs typeface="Courier New"/>
              </a:rPr>
              <a:t>,</a:t>
            </a:r>
            <a:r>
              <a:rPr dirty="0" sz="800" spc="-1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FF8B7E"/>
                </a:solidFill>
                <a:latin typeface="Courier New"/>
                <a:cs typeface="Courier New"/>
              </a:rPr>
              <a:t>20</a:t>
            </a:r>
            <a:r>
              <a:rPr dirty="0" sz="800">
                <a:solidFill>
                  <a:srgbClr val="E7E9F5"/>
                </a:solidFill>
                <a:latin typeface="Courier New"/>
                <a:cs typeface="Courier New"/>
              </a:rPr>
              <a:t>,</a:t>
            </a:r>
            <a:r>
              <a:rPr dirty="0" sz="800" spc="-10">
                <a:solidFill>
                  <a:srgbClr val="E7E9F5"/>
                </a:solidFill>
                <a:latin typeface="Courier New"/>
                <a:cs typeface="Courier New"/>
              </a:rPr>
              <a:t> key=</a:t>
            </a:r>
            <a:r>
              <a:rPr dirty="0" sz="800" spc="-10">
                <a:solidFill>
                  <a:srgbClr val="B8E886"/>
                </a:solidFill>
                <a:latin typeface="Courier New"/>
                <a:cs typeface="Courier New"/>
              </a:rPr>
              <a:t>"age"</a:t>
            </a:r>
            <a:r>
              <a:rPr dirty="0" sz="800" spc="-10">
                <a:solidFill>
                  <a:srgbClr val="E7E9F5"/>
                </a:solidFill>
                <a:latin typeface="Courier New"/>
                <a:cs typeface="Courier New"/>
              </a:rPr>
              <a:t>)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35025" y="4361179"/>
            <a:ext cx="3231515" cy="977900"/>
          </a:xfrm>
          <a:prstGeom prst="rect">
            <a:avLst/>
          </a:prstGeom>
        </p:spPr>
        <p:txBody>
          <a:bodyPr wrap="square" lIns="0" tIns="5206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800" spc="-1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Below</a:t>
            </a:r>
            <a:r>
              <a:rPr dirty="0" sz="800" spc="-1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the</a:t>
            </a:r>
            <a:r>
              <a:rPr dirty="0" sz="800" spc="-1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columns</a:t>
            </a:r>
            <a:r>
              <a:rPr dirty="0" sz="800" spc="-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—</a:t>
            </a:r>
            <a:r>
              <a:rPr dirty="0" sz="800" spc="-1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full</a:t>
            </a:r>
            <a:r>
              <a:rPr dirty="0" sz="800" spc="-10" i="1">
                <a:solidFill>
                  <a:srgbClr val="8B8FB4"/>
                </a:solidFill>
                <a:latin typeface="Courier New"/>
                <a:cs typeface="Courier New"/>
              </a:rPr>
              <a:t> width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dirty="0" sz="800" spc="-10">
                <a:solidFill>
                  <a:srgbClr val="E7E9F5"/>
                </a:solidFill>
                <a:latin typeface="Courier New"/>
                <a:cs typeface="Courier New"/>
              </a:rPr>
              <a:t>st.</a:t>
            </a:r>
            <a:r>
              <a:rPr dirty="0" sz="800" spc="-10">
                <a:solidFill>
                  <a:srgbClr val="FFD580"/>
                </a:solidFill>
                <a:latin typeface="Courier New"/>
                <a:cs typeface="Courier New"/>
              </a:rPr>
              <a:t>divider</a:t>
            </a:r>
            <a:r>
              <a:rPr dirty="0" sz="800" spc="-10">
                <a:solidFill>
                  <a:srgbClr val="E7E9F5"/>
                </a:solidFill>
                <a:latin typeface="Courier New"/>
                <a:cs typeface="Courier New"/>
              </a:rPr>
              <a:t>()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 sz="800">
                <a:solidFill>
                  <a:srgbClr val="E7E9F5"/>
                </a:solidFill>
                <a:latin typeface="Courier New"/>
                <a:cs typeface="Courier New"/>
              </a:rPr>
              <a:t>st.</a:t>
            </a:r>
            <a:r>
              <a:rPr dirty="0" sz="800">
                <a:solidFill>
                  <a:srgbClr val="FFD580"/>
                </a:solidFill>
                <a:latin typeface="Courier New"/>
                <a:cs typeface="Courier New"/>
              </a:rPr>
              <a:t>write</a:t>
            </a:r>
            <a:r>
              <a:rPr dirty="0" sz="800">
                <a:solidFill>
                  <a:srgbClr val="E7E9F5"/>
                </a:solidFill>
                <a:latin typeface="Courier New"/>
                <a:cs typeface="Courier New"/>
              </a:rPr>
              <a:t>(</a:t>
            </a:r>
            <a:r>
              <a:rPr dirty="0" sz="800">
                <a:solidFill>
                  <a:srgbClr val="B8E886"/>
                </a:solidFill>
                <a:latin typeface="Courier New"/>
                <a:cs typeface="Courier New"/>
              </a:rPr>
              <a:t>f"{name}</a:t>
            </a:r>
            <a:r>
              <a:rPr dirty="0" sz="800" spc="-15">
                <a:solidFill>
                  <a:srgbClr val="B8E886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B8E886"/>
                </a:solidFill>
                <a:latin typeface="Courier New"/>
                <a:cs typeface="Courier New"/>
              </a:rPr>
              <a:t>is</a:t>
            </a:r>
            <a:r>
              <a:rPr dirty="0" sz="800" spc="-10">
                <a:solidFill>
                  <a:srgbClr val="B8E886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B8E886"/>
                </a:solidFill>
                <a:latin typeface="Courier New"/>
                <a:cs typeface="Courier New"/>
              </a:rPr>
              <a:t>{age}</a:t>
            </a:r>
            <a:r>
              <a:rPr dirty="0" sz="800" spc="-15">
                <a:solidFill>
                  <a:srgbClr val="B8E886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B8E886"/>
                </a:solidFill>
                <a:latin typeface="Courier New"/>
                <a:cs typeface="Courier New"/>
              </a:rPr>
              <a:t>years</a:t>
            </a:r>
            <a:r>
              <a:rPr dirty="0" sz="800" spc="-10">
                <a:solidFill>
                  <a:srgbClr val="B8E886"/>
                </a:solidFill>
                <a:latin typeface="Courier New"/>
                <a:cs typeface="Courier New"/>
              </a:rPr>
              <a:t> old."</a:t>
            </a:r>
            <a:r>
              <a:rPr dirty="0" sz="800" spc="-10">
                <a:solidFill>
                  <a:srgbClr val="E7E9F5"/>
                </a:solidFill>
                <a:latin typeface="Courier New"/>
                <a:cs typeface="Courier New"/>
              </a:rPr>
              <a:t>)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605"/>
              </a:spcBef>
            </a:pP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800" spc="-1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Pro</a:t>
            </a:r>
            <a:r>
              <a:rPr dirty="0" sz="800" spc="-1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tip:</a:t>
            </a:r>
            <a:r>
              <a:rPr dirty="0" sz="800" spc="-1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uneven</a:t>
            </a:r>
            <a:r>
              <a:rPr dirty="0" sz="800" spc="-1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columns</a:t>
            </a:r>
            <a:r>
              <a:rPr dirty="0" sz="800" spc="-1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with</a:t>
            </a:r>
            <a:r>
              <a:rPr dirty="0" sz="800" spc="-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spc="-10" i="1">
                <a:solidFill>
                  <a:srgbClr val="8B8FB4"/>
                </a:solidFill>
                <a:latin typeface="Courier New"/>
                <a:cs typeface="Courier New"/>
              </a:rPr>
              <a:t>ratios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800" spc="-1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col1,</a:t>
            </a:r>
            <a:r>
              <a:rPr dirty="0" sz="800" spc="-1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col2</a:t>
            </a:r>
            <a:r>
              <a:rPr dirty="0" sz="800" spc="-1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=</a:t>
            </a:r>
            <a:r>
              <a:rPr dirty="0" sz="800" spc="-1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st.columns([1,</a:t>
            </a:r>
            <a:r>
              <a:rPr dirty="0" sz="800" spc="-1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3])</a:t>
            </a:r>
            <a:r>
              <a:rPr dirty="0" sz="800" spc="47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800" spc="-1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col2</a:t>
            </a:r>
            <a:r>
              <a:rPr dirty="0" sz="800" spc="-1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is</a:t>
            </a:r>
            <a:r>
              <a:rPr dirty="0" sz="800" spc="-1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3x</a:t>
            </a:r>
            <a:r>
              <a:rPr dirty="0" sz="800" spc="-10" i="1">
                <a:solidFill>
                  <a:srgbClr val="8B8FB4"/>
                </a:solidFill>
                <a:latin typeface="Courier New"/>
                <a:cs typeface="Courier New"/>
              </a:rPr>
              <a:t> wider</a:t>
            </a:r>
            <a:endParaRPr sz="800">
              <a:latin typeface="Courier New"/>
              <a:cs typeface="Courier New"/>
            </a:endParaRPr>
          </a:p>
        </p:txBody>
      </p:sp>
      <p:pic>
        <p:nvPicPr>
          <p:cNvPr id="23" name="object 2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85799" y="5572124"/>
            <a:ext cx="190500" cy="190499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699144" y="5588000"/>
            <a:ext cx="16510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75" b="1">
                <a:solidFill>
                  <a:srgbClr val="FFFFFF"/>
                </a:solidFill>
                <a:latin typeface="Cambria"/>
                <a:cs typeface="Cambria"/>
              </a:rPr>
              <a:t>①</a:t>
            </a:r>
            <a:endParaRPr sz="800">
              <a:latin typeface="Cambria"/>
              <a:cs typeface="Cambria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962024" y="5572124"/>
            <a:ext cx="847725" cy="133350"/>
          </a:xfrm>
          <a:custGeom>
            <a:avLst/>
            <a:gdLst/>
            <a:ahLst/>
            <a:cxnLst/>
            <a:rect l="l" t="t" r="r" b="b"/>
            <a:pathLst>
              <a:path w="847725" h="133350">
                <a:moveTo>
                  <a:pt x="822939" y="133349"/>
                </a:moveTo>
                <a:lnTo>
                  <a:pt x="24785" y="133349"/>
                </a:lnTo>
                <a:lnTo>
                  <a:pt x="21140" y="132624"/>
                </a:lnTo>
                <a:lnTo>
                  <a:pt x="0" y="108563"/>
                </a:lnTo>
                <a:lnTo>
                  <a:pt x="0" y="104774"/>
                </a:lnTo>
                <a:lnTo>
                  <a:pt x="0" y="24785"/>
                </a:lnTo>
                <a:lnTo>
                  <a:pt x="24785" y="0"/>
                </a:lnTo>
                <a:lnTo>
                  <a:pt x="822939" y="0"/>
                </a:lnTo>
                <a:lnTo>
                  <a:pt x="847724" y="24785"/>
                </a:lnTo>
                <a:lnTo>
                  <a:pt x="847724" y="108563"/>
                </a:lnTo>
                <a:lnTo>
                  <a:pt x="826584" y="132624"/>
                </a:lnTo>
                <a:lnTo>
                  <a:pt x="822939" y="133349"/>
                </a:lnTo>
                <a:close/>
              </a:path>
            </a:pathLst>
          </a:custGeom>
          <a:solidFill>
            <a:srgbClr val="F4EF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4600574" y="5572124"/>
            <a:ext cx="1143000" cy="133350"/>
          </a:xfrm>
          <a:custGeom>
            <a:avLst/>
            <a:gdLst/>
            <a:ahLst/>
            <a:cxnLst/>
            <a:rect l="l" t="t" r="r" b="b"/>
            <a:pathLst>
              <a:path w="1143000" h="133350">
                <a:moveTo>
                  <a:pt x="1118214" y="133349"/>
                </a:moveTo>
                <a:lnTo>
                  <a:pt x="24785" y="133349"/>
                </a:lnTo>
                <a:lnTo>
                  <a:pt x="21140" y="132624"/>
                </a:lnTo>
                <a:lnTo>
                  <a:pt x="0" y="108563"/>
                </a:lnTo>
                <a:lnTo>
                  <a:pt x="0" y="104774"/>
                </a:lnTo>
                <a:lnTo>
                  <a:pt x="0" y="24785"/>
                </a:lnTo>
                <a:lnTo>
                  <a:pt x="24785" y="0"/>
                </a:lnTo>
                <a:lnTo>
                  <a:pt x="1118214" y="0"/>
                </a:lnTo>
                <a:lnTo>
                  <a:pt x="1142999" y="24785"/>
                </a:lnTo>
                <a:lnTo>
                  <a:pt x="1142999" y="108563"/>
                </a:lnTo>
                <a:lnTo>
                  <a:pt x="1121859" y="132624"/>
                </a:lnTo>
                <a:lnTo>
                  <a:pt x="1118214" y="133349"/>
                </a:lnTo>
                <a:close/>
              </a:path>
            </a:pathLst>
          </a:custGeom>
          <a:solidFill>
            <a:srgbClr val="F4EFE2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7" name="object 2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85799" y="5934074"/>
            <a:ext cx="190500" cy="190499"/>
          </a:xfrm>
          <a:prstGeom prst="rect">
            <a:avLst/>
          </a:prstGeom>
        </p:spPr>
      </p:pic>
      <p:sp>
        <p:nvSpPr>
          <p:cNvPr id="28" name="object 28"/>
          <p:cNvSpPr txBox="1"/>
          <p:nvPr/>
        </p:nvSpPr>
        <p:spPr>
          <a:xfrm>
            <a:off x="699144" y="5949949"/>
            <a:ext cx="16510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75" b="1">
                <a:solidFill>
                  <a:srgbClr val="FFFFFF"/>
                </a:solidFill>
                <a:latin typeface="Cambria"/>
                <a:cs typeface="Cambria"/>
              </a:rPr>
              <a:t>②</a:t>
            </a:r>
            <a:endParaRPr sz="800">
              <a:latin typeface="Cambria"/>
              <a:cs typeface="Cambria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962012" y="5934075"/>
            <a:ext cx="4914900" cy="133350"/>
          </a:xfrm>
          <a:custGeom>
            <a:avLst/>
            <a:gdLst/>
            <a:ahLst/>
            <a:cxnLst/>
            <a:rect l="l" t="t" r="r" b="b"/>
            <a:pathLst>
              <a:path w="4914900" h="133350">
                <a:moveTo>
                  <a:pt x="666750" y="24790"/>
                </a:moveTo>
                <a:lnTo>
                  <a:pt x="641972" y="0"/>
                </a:lnTo>
                <a:lnTo>
                  <a:pt x="24790" y="0"/>
                </a:lnTo>
                <a:lnTo>
                  <a:pt x="0" y="24790"/>
                </a:lnTo>
                <a:lnTo>
                  <a:pt x="0" y="104775"/>
                </a:lnTo>
                <a:lnTo>
                  <a:pt x="0" y="108572"/>
                </a:lnTo>
                <a:lnTo>
                  <a:pt x="24790" y="133350"/>
                </a:lnTo>
                <a:lnTo>
                  <a:pt x="641972" y="133350"/>
                </a:lnTo>
                <a:lnTo>
                  <a:pt x="666750" y="108572"/>
                </a:lnTo>
                <a:lnTo>
                  <a:pt x="666750" y="24790"/>
                </a:lnTo>
                <a:close/>
              </a:path>
              <a:path w="4914900" h="133350">
                <a:moveTo>
                  <a:pt x="4914900" y="24790"/>
                </a:moveTo>
                <a:lnTo>
                  <a:pt x="4890122" y="0"/>
                </a:lnTo>
                <a:lnTo>
                  <a:pt x="4625365" y="0"/>
                </a:lnTo>
                <a:lnTo>
                  <a:pt x="4600575" y="24790"/>
                </a:lnTo>
                <a:lnTo>
                  <a:pt x="4600575" y="104775"/>
                </a:lnTo>
                <a:lnTo>
                  <a:pt x="4600575" y="108572"/>
                </a:lnTo>
                <a:lnTo>
                  <a:pt x="4625365" y="133350"/>
                </a:lnTo>
                <a:lnTo>
                  <a:pt x="4890122" y="133350"/>
                </a:lnTo>
                <a:lnTo>
                  <a:pt x="4914900" y="108572"/>
                </a:lnTo>
                <a:lnTo>
                  <a:pt x="4914900" y="24790"/>
                </a:lnTo>
                <a:close/>
              </a:path>
            </a:pathLst>
          </a:custGeom>
          <a:solidFill>
            <a:srgbClr val="F4EF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949325" y="5523229"/>
            <a:ext cx="5282565" cy="5397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38100">
              <a:lnSpc>
                <a:spcPct val="125000"/>
              </a:lnSpc>
              <a:spcBef>
                <a:spcPts val="95"/>
              </a:spcBef>
            </a:pPr>
            <a:r>
              <a:rPr dirty="0" sz="750" b="1">
                <a:solidFill>
                  <a:srgbClr val="293283"/>
                </a:solidFill>
                <a:latin typeface="Courier New"/>
                <a:cs typeface="Courier New"/>
              </a:rPr>
              <a:t>st.columns(2)</a:t>
            </a:r>
            <a:r>
              <a:rPr dirty="0" sz="750" spc="105" b="1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4A4E6A"/>
                </a:solidFill>
                <a:latin typeface="Tahoma"/>
                <a:cs typeface="Tahoma"/>
              </a:rPr>
              <a:t>—</a:t>
            </a:r>
            <a:r>
              <a:rPr dirty="0" sz="800" spc="-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00" spc="-40">
                <a:solidFill>
                  <a:srgbClr val="4A4E6A"/>
                </a:solidFill>
                <a:latin typeface="Tahoma"/>
                <a:cs typeface="Tahoma"/>
              </a:rPr>
              <a:t>Returns</a:t>
            </a:r>
            <a:r>
              <a:rPr dirty="0" sz="80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00" spc="-40">
                <a:solidFill>
                  <a:srgbClr val="4A4E6A"/>
                </a:solidFill>
                <a:latin typeface="Tahoma"/>
                <a:cs typeface="Tahoma"/>
              </a:rPr>
              <a:t>a</a:t>
            </a:r>
            <a:r>
              <a:rPr dirty="0" sz="800" spc="-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00" spc="-20">
                <a:solidFill>
                  <a:srgbClr val="4A4E6A"/>
                </a:solidFill>
                <a:latin typeface="Tahoma"/>
                <a:cs typeface="Tahoma"/>
              </a:rPr>
              <a:t>tuple</a:t>
            </a:r>
            <a:r>
              <a:rPr dirty="0" sz="80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00" spc="-10">
                <a:solidFill>
                  <a:srgbClr val="4A4E6A"/>
                </a:solidFill>
                <a:latin typeface="Tahoma"/>
                <a:cs typeface="Tahoma"/>
              </a:rPr>
              <a:t>of</a:t>
            </a:r>
            <a:r>
              <a:rPr dirty="0" sz="800" spc="-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00" spc="-30">
                <a:solidFill>
                  <a:srgbClr val="4A4E6A"/>
                </a:solidFill>
                <a:latin typeface="Tahoma"/>
                <a:cs typeface="Tahoma"/>
              </a:rPr>
              <a:t>2</a:t>
            </a:r>
            <a:r>
              <a:rPr dirty="0" sz="80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00" spc="-30">
                <a:solidFill>
                  <a:srgbClr val="4A4E6A"/>
                </a:solidFill>
                <a:latin typeface="Tahoma"/>
                <a:cs typeface="Tahoma"/>
              </a:rPr>
              <a:t>column</a:t>
            </a:r>
            <a:r>
              <a:rPr dirty="0" sz="80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00" spc="-35">
                <a:solidFill>
                  <a:srgbClr val="4A4E6A"/>
                </a:solidFill>
                <a:latin typeface="Tahoma"/>
                <a:cs typeface="Tahoma"/>
              </a:rPr>
              <a:t>objects.</a:t>
            </a:r>
            <a:r>
              <a:rPr dirty="0" sz="800" spc="-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00" spc="-35">
                <a:solidFill>
                  <a:srgbClr val="4A4E6A"/>
                </a:solidFill>
                <a:latin typeface="Tahoma"/>
                <a:cs typeface="Tahoma"/>
              </a:rPr>
              <a:t>Unpack</a:t>
            </a:r>
            <a:r>
              <a:rPr dirty="0" sz="80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00" spc="-20">
                <a:solidFill>
                  <a:srgbClr val="4A4E6A"/>
                </a:solidFill>
                <a:latin typeface="Tahoma"/>
                <a:cs typeface="Tahoma"/>
              </a:rPr>
              <a:t>into</a:t>
            </a:r>
            <a:r>
              <a:rPr dirty="0" sz="800" spc="-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00" spc="-35">
                <a:solidFill>
                  <a:srgbClr val="4A4E6A"/>
                </a:solidFill>
                <a:latin typeface="Tahoma"/>
                <a:cs typeface="Tahoma"/>
              </a:rPr>
              <a:t>variables.</a:t>
            </a:r>
            <a:r>
              <a:rPr dirty="0" sz="80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00">
                <a:solidFill>
                  <a:srgbClr val="4A4E6A"/>
                </a:solidFill>
                <a:latin typeface="Tahoma"/>
                <a:cs typeface="Tahoma"/>
              </a:rPr>
              <a:t>Use</a:t>
            </a:r>
            <a:r>
              <a:rPr dirty="0" sz="800" spc="31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750">
                <a:solidFill>
                  <a:srgbClr val="293283"/>
                </a:solidFill>
                <a:latin typeface="Courier New"/>
                <a:cs typeface="Courier New"/>
              </a:rPr>
              <a:t>st.columns([1,</a:t>
            </a:r>
            <a:r>
              <a:rPr dirty="0" sz="750" spc="90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293283"/>
                </a:solidFill>
                <a:latin typeface="Courier New"/>
                <a:cs typeface="Courier New"/>
              </a:rPr>
              <a:t>3])</a:t>
            </a:r>
            <a:r>
              <a:rPr dirty="0" sz="750" spc="110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800" spc="-20">
                <a:solidFill>
                  <a:srgbClr val="4A4E6A"/>
                </a:solidFill>
                <a:latin typeface="Tahoma"/>
                <a:cs typeface="Tahoma"/>
              </a:rPr>
              <a:t>for</a:t>
            </a:r>
            <a:r>
              <a:rPr dirty="0" sz="800" spc="-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00" spc="-10">
                <a:solidFill>
                  <a:srgbClr val="4A4E6A"/>
                </a:solidFill>
                <a:latin typeface="Tahoma"/>
                <a:cs typeface="Tahoma"/>
              </a:rPr>
              <a:t>uneven ratios.</a:t>
            </a:r>
            <a:endParaRPr sz="800">
              <a:latin typeface="Tahoma"/>
              <a:cs typeface="Tahoma"/>
            </a:endParaRPr>
          </a:p>
          <a:p>
            <a:pPr marL="50165">
              <a:lnSpc>
                <a:spcPct val="100000"/>
              </a:lnSpc>
              <a:spcBef>
                <a:spcPts val="690"/>
              </a:spcBef>
            </a:pPr>
            <a:r>
              <a:rPr dirty="0" sz="750" b="1">
                <a:solidFill>
                  <a:srgbClr val="293283"/>
                </a:solidFill>
                <a:latin typeface="Courier New"/>
                <a:cs typeface="Courier New"/>
              </a:rPr>
              <a:t>with</a:t>
            </a:r>
            <a:r>
              <a:rPr dirty="0" sz="750" spc="85" b="1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750" b="1">
                <a:solidFill>
                  <a:srgbClr val="293283"/>
                </a:solidFill>
                <a:latin typeface="Courier New"/>
                <a:cs typeface="Courier New"/>
              </a:rPr>
              <a:t>col1:</a:t>
            </a:r>
            <a:r>
              <a:rPr dirty="0" sz="750" spc="105" b="1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4A4E6A"/>
                </a:solidFill>
                <a:latin typeface="Tahoma"/>
                <a:cs typeface="Tahoma"/>
              </a:rPr>
              <a:t>—</a:t>
            </a:r>
            <a:r>
              <a:rPr dirty="0" sz="80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00" spc="-35">
                <a:solidFill>
                  <a:srgbClr val="4A4E6A"/>
                </a:solidFill>
                <a:latin typeface="Tahoma"/>
                <a:cs typeface="Tahoma"/>
              </a:rPr>
              <a:t>Context</a:t>
            </a:r>
            <a:r>
              <a:rPr dirty="0" sz="80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00" spc="-55">
                <a:solidFill>
                  <a:srgbClr val="4A4E6A"/>
                </a:solidFill>
                <a:latin typeface="Tahoma"/>
                <a:cs typeface="Tahoma"/>
              </a:rPr>
              <a:t>manager.</a:t>
            </a:r>
            <a:r>
              <a:rPr dirty="0" sz="80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00" spc="-35">
                <a:solidFill>
                  <a:srgbClr val="4A4E6A"/>
                </a:solidFill>
                <a:latin typeface="Tahoma"/>
                <a:cs typeface="Tahoma"/>
              </a:rPr>
              <a:t>Anything</a:t>
            </a:r>
            <a:r>
              <a:rPr dirty="0" sz="80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00" spc="-25">
                <a:solidFill>
                  <a:srgbClr val="4A4E6A"/>
                </a:solidFill>
                <a:latin typeface="Tahoma"/>
                <a:cs typeface="Tahoma"/>
              </a:rPr>
              <a:t>indented</a:t>
            </a:r>
            <a:r>
              <a:rPr dirty="0" sz="800" spc="-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00" spc="-25">
                <a:solidFill>
                  <a:srgbClr val="4A4E6A"/>
                </a:solidFill>
                <a:latin typeface="Tahoma"/>
                <a:cs typeface="Tahoma"/>
              </a:rPr>
              <a:t>under</a:t>
            </a:r>
            <a:r>
              <a:rPr dirty="0" sz="80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00">
                <a:solidFill>
                  <a:srgbClr val="4A4E6A"/>
                </a:solidFill>
                <a:latin typeface="Tahoma"/>
                <a:cs typeface="Tahoma"/>
              </a:rPr>
              <a:t>it</a:t>
            </a:r>
            <a:r>
              <a:rPr dirty="0" sz="80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00" spc="-35">
                <a:solidFill>
                  <a:srgbClr val="4A4E6A"/>
                </a:solidFill>
                <a:latin typeface="Tahoma"/>
                <a:cs typeface="Tahoma"/>
              </a:rPr>
              <a:t>renders</a:t>
            </a:r>
            <a:r>
              <a:rPr dirty="0" sz="80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00" spc="-30">
                <a:solidFill>
                  <a:srgbClr val="4A4E6A"/>
                </a:solidFill>
                <a:latin typeface="Tahoma"/>
                <a:cs typeface="Tahoma"/>
              </a:rPr>
              <a:t>inside</a:t>
            </a:r>
            <a:r>
              <a:rPr dirty="0" sz="80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00" spc="-25">
                <a:solidFill>
                  <a:srgbClr val="4A4E6A"/>
                </a:solidFill>
                <a:latin typeface="Tahoma"/>
                <a:cs typeface="Tahoma"/>
              </a:rPr>
              <a:t>that</a:t>
            </a:r>
            <a:r>
              <a:rPr dirty="0" sz="80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00" spc="-35">
                <a:solidFill>
                  <a:srgbClr val="4A4E6A"/>
                </a:solidFill>
                <a:latin typeface="Tahoma"/>
                <a:cs typeface="Tahoma"/>
              </a:rPr>
              <a:t>column.</a:t>
            </a:r>
            <a:r>
              <a:rPr dirty="0" sz="80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00" spc="-40">
                <a:solidFill>
                  <a:srgbClr val="4A4E6A"/>
                </a:solidFill>
                <a:latin typeface="Tahoma"/>
                <a:cs typeface="Tahoma"/>
              </a:rPr>
              <a:t>Standard</a:t>
            </a:r>
            <a:r>
              <a:rPr dirty="0" sz="800" spc="-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00">
                <a:solidFill>
                  <a:srgbClr val="4A4E6A"/>
                </a:solidFill>
                <a:latin typeface="Tahoma"/>
                <a:cs typeface="Tahoma"/>
              </a:rPr>
              <a:t>Python</a:t>
            </a:r>
            <a:r>
              <a:rPr dirty="0" sz="800" spc="30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750">
                <a:solidFill>
                  <a:srgbClr val="293283"/>
                </a:solidFill>
                <a:latin typeface="Courier New"/>
                <a:cs typeface="Courier New"/>
              </a:rPr>
              <a:t>with</a:t>
            </a:r>
            <a:r>
              <a:rPr dirty="0" sz="750" spc="105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4A4E6A"/>
                </a:solidFill>
                <a:latin typeface="Tahoma"/>
                <a:cs typeface="Tahoma"/>
              </a:rPr>
              <a:t>syntax.</a:t>
            </a:r>
            <a:endParaRPr sz="800">
              <a:latin typeface="Tahoma"/>
              <a:cs typeface="Tahoma"/>
            </a:endParaRPr>
          </a:p>
        </p:txBody>
      </p:sp>
      <p:pic>
        <p:nvPicPr>
          <p:cNvPr id="31" name="object 3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85799" y="6191249"/>
            <a:ext cx="190500" cy="190499"/>
          </a:xfrm>
          <a:prstGeom prst="rect">
            <a:avLst/>
          </a:prstGeom>
        </p:spPr>
      </p:pic>
      <p:sp>
        <p:nvSpPr>
          <p:cNvPr id="32" name="object 32"/>
          <p:cNvSpPr txBox="1"/>
          <p:nvPr/>
        </p:nvSpPr>
        <p:spPr>
          <a:xfrm>
            <a:off x="699144" y="6207124"/>
            <a:ext cx="16510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75" b="1">
                <a:solidFill>
                  <a:srgbClr val="FFFFFF"/>
                </a:solidFill>
                <a:latin typeface="Cambria"/>
                <a:cs typeface="Cambria"/>
              </a:rPr>
              <a:t>③</a:t>
            </a:r>
            <a:endParaRPr sz="800">
              <a:latin typeface="Cambria"/>
              <a:cs typeface="Cambria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2819387" y="6191250"/>
            <a:ext cx="2667000" cy="133350"/>
          </a:xfrm>
          <a:custGeom>
            <a:avLst/>
            <a:gdLst/>
            <a:ahLst/>
            <a:cxnLst/>
            <a:rect l="l" t="t" r="r" b="b"/>
            <a:pathLst>
              <a:path w="2667000" h="133350">
                <a:moveTo>
                  <a:pt x="314325" y="24790"/>
                </a:moveTo>
                <a:lnTo>
                  <a:pt x="289547" y="0"/>
                </a:lnTo>
                <a:lnTo>
                  <a:pt x="24790" y="0"/>
                </a:lnTo>
                <a:lnTo>
                  <a:pt x="0" y="24790"/>
                </a:lnTo>
                <a:lnTo>
                  <a:pt x="0" y="104775"/>
                </a:lnTo>
                <a:lnTo>
                  <a:pt x="0" y="108572"/>
                </a:lnTo>
                <a:lnTo>
                  <a:pt x="24790" y="133350"/>
                </a:lnTo>
                <a:lnTo>
                  <a:pt x="289547" y="133350"/>
                </a:lnTo>
                <a:lnTo>
                  <a:pt x="314325" y="108572"/>
                </a:lnTo>
                <a:lnTo>
                  <a:pt x="314325" y="24790"/>
                </a:lnTo>
                <a:close/>
              </a:path>
              <a:path w="2667000" h="133350">
                <a:moveTo>
                  <a:pt x="2667000" y="24790"/>
                </a:moveTo>
                <a:lnTo>
                  <a:pt x="2642222" y="0"/>
                </a:lnTo>
                <a:lnTo>
                  <a:pt x="1910740" y="0"/>
                </a:lnTo>
                <a:lnTo>
                  <a:pt x="1885950" y="24790"/>
                </a:lnTo>
                <a:lnTo>
                  <a:pt x="1885950" y="104775"/>
                </a:lnTo>
                <a:lnTo>
                  <a:pt x="1885950" y="108572"/>
                </a:lnTo>
                <a:lnTo>
                  <a:pt x="1910740" y="133350"/>
                </a:lnTo>
                <a:lnTo>
                  <a:pt x="2642222" y="133350"/>
                </a:lnTo>
                <a:lnTo>
                  <a:pt x="2667000" y="108572"/>
                </a:lnTo>
                <a:lnTo>
                  <a:pt x="2667000" y="24790"/>
                </a:lnTo>
                <a:close/>
              </a:path>
            </a:pathLst>
          </a:custGeom>
          <a:solidFill>
            <a:srgbClr val="F4EF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949325" y="6132829"/>
            <a:ext cx="5412740" cy="3492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32800"/>
              </a:lnSpc>
              <a:spcBef>
                <a:spcPts val="95"/>
              </a:spcBef>
            </a:pPr>
            <a:r>
              <a:rPr dirty="0" sz="800" spc="-40" b="1">
                <a:solidFill>
                  <a:srgbClr val="293283"/>
                </a:solidFill>
                <a:latin typeface="Cambria"/>
                <a:cs typeface="Cambria"/>
              </a:rPr>
              <a:t>Below</a:t>
            </a:r>
            <a:r>
              <a:rPr dirty="0" sz="800" spc="15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800" spc="-20" b="1">
                <a:solidFill>
                  <a:srgbClr val="293283"/>
                </a:solidFill>
                <a:latin typeface="Cambria"/>
                <a:cs typeface="Cambria"/>
              </a:rPr>
              <a:t>the</a:t>
            </a:r>
            <a:r>
              <a:rPr dirty="0" sz="800" spc="10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800" spc="-45" b="1">
                <a:solidFill>
                  <a:srgbClr val="293283"/>
                </a:solidFill>
                <a:latin typeface="Cambria"/>
                <a:cs typeface="Cambria"/>
              </a:rPr>
              <a:t>columns</a:t>
            </a:r>
            <a:r>
              <a:rPr dirty="0" sz="800" spc="15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800" spc="-75" b="1">
                <a:solidFill>
                  <a:srgbClr val="293283"/>
                </a:solidFill>
                <a:latin typeface="Cambria"/>
                <a:cs typeface="Cambria"/>
              </a:rPr>
              <a:t>=</a:t>
            </a:r>
            <a:r>
              <a:rPr dirty="0" sz="800" spc="15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800" spc="-50" b="1">
                <a:solidFill>
                  <a:srgbClr val="293283"/>
                </a:solidFill>
                <a:latin typeface="Cambria"/>
                <a:cs typeface="Cambria"/>
              </a:rPr>
              <a:t>full</a:t>
            </a:r>
            <a:r>
              <a:rPr dirty="0" sz="800" spc="15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800" spc="-45" b="1">
                <a:solidFill>
                  <a:srgbClr val="293283"/>
                </a:solidFill>
                <a:latin typeface="Cambria"/>
                <a:cs typeface="Cambria"/>
              </a:rPr>
              <a:t>width</a:t>
            </a:r>
            <a:r>
              <a:rPr dirty="0" sz="800" spc="15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800">
                <a:solidFill>
                  <a:srgbClr val="4A4E6A"/>
                </a:solidFill>
                <a:latin typeface="Tahoma"/>
                <a:cs typeface="Tahoma"/>
              </a:rPr>
              <a:t>—</a:t>
            </a:r>
            <a:r>
              <a:rPr dirty="0" sz="8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00" spc="-20">
                <a:solidFill>
                  <a:srgbClr val="4A4E6A"/>
                </a:solidFill>
                <a:latin typeface="Tahoma"/>
                <a:cs typeface="Tahoma"/>
              </a:rPr>
              <a:t>After</a:t>
            </a:r>
            <a:r>
              <a:rPr dirty="0" sz="8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00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800" spc="28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750">
                <a:solidFill>
                  <a:srgbClr val="293283"/>
                </a:solidFill>
                <a:latin typeface="Courier New"/>
                <a:cs typeface="Courier New"/>
              </a:rPr>
              <a:t>with</a:t>
            </a:r>
            <a:r>
              <a:rPr dirty="0" sz="750" spc="75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800" spc="-35">
                <a:solidFill>
                  <a:srgbClr val="4A4E6A"/>
                </a:solidFill>
                <a:latin typeface="Tahoma"/>
                <a:cs typeface="Tahoma"/>
              </a:rPr>
              <a:t>blocks,</a:t>
            </a:r>
            <a:r>
              <a:rPr dirty="0" sz="8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00" spc="-30">
                <a:solidFill>
                  <a:srgbClr val="4A4E6A"/>
                </a:solidFill>
                <a:latin typeface="Tahoma"/>
                <a:cs typeface="Tahoma"/>
              </a:rPr>
              <a:t>you're</a:t>
            </a:r>
            <a:r>
              <a:rPr dirty="0" sz="8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00" spc="-40">
                <a:solidFill>
                  <a:srgbClr val="4A4E6A"/>
                </a:solidFill>
                <a:latin typeface="Tahoma"/>
                <a:cs typeface="Tahoma"/>
              </a:rPr>
              <a:t>back</a:t>
            </a:r>
            <a:r>
              <a:rPr dirty="0" sz="8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00" spc="-10">
                <a:solidFill>
                  <a:srgbClr val="4A4E6A"/>
                </a:solidFill>
                <a:latin typeface="Tahoma"/>
                <a:cs typeface="Tahoma"/>
              </a:rPr>
              <a:t>to</a:t>
            </a:r>
            <a:r>
              <a:rPr dirty="0" sz="8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00" spc="-20">
                <a:solidFill>
                  <a:srgbClr val="4A4E6A"/>
                </a:solidFill>
                <a:latin typeface="Tahoma"/>
                <a:cs typeface="Tahoma"/>
              </a:rPr>
              <a:t>full</a:t>
            </a:r>
            <a:r>
              <a:rPr dirty="0" sz="8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00" spc="-25">
                <a:solidFill>
                  <a:srgbClr val="4A4E6A"/>
                </a:solidFill>
                <a:latin typeface="Tahoma"/>
                <a:cs typeface="Tahoma"/>
              </a:rPr>
              <a:t>width.</a:t>
            </a:r>
            <a:r>
              <a:rPr dirty="0" sz="8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00">
                <a:solidFill>
                  <a:srgbClr val="4A4E6A"/>
                </a:solidFill>
                <a:latin typeface="Tahoma"/>
                <a:cs typeface="Tahoma"/>
              </a:rPr>
              <a:t>Use</a:t>
            </a:r>
            <a:r>
              <a:rPr dirty="0" sz="800" spc="27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750">
                <a:solidFill>
                  <a:srgbClr val="293283"/>
                </a:solidFill>
                <a:latin typeface="Courier New"/>
                <a:cs typeface="Courier New"/>
              </a:rPr>
              <a:t>st.divider()</a:t>
            </a:r>
            <a:r>
              <a:rPr dirty="0" sz="750" spc="75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4A4E6A"/>
                </a:solidFill>
                <a:latin typeface="Tahoma"/>
                <a:cs typeface="Tahoma"/>
              </a:rPr>
              <a:t>to</a:t>
            </a:r>
            <a:r>
              <a:rPr dirty="0" sz="8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00" spc="-35">
                <a:solidFill>
                  <a:srgbClr val="4A4E6A"/>
                </a:solidFill>
                <a:latin typeface="Tahoma"/>
                <a:cs typeface="Tahoma"/>
              </a:rPr>
              <a:t>separate</a:t>
            </a:r>
            <a:r>
              <a:rPr dirty="0" sz="8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00" spc="-10">
                <a:solidFill>
                  <a:srgbClr val="4A4E6A"/>
                </a:solidFill>
                <a:latin typeface="Tahoma"/>
                <a:cs typeface="Tahoma"/>
              </a:rPr>
              <a:t>sections visually.</a:t>
            </a:r>
            <a:endParaRPr sz="800">
              <a:latin typeface="Tahoma"/>
              <a:cs typeface="Tahoma"/>
            </a:endParaRPr>
          </a:p>
        </p:txBody>
      </p:sp>
      <p:pic>
        <p:nvPicPr>
          <p:cNvPr id="35" name="object 3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640165" y="1546224"/>
            <a:ext cx="117475" cy="79375"/>
          </a:xfrm>
          <a:prstGeom prst="rect">
            <a:avLst/>
          </a:prstGeom>
        </p:spPr>
      </p:pic>
      <p:sp>
        <p:nvSpPr>
          <p:cNvPr id="36" name="object 36"/>
          <p:cNvSpPr txBox="1"/>
          <p:nvPr/>
        </p:nvSpPr>
        <p:spPr>
          <a:xfrm>
            <a:off x="6805265" y="1506537"/>
            <a:ext cx="259715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55" b="1">
                <a:solidFill>
                  <a:srgbClr val="797E94"/>
                </a:solidFill>
                <a:latin typeface="Cambria"/>
                <a:cs typeface="Cambria"/>
              </a:rPr>
              <a:t>B</a:t>
            </a:r>
            <a:r>
              <a:rPr dirty="0" sz="750" spc="-40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750" spc="-60" b="1">
                <a:solidFill>
                  <a:srgbClr val="797E94"/>
                </a:solidFill>
                <a:latin typeface="Cambria"/>
                <a:cs typeface="Cambria"/>
              </a:rPr>
              <a:t>R</a:t>
            </a:r>
            <a:r>
              <a:rPr dirty="0" sz="750" spc="-50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750" b="1">
                <a:solidFill>
                  <a:srgbClr val="797E94"/>
                </a:solidFill>
                <a:latin typeface="Cambria"/>
                <a:cs typeface="Cambria"/>
              </a:rPr>
              <a:t>O</a:t>
            </a:r>
            <a:r>
              <a:rPr dirty="0" sz="750" spc="-50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750" spc="-20" b="1">
                <a:solidFill>
                  <a:srgbClr val="797E94"/>
                </a:solidFill>
                <a:latin typeface="Cambria"/>
                <a:cs typeface="Cambria"/>
              </a:rPr>
              <a:t>W</a:t>
            </a:r>
            <a:r>
              <a:rPr dirty="0" sz="750" spc="-45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750" spc="-20" b="1">
                <a:solidFill>
                  <a:srgbClr val="797E94"/>
                </a:solidFill>
                <a:latin typeface="Cambria"/>
                <a:cs typeface="Cambria"/>
              </a:rPr>
              <a:t>S</a:t>
            </a:r>
            <a:r>
              <a:rPr dirty="0" sz="750" spc="-40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750" spc="-65" b="1">
                <a:solidFill>
                  <a:srgbClr val="797E94"/>
                </a:solidFill>
                <a:latin typeface="Cambria"/>
                <a:cs typeface="Cambria"/>
              </a:rPr>
              <a:t>E</a:t>
            </a:r>
            <a:r>
              <a:rPr dirty="0" sz="750" spc="-40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750" b="1">
                <a:solidFill>
                  <a:srgbClr val="797E94"/>
                </a:solidFill>
                <a:latin typeface="Cambria"/>
                <a:cs typeface="Cambria"/>
              </a:rPr>
              <a:t>R</a:t>
            </a:r>
            <a:r>
              <a:rPr dirty="0" sz="750" spc="185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750" spc="-55" b="1">
                <a:solidFill>
                  <a:srgbClr val="797E94"/>
                </a:solidFill>
                <a:latin typeface="Cambria"/>
                <a:cs typeface="Cambria"/>
              </a:rPr>
              <a:t>P</a:t>
            </a:r>
            <a:r>
              <a:rPr dirty="0" sz="750" spc="-40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750" spc="-65" b="1">
                <a:solidFill>
                  <a:srgbClr val="797E94"/>
                </a:solidFill>
                <a:latin typeface="Cambria"/>
                <a:cs typeface="Cambria"/>
              </a:rPr>
              <a:t>R</a:t>
            </a:r>
            <a:r>
              <a:rPr dirty="0" sz="750" spc="-40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750" spc="-65" b="1">
                <a:solidFill>
                  <a:srgbClr val="797E94"/>
                </a:solidFill>
                <a:latin typeface="Cambria"/>
                <a:cs typeface="Cambria"/>
              </a:rPr>
              <a:t>E</a:t>
            </a:r>
            <a:r>
              <a:rPr dirty="0" sz="750" spc="-40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750" spc="-10" b="1">
                <a:solidFill>
                  <a:srgbClr val="797E94"/>
                </a:solidFill>
                <a:latin typeface="Cambria"/>
                <a:cs typeface="Cambria"/>
              </a:rPr>
              <a:t>V</a:t>
            </a:r>
            <a:r>
              <a:rPr dirty="0" sz="750" spc="-40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750" spc="-60" b="1">
                <a:solidFill>
                  <a:srgbClr val="797E94"/>
                </a:solidFill>
                <a:latin typeface="Cambria"/>
                <a:cs typeface="Cambria"/>
              </a:rPr>
              <a:t>I</a:t>
            </a:r>
            <a:r>
              <a:rPr dirty="0" sz="750" spc="-40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750" spc="-65" b="1">
                <a:solidFill>
                  <a:srgbClr val="797E94"/>
                </a:solidFill>
                <a:latin typeface="Cambria"/>
                <a:cs typeface="Cambria"/>
              </a:rPr>
              <a:t>E</a:t>
            </a:r>
            <a:r>
              <a:rPr dirty="0" sz="750" spc="-40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750" b="1">
                <a:solidFill>
                  <a:srgbClr val="797E94"/>
                </a:solidFill>
                <a:latin typeface="Cambria"/>
                <a:cs typeface="Cambria"/>
              </a:rPr>
              <a:t>W</a:t>
            </a:r>
            <a:r>
              <a:rPr dirty="0" sz="750" spc="245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750" b="1">
                <a:solidFill>
                  <a:srgbClr val="797E94"/>
                </a:solidFill>
                <a:latin typeface="Cambria"/>
                <a:cs typeface="Cambria"/>
              </a:rPr>
              <a:t>·</a:t>
            </a:r>
            <a:r>
              <a:rPr dirty="0" sz="750" spc="245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750" spc="-20" b="1">
                <a:solidFill>
                  <a:srgbClr val="797E94"/>
                </a:solidFill>
                <a:latin typeface="Cambria"/>
                <a:cs typeface="Cambria"/>
              </a:rPr>
              <a:t>W</a:t>
            </a:r>
            <a:r>
              <a:rPr dirty="0" sz="750" spc="-40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750" spc="-50" b="1">
                <a:solidFill>
                  <a:srgbClr val="797E94"/>
                </a:solidFill>
                <a:latin typeface="Cambria"/>
                <a:cs typeface="Cambria"/>
              </a:rPr>
              <a:t>H</a:t>
            </a:r>
            <a:r>
              <a:rPr dirty="0" sz="750" spc="-40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750" b="1">
                <a:solidFill>
                  <a:srgbClr val="797E94"/>
                </a:solidFill>
                <a:latin typeface="Cambria"/>
                <a:cs typeface="Cambria"/>
              </a:rPr>
              <a:t>AT</a:t>
            </a:r>
            <a:r>
              <a:rPr dirty="0" sz="750" spc="245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750" spc="-90" b="1">
                <a:solidFill>
                  <a:srgbClr val="797E94"/>
                </a:solidFill>
                <a:latin typeface="Cambria"/>
                <a:cs typeface="Cambria"/>
              </a:rPr>
              <a:t>T</a:t>
            </a:r>
            <a:r>
              <a:rPr dirty="0" sz="750" spc="-40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750" spc="-50" b="1">
                <a:solidFill>
                  <a:srgbClr val="797E94"/>
                </a:solidFill>
                <a:latin typeface="Cambria"/>
                <a:cs typeface="Cambria"/>
              </a:rPr>
              <a:t>H</a:t>
            </a:r>
            <a:r>
              <a:rPr dirty="0" sz="750" spc="-40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750" b="1">
                <a:solidFill>
                  <a:srgbClr val="797E94"/>
                </a:solidFill>
                <a:latin typeface="Cambria"/>
                <a:cs typeface="Cambria"/>
              </a:rPr>
              <a:t>E</a:t>
            </a:r>
            <a:r>
              <a:rPr dirty="0" sz="750" spc="250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750" spc="-25" b="1">
                <a:solidFill>
                  <a:srgbClr val="797E94"/>
                </a:solidFill>
                <a:latin typeface="Cambria"/>
                <a:cs typeface="Cambria"/>
              </a:rPr>
              <a:t>S</a:t>
            </a:r>
            <a:r>
              <a:rPr dirty="0" sz="750" spc="-50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750" spc="-90" b="1">
                <a:solidFill>
                  <a:srgbClr val="797E94"/>
                </a:solidFill>
                <a:latin typeface="Cambria"/>
                <a:cs typeface="Cambria"/>
              </a:rPr>
              <a:t>T</a:t>
            </a:r>
            <a:r>
              <a:rPr dirty="0" sz="750" spc="-40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750" b="1">
                <a:solidFill>
                  <a:srgbClr val="797E94"/>
                </a:solidFill>
                <a:latin typeface="Cambria"/>
                <a:cs typeface="Cambria"/>
              </a:rPr>
              <a:t>U</a:t>
            </a:r>
            <a:r>
              <a:rPr dirty="0" sz="750" spc="-40" b="1">
                <a:solidFill>
                  <a:srgbClr val="797E94"/>
                </a:solidFill>
                <a:latin typeface="Cambria"/>
                <a:cs typeface="Cambria"/>
              </a:rPr>
              <a:t> D </a:t>
            </a:r>
            <a:r>
              <a:rPr dirty="0" sz="750" spc="-65" b="1">
                <a:solidFill>
                  <a:srgbClr val="797E94"/>
                </a:solidFill>
                <a:latin typeface="Cambria"/>
                <a:cs typeface="Cambria"/>
              </a:rPr>
              <a:t>E</a:t>
            </a:r>
            <a:r>
              <a:rPr dirty="0" sz="750" spc="-40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750" b="1">
                <a:solidFill>
                  <a:srgbClr val="797E94"/>
                </a:solidFill>
                <a:latin typeface="Cambria"/>
                <a:cs typeface="Cambria"/>
              </a:rPr>
              <a:t>N</a:t>
            </a:r>
            <a:r>
              <a:rPr dirty="0" sz="750" spc="-40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750" b="1">
                <a:solidFill>
                  <a:srgbClr val="797E94"/>
                </a:solidFill>
                <a:latin typeface="Cambria"/>
                <a:cs typeface="Cambria"/>
              </a:rPr>
              <a:t>T</a:t>
            </a:r>
            <a:r>
              <a:rPr dirty="0" sz="750" spc="245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750" spc="-20" b="1">
                <a:solidFill>
                  <a:srgbClr val="797E94"/>
                </a:solidFill>
                <a:latin typeface="Cambria"/>
                <a:cs typeface="Cambria"/>
              </a:rPr>
              <a:t>S</a:t>
            </a:r>
            <a:r>
              <a:rPr dirty="0" sz="750" spc="-40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750" spc="-65" b="1">
                <a:solidFill>
                  <a:srgbClr val="797E94"/>
                </a:solidFill>
                <a:latin typeface="Cambria"/>
                <a:cs typeface="Cambria"/>
              </a:rPr>
              <a:t>E</a:t>
            </a:r>
            <a:r>
              <a:rPr dirty="0" sz="750" spc="-40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750" spc="-65" b="1">
                <a:solidFill>
                  <a:srgbClr val="797E94"/>
                </a:solidFill>
                <a:latin typeface="Cambria"/>
                <a:cs typeface="Cambria"/>
              </a:rPr>
              <a:t>E</a:t>
            </a:r>
            <a:r>
              <a:rPr dirty="0" sz="750" spc="-50" b="1">
                <a:solidFill>
                  <a:srgbClr val="797E94"/>
                </a:solidFill>
                <a:latin typeface="Cambria"/>
                <a:cs typeface="Cambria"/>
              </a:rPr>
              <a:t> S</a:t>
            </a:r>
            <a:endParaRPr sz="750">
              <a:latin typeface="Cambria"/>
              <a:cs typeface="Cambria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6397751" y="1539239"/>
            <a:ext cx="5349240" cy="2749550"/>
            <a:chOff x="6397751" y="1539239"/>
            <a:chExt cx="5349240" cy="2749550"/>
          </a:xfrm>
        </p:grpSpPr>
        <p:sp>
          <p:nvSpPr>
            <p:cNvPr id="38" name="object 38"/>
            <p:cNvSpPr/>
            <p:nvPr/>
          </p:nvSpPr>
          <p:spPr>
            <a:xfrm>
              <a:off x="6397751" y="1539239"/>
              <a:ext cx="5349240" cy="2749550"/>
            </a:xfrm>
            <a:custGeom>
              <a:avLst/>
              <a:gdLst/>
              <a:ahLst/>
              <a:cxnLst/>
              <a:rect l="l" t="t" r="r" b="b"/>
              <a:pathLst>
                <a:path w="5349240" h="2749550">
                  <a:moveTo>
                    <a:pt x="5349239" y="2749295"/>
                  </a:moveTo>
                  <a:lnTo>
                    <a:pt x="0" y="2749295"/>
                  </a:lnTo>
                  <a:lnTo>
                    <a:pt x="0" y="0"/>
                  </a:lnTo>
                  <a:lnTo>
                    <a:pt x="5349239" y="0"/>
                  </a:lnTo>
                  <a:lnTo>
                    <a:pt x="5349239" y="194309"/>
                  </a:lnTo>
                  <a:lnTo>
                    <a:pt x="355472" y="194309"/>
                  </a:lnTo>
                  <a:lnTo>
                    <a:pt x="345151" y="194808"/>
                  </a:lnTo>
                  <a:lnTo>
                    <a:pt x="306031" y="206695"/>
                  </a:lnTo>
                  <a:lnTo>
                    <a:pt x="274438" y="232648"/>
                  </a:lnTo>
                  <a:lnTo>
                    <a:pt x="255183" y="268715"/>
                  </a:lnTo>
                  <a:lnTo>
                    <a:pt x="250697" y="299084"/>
                  </a:lnTo>
                  <a:lnTo>
                    <a:pt x="250697" y="2337434"/>
                  </a:lnTo>
                  <a:lnTo>
                    <a:pt x="258672" y="2377529"/>
                  </a:lnTo>
                  <a:lnTo>
                    <a:pt x="281384" y="2411521"/>
                  </a:lnTo>
                  <a:lnTo>
                    <a:pt x="315376" y="2434233"/>
                  </a:lnTo>
                  <a:lnTo>
                    <a:pt x="355472" y="2442209"/>
                  </a:lnTo>
                  <a:lnTo>
                    <a:pt x="5349239" y="2442209"/>
                  </a:lnTo>
                  <a:lnTo>
                    <a:pt x="5349239" y="2749295"/>
                  </a:lnTo>
                  <a:close/>
                </a:path>
                <a:path w="5349240" h="2749550">
                  <a:moveTo>
                    <a:pt x="5349239" y="2442209"/>
                  </a:moveTo>
                  <a:lnTo>
                    <a:pt x="4994147" y="2442209"/>
                  </a:lnTo>
                  <a:lnTo>
                    <a:pt x="5004468" y="2441711"/>
                  </a:lnTo>
                  <a:lnTo>
                    <a:pt x="5014591" y="2440215"/>
                  </a:lnTo>
                  <a:lnTo>
                    <a:pt x="5052367" y="2424567"/>
                  </a:lnTo>
                  <a:lnTo>
                    <a:pt x="5081279" y="2395654"/>
                  </a:lnTo>
                  <a:lnTo>
                    <a:pt x="5096927" y="2357878"/>
                  </a:lnTo>
                  <a:lnTo>
                    <a:pt x="5098922" y="2337434"/>
                  </a:lnTo>
                  <a:lnTo>
                    <a:pt x="5098922" y="299084"/>
                  </a:lnTo>
                  <a:lnTo>
                    <a:pt x="5090945" y="258989"/>
                  </a:lnTo>
                  <a:lnTo>
                    <a:pt x="5068233" y="224997"/>
                  </a:lnTo>
                  <a:lnTo>
                    <a:pt x="5034242" y="202285"/>
                  </a:lnTo>
                  <a:lnTo>
                    <a:pt x="4994147" y="194309"/>
                  </a:lnTo>
                  <a:lnTo>
                    <a:pt x="5349239" y="194309"/>
                  </a:lnTo>
                  <a:lnTo>
                    <a:pt x="5349239" y="2442209"/>
                  </a:lnTo>
                  <a:close/>
                </a:path>
              </a:pathLst>
            </a:custGeom>
            <a:solidFill>
              <a:srgbClr val="1B1F3A">
                <a:alpha val="78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6643686" y="1728787"/>
              <a:ext cx="4857750" cy="2257425"/>
            </a:xfrm>
            <a:custGeom>
              <a:avLst/>
              <a:gdLst/>
              <a:ahLst/>
              <a:cxnLst/>
              <a:rect l="l" t="t" r="r" b="b"/>
              <a:pathLst>
                <a:path w="4857750" h="2257425">
                  <a:moveTo>
                    <a:pt x="4755404" y="2257424"/>
                  </a:moveTo>
                  <a:lnTo>
                    <a:pt x="102344" y="2257424"/>
                  </a:lnTo>
                  <a:lnTo>
                    <a:pt x="95221" y="2256722"/>
                  </a:lnTo>
                  <a:lnTo>
                    <a:pt x="54661" y="2242959"/>
                  </a:lnTo>
                  <a:lnTo>
                    <a:pt x="22456" y="2214722"/>
                  </a:lnTo>
                  <a:lnTo>
                    <a:pt x="3507" y="2176310"/>
                  </a:lnTo>
                  <a:lnTo>
                    <a:pt x="0" y="2155079"/>
                  </a:lnTo>
                  <a:lnTo>
                    <a:pt x="0" y="2147887"/>
                  </a:lnTo>
                  <a:lnTo>
                    <a:pt x="0" y="102345"/>
                  </a:lnTo>
                  <a:lnTo>
                    <a:pt x="11090" y="60974"/>
                  </a:lnTo>
                  <a:lnTo>
                    <a:pt x="37168" y="26996"/>
                  </a:lnTo>
                  <a:lnTo>
                    <a:pt x="74263" y="5585"/>
                  </a:lnTo>
                  <a:lnTo>
                    <a:pt x="102344" y="0"/>
                  </a:lnTo>
                  <a:lnTo>
                    <a:pt x="4755404" y="0"/>
                  </a:lnTo>
                  <a:lnTo>
                    <a:pt x="4796774" y="11090"/>
                  </a:lnTo>
                  <a:lnTo>
                    <a:pt x="4830753" y="37168"/>
                  </a:lnTo>
                  <a:lnTo>
                    <a:pt x="4852163" y="74264"/>
                  </a:lnTo>
                  <a:lnTo>
                    <a:pt x="4857749" y="102345"/>
                  </a:lnTo>
                  <a:lnTo>
                    <a:pt x="4857749" y="2155079"/>
                  </a:lnTo>
                  <a:lnTo>
                    <a:pt x="4846658" y="2196449"/>
                  </a:lnTo>
                  <a:lnTo>
                    <a:pt x="4820581" y="2230427"/>
                  </a:lnTo>
                  <a:lnTo>
                    <a:pt x="4783485" y="2251838"/>
                  </a:lnTo>
                  <a:lnTo>
                    <a:pt x="4762528" y="2256722"/>
                  </a:lnTo>
                  <a:lnTo>
                    <a:pt x="4755404" y="22574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6643686" y="1728787"/>
              <a:ext cx="4857750" cy="2257425"/>
            </a:xfrm>
            <a:custGeom>
              <a:avLst/>
              <a:gdLst/>
              <a:ahLst/>
              <a:cxnLst/>
              <a:rect l="l" t="t" r="r" b="b"/>
              <a:pathLst>
                <a:path w="4857750" h="2257425">
                  <a:moveTo>
                    <a:pt x="0" y="2147887"/>
                  </a:moveTo>
                  <a:lnTo>
                    <a:pt x="0" y="109537"/>
                  </a:lnTo>
                  <a:lnTo>
                    <a:pt x="0" y="102345"/>
                  </a:lnTo>
                  <a:lnTo>
                    <a:pt x="701" y="95221"/>
                  </a:lnTo>
                  <a:lnTo>
                    <a:pt x="14464" y="54661"/>
                  </a:lnTo>
                  <a:lnTo>
                    <a:pt x="32083" y="32082"/>
                  </a:lnTo>
                  <a:lnTo>
                    <a:pt x="37168" y="26996"/>
                  </a:lnTo>
                  <a:lnTo>
                    <a:pt x="42702" y="22456"/>
                  </a:lnTo>
                  <a:lnTo>
                    <a:pt x="48682" y="18460"/>
                  </a:lnTo>
                  <a:lnTo>
                    <a:pt x="54661" y="14464"/>
                  </a:lnTo>
                  <a:lnTo>
                    <a:pt x="60974" y="11090"/>
                  </a:lnTo>
                  <a:lnTo>
                    <a:pt x="67619" y="8337"/>
                  </a:lnTo>
                  <a:lnTo>
                    <a:pt x="74263" y="5585"/>
                  </a:lnTo>
                  <a:lnTo>
                    <a:pt x="81113" y="3507"/>
                  </a:lnTo>
                  <a:lnTo>
                    <a:pt x="88167" y="2104"/>
                  </a:lnTo>
                  <a:lnTo>
                    <a:pt x="95221" y="701"/>
                  </a:lnTo>
                  <a:lnTo>
                    <a:pt x="102344" y="0"/>
                  </a:lnTo>
                  <a:lnTo>
                    <a:pt x="109538" y="0"/>
                  </a:lnTo>
                  <a:lnTo>
                    <a:pt x="4748212" y="0"/>
                  </a:lnTo>
                  <a:lnTo>
                    <a:pt x="4755404" y="0"/>
                  </a:lnTo>
                  <a:lnTo>
                    <a:pt x="4762528" y="701"/>
                  </a:lnTo>
                  <a:lnTo>
                    <a:pt x="4769582" y="2104"/>
                  </a:lnTo>
                  <a:lnTo>
                    <a:pt x="4776636" y="3507"/>
                  </a:lnTo>
                  <a:lnTo>
                    <a:pt x="4783485" y="5585"/>
                  </a:lnTo>
                  <a:lnTo>
                    <a:pt x="4790129" y="8337"/>
                  </a:lnTo>
                  <a:lnTo>
                    <a:pt x="4796774" y="11090"/>
                  </a:lnTo>
                  <a:lnTo>
                    <a:pt x="4803088" y="14464"/>
                  </a:lnTo>
                  <a:lnTo>
                    <a:pt x="4809068" y="18460"/>
                  </a:lnTo>
                  <a:lnTo>
                    <a:pt x="4815048" y="22456"/>
                  </a:lnTo>
                  <a:lnTo>
                    <a:pt x="4820581" y="26996"/>
                  </a:lnTo>
                  <a:lnTo>
                    <a:pt x="4825667" y="32082"/>
                  </a:lnTo>
                  <a:lnTo>
                    <a:pt x="4830753" y="37168"/>
                  </a:lnTo>
                  <a:lnTo>
                    <a:pt x="4852163" y="74264"/>
                  </a:lnTo>
                  <a:lnTo>
                    <a:pt x="4857750" y="109537"/>
                  </a:lnTo>
                  <a:lnTo>
                    <a:pt x="4857750" y="2147887"/>
                  </a:lnTo>
                  <a:lnTo>
                    <a:pt x="4857749" y="2155079"/>
                  </a:lnTo>
                  <a:lnTo>
                    <a:pt x="4857047" y="2162202"/>
                  </a:lnTo>
                  <a:lnTo>
                    <a:pt x="4855644" y="2169256"/>
                  </a:lnTo>
                  <a:lnTo>
                    <a:pt x="4854241" y="2176310"/>
                  </a:lnTo>
                  <a:lnTo>
                    <a:pt x="4835293" y="2214722"/>
                  </a:lnTo>
                  <a:lnTo>
                    <a:pt x="4803088" y="2242959"/>
                  </a:lnTo>
                  <a:lnTo>
                    <a:pt x="4762528" y="2256722"/>
                  </a:lnTo>
                  <a:lnTo>
                    <a:pt x="4748212" y="2257424"/>
                  </a:lnTo>
                  <a:lnTo>
                    <a:pt x="109538" y="2257424"/>
                  </a:lnTo>
                  <a:lnTo>
                    <a:pt x="67619" y="2249086"/>
                  </a:lnTo>
                  <a:lnTo>
                    <a:pt x="48682" y="2238963"/>
                  </a:lnTo>
                  <a:lnTo>
                    <a:pt x="42702" y="2234968"/>
                  </a:lnTo>
                  <a:lnTo>
                    <a:pt x="37168" y="2230427"/>
                  </a:lnTo>
                  <a:lnTo>
                    <a:pt x="32083" y="2225341"/>
                  </a:lnTo>
                  <a:lnTo>
                    <a:pt x="26997" y="2220255"/>
                  </a:lnTo>
                  <a:lnTo>
                    <a:pt x="22456" y="2214722"/>
                  </a:lnTo>
                  <a:lnTo>
                    <a:pt x="18460" y="2208742"/>
                  </a:lnTo>
                  <a:lnTo>
                    <a:pt x="14464" y="2202762"/>
                  </a:lnTo>
                  <a:lnTo>
                    <a:pt x="2105" y="2169256"/>
                  </a:lnTo>
                  <a:lnTo>
                    <a:pt x="701" y="2162202"/>
                  </a:lnTo>
                  <a:lnTo>
                    <a:pt x="0" y="2155079"/>
                  </a:lnTo>
                  <a:lnTo>
                    <a:pt x="0" y="2147887"/>
                  </a:lnTo>
                  <a:close/>
                </a:path>
              </a:pathLst>
            </a:custGeom>
            <a:ln w="9524">
              <a:solidFill>
                <a:srgbClr val="E4DED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6648449" y="1733549"/>
              <a:ext cx="4848225" cy="361950"/>
            </a:xfrm>
            <a:custGeom>
              <a:avLst/>
              <a:gdLst/>
              <a:ahLst/>
              <a:cxnLst/>
              <a:rect l="l" t="t" r="r" b="b"/>
              <a:pathLst>
                <a:path w="4848225" h="361950">
                  <a:moveTo>
                    <a:pt x="4848224" y="361949"/>
                  </a:moveTo>
                  <a:lnTo>
                    <a:pt x="0" y="361949"/>
                  </a:lnTo>
                  <a:lnTo>
                    <a:pt x="0" y="104775"/>
                  </a:lnTo>
                  <a:lnTo>
                    <a:pt x="7974" y="64679"/>
                  </a:lnTo>
                  <a:lnTo>
                    <a:pt x="30687" y="30687"/>
                  </a:lnTo>
                  <a:lnTo>
                    <a:pt x="64678" y="7975"/>
                  </a:lnTo>
                  <a:lnTo>
                    <a:pt x="104775" y="0"/>
                  </a:lnTo>
                  <a:lnTo>
                    <a:pt x="4743450" y="0"/>
                  </a:lnTo>
                  <a:lnTo>
                    <a:pt x="4783544" y="7975"/>
                  </a:lnTo>
                  <a:lnTo>
                    <a:pt x="4817536" y="30687"/>
                  </a:lnTo>
                  <a:lnTo>
                    <a:pt x="4840247" y="64679"/>
                  </a:lnTo>
                  <a:lnTo>
                    <a:pt x="4848224" y="104775"/>
                  </a:lnTo>
                  <a:lnTo>
                    <a:pt x="4848224" y="361949"/>
                  </a:lnTo>
                  <a:close/>
                </a:path>
              </a:pathLst>
            </a:custGeom>
            <a:solidFill>
              <a:srgbClr val="F4EF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6648449" y="2085974"/>
              <a:ext cx="4848225" cy="9525"/>
            </a:xfrm>
            <a:custGeom>
              <a:avLst/>
              <a:gdLst/>
              <a:ahLst/>
              <a:cxnLst/>
              <a:rect l="l" t="t" r="r" b="b"/>
              <a:pathLst>
                <a:path w="4848225" h="9525">
                  <a:moveTo>
                    <a:pt x="4848224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4848224" y="0"/>
                  </a:lnTo>
                  <a:lnTo>
                    <a:pt x="4848224" y="9524"/>
                  </a:lnTo>
                  <a:close/>
                </a:path>
              </a:pathLst>
            </a:custGeom>
            <a:solidFill>
              <a:srgbClr val="E4DED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3" name="object 4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762748" y="1866899"/>
              <a:ext cx="85725" cy="85724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905623" y="1866899"/>
              <a:ext cx="85725" cy="85724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048498" y="1866899"/>
              <a:ext cx="85725" cy="85724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7234235" y="1804987"/>
              <a:ext cx="4143375" cy="209550"/>
            </a:xfrm>
            <a:custGeom>
              <a:avLst/>
              <a:gdLst/>
              <a:ahLst/>
              <a:cxnLst/>
              <a:rect l="l" t="t" r="r" b="b"/>
              <a:pathLst>
                <a:path w="4143375" h="209550">
                  <a:moveTo>
                    <a:pt x="4094426" y="209549"/>
                  </a:moveTo>
                  <a:lnTo>
                    <a:pt x="48948" y="209549"/>
                  </a:lnTo>
                  <a:lnTo>
                    <a:pt x="45541" y="209214"/>
                  </a:lnTo>
                  <a:lnTo>
                    <a:pt x="10740" y="189127"/>
                  </a:lnTo>
                  <a:lnTo>
                    <a:pt x="0" y="160602"/>
                  </a:lnTo>
                  <a:lnTo>
                    <a:pt x="0" y="157162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8" y="0"/>
                  </a:lnTo>
                  <a:lnTo>
                    <a:pt x="4094426" y="0"/>
                  </a:lnTo>
                  <a:lnTo>
                    <a:pt x="4130461" y="17776"/>
                  </a:lnTo>
                  <a:lnTo>
                    <a:pt x="4143373" y="48947"/>
                  </a:lnTo>
                  <a:lnTo>
                    <a:pt x="4143373" y="160602"/>
                  </a:lnTo>
                  <a:lnTo>
                    <a:pt x="4125597" y="196638"/>
                  </a:lnTo>
                  <a:lnTo>
                    <a:pt x="4097833" y="209214"/>
                  </a:lnTo>
                  <a:lnTo>
                    <a:pt x="4094426" y="2095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7234235" y="1804987"/>
              <a:ext cx="4143375" cy="209550"/>
            </a:xfrm>
            <a:custGeom>
              <a:avLst/>
              <a:gdLst/>
              <a:ahLst/>
              <a:cxnLst/>
              <a:rect l="l" t="t" r="r" b="b"/>
              <a:pathLst>
                <a:path w="4143375" h="209550">
                  <a:moveTo>
                    <a:pt x="0" y="15716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7"/>
                  </a:lnTo>
                  <a:lnTo>
                    <a:pt x="1677" y="38793"/>
                  </a:lnTo>
                  <a:lnTo>
                    <a:pt x="2671" y="35517"/>
                  </a:lnTo>
                  <a:lnTo>
                    <a:pt x="15344" y="15343"/>
                  </a:lnTo>
                  <a:lnTo>
                    <a:pt x="17776" y="12911"/>
                  </a:lnTo>
                  <a:lnTo>
                    <a:pt x="20422" y="10739"/>
                  </a:lnTo>
                  <a:lnTo>
                    <a:pt x="23282" y="8828"/>
                  </a:lnTo>
                  <a:lnTo>
                    <a:pt x="26142" y="6917"/>
                  </a:lnTo>
                  <a:lnTo>
                    <a:pt x="48948" y="0"/>
                  </a:lnTo>
                  <a:lnTo>
                    <a:pt x="52388" y="0"/>
                  </a:lnTo>
                  <a:lnTo>
                    <a:pt x="4090987" y="0"/>
                  </a:lnTo>
                  <a:lnTo>
                    <a:pt x="4094426" y="0"/>
                  </a:lnTo>
                  <a:lnTo>
                    <a:pt x="4097833" y="335"/>
                  </a:lnTo>
                  <a:lnTo>
                    <a:pt x="4101206" y="1006"/>
                  </a:lnTo>
                  <a:lnTo>
                    <a:pt x="4104579" y="1677"/>
                  </a:lnTo>
                  <a:lnTo>
                    <a:pt x="4107856" y="2671"/>
                  </a:lnTo>
                  <a:lnTo>
                    <a:pt x="4111033" y="3987"/>
                  </a:lnTo>
                  <a:lnTo>
                    <a:pt x="4114211" y="5303"/>
                  </a:lnTo>
                  <a:lnTo>
                    <a:pt x="4140701" y="35517"/>
                  </a:lnTo>
                  <a:lnTo>
                    <a:pt x="4143375" y="52387"/>
                  </a:lnTo>
                  <a:lnTo>
                    <a:pt x="4143375" y="157162"/>
                  </a:lnTo>
                  <a:lnTo>
                    <a:pt x="4128030" y="194205"/>
                  </a:lnTo>
                  <a:lnTo>
                    <a:pt x="4120090" y="200720"/>
                  </a:lnTo>
                  <a:lnTo>
                    <a:pt x="4117230" y="202631"/>
                  </a:lnTo>
                  <a:lnTo>
                    <a:pt x="4114211" y="204245"/>
                  </a:lnTo>
                  <a:lnTo>
                    <a:pt x="4111033" y="205561"/>
                  </a:lnTo>
                  <a:lnTo>
                    <a:pt x="4107856" y="206878"/>
                  </a:lnTo>
                  <a:lnTo>
                    <a:pt x="4104579" y="207872"/>
                  </a:lnTo>
                  <a:lnTo>
                    <a:pt x="4101206" y="208543"/>
                  </a:lnTo>
                  <a:lnTo>
                    <a:pt x="4097833" y="209214"/>
                  </a:lnTo>
                  <a:lnTo>
                    <a:pt x="4094426" y="209549"/>
                  </a:lnTo>
                  <a:lnTo>
                    <a:pt x="4090987" y="209549"/>
                  </a:lnTo>
                  <a:lnTo>
                    <a:pt x="52388" y="209549"/>
                  </a:lnTo>
                  <a:lnTo>
                    <a:pt x="48948" y="209549"/>
                  </a:lnTo>
                  <a:lnTo>
                    <a:pt x="45541" y="209214"/>
                  </a:lnTo>
                  <a:lnTo>
                    <a:pt x="42167" y="208543"/>
                  </a:lnTo>
                  <a:lnTo>
                    <a:pt x="38793" y="207872"/>
                  </a:lnTo>
                  <a:lnTo>
                    <a:pt x="35517" y="206878"/>
                  </a:lnTo>
                  <a:lnTo>
                    <a:pt x="32339" y="205561"/>
                  </a:lnTo>
                  <a:lnTo>
                    <a:pt x="29160" y="204245"/>
                  </a:lnTo>
                  <a:lnTo>
                    <a:pt x="15344" y="194205"/>
                  </a:lnTo>
                  <a:lnTo>
                    <a:pt x="12911" y="191773"/>
                  </a:lnTo>
                  <a:lnTo>
                    <a:pt x="1006" y="167382"/>
                  </a:lnTo>
                  <a:lnTo>
                    <a:pt x="335" y="164009"/>
                  </a:lnTo>
                  <a:lnTo>
                    <a:pt x="0" y="160602"/>
                  </a:lnTo>
                  <a:lnTo>
                    <a:pt x="0" y="157162"/>
                  </a:lnTo>
                </a:path>
              </a:pathLst>
            </a:custGeom>
            <a:ln w="9524">
              <a:solidFill>
                <a:srgbClr val="E4DED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8" name="object 4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345014" y="1860549"/>
              <a:ext cx="69850" cy="85725"/>
            </a:xfrm>
            <a:prstGeom prst="rect">
              <a:avLst/>
            </a:prstGeom>
          </p:spPr>
        </p:pic>
      </p:grpSp>
      <p:sp>
        <p:nvSpPr>
          <p:cNvPr id="49" name="object 49"/>
          <p:cNvSpPr txBox="1"/>
          <p:nvPr/>
        </p:nvSpPr>
        <p:spPr>
          <a:xfrm>
            <a:off x="7472015" y="1820862"/>
            <a:ext cx="855344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solidFill>
                  <a:srgbClr val="4A4E6A"/>
                </a:solidFill>
                <a:latin typeface="Courier New"/>
                <a:cs typeface="Courier New"/>
              </a:rPr>
              <a:t>localhost:8501</a:t>
            </a:r>
            <a:endParaRPr sz="750">
              <a:latin typeface="Courier New"/>
              <a:cs typeface="Courier New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6648449" y="2095499"/>
            <a:ext cx="4848225" cy="2070100"/>
            <a:chOff x="6648449" y="2095499"/>
            <a:chExt cx="4848225" cy="2070100"/>
          </a:xfrm>
        </p:grpSpPr>
        <p:pic>
          <p:nvPicPr>
            <p:cNvPr id="51" name="object 5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649689" y="4092574"/>
              <a:ext cx="98425" cy="73025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6648449" y="2095499"/>
              <a:ext cx="4848225" cy="1885950"/>
            </a:xfrm>
            <a:custGeom>
              <a:avLst/>
              <a:gdLst/>
              <a:ahLst/>
              <a:cxnLst/>
              <a:rect l="l" t="t" r="r" b="b"/>
              <a:pathLst>
                <a:path w="4848225" h="1885950">
                  <a:moveTo>
                    <a:pt x="4743450" y="1885949"/>
                  </a:moveTo>
                  <a:lnTo>
                    <a:pt x="104775" y="1885949"/>
                  </a:lnTo>
                  <a:lnTo>
                    <a:pt x="94454" y="1885451"/>
                  </a:lnTo>
                  <a:lnTo>
                    <a:pt x="55333" y="1873563"/>
                  </a:lnTo>
                  <a:lnTo>
                    <a:pt x="23741" y="1847610"/>
                  </a:lnTo>
                  <a:lnTo>
                    <a:pt x="4485" y="1811543"/>
                  </a:lnTo>
                  <a:lnTo>
                    <a:pt x="0" y="1781175"/>
                  </a:lnTo>
                  <a:lnTo>
                    <a:pt x="0" y="0"/>
                  </a:lnTo>
                  <a:lnTo>
                    <a:pt x="4848225" y="0"/>
                  </a:lnTo>
                  <a:lnTo>
                    <a:pt x="4848224" y="1781175"/>
                  </a:lnTo>
                  <a:lnTo>
                    <a:pt x="4840247" y="1821270"/>
                  </a:lnTo>
                  <a:lnTo>
                    <a:pt x="4817536" y="1855261"/>
                  </a:lnTo>
                  <a:lnTo>
                    <a:pt x="4783544" y="1877973"/>
                  </a:lnTo>
                  <a:lnTo>
                    <a:pt x="4743450" y="18859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6800848" y="3552824"/>
              <a:ext cx="4543425" cy="9525"/>
            </a:xfrm>
            <a:custGeom>
              <a:avLst/>
              <a:gdLst/>
              <a:ahLst/>
              <a:cxnLst/>
              <a:rect l="l" t="t" r="r" b="b"/>
              <a:pathLst>
                <a:path w="4543425" h="9525">
                  <a:moveTo>
                    <a:pt x="4543424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4543424" y="0"/>
                  </a:lnTo>
                  <a:lnTo>
                    <a:pt x="4543424" y="9524"/>
                  </a:lnTo>
                  <a:close/>
                </a:path>
              </a:pathLst>
            </a:custGeom>
            <a:solidFill>
              <a:srgbClr val="E4DED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4" name="object 54"/>
          <p:cNvSpPr txBox="1"/>
          <p:nvPr/>
        </p:nvSpPr>
        <p:spPr>
          <a:xfrm>
            <a:off x="6805265" y="4059237"/>
            <a:ext cx="2714625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30">
                <a:solidFill>
                  <a:srgbClr val="797E94"/>
                </a:solidFill>
                <a:latin typeface="Tahoma"/>
                <a:cs typeface="Tahoma"/>
              </a:rPr>
              <a:t>Inputs</a:t>
            </a:r>
            <a:r>
              <a:rPr dirty="0" sz="750" spc="-45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750" spc="-20">
                <a:solidFill>
                  <a:srgbClr val="797E94"/>
                </a:solidFill>
                <a:latin typeface="Tahoma"/>
                <a:cs typeface="Tahoma"/>
              </a:rPr>
              <a:t>and</a:t>
            </a:r>
            <a:r>
              <a:rPr dirty="0" sz="750" spc="-45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750" spc="-10">
                <a:solidFill>
                  <a:srgbClr val="797E94"/>
                </a:solidFill>
                <a:latin typeface="Tahoma"/>
                <a:cs typeface="Tahoma"/>
              </a:rPr>
              <a:t>outputs</a:t>
            </a:r>
            <a:r>
              <a:rPr dirty="0" sz="750" spc="-45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750" spc="-20">
                <a:solidFill>
                  <a:srgbClr val="797E94"/>
                </a:solidFill>
                <a:latin typeface="Tahoma"/>
                <a:cs typeface="Tahoma"/>
              </a:rPr>
              <a:t>live</a:t>
            </a:r>
            <a:r>
              <a:rPr dirty="0" sz="750" spc="-45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750" spc="-10">
                <a:solidFill>
                  <a:srgbClr val="797E94"/>
                </a:solidFill>
                <a:latin typeface="Tahoma"/>
                <a:cs typeface="Tahoma"/>
              </a:rPr>
              <a:t>on</a:t>
            </a:r>
            <a:r>
              <a:rPr dirty="0" sz="750" spc="-45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750" spc="-10">
                <a:solidFill>
                  <a:srgbClr val="797E94"/>
                </a:solidFill>
                <a:latin typeface="Tahoma"/>
                <a:cs typeface="Tahoma"/>
              </a:rPr>
              <a:t>the</a:t>
            </a:r>
            <a:r>
              <a:rPr dirty="0" sz="750" spc="-45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750" spc="-30">
                <a:solidFill>
                  <a:srgbClr val="797E94"/>
                </a:solidFill>
                <a:latin typeface="Tahoma"/>
                <a:cs typeface="Tahoma"/>
              </a:rPr>
              <a:t>same</a:t>
            </a:r>
            <a:r>
              <a:rPr dirty="0" sz="750" spc="-45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750" spc="-30">
                <a:solidFill>
                  <a:srgbClr val="797E94"/>
                </a:solidFill>
                <a:latin typeface="Tahoma"/>
                <a:cs typeface="Tahoma"/>
              </a:rPr>
              <a:t>screen</a:t>
            </a:r>
            <a:r>
              <a:rPr dirty="0" sz="750" spc="-45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750">
                <a:solidFill>
                  <a:srgbClr val="797E94"/>
                </a:solidFill>
                <a:latin typeface="Tahoma"/>
                <a:cs typeface="Tahoma"/>
              </a:rPr>
              <a:t>—</a:t>
            </a:r>
            <a:r>
              <a:rPr dirty="0" sz="750" spc="-45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750" spc="-10">
                <a:solidFill>
                  <a:srgbClr val="797E94"/>
                </a:solidFill>
                <a:latin typeface="Tahoma"/>
                <a:cs typeface="Tahoma"/>
              </a:rPr>
              <a:t>no</a:t>
            </a:r>
            <a:r>
              <a:rPr dirty="0" sz="750" spc="-45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750" spc="-25">
                <a:solidFill>
                  <a:srgbClr val="797E94"/>
                </a:solidFill>
                <a:latin typeface="Tahoma"/>
                <a:cs typeface="Tahoma"/>
              </a:rPr>
              <a:t>scrolling</a:t>
            </a:r>
            <a:r>
              <a:rPr dirty="0" sz="750" spc="-45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750" spc="-10">
                <a:solidFill>
                  <a:srgbClr val="797E94"/>
                </a:solidFill>
                <a:latin typeface="Tahoma"/>
                <a:cs typeface="Tahoma"/>
              </a:rPr>
              <a:t>required.</a:t>
            </a:r>
            <a:endParaRPr sz="750">
              <a:latin typeface="Tahoma"/>
              <a:cs typeface="Tahoma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685799" y="6019799"/>
            <a:ext cx="10820400" cy="304800"/>
            <a:chOff x="685799" y="6019799"/>
            <a:chExt cx="10820400" cy="304800"/>
          </a:xfrm>
        </p:grpSpPr>
        <p:sp>
          <p:nvSpPr>
            <p:cNvPr id="56" name="object 56"/>
            <p:cNvSpPr/>
            <p:nvPr/>
          </p:nvSpPr>
          <p:spPr>
            <a:xfrm>
              <a:off x="690562" y="6024562"/>
              <a:ext cx="10810875" cy="295275"/>
            </a:xfrm>
            <a:custGeom>
              <a:avLst/>
              <a:gdLst/>
              <a:ahLst/>
              <a:cxnLst/>
              <a:rect l="l" t="t" r="r" b="b"/>
              <a:pathLst>
                <a:path w="10810875" h="295275">
                  <a:moveTo>
                    <a:pt x="10726327" y="295274"/>
                  </a:moveTo>
                  <a:lnTo>
                    <a:pt x="84545" y="295274"/>
                  </a:lnTo>
                  <a:lnTo>
                    <a:pt x="78661" y="294694"/>
                  </a:lnTo>
                  <a:lnTo>
                    <a:pt x="35275" y="276722"/>
                  </a:lnTo>
                  <a:lnTo>
                    <a:pt x="9161" y="244903"/>
                  </a:lnTo>
                  <a:lnTo>
                    <a:pt x="0" y="210728"/>
                  </a:lnTo>
                  <a:lnTo>
                    <a:pt x="0" y="204787"/>
                  </a:lnTo>
                  <a:lnTo>
                    <a:pt x="0" y="84545"/>
                  </a:lnTo>
                  <a:lnTo>
                    <a:pt x="11948" y="45154"/>
                  </a:lnTo>
                  <a:lnTo>
                    <a:pt x="45155" y="11948"/>
                  </a:lnTo>
                  <a:lnTo>
                    <a:pt x="84545" y="0"/>
                  </a:lnTo>
                  <a:lnTo>
                    <a:pt x="10726327" y="0"/>
                  </a:lnTo>
                  <a:lnTo>
                    <a:pt x="10765717" y="11948"/>
                  </a:lnTo>
                  <a:lnTo>
                    <a:pt x="10798924" y="45154"/>
                  </a:lnTo>
                  <a:lnTo>
                    <a:pt x="10810872" y="84545"/>
                  </a:lnTo>
                  <a:lnTo>
                    <a:pt x="10810872" y="210728"/>
                  </a:lnTo>
                  <a:lnTo>
                    <a:pt x="10798924" y="250118"/>
                  </a:lnTo>
                  <a:lnTo>
                    <a:pt x="10765717" y="283325"/>
                  </a:lnTo>
                  <a:lnTo>
                    <a:pt x="10732211" y="294694"/>
                  </a:lnTo>
                  <a:lnTo>
                    <a:pt x="10726327" y="295274"/>
                  </a:lnTo>
                  <a:close/>
                </a:path>
              </a:pathLst>
            </a:custGeom>
            <a:solidFill>
              <a:srgbClr val="FFE7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690562" y="6024562"/>
              <a:ext cx="10810875" cy="295275"/>
            </a:xfrm>
            <a:custGeom>
              <a:avLst/>
              <a:gdLst/>
              <a:ahLst/>
              <a:cxnLst/>
              <a:rect l="l" t="t" r="r" b="b"/>
              <a:pathLst>
                <a:path w="10810875" h="295275">
                  <a:moveTo>
                    <a:pt x="0" y="204787"/>
                  </a:moveTo>
                  <a:lnTo>
                    <a:pt x="0" y="90487"/>
                  </a:lnTo>
                  <a:lnTo>
                    <a:pt x="0" y="84545"/>
                  </a:lnTo>
                  <a:lnTo>
                    <a:pt x="579" y="78661"/>
                  </a:lnTo>
                  <a:lnTo>
                    <a:pt x="1738" y="72833"/>
                  </a:lnTo>
                  <a:lnTo>
                    <a:pt x="2897" y="67006"/>
                  </a:lnTo>
                  <a:lnTo>
                    <a:pt x="4614" y="61347"/>
                  </a:lnTo>
                  <a:lnTo>
                    <a:pt x="6887" y="55858"/>
                  </a:lnTo>
                  <a:lnTo>
                    <a:pt x="9161" y="50369"/>
                  </a:lnTo>
                  <a:lnTo>
                    <a:pt x="35275" y="18550"/>
                  </a:lnTo>
                  <a:lnTo>
                    <a:pt x="72834" y="1738"/>
                  </a:lnTo>
                  <a:lnTo>
                    <a:pt x="84545" y="0"/>
                  </a:lnTo>
                  <a:lnTo>
                    <a:pt x="90487" y="0"/>
                  </a:lnTo>
                  <a:lnTo>
                    <a:pt x="10720386" y="0"/>
                  </a:lnTo>
                  <a:lnTo>
                    <a:pt x="10726327" y="0"/>
                  </a:lnTo>
                  <a:lnTo>
                    <a:pt x="10732211" y="579"/>
                  </a:lnTo>
                  <a:lnTo>
                    <a:pt x="10770657" y="15249"/>
                  </a:lnTo>
                  <a:lnTo>
                    <a:pt x="10798924" y="45154"/>
                  </a:lnTo>
                  <a:lnTo>
                    <a:pt x="10803984" y="55858"/>
                  </a:lnTo>
                  <a:lnTo>
                    <a:pt x="10806258" y="61347"/>
                  </a:lnTo>
                  <a:lnTo>
                    <a:pt x="10810874" y="90487"/>
                  </a:lnTo>
                  <a:lnTo>
                    <a:pt x="10810874" y="204787"/>
                  </a:lnTo>
                  <a:lnTo>
                    <a:pt x="10810872" y="210728"/>
                  </a:lnTo>
                  <a:lnTo>
                    <a:pt x="10810293" y="216612"/>
                  </a:lnTo>
                  <a:lnTo>
                    <a:pt x="10809134" y="222440"/>
                  </a:lnTo>
                  <a:lnTo>
                    <a:pt x="10807975" y="228267"/>
                  </a:lnTo>
                  <a:lnTo>
                    <a:pt x="10788572" y="264569"/>
                  </a:lnTo>
                  <a:lnTo>
                    <a:pt x="10755013" y="288386"/>
                  </a:lnTo>
                  <a:lnTo>
                    <a:pt x="10749524" y="290660"/>
                  </a:lnTo>
                  <a:lnTo>
                    <a:pt x="10720386" y="295274"/>
                  </a:lnTo>
                  <a:lnTo>
                    <a:pt x="90487" y="295274"/>
                  </a:lnTo>
                  <a:lnTo>
                    <a:pt x="55859" y="288386"/>
                  </a:lnTo>
                  <a:lnTo>
                    <a:pt x="50370" y="286112"/>
                  </a:lnTo>
                  <a:lnTo>
                    <a:pt x="18550" y="259998"/>
                  </a:lnTo>
                  <a:lnTo>
                    <a:pt x="1738" y="222440"/>
                  </a:lnTo>
                  <a:lnTo>
                    <a:pt x="0" y="210728"/>
                  </a:lnTo>
                  <a:lnTo>
                    <a:pt x="0" y="204787"/>
                  </a:lnTo>
                  <a:close/>
                </a:path>
              </a:pathLst>
            </a:custGeom>
            <a:ln w="9524">
              <a:solidFill>
                <a:srgbClr val="FFD0C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8" name="object 58"/>
          <p:cNvSpPr txBox="1"/>
          <p:nvPr/>
        </p:nvSpPr>
        <p:spPr>
          <a:xfrm>
            <a:off x="815975" y="6088062"/>
            <a:ext cx="5829300" cy="1568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690880" algn="l"/>
              </a:tabLst>
            </a:pPr>
            <a:r>
              <a:rPr dirty="0" baseline="3703" sz="1125" b="1">
                <a:solidFill>
                  <a:srgbClr val="FF6A5B"/>
                </a:solidFill>
                <a:latin typeface="Cambria"/>
                <a:cs typeface="Cambria"/>
              </a:rPr>
              <a:t>U</a:t>
            </a:r>
            <a:r>
              <a:rPr dirty="0" baseline="3703" sz="1125" spc="-82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baseline="3703" sz="1125" spc="-37" b="1">
                <a:solidFill>
                  <a:srgbClr val="FF6A5B"/>
                </a:solidFill>
                <a:latin typeface="Cambria"/>
                <a:cs typeface="Cambria"/>
              </a:rPr>
              <a:t>S</a:t>
            </a:r>
            <a:r>
              <a:rPr dirty="0" baseline="3703" sz="1125" spc="-82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baseline="3703" sz="1125" b="1">
                <a:solidFill>
                  <a:srgbClr val="FF6A5B"/>
                </a:solidFill>
                <a:latin typeface="Cambria"/>
                <a:cs typeface="Cambria"/>
              </a:rPr>
              <a:t>E</a:t>
            </a:r>
            <a:r>
              <a:rPr dirty="0" baseline="3703" sz="1125" spc="292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baseline="3703" sz="1125" spc="-30" b="1">
                <a:solidFill>
                  <a:srgbClr val="FF6A5B"/>
                </a:solidFill>
                <a:latin typeface="Cambria"/>
                <a:cs typeface="Cambria"/>
              </a:rPr>
              <a:t>W</a:t>
            </a:r>
            <a:r>
              <a:rPr dirty="0" baseline="3703" sz="1125" spc="-82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baseline="3703" sz="1125" spc="-75" b="1">
                <a:solidFill>
                  <a:srgbClr val="FF6A5B"/>
                </a:solidFill>
                <a:latin typeface="Cambria"/>
                <a:cs typeface="Cambria"/>
              </a:rPr>
              <a:t>H</a:t>
            </a:r>
            <a:r>
              <a:rPr dirty="0" baseline="3703" sz="1125" spc="-82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baseline="3703" sz="1125" spc="-97" b="1">
                <a:solidFill>
                  <a:srgbClr val="FF6A5B"/>
                </a:solidFill>
                <a:latin typeface="Cambria"/>
                <a:cs typeface="Cambria"/>
              </a:rPr>
              <a:t>E</a:t>
            </a:r>
            <a:r>
              <a:rPr dirty="0" baseline="3703" sz="1125" spc="-82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baseline="3703" sz="1125" spc="-75" b="1">
                <a:solidFill>
                  <a:srgbClr val="FF6A5B"/>
                </a:solidFill>
                <a:latin typeface="Cambria"/>
                <a:cs typeface="Cambria"/>
              </a:rPr>
              <a:t>N</a:t>
            </a:r>
            <a:r>
              <a:rPr dirty="0" baseline="3703" sz="1125" b="1">
                <a:solidFill>
                  <a:srgbClr val="FF6A5B"/>
                </a:solidFill>
                <a:latin typeface="Cambria"/>
                <a:cs typeface="Cambria"/>
              </a:rPr>
              <a:t>	</a:t>
            </a:r>
            <a:r>
              <a:rPr dirty="0" sz="850" spc="-70">
                <a:solidFill>
                  <a:srgbClr val="4A4E6A"/>
                </a:solidFill>
                <a:latin typeface="Tahoma"/>
                <a:cs typeface="Tahoma"/>
              </a:rPr>
              <a:t>You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0">
                <a:solidFill>
                  <a:srgbClr val="4A4E6A"/>
                </a:solidFill>
                <a:latin typeface="Tahoma"/>
                <a:cs typeface="Tahoma"/>
              </a:rPr>
              <a:t>want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5">
                <a:solidFill>
                  <a:srgbClr val="4A4E6A"/>
                </a:solidFill>
                <a:latin typeface="Tahoma"/>
                <a:cs typeface="Tahoma"/>
              </a:rPr>
              <a:t>inputs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 and </a:t>
            </a:r>
            <a:r>
              <a:rPr dirty="0" sz="850" spc="-35">
                <a:solidFill>
                  <a:srgbClr val="4A4E6A"/>
                </a:solidFill>
                <a:latin typeface="Tahoma"/>
                <a:cs typeface="Tahoma"/>
              </a:rPr>
              <a:t>outputs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5">
                <a:solidFill>
                  <a:srgbClr val="4A4E6A"/>
                </a:solidFill>
                <a:latin typeface="Tahoma"/>
                <a:cs typeface="Tahoma"/>
              </a:rPr>
              <a:t>visible</a:t>
            </a:r>
            <a:r>
              <a:rPr dirty="0" sz="850" spc="-4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0">
                <a:solidFill>
                  <a:srgbClr val="4A4E6A"/>
                </a:solidFill>
                <a:latin typeface="Tahoma"/>
                <a:cs typeface="Tahoma"/>
              </a:rPr>
              <a:t>on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0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same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 screen, </a:t>
            </a:r>
            <a:r>
              <a:rPr dirty="0" sz="850" spc="-25">
                <a:solidFill>
                  <a:srgbClr val="4A4E6A"/>
                </a:solidFill>
                <a:latin typeface="Tahoma"/>
                <a:cs typeface="Tahoma"/>
              </a:rPr>
              <a:t>not</a:t>
            </a:r>
            <a:r>
              <a:rPr dirty="0" sz="850" spc="-4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stacked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 vertically. </a:t>
            </a:r>
            <a:r>
              <a:rPr dirty="0" sz="850" spc="-55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5">
                <a:solidFill>
                  <a:srgbClr val="4A4E6A"/>
                </a:solidFill>
                <a:latin typeface="Tahoma"/>
                <a:cs typeface="Tahoma"/>
              </a:rPr>
              <a:t>most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5">
                <a:solidFill>
                  <a:srgbClr val="4A4E6A"/>
                </a:solidFill>
                <a:latin typeface="Tahoma"/>
                <a:cs typeface="Tahoma"/>
              </a:rPr>
              <a:t>common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 dashboard</a:t>
            </a:r>
            <a:r>
              <a:rPr dirty="0" sz="850" spc="-4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10">
                <a:solidFill>
                  <a:srgbClr val="4A4E6A"/>
                </a:solidFill>
                <a:latin typeface="Tahoma"/>
                <a:cs typeface="Tahoma"/>
              </a:rPr>
              <a:t>pattern.</a:t>
            </a:r>
            <a:endParaRPr sz="850">
              <a:latin typeface="Tahoma"/>
              <a:cs typeface="Tahoma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6786215" y="2197100"/>
            <a:ext cx="1432560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135" b="1">
                <a:solidFill>
                  <a:srgbClr val="293283"/>
                </a:solidFill>
                <a:latin typeface="Cambria"/>
                <a:cs typeface="Cambria"/>
              </a:rPr>
              <a:t>Two</a:t>
            </a:r>
            <a:r>
              <a:rPr dirty="0" sz="1350" spc="35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1350" spc="-95" b="1">
                <a:solidFill>
                  <a:srgbClr val="293283"/>
                </a:solidFill>
                <a:latin typeface="Cambria"/>
                <a:cs typeface="Cambria"/>
              </a:rPr>
              <a:t>Columns</a:t>
            </a:r>
            <a:r>
              <a:rPr dirty="0" sz="1350" spc="35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1350" spc="-55" b="1">
                <a:solidFill>
                  <a:srgbClr val="293283"/>
                </a:solidFill>
                <a:latin typeface="Cambria"/>
                <a:cs typeface="Cambria"/>
              </a:rPr>
              <a:t>Demo</a:t>
            </a:r>
            <a:endParaRPr sz="1350">
              <a:latin typeface="Cambria"/>
              <a:cs typeface="Cambria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6800848" y="2543174"/>
            <a:ext cx="2209800" cy="895350"/>
            <a:chOff x="6800848" y="2543174"/>
            <a:chExt cx="2209800" cy="895350"/>
          </a:xfrm>
        </p:grpSpPr>
        <p:sp>
          <p:nvSpPr>
            <p:cNvPr id="61" name="object 61"/>
            <p:cNvSpPr/>
            <p:nvPr/>
          </p:nvSpPr>
          <p:spPr>
            <a:xfrm>
              <a:off x="6805610" y="2547937"/>
              <a:ext cx="2200275" cy="885825"/>
            </a:xfrm>
            <a:custGeom>
              <a:avLst/>
              <a:gdLst/>
              <a:ahLst/>
              <a:cxnLst/>
              <a:rect l="l" t="t" r="r" b="b"/>
              <a:pathLst>
                <a:path w="2200275" h="885825">
                  <a:moveTo>
                    <a:pt x="2133528" y="885824"/>
                  </a:moveTo>
                  <a:lnTo>
                    <a:pt x="66747" y="885824"/>
                  </a:lnTo>
                  <a:lnTo>
                    <a:pt x="62101" y="885367"/>
                  </a:lnTo>
                  <a:lnTo>
                    <a:pt x="24240" y="868217"/>
                  </a:lnTo>
                  <a:lnTo>
                    <a:pt x="2287" y="832924"/>
                  </a:lnTo>
                  <a:lnTo>
                    <a:pt x="0" y="819077"/>
                  </a:lnTo>
                  <a:lnTo>
                    <a:pt x="0" y="814387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7" y="0"/>
                  </a:lnTo>
                  <a:lnTo>
                    <a:pt x="2133528" y="0"/>
                  </a:lnTo>
                  <a:lnTo>
                    <a:pt x="2172425" y="14645"/>
                  </a:lnTo>
                  <a:lnTo>
                    <a:pt x="2196631" y="48432"/>
                  </a:lnTo>
                  <a:lnTo>
                    <a:pt x="2200274" y="66746"/>
                  </a:lnTo>
                  <a:lnTo>
                    <a:pt x="2200274" y="819077"/>
                  </a:lnTo>
                  <a:lnTo>
                    <a:pt x="2185628" y="857975"/>
                  </a:lnTo>
                  <a:lnTo>
                    <a:pt x="2151841" y="882181"/>
                  </a:lnTo>
                  <a:lnTo>
                    <a:pt x="2138173" y="885367"/>
                  </a:lnTo>
                  <a:lnTo>
                    <a:pt x="2133528" y="8858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6805610" y="2547937"/>
              <a:ext cx="2200275" cy="885825"/>
            </a:xfrm>
            <a:custGeom>
              <a:avLst/>
              <a:gdLst/>
              <a:ahLst/>
              <a:cxnLst/>
              <a:rect l="l" t="t" r="r" b="b"/>
              <a:pathLst>
                <a:path w="2200275" h="885825">
                  <a:moveTo>
                    <a:pt x="0" y="81438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0"/>
                  </a:lnTo>
                  <a:lnTo>
                    <a:pt x="1372" y="57500"/>
                  </a:lnTo>
                  <a:lnTo>
                    <a:pt x="2287" y="52899"/>
                  </a:lnTo>
                  <a:lnTo>
                    <a:pt x="3642" y="48432"/>
                  </a:lnTo>
                  <a:lnTo>
                    <a:pt x="5437" y="44099"/>
                  </a:lnTo>
                  <a:lnTo>
                    <a:pt x="7232" y="39765"/>
                  </a:lnTo>
                  <a:lnTo>
                    <a:pt x="9433" y="35648"/>
                  </a:lnTo>
                  <a:lnTo>
                    <a:pt x="31749" y="12039"/>
                  </a:lnTo>
                  <a:lnTo>
                    <a:pt x="35648" y="9433"/>
                  </a:lnTo>
                  <a:lnTo>
                    <a:pt x="39765" y="7232"/>
                  </a:lnTo>
                  <a:lnTo>
                    <a:pt x="44099" y="5437"/>
                  </a:lnTo>
                  <a:lnTo>
                    <a:pt x="48433" y="3642"/>
                  </a:lnTo>
                  <a:lnTo>
                    <a:pt x="71438" y="0"/>
                  </a:lnTo>
                  <a:lnTo>
                    <a:pt x="2128837" y="0"/>
                  </a:lnTo>
                  <a:lnTo>
                    <a:pt x="2156174" y="5437"/>
                  </a:lnTo>
                  <a:lnTo>
                    <a:pt x="2160508" y="7232"/>
                  </a:lnTo>
                  <a:lnTo>
                    <a:pt x="2190840" y="35648"/>
                  </a:lnTo>
                  <a:lnTo>
                    <a:pt x="2198901" y="57500"/>
                  </a:lnTo>
                  <a:lnTo>
                    <a:pt x="2199817" y="62100"/>
                  </a:lnTo>
                  <a:lnTo>
                    <a:pt x="2200274" y="66746"/>
                  </a:lnTo>
                  <a:lnTo>
                    <a:pt x="2200275" y="71437"/>
                  </a:lnTo>
                  <a:lnTo>
                    <a:pt x="2200275" y="814387"/>
                  </a:lnTo>
                  <a:lnTo>
                    <a:pt x="2200274" y="819077"/>
                  </a:lnTo>
                  <a:lnTo>
                    <a:pt x="2199817" y="823723"/>
                  </a:lnTo>
                  <a:lnTo>
                    <a:pt x="2198901" y="828323"/>
                  </a:lnTo>
                  <a:lnTo>
                    <a:pt x="2197986" y="832924"/>
                  </a:lnTo>
                  <a:lnTo>
                    <a:pt x="2176034" y="868217"/>
                  </a:lnTo>
                  <a:lnTo>
                    <a:pt x="2142774" y="884452"/>
                  </a:lnTo>
                  <a:lnTo>
                    <a:pt x="2138173" y="885367"/>
                  </a:lnTo>
                  <a:lnTo>
                    <a:pt x="2133528" y="885824"/>
                  </a:lnTo>
                  <a:lnTo>
                    <a:pt x="2128837" y="885824"/>
                  </a:lnTo>
                  <a:lnTo>
                    <a:pt x="71438" y="885824"/>
                  </a:lnTo>
                  <a:lnTo>
                    <a:pt x="66747" y="885824"/>
                  </a:lnTo>
                  <a:lnTo>
                    <a:pt x="62101" y="885367"/>
                  </a:lnTo>
                  <a:lnTo>
                    <a:pt x="24240" y="868217"/>
                  </a:lnTo>
                  <a:lnTo>
                    <a:pt x="5437" y="841724"/>
                  </a:lnTo>
                  <a:lnTo>
                    <a:pt x="3642" y="837391"/>
                  </a:lnTo>
                  <a:lnTo>
                    <a:pt x="2287" y="832924"/>
                  </a:lnTo>
                  <a:lnTo>
                    <a:pt x="1372" y="828323"/>
                  </a:lnTo>
                  <a:lnTo>
                    <a:pt x="457" y="823723"/>
                  </a:lnTo>
                  <a:lnTo>
                    <a:pt x="0" y="819077"/>
                  </a:lnTo>
                  <a:lnTo>
                    <a:pt x="0" y="814387"/>
                  </a:lnTo>
                </a:path>
              </a:pathLst>
            </a:custGeom>
            <a:ln w="9524">
              <a:solidFill>
                <a:srgbClr val="E4DED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6919910" y="3062287"/>
              <a:ext cx="1971675" cy="257175"/>
            </a:xfrm>
            <a:custGeom>
              <a:avLst/>
              <a:gdLst/>
              <a:ahLst/>
              <a:cxnLst/>
              <a:rect l="l" t="t" r="r" b="b"/>
              <a:pathLst>
                <a:path w="1971675" h="257175">
                  <a:moveTo>
                    <a:pt x="1942757" y="257174"/>
                  </a:moveTo>
                  <a:lnTo>
                    <a:pt x="28916" y="257174"/>
                  </a:lnTo>
                  <a:lnTo>
                    <a:pt x="24663" y="256328"/>
                  </a:lnTo>
                  <a:lnTo>
                    <a:pt x="0" y="228257"/>
                  </a:lnTo>
                  <a:lnTo>
                    <a:pt x="0" y="223837"/>
                  </a:lnTo>
                  <a:lnTo>
                    <a:pt x="0" y="28916"/>
                  </a:lnTo>
                  <a:lnTo>
                    <a:pt x="28916" y="0"/>
                  </a:lnTo>
                  <a:lnTo>
                    <a:pt x="1942757" y="0"/>
                  </a:lnTo>
                  <a:lnTo>
                    <a:pt x="1971675" y="28916"/>
                  </a:lnTo>
                  <a:lnTo>
                    <a:pt x="1971675" y="228257"/>
                  </a:lnTo>
                  <a:lnTo>
                    <a:pt x="1947010" y="256328"/>
                  </a:lnTo>
                  <a:lnTo>
                    <a:pt x="1942757" y="2571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6919910" y="3062287"/>
              <a:ext cx="1971675" cy="257175"/>
            </a:xfrm>
            <a:custGeom>
              <a:avLst/>
              <a:gdLst/>
              <a:ahLst/>
              <a:cxnLst/>
              <a:rect l="l" t="t" r="r" b="b"/>
              <a:pathLst>
                <a:path w="1971675" h="257175">
                  <a:moveTo>
                    <a:pt x="0" y="223837"/>
                  </a:moveTo>
                  <a:lnTo>
                    <a:pt x="0" y="33337"/>
                  </a:lnTo>
                  <a:lnTo>
                    <a:pt x="0" y="28916"/>
                  </a:lnTo>
                  <a:lnTo>
                    <a:pt x="845" y="24663"/>
                  </a:lnTo>
                  <a:lnTo>
                    <a:pt x="2537" y="20579"/>
                  </a:lnTo>
                  <a:lnTo>
                    <a:pt x="4229" y="16495"/>
                  </a:lnTo>
                  <a:lnTo>
                    <a:pt x="6638" y="12889"/>
                  </a:lnTo>
                  <a:lnTo>
                    <a:pt x="9765" y="9764"/>
                  </a:lnTo>
                  <a:lnTo>
                    <a:pt x="12890" y="6637"/>
                  </a:lnTo>
                  <a:lnTo>
                    <a:pt x="16495" y="4229"/>
                  </a:lnTo>
                  <a:lnTo>
                    <a:pt x="20579" y="2537"/>
                  </a:lnTo>
                  <a:lnTo>
                    <a:pt x="24663" y="845"/>
                  </a:lnTo>
                  <a:lnTo>
                    <a:pt x="28916" y="0"/>
                  </a:lnTo>
                  <a:lnTo>
                    <a:pt x="33338" y="0"/>
                  </a:lnTo>
                  <a:lnTo>
                    <a:pt x="1938337" y="0"/>
                  </a:lnTo>
                  <a:lnTo>
                    <a:pt x="1942757" y="0"/>
                  </a:lnTo>
                  <a:lnTo>
                    <a:pt x="1947010" y="845"/>
                  </a:lnTo>
                  <a:lnTo>
                    <a:pt x="1951094" y="2537"/>
                  </a:lnTo>
                  <a:lnTo>
                    <a:pt x="1955178" y="4229"/>
                  </a:lnTo>
                  <a:lnTo>
                    <a:pt x="1958784" y="6637"/>
                  </a:lnTo>
                  <a:lnTo>
                    <a:pt x="1961910" y="9764"/>
                  </a:lnTo>
                  <a:lnTo>
                    <a:pt x="1965036" y="12889"/>
                  </a:lnTo>
                  <a:lnTo>
                    <a:pt x="1967445" y="16495"/>
                  </a:lnTo>
                  <a:lnTo>
                    <a:pt x="1969136" y="20579"/>
                  </a:lnTo>
                  <a:lnTo>
                    <a:pt x="1970828" y="24663"/>
                  </a:lnTo>
                  <a:lnTo>
                    <a:pt x="1971675" y="28916"/>
                  </a:lnTo>
                  <a:lnTo>
                    <a:pt x="1971675" y="33337"/>
                  </a:lnTo>
                  <a:lnTo>
                    <a:pt x="1971675" y="223837"/>
                  </a:lnTo>
                  <a:lnTo>
                    <a:pt x="1971675" y="228257"/>
                  </a:lnTo>
                  <a:lnTo>
                    <a:pt x="1970829" y="232510"/>
                  </a:lnTo>
                  <a:lnTo>
                    <a:pt x="1969137" y="236594"/>
                  </a:lnTo>
                  <a:lnTo>
                    <a:pt x="1967445" y="240678"/>
                  </a:lnTo>
                  <a:lnTo>
                    <a:pt x="1951094" y="254636"/>
                  </a:lnTo>
                  <a:lnTo>
                    <a:pt x="1947010" y="256328"/>
                  </a:lnTo>
                  <a:lnTo>
                    <a:pt x="1942757" y="257174"/>
                  </a:lnTo>
                  <a:lnTo>
                    <a:pt x="1938337" y="257174"/>
                  </a:lnTo>
                  <a:lnTo>
                    <a:pt x="33338" y="257174"/>
                  </a:lnTo>
                  <a:lnTo>
                    <a:pt x="9765" y="247410"/>
                  </a:lnTo>
                  <a:lnTo>
                    <a:pt x="6638" y="244284"/>
                  </a:lnTo>
                  <a:lnTo>
                    <a:pt x="4229" y="240678"/>
                  </a:lnTo>
                  <a:lnTo>
                    <a:pt x="2537" y="236594"/>
                  </a:lnTo>
                  <a:lnTo>
                    <a:pt x="845" y="232510"/>
                  </a:lnTo>
                  <a:lnTo>
                    <a:pt x="0" y="228257"/>
                  </a:lnTo>
                  <a:lnTo>
                    <a:pt x="0" y="223837"/>
                  </a:lnTo>
                </a:path>
              </a:pathLst>
            </a:custGeom>
            <a:ln w="9524">
              <a:solidFill>
                <a:srgbClr val="797E9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5" name="object 65"/>
          <p:cNvSpPr txBox="1"/>
          <p:nvPr/>
        </p:nvSpPr>
        <p:spPr>
          <a:xfrm>
            <a:off x="6900515" y="2630487"/>
            <a:ext cx="600075" cy="39306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 spc="-30" b="1">
                <a:solidFill>
                  <a:srgbClr val="293283"/>
                </a:solidFill>
                <a:latin typeface="Cambria"/>
                <a:cs typeface="Cambria"/>
              </a:rPr>
              <a:t>Left</a:t>
            </a:r>
            <a:r>
              <a:rPr dirty="0" sz="900" spc="-20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900" spc="-35" b="1">
                <a:solidFill>
                  <a:srgbClr val="293283"/>
                </a:solidFill>
                <a:latin typeface="Cambria"/>
                <a:cs typeface="Cambria"/>
              </a:rPr>
              <a:t>column</a:t>
            </a:r>
            <a:endParaRPr sz="9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869"/>
              </a:spcBef>
            </a:pPr>
            <a:r>
              <a:rPr dirty="0" sz="750" spc="-20" b="1">
                <a:solidFill>
                  <a:srgbClr val="1B1F3A"/>
                </a:solidFill>
                <a:latin typeface="Cambria"/>
                <a:cs typeface="Cambria"/>
              </a:rPr>
              <a:t>Name</a:t>
            </a:r>
            <a:endParaRPr sz="750">
              <a:latin typeface="Cambria"/>
              <a:cs typeface="Cambria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6976715" y="3097212"/>
            <a:ext cx="274320" cy="1568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850" spc="-35">
                <a:solidFill>
                  <a:srgbClr val="1B1F3A"/>
                </a:solidFill>
                <a:latin typeface="Tahoma"/>
                <a:cs typeface="Tahoma"/>
              </a:rPr>
              <a:t>Aarav</a:t>
            </a:r>
            <a:endParaRPr sz="850">
              <a:latin typeface="Tahoma"/>
              <a:cs typeface="Tahoma"/>
            </a:endParaRPr>
          </a:p>
        </p:txBody>
      </p:sp>
      <p:grpSp>
        <p:nvGrpSpPr>
          <p:cNvPr id="67" name="object 67"/>
          <p:cNvGrpSpPr/>
          <p:nvPr/>
        </p:nvGrpSpPr>
        <p:grpSpPr>
          <a:xfrm>
            <a:off x="9124948" y="2543174"/>
            <a:ext cx="2219325" cy="895350"/>
            <a:chOff x="9124948" y="2543174"/>
            <a:chExt cx="2219325" cy="895350"/>
          </a:xfrm>
        </p:grpSpPr>
        <p:sp>
          <p:nvSpPr>
            <p:cNvPr id="68" name="object 68"/>
            <p:cNvSpPr/>
            <p:nvPr/>
          </p:nvSpPr>
          <p:spPr>
            <a:xfrm>
              <a:off x="9129710" y="2547937"/>
              <a:ext cx="2209800" cy="885825"/>
            </a:xfrm>
            <a:custGeom>
              <a:avLst/>
              <a:gdLst/>
              <a:ahLst/>
              <a:cxnLst/>
              <a:rect l="l" t="t" r="r" b="b"/>
              <a:pathLst>
                <a:path w="2209800" h="885825">
                  <a:moveTo>
                    <a:pt x="2143052" y="885824"/>
                  </a:moveTo>
                  <a:lnTo>
                    <a:pt x="66747" y="885824"/>
                  </a:lnTo>
                  <a:lnTo>
                    <a:pt x="62101" y="885367"/>
                  </a:lnTo>
                  <a:lnTo>
                    <a:pt x="24240" y="868217"/>
                  </a:lnTo>
                  <a:lnTo>
                    <a:pt x="2287" y="832924"/>
                  </a:lnTo>
                  <a:lnTo>
                    <a:pt x="0" y="819077"/>
                  </a:lnTo>
                  <a:lnTo>
                    <a:pt x="0" y="814387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2" y="3642"/>
                  </a:lnTo>
                  <a:lnTo>
                    <a:pt x="66747" y="0"/>
                  </a:lnTo>
                  <a:lnTo>
                    <a:pt x="2143052" y="0"/>
                  </a:lnTo>
                  <a:lnTo>
                    <a:pt x="2181949" y="14645"/>
                  </a:lnTo>
                  <a:lnTo>
                    <a:pt x="2206156" y="48432"/>
                  </a:lnTo>
                  <a:lnTo>
                    <a:pt x="2209799" y="66746"/>
                  </a:lnTo>
                  <a:lnTo>
                    <a:pt x="2209799" y="819077"/>
                  </a:lnTo>
                  <a:lnTo>
                    <a:pt x="2195153" y="857975"/>
                  </a:lnTo>
                  <a:lnTo>
                    <a:pt x="2161366" y="882181"/>
                  </a:lnTo>
                  <a:lnTo>
                    <a:pt x="2147697" y="885367"/>
                  </a:lnTo>
                  <a:lnTo>
                    <a:pt x="2143052" y="8858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/>
            <p:cNvSpPr/>
            <p:nvPr/>
          </p:nvSpPr>
          <p:spPr>
            <a:xfrm>
              <a:off x="9129710" y="2547937"/>
              <a:ext cx="2209800" cy="885825"/>
            </a:xfrm>
            <a:custGeom>
              <a:avLst/>
              <a:gdLst/>
              <a:ahLst/>
              <a:cxnLst/>
              <a:rect l="l" t="t" r="r" b="b"/>
              <a:pathLst>
                <a:path w="2209800" h="885825">
                  <a:moveTo>
                    <a:pt x="0" y="81438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0"/>
                  </a:lnTo>
                  <a:lnTo>
                    <a:pt x="17607" y="24240"/>
                  </a:lnTo>
                  <a:lnTo>
                    <a:pt x="52899" y="2287"/>
                  </a:lnTo>
                  <a:lnTo>
                    <a:pt x="71438" y="0"/>
                  </a:lnTo>
                  <a:lnTo>
                    <a:pt x="2138362" y="0"/>
                  </a:lnTo>
                  <a:lnTo>
                    <a:pt x="2178049" y="12039"/>
                  </a:lnTo>
                  <a:lnTo>
                    <a:pt x="2204361" y="44099"/>
                  </a:lnTo>
                  <a:lnTo>
                    <a:pt x="2209800" y="71437"/>
                  </a:lnTo>
                  <a:lnTo>
                    <a:pt x="2209800" y="814387"/>
                  </a:lnTo>
                  <a:lnTo>
                    <a:pt x="2209799" y="819077"/>
                  </a:lnTo>
                  <a:lnTo>
                    <a:pt x="2209340" y="823723"/>
                  </a:lnTo>
                  <a:lnTo>
                    <a:pt x="2208425" y="828323"/>
                  </a:lnTo>
                  <a:lnTo>
                    <a:pt x="2207510" y="832924"/>
                  </a:lnTo>
                  <a:lnTo>
                    <a:pt x="2197759" y="854075"/>
                  </a:lnTo>
                  <a:lnTo>
                    <a:pt x="2195153" y="857975"/>
                  </a:lnTo>
                  <a:lnTo>
                    <a:pt x="2161366" y="882181"/>
                  </a:lnTo>
                  <a:lnTo>
                    <a:pt x="2143052" y="885824"/>
                  </a:lnTo>
                  <a:lnTo>
                    <a:pt x="2138362" y="885824"/>
                  </a:lnTo>
                  <a:lnTo>
                    <a:pt x="71438" y="885824"/>
                  </a:lnTo>
                  <a:lnTo>
                    <a:pt x="66747" y="885824"/>
                  </a:lnTo>
                  <a:lnTo>
                    <a:pt x="62101" y="885367"/>
                  </a:lnTo>
                  <a:lnTo>
                    <a:pt x="24240" y="868217"/>
                  </a:lnTo>
                  <a:lnTo>
                    <a:pt x="2287" y="832924"/>
                  </a:lnTo>
                  <a:lnTo>
                    <a:pt x="1372" y="828323"/>
                  </a:lnTo>
                  <a:lnTo>
                    <a:pt x="457" y="823723"/>
                  </a:lnTo>
                  <a:lnTo>
                    <a:pt x="0" y="819077"/>
                  </a:lnTo>
                  <a:lnTo>
                    <a:pt x="0" y="814387"/>
                  </a:lnTo>
                </a:path>
              </a:pathLst>
            </a:custGeom>
            <a:ln w="9524">
              <a:solidFill>
                <a:srgbClr val="E4DED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0" name="object 70"/>
          <p:cNvSpPr txBox="1"/>
          <p:nvPr/>
        </p:nvSpPr>
        <p:spPr>
          <a:xfrm>
            <a:off x="9230270" y="2630487"/>
            <a:ext cx="667385" cy="39306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 spc="-55" b="1">
                <a:solidFill>
                  <a:srgbClr val="293283"/>
                </a:solidFill>
                <a:latin typeface="Cambria"/>
                <a:cs typeface="Cambria"/>
              </a:rPr>
              <a:t>Right</a:t>
            </a:r>
            <a:r>
              <a:rPr dirty="0" sz="900" spc="30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900" spc="-35" b="1">
                <a:solidFill>
                  <a:srgbClr val="293283"/>
                </a:solidFill>
                <a:latin typeface="Cambria"/>
                <a:cs typeface="Cambria"/>
              </a:rPr>
              <a:t>column</a:t>
            </a:r>
            <a:endParaRPr sz="9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869"/>
              </a:spcBef>
            </a:pPr>
            <a:r>
              <a:rPr dirty="0" sz="750" spc="-25" b="1">
                <a:solidFill>
                  <a:srgbClr val="1B1F3A"/>
                </a:solidFill>
                <a:latin typeface="Cambria"/>
                <a:cs typeface="Cambria"/>
              </a:rPr>
              <a:t>Age</a:t>
            </a:r>
            <a:endParaRPr sz="750">
              <a:latin typeface="Cambria"/>
              <a:cs typeface="Cambria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11087198" y="3049587"/>
            <a:ext cx="156210" cy="1568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850" spc="-25" b="1">
                <a:solidFill>
                  <a:srgbClr val="293283"/>
                </a:solidFill>
                <a:latin typeface="Courier New"/>
                <a:cs typeface="Courier New"/>
              </a:rPr>
              <a:t>20</a:t>
            </a:r>
            <a:endParaRPr sz="850">
              <a:latin typeface="Courier New"/>
              <a:cs typeface="Courier New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6786215" y="3649662"/>
            <a:ext cx="1032510" cy="1682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 spc="-60" b="1">
                <a:solidFill>
                  <a:srgbClr val="293283"/>
                </a:solidFill>
                <a:latin typeface="Cambria"/>
                <a:cs typeface="Cambria"/>
              </a:rPr>
              <a:t>Aarav</a:t>
            </a:r>
            <a:r>
              <a:rPr dirty="0" sz="900" spc="20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900" spc="-25">
                <a:solidFill>
                  <a:srgbClr val="1B1F3A"/>
                </a:solidFill>
                <a:latin typeface="Tahoma"/>
                <a:cs typeface="Tahoma"/>
              </a:rPr>
              <a:t>is</a:t>
            </a:r>
            <a:r>
              <a:rPr dirty="0" sz="900" spc="-6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70" b="1">
                <a:solidFill>
                  <a:srgbClr val="293283"/>
                </a:solidFill>
                <a:latin typeface="Cambria"/>
                <a:cs typeface="Cambria"/>
              </a:rPr>
              <a:t>20</a:t>
            </a:r>
            <a:r>
              <a:rPr dirty="0" sz="900" spc="20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900" spc="-40">
                <a:solidFill>
                  <a:srgbClr val="1B1F3A"/>
                </a:solidFill>
                <a:latin typeface="Tahoma"/>
                <a:cs typeface="Tahoma"/>
              </a:rPr>
              <a:t>years</a:t>
            </a:r>
            <a:r>
              <a:rPr dirty="0" sz="900" spc="-6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20">
                <a:solidFill>
                  <a:srgbClr val="1B1F3A"/>
                </a:solidFill>
                <a:latin typeface="Tahoma"/>
                <a:cs typeface="Tahoma"/>
              </a:rPr>
              <a:t>old.</a:t>
            </a:r>
            <a:endParaRPr sz="900">
              <a:latin typeface="Tahoma"/>
              <a:cs typeface="Tahoma"/>
            </a:endParaRPr>
          </a:p>
        </p:txBody>
      </p:sp>
      <p:grpSp>
        <p:nvGrpSpPr>
          <p:cNvPr id="73" name="object 73"/>
          <p:cNvGrpSpPr/>
          <p:nvPr/>
        </p:nvGrpSpPr>
        <p:grpSpPr>
          <a:xfrm>
            <a:off x="10765535" y="2127503"/>
            <a:ext cx="719455" cy="344805"/>
            <a:chOff x="10765535" y="2127503"/>
            <a:chExt cx="719455" cy="344805"/>
          </a:xfrm>
        </p:grpSpPr>
        <p:sp>
          <p:nvSpPr>
            <p:cNvPr id="74" name="object 74"/>
            <p:cNvSpPr/>
            <p:nvPr/>
          </p:nvSpPr>
          <p:spPr>
            <a:xfrm>
              <a:off x="10765535" y="2127503"/>
              <a:ext cx="719455" cy="344805"/>
            </a:xfrm>
            <a:custGeom>
              <a:avLst/>
              <a:gdLst/>
              <a:ahLst/>
              <a:cxnLst/>
              <a:rect l="l" t="t" r="r" b="b"/>
              <a:pathLst>
                <a:path w="719454" h="344805">
                  <a:moveTo>
                    <a:pt x="719327" y="344423"/>
                  </a:moveTo>
                  <a:lnTo>
                    <a:pt x="0" y="344423"/>
                  </a:lnTo>
                  <a:lnTo>
                    <a:pt x="0" y="0"/>
                  </a:lnTo>
                  <a:lnTo>
                    <a:pt x="719327" y="0"/>
                  </a:lnTo>
                  <a:lnTo>
                    <a:pt x="719327" y="72770"/>
                  </a:lnTo>
                  <a:lnTo>
                    <a:pt x="131063" y="72770"/>
                  </a:lnTo>
                  <a:lnTo>
                    <a:pt x="123461" y="73468"/>
                  </a:lnTo>
                  <a:lnTo>
                    <a:pt x="93661" y="103269"/>
                  </a:lnTo>
                  <a:lnTo>
                    <a:pt x="92963" y="110870"/>
                  </a:lnTo>
                  <a:lnTo>
                    <a:pt x="92963" y="196595"/>
                  </a:lnTo>
                  <a:lnTo>
                    <a:pt x="116437" y="231906"/>
                  </a:lnTo>
                  <a:lnTo>
                    <a:pt x="131063" y="234695"/>
                  </a:lnTo>
                  <a:lnTo>
                    <a:pt x="719327" y="234695"/>
                  </a:lnTo>
                  <a:lnTo>
                    <a:pt x="719327" y="344423"/>
                  </a:lnTo>
                  <a:close/>
                </a:path>
                <a:path w="719454" h="344805">
                  <a:moveTo>
                    <a:pt x="719327" y="234695"/>
                  </a:moveTo>
                  <a:lnTo>
                    <a:pt x="588263" y="234695"/>
                  </a:lnTo>
                  <a:lnTo>
                    <a:pt x="595865" y="233998"/>
                  </a:lnTo>
                  <a:lnTo>
                    <a:pt x="602889" y="231906"/>
                  </a:lnTo>
                  <a:lnTo>
                    <a:pt x="626363" y="196595"/>
                  </a:lnTo>
                  <a:lnTo>
                    <a:pt x="626363" y="110870"/>
                  </a:lnTo>
                  <a:lnTo>
                    <a:pt x="602889" y="75560"/>
                  </a:lnTo>
                  <a:lnTo>
                    <a:pt x="588263" y="72770"/>
                  </a:lnTo>
                  <a:lnTo>
                    <a:pt x="719327" y="72770"/>
                  </a:lnTo>
                  <a:lnTo>
                    <a:pt x="719327" y="234695"/>
                  </a:lnTo>
                  <a:close/>
                </a:path>
              </a:pathLst>
            </a:custGeom>
            <a:solidFill>
              <a:srgbClr val="FF6A5B">
                <a:alpha val="348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/>
            <p:cNvSpPr/>
            <p:nvPr/>
          </p:nvSpPr>
          <p:spPr>
            <a:xfrm>
              <a:off x="10848972" y="2190749"/>
              <a:ext cx="552450" cy="180975"/>
            </a:xfrm>
            <a:custGeom>
              <a:avLst/>
              <a:gdLst/>
              <a:ahLst/>
              <a:cxnLst/>
              <a:rect l="l" t="t" r="r" b="b"/>
              <a:pathLst>
                <a:path w="552450" h="180975">
                  <a:moveTo>
                    <a:pt x="511140" y="180974"/>
                  </a:moveTo>
                  <a:lnTo>
                    <a:pt x="41310" y="180974"/>
                  </a:lnTo>
                  <a:lnTo>
                    <a:pt x="35235" y="179766"/>
                  </a:lnTo>
                  <a:lnTo>
                    <a:pt x="1208" y="145740"/>
                  </a:lnTo>
                  <a:lnTo>
                    <a:pt x="0" y="139665"/>
                  </a:lnTo>
                  <a:lnTo>
                    <a:pt x="1" y="133349"/>
                  </a:lnTo>
                  <a:lnTo>
                    <a:pt x="0" y="41309"/>
                  </a:lnTo>
                  <a:lnTo>
                    <a:pt x="23564" y="6041"/>
                  </a:lnTo>
                  <a:lnTo>
                    <a:pt x="41310" y="0"/>
                  </a:lnTo>
                  <a:lnTo>
                    <a:pt x="511140" y="0"/>
                  </a:lnTo>
                  <a:lnTo>
                    <a:pt x="546406" y="23564"/>
                  </a:lnTo>
                  <a:lnTo>
                    <a:pt x="552449" y="41309"/>
                  </a:lnTo>
                  <a:lnTo>
                    <a:pt x="552449" y="139665"/>
                  </a:lnTo>
                  <a:lnTo>
                    <a:pt x="528883" y="174932"/>
                  </a:lnTo>
                  <a:lnTo>
                    <a:pt x="517214" y="179766"/>
                  </a:lnTo>
                  <a:lnTo>
                    <a:pt x="511140" y="180974"/>
                  </a:lnTo>
                  <a:close/>
                </a:path>
              </a:pathLst>
            </a:custGeom>
            <a:solidFill>
              <a:srgbClr val="FF6A5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6" name="object 7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927357" y="2232024"/>
              <a:ext cx="63500" cy="88900"/>
            </a:xfrm>
            <a:prstGeom prst="rect">
              <a:avLst/>
            </a:prstGeom>
          </p:spPr>
        </p:pic>
      </p:grpSp>
      <p:sp>
        <p:nvSpPr>
          <p:cNvPr id="77" name="object 77"/>
          <p:cNvSpPr txBox="1"/>
          <p:nvPr/>
        </p:nvSpPr>
        <p:spPr>
          <a:xfrm>
            <a:off x="11032132" y="2201862"/>
            <a:ext cx="309880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spc="-10" b="1">
                <a:solidFill>
                  <a:srgbClr val="FFFFFF"/>
                </a:solidFill>
                <a:latin typeface="Cambria"/>
                <a:cs typeface="Cambria"/>
              </a:rPr>
              <a:t>RERUN</a:t>
            </a:r>
            <a:endParaRPr sz="700">
              <a:latin typeface="Cambria"/>
              <a:cs typeface="Cambria"/>
            </a:endParaRPr>
          </a:p>
        </p:txBody>
      </p:sp>
      <p:grpSp>
        <p:nvGrpSpPr>
          <p:cNvPr id="78" name="object 78"/>
          <p:cNvGrpSpPr/>
          <p:nvPr/>
        </p:nvGrpSpPr>
        <p:grpSpPr>
          <a:xfrm>
            <a:off x="9239248" y="3051047"/>
            <a:ext cx="1762125" cy="204470"/>
            <a:chOff x="9239248" y="3051047"/>
            <a:chExt cx="1762125" cy="204470"/>
          </a:xfrm>
        </p:grpSpPr>
        <p:sp>
          <p:nvSpPr>
            <p:cNvPr id="79" name="object 79"/>
            <p:cNvSpPr/>
            <p:nvPr/>
          </p:nvSpPr>
          <p:spPr>
            <a:xfrm>
              <a:off x="9239248" y="3124199"/>
              <a:ext cx="1762125" cy="38100"/>
            </a:xfrm>
            <a:custGeom>
              <a:avLst/>
              <a:gdLst/>
              <a:ahLst/>
              <a:cxnLst/>
              <a:rect l="l" t="t" r="r" b="b"/>
              <a:pathLst>
                <a:path w="1762125" h="38100">
                  <a:moveTo>
                    <a:pt x="1745600" y="38099"/>
                  </a:moveTo>
                  <a:lnTo>
                    <a:pt x="16523" y="38099"/>
                  </a:lnTo>
                  <a:lnTo>
                    <a:pt x="14093" y="37616"/>
                  </a:lnTo>
                  <a:lnTo>
                    <a:pt x="0" y="21576"/>
                  </a:lnTo>
                  <a:lnTo>
                    <a:pt x="0" y="19049"/>
                  </a:lnTo>
                  <a:lnTo>
                    <a:pt x="0" y="16523"/>
                  </a:lnTo>
                  <a:lnTo>
                    <a:pt x="16523" y="0"/>
                  </a:lnTo>
                  <a:lnTo>
                    <a:pt x="1745600" y="0"/>
                  </a:lnTo>
                  <a:lnTo>
                    <a:pt x="1762124" y="16523"/>
                  </a:lnTo>
                  <a:lnTo>
                    <a:pt x="1762124" y="21576"/>
                  </a:lnTo>
                  <a:lnTo>
                    <a:pt x="1748030" y="37616"/>
                  </a:lnTo>
                  <a:lnTo>
                    <a:pt x="1745600" y="38099"/>
                  </a:lnTo>
                  <a:close/>
                </a:path>
              </a:pathLst>
            </a:custGeom>
            <a:solidFill>
              <a:srgbClr val="F4EF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/>
            <p:cNvSpPr/>
            <p:nvPr/>
          </p:nvSpPr>
          <p:spPr>
            <a:xfrm>
              <a:off x="9239248" y="3124199"/>
              <a:ext cx="352425" cy="38100"/>
            </a:xfrm>
            <a:custGeom>
              <a:avLst/>
              <a:gdLst/>
              <a:ahLst/>
              <a:cxnLst/>
              <a:rect l="l" t="t" r="r" b="b"/>
              <a:pathLst>
                <a:path w="352425" h="38100">
                  <a:moveTo>
                    <a:pt x="335900" y="38099"/>
                  </a:moveTo>
                  <a:lnTo>
                    <a:pt x="16523" y="38099"/>
                  </a:lnTo>
                  <a:lnTo>
                    <a:pt x="14093" y="37616"/>
                  </a:lnTo>
                  <a:lnTo>
                    <a:pt x="0" y="21576"/>
                  </a:lnTo>
                  <a:lnTo>
                    <a:pt x="0" y="19049"/>
                  </a:lnTo>
                  <a:lnTo>
                    <a:pt x="0" y="16523"/>
                  </a:lnTo>
                  <a:lnTo>
                    <a:pt x="16523" y="0"/>
                  </a:lnTo>
                  <a:lnTo>
                    <a:pt x="335900" y="0"/>
                  </a:lnTo>
                  <a:lnTo>
                    <a:pt x="352424" y="16523"/>
                  </a:lnTo>
                  <a:lnTo>
                    <a:pt x="352424" y="21576"/>
                  </a:lnTo>
                  <a:lnTo>
                    <a:pt x="338330" y="37616"/>
                  </a:lnTo>
                  <a:lnTo>
                    <a:pt x="335900" y="38099"/>
                  </a:lnTo>
                  <a:close/>
                </a:path>
              </a:pathLst>
            </a:custGeom>
            <a:solidFill>
              <a:srgbClr val="29328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1" name="object 8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491471" y="3051047"/>
              <a:ext cx="201167" cy="204215"/>
            </a:xfrm>
            <a:prstGeom prst="rect">
              <a:avLst/>
            </a:prstGeom>
          </p:spPr>
        </p:pic>
      </p:grpSp>
      <p:sp>
        <p:nvSpPr>
          <p:cNvPr id="82" name="object 8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pc="-45"/>
              <a:t>D</a:t>
            </a:r>
            <a:r>
              <a:rPr dirty="0" spc="-65"/>
              <a:t> </a:t>
            </a:r>
            <a:r>
              <a:rPr dirty="0"/>
              <a:t>AY</a:t>
            </a:r>
            <a:r>
              <a:rPr dirty="0" spc="240"/>
              <a:t> </a:t>
            </a:r>
            <a:r>
              <a:rPr dirty="0" spc="-65"/>
              <a:t>0</a:t>
            </a:r>
            <a:r>
              <a:rPr dirty="0" spc="-45"/>
              <a:t> </a:t>
            </a:r>
            <a:r>
              <a:rPr dirty="0"/>
              <a:t>5</a:t>
            </a:r>
            <a:r>
              <a:rPr dirty="0" spc="265"/>
              <a:t> </a:t>
            </a:r>
            <a:r>
              <a:rPr dirty="0"/>
              <a:t>·</a:t>
            </a:r>
            <a:r>
              <a:rPr dirty="0" spc="260"/>
              <a:t> </a:t>
            </a:r>
            <a:r>
              <a:rPr dirty="0" spc="-40"/>
              <a:t>W</a:t>
            </a:r>
            <a:r>
              <a:rPr dirty="0" spc="-45"/>
              <a:t> </a:t>
            </a:r>
            <a:r>
              <a:rPr dirty="0" spc="-65"/>
              <a:t>I</a:t>
            </a:r>
            <a:r>
              <a:rPr dirty="0" spc="-45"/>
              <a:t> D </a:t>
            </a:r>
            <a:r>
              <a:rPr dirty="0"/>
              <a:t>G</a:t>
            </a:r>
            <a:r>
              <a:rPr dirty="0" spc="-45"/>
              <a:t> </a:t>
            </a:r>
            <a:r>
              <a:rPr dirty="0" spc="-70"/>
              <a:t>E</a:t>
            </a:r>
            <a:r>
              <a:rPr dirty="0" spc="-45"/>
              <a:t> </a:t>
            </a:r>
            <a:r>
              <a:rPr dirty="0" spc="-114"/>
              <a:t>T</a:t>
            </a:r>
            <a:r>
              <a:rPr dirty="0" spc="-50"/>
              <a:t> </a:t>
            </a:r>
            <a:r>
              <a:rPr dirty="0"/>
              <a:t>S</a:t>
            </a:r>
            <a:r>
              <a:rPr dirty="0" spc="265"/>
              <a:t> </a:t>
            </a:r>
            <a:r>
              <a:rPr dirty="0"/>
              <a:t>&amp;</a:t>
            </a:r>
            <a:r>
              <a:rPr dirty="0" spc="265"/>
              <a:t> </a:t>
            </a:r>
            <a:r>
              <a:rPr dirty="0" spc="-100"/>
              <a:t>L</a:t>
            </a:r>
            <a:r>
              <a:rPr dirty="0" spc="-45"/>
              <a:t> </a:t>
            </a:r>
            <a:r>
              <a:rPr dirty="0" spc="-20"/>
              <a:t>AY</a:t>
            </a:r>
            <a:r>
              <a:rPr dirty="0" spc="-80"/>
              <a:t> </a:t>
            </a:r>
            <a:r>
              <a:rPr dirty="0" spc="-10"/>
              <a:t>O</a:t>
            </a:r>
            <a:r>
              <a:rPr dirty="0" spc="-45"/>
              <a:t> </a:t>
            </a:r>
            <a:r>
              <a:rPr dirty="0"/>
              <a:t>U</a:t>
            </a:r>
            <a:r>
              <a:rPr dirty="0" spc="-45"/>
              <a:t> </a:t>
            </a:r>
            <a:r>
              <a:rPr dirty="0" spc="-50"/>
              <a:t>T</a:t>
            </a:r>
          </a:p>
        </p:txBody>
      </p:sp>
      <p:sp>
        <p:nvSpPr>
          <p:cNvPr id="83" name="object 8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pc="-30"/>
              <a:t>0</a:t>
            </a:r>
            <a:r>
              <a:rPr dirty="0" spc="-120"/>
              <a:t> </a:t>
            </a:r>
            <a:fld id="{81D60167-4931-47E6-BA6A-407CBD079E47}" type="slidenum">
              <a:rPr dirty="0"/>
              <a:t>6</a:t>
            </a:fld>
            <a:r>
              <a:rPr dirty="0" spc="204"/>
              <a:t> </a:t>
            </a:r>
            <a:r>
              <a:rPr dirty="0"/>
              <a:t>/</a:t>
            </a:r>
            <a:r>
              <a:rPr dirty="0" spc="204"/>
              <a:t> </a:t>
            </a:r>
            <a:r>
              <a:rPr dirty="0" spc="-30"/>
              <a:t>1</a:t>
            </a:r>
            <a:r>
              <a:rPr dirty="0" spc="-120"/>
              <a:t> </a:t>
            </a:r>
            <a:r>
              <a:rPr dirty="0" spc="-60"/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25500" y="530225"/>
            <a:ext cx="268478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20" b="1">
                <a:solidFill>
                  <a:srgbClr val="FF6A5B"/>
                </a:solidFill>
                <a:latin typeface="Cambria"/>
                <a:cs typeface="Cambria"/>
              </a:rPr>
              <a:t>L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30" b="1">
                <a:solidFill>
                  <a:srgbClr val="FF6A5B"/>
                </a:solidFill>
                <a:latin typeface="Cambria"/>
                <a:cs typeface="Cambria"/>
              </a:rPr>
              <a:t>AY</a:t>
            </a:r>
            <a:r>
              <a:rPr dirty="0" sz="900" spc="-7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20" b="1">
                <a:solidFill>
                  <a:srgbClr val="FF6A5B"/>
                </a:solidFill>
                <a:latin typeface="Cambria"/>
                <a:cs typeface="Cambria"/>
              </a:rPr>
              <a:t>O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U </a:t>
            </a:r>
            <a:r>
              <a:rPr dirty="0" sz="900" b="1">
                <a:solidFill>
                  <a:srgbClr val="FF6A5B"/>
                </a:solidFill>
                <a:latin typeface="Cambria"/>
                <a:cs typeface="Cambria"/>
              </a:rPr>
              <a:t>T</a:t>
            </a:r>
            <a:r>
              <a:rPr dirty="0" sz="900" spc="1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80" b="1">
                <a:solidFill>
                  <a:srgbClr val="FF6A5B"/>
                </a:solidFill>
                <a:latin typeface="Cambria"/>
                <a:cs typeface="Cambria"/>
              </a:rPr>
              <a:t>P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105" b="1">
                <a:solidFill>
                  <a:srgbClr val="FF6A5B"/>
                </a:solidFill>
                <a:latin typeface="Cambria"/>
                <a:cs typeface="Cambria"/>
              </a:rPr>
              <a:t>R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75" b="1">
                <a:solidFill>
                  <a:srgbClr val="FF6A5B"/>
                </a:solidFill>
                <a:latin typeface="Cambria"/>
                <a:cs typeface="Cambria"/>
              </a:rPr>
              <a:t>I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b="1">
                <a:solidFill>
                  <a:srgbClr val="FF6A5B"/>
                </a:solidFill>
                <a:latin typeface="Cambria"/>
                <a:cs typeface="Cambria"/>
              </a:rPr>
              <a:t>M</a:t>
            </a:r>
            <a:r>
              <a:rPr dirty="0" sz="900" spc="-5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75" b="1">
                <a:solidFill>
                  <a:srgbClr val="FF6A5B"/>
                </a:solidFill>
                <a:latin typeface="Cambria"/>
                <a:cs typeface="Cambria"/>
              </a:rPr>
              <a:t>I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140" b="1">
                <a:solidFill>
                  <a:srgbClr val="FF6A5B"/>
                </a:solidFill>
                <a:latin typeface="Cambria"/>
                <a:cs typeface="Cambria"/>
              </a:rPr>
              <a:t>T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75" b="1">
                <a:solidFill>
                  <a:srgbClr val="FF6A5B"/>
                </a:solidFill>
                <a:latin typeface="Cambria"/>
                <a:cs typeface="Cambria"/>
              </a:rPr>
              <a:t>I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55" b="1">
                <a:solidFill>
                  <a:srgbClr val="FF6A5B"/>
                </a:solidFill>
                <a:latin typeface="Cambria"/>
                <a:cs typeface="Cambria"/>
              </a:rPr>
              <a:t>V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b="1">
                <a:solidFill>
                  <a:srgbClr val="FF6A5B"/>
                </a:solidFill>
                <a:latin typeface="Cambria"/>
                <a:cs typeface="Cambria"/>
              </a:rPr>
              <a:t>E</a:t>
            </a:r>
            <a:r>
              <a:rPr dirty="0" sz="900" spc="295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95" b="1">
                <a:solidFill>
                  <a:srgbClr val="FF6A5B"/>
                </a:solidFill>
                <a:latin typeface="Cambria"/>
                <a:cs typeface="Cambria"/>
              </a:rPr>
              <a:t>0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b="1">
                <a:solidFill>
                  <a:srgbClr val="FF6A5B"/>
                </a:solidFill>
                <a:latin typeface="Cambria"/>
                <a:cs typeface="Cambria"/>
              </a:rPr>
              <a:t>2</a:t>
            </a:r>
            <a:r>
              <a:rPr dirty="0" sz="900" spc="305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20" b="1">
                <a:solidFill>
                  <a:srgbClr val="FF6A5B"/>
                </a:solidFill>
                <a:latin typeface="Cambria"/>
                <a:cs typeface="Cambria"/>
              </a:rPr>
              <a:t>O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b="1">
                <a:solidFill>
                  <a:srgbClr val="FF6A5B"/>
                </a:solidFill>
                <a:latin typeface="Cambria"/>
                <a:cs typeface="Cambria"/>
              </a:rPr>
              <a:t>F</a:t>
            </a:r>
            <a:r>
              <a:rPr dirty="0" sz="900" spc="305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95" b="1">
                <a:solidFill>
                  <a:srgbClr val="FF6A5B"/>
                </a:solidFill>
                <a:latin typeface="Cambria"/>
                <a:cs typeface="Cambria"/>
              </a:rPr>
              <a:t>0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b="1">
                <a:solidFill>
                  <a:srgbClr val="FF6A5B"/>
                </a:solidFill>
                <a:latin typeface="Cambria"/>
                <a:cs typeface="Cambria"/>
              </a:rPr>
              <a:t>5</a:t>
            </a:r>
            <a:r>
              <a:rPr dirty="0" sz="900" spc="30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b="1">
                <a:solidFill>
                  <a:srgbClr val="FF6A5B"/>
                </a:solidFill>
                <a:latin typeface="Cambria"/>
                <a:cs typeface="Cambria"/>
              </a:rPr>
              <a:t>·</a:t>
            </a:r>
            <a:r>
              <a:rPr dirty="0" sz="900" spc="305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85" b="1">
                <a:solidFill>
                  <a:srgbClr val="FF6A5B"/>
                </a:solidFill>
                <a:latin typeface="Cambria"/>
                <a:cs typeface="Cambria"/>
              </a:rPr>
              <a:t>D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95" b="1">
                <a:solidFill>
                  <a:srgbClr val="FF6A5B"/>
                </a:solidFill>
                <a:latin typeface="Cambria"/>
                <a:cs typeface="Cambria"/>
              </a:rPr>
              <a:t>E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95" b="1">
                <a:solidFill>
                  <a:srgbClr val="FF6A5B"/>
                </a:solidFill>
                <a:latin typeface="Cambria"/>
                <a:cs typeface="Cambria"/>
              </a:rPr>
              <a:t>E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80" b="1">
                <a:solidFill>
                  <a:srgbClr val="FF6A5B"/>
                </a:solidFill>
                <a:latin typeface="Cambria"/>
                <a:cs typeface="Cambria"/>
              </a:rPr>
              <a:t>P</a:t>
            </a:r>
            <a:r>
              <a:rPr dirty="0" sz="900" spc="-6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35" b="1">
                <a:solidFill>
                  <a:srgbClr val="FF6A5B"/>
                </a:solidFill>
                <a:latin typeface="Cambria"/>
                <a:cs typeface="Cambria"/>
              </a:rPr>
              <a:t>-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85" b="1">
                <a:solidFill>
                  <a:srgbClr val="FF6A5B"/>
                </a:solidFill>
                <a:latin typeface="Cambria"/>
                <a:cs typeface="Cambria"/>
              </a:rPr>
              <a:t>D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75" b="1">
                <a:solidFill>
                  <a:srgbClr val="FF6A5B"/>
                </a:solidFill>
                <a:latin typeface="Cambria"/>
                <a:cs typeface="Cambria"/>
              </a:rPr>
              <a:t>I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55" b="1">
                <a:solidFill>
                  <a:srgbClr val="FF6A5B"/>
                </a:solidFill>
                <a:latin typeface="Cambria"/>
                <a:cs typeface="Cambria"/>
              </a:rPr>
              <a:t>V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50" b="1">
                <a:solidFill>
                  <a:srgbClr val="FF6A5B"/>
                </a:solidFill>
                <a:latin typeface="Cambria"/>
                <a:cs typeface="Cambria"/>
              </a:rPr>
              <a:t>E</a:t>
            </a:r>
            <a:endParaRPr sz="9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617521" y="530225"/>
            <a:ext cx="188087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85" b="1">
                <a:solidFill>
                  <a:srgbClr val="797E94"/>
                </a:solidFill>
                <a:latin typeface="Cambria"/>
                <a:cs typeface="Cambria"/>
              </a:rPr>
              <a:t>D</a:t>
            </a:r>
            <a:r>
              <a:rPr dirty="0" sz="900" spc="-60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900" b="1">
                <a:solidFill>
                  <a:srgbClr val="797E94"/>
                </a:solidFill>
                <a:latin typeface="Cambria"/>
                <a:cs typeface="Cambria"/>
              </a:rPr>
              <a:t>AY</a:t>
            </a:r>
            <a:r>
              <a:rPr dirty="0" sz="900" spc="250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900" spc="-95" b="1">
                <a:solidFill>
                  <a:srgbClr val="797E94"/>
                </a:solidFill>
                <a:latin typeface="Cambria"/>
                <a:cs typeface="Cambria"/>
              </a:rPr>
              <a:t>0</a:t>
            </a:r>
            <a:r>
              <a:rPr dirty="0" sz="900" spc="-40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900" b="1">
                <a:solidFill>
                  <a:srgbClr val="797E94"/>
                </a:solidFill>
                <a:latin typeface="Cambria"/>
                <a:cs typeface="Cambria"/>
              </a:rPr>
              <a:t>5</a:t>
            </a:r>
            <a:r>
              <a:rPr dirty="0" sz="900" spc="315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900" b="1">
                <a:solidFill>
                  <a:srgbClr val="797E94"/>
                </a:solidFill>
                <a:latin typeface="Cambria"/>
                <a:cs typeface="Cambria"/>
              </a:rPr>
              <a:t>·</a:t>
            </a:r>
            <a:r>
              <a:rPr dirty="0" sz="900" spc="310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900" spc="-60" b="1">
                <a:solidFill>
                  <a:srgbClr val="797E94"/>
                </a:solidFill>
                <a:latin typeface="Cambria"/>
                <a:cs typeface="Cambria"/>
              </a:rPr>
              <a:t>W</a:t>
            </a:r>
            <a:r>
              <a:rPr dirty="0" sz="900" spc="-40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900" spc="-75" b="1">
                <a:solidFill>
                  <a:srgbClr val="797E94"/>
                </a:solidFill>
                <a:latin typeface="Cambria"/>
                <a:cs typeface="Cambria"/>
              </a:rPr>
              <a:t>I</a:t>
            </a:r>
            <a:r>
              <a:rPr dirty="0" sz="900" spc="-40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900" spc="-85" b="1">
                <a:solidFill>
                  <a:srgbClr val="797E94"/>
                </a:solidFill>
                <a:latin typeface="Cambria"/>
                <a:cs typeface="Cambria"/>
              </a:rPr>
              <a:t>D</a:t>
            </a:r>
            <a:r>
              <a:rPr dirty="0" sz="900" spc="-40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900" spc="-20" b="1">
                <a:solidFill>
                  <a:srgbClr val="797E94"/>
                </a:solidFill>
                <a:latin typeface="Cambria"/>
                <a:cs typeface="Cambria"/>
              </a:rPr>
              <a:t>G</a:t>
            </a:r>
            <a:r>
              <a:rPr dirty="0" sz="900" spc="-40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900" spc="-95" b="1">
                <a:solidFill>
                  <a:srgbClr val="797E94"/>
                </a:solidFill>
                <a:latin typeface="Cambria"/>
                <a:cs typeface="Cambria"/>
              </a:rPr>
              <a:t>E</a:t>
            </a:r>
            <a:r>
              <a:rPr dirty="0" sz="900" spc="-40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900" spc="-135" b="1">
                <a:solidFill>
                  <a:srgbClr val="797E94"/>
                </a:solidFill>
                <a:latin typeface="Cambria"/>
                <a:cs typeface="Cambria"/>
              </a:rPr>
              <a:t>T</a:t>
            </a:r>
            <a:r>
              <a:rPr dirty="0" sz="900" spc="-45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900" b="1">
                <a:solidFill>
                  <a:srgbClr val="797E94"/>
                </a:solidFill>
                <a:latin typeface="Cambria"/>
                <a:cs typeface="Cambria"/>
              </a:rPr>
              <a:t>S</a:t>
            </a:r>
            <a:r>
              <a:rPr dirty="0" sz="900" spc="315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900" b="1">
                <a:solidFill>
                  <a:srgbClr val="797E94"/>
                </a:solidFill>
                <a:latin typeface="Cambria"/>
                <a:cs typeface="Cambria"/>
              </a:rPr>
              <a:t>&amp;</a:t>
            </a:r>
            <a:r>
              <a:rPr dirty="0" sz="900" spc="315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900" spc="-120" b="1">
                <a:solidFill>
                  <a:srgbClr val="797E94"/>
                </a:solidFill>
                <a:latin typeface="Cambria"/>
                <a:cs typeface="Cambria"/>
              </a:rPr>
              <a:t>L</a:t>
            </a:r>
            <a:r>
              <a:rPr dirty="0" sz="900" spc="-40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900" spc="-30" b="1">
                <a:solidFill>
                  <a:srgbClr val="797E94"/>
                </a:solidFill>
                <a:latin typeface="Cambria"/>
                <a:cs typeface="Cambria"/>
              </a:rPr>
              <a:t>AY</a:t>
            </a:r>
            <a:r>
              <a:rPr dirty="0" sz="900" spc="-70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900" spc="-20" b="1">
                <a:solidFill>
                  <a:srgbClr val="797E94"/>
                </a:solidFill>
                <a:latin typeface="Cambria"/>
                <a:cs typeface="Cambria"/>
              </a:rPr>
              <a:t>O</a:t>
            </a:r>
            <a:r>
              <a:rPr dirty="0" sz="900" spc="-40" b="1">
                <a:solidFill>
                  <a:srgbClr val="797E94"/>
                </a:solidFill>
                <a:latin typeface="Cambria"/>
                <a:cs typeface="Cambria"/>
              </a:rPr>
              <a:t> U </a:t>
            </a:r>
            <a:r>
              <a:rPr dirty="0" sz="900" spc="-50" b="1">
                <a:solidFill>
                  <a:srgbClr val="797E94"/>
                </a:solidFill>
                <a:latin typeface="Cambria"/>
                <a:cs typeface="Cambria"/>
              </a:rPr>
              <a:t>T</a:t>
            </a:r>
            <a:endParaRPr sz="900">
              <a:latin typeface="Cambria"/>
              <a:cs typeface="Cambria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135"/>
              <a:t>st.sidebar</a:t>
            </a:r>
            <a:r>
              <a:rPr dirty="0" sz="2100" spc="-35"/>
              <a:t> </a:t>
            </a:r>
            <a:r>
              <a:rPr dirty="0" sz="2100" spc="-210"/>
              <a:t>—</a:t>
            </a:r>
            <a:r>
              <a:rPr dirty="0" sz="2100" spc="-30"/>
              <a:t> </a:t>
            </a:r>
            <a:r>
              <a:rPr dirty="0" sz="2100" spc="-155"/>
              <a:t>controls</a:t>
            </a:r>
            <a:r>
              <a:rPr dirty="0" sz="2100" spc="-35"/>
              <a:t> </a:t>
            </a:r>
            <a:r>
              <a:rPr dirty="0" sz="2100" spc="-130"/>
              <a:t>on</a:t>
            </a:r>
            <a:r>
              <a:rPr dirty="0" sz="2100" spc="-30"/>
              <a:t> </a:t>
            </a:r>
            <a:r>
              <a:rPr dirty="0" sz="2100" spc="-105"/>
              <a:t>the</a:t>
            </a:r>
            <a:r>
              <a:rPr dirty="0" sz="2100" spc="-35"/>
              <a:t> </a:t>
            </a:r>
            <a:r>
              <a:rPr dirty="0" sz="2100" spc="-80"/>
              <a:t>left,</a:t>
            </a:r>
            <a:r>
              <a:rPr dirty="0" sz="2100" spc="-30"/>
              <a:t> </a:t>
            </a:r>
            <a:r>
              <a:rPr dirty="0" sz="2100" spc="-125"/>
              <a:t>output</a:t>
            </a:r>
            <a:r>
              <a:rPr dirty="0" sz="2100" spc="-35"/>
              <a:t> </a:t>
            </a:r>
            <a:r>
              <a:rPr dirty="0" sz="2100" spc="-130"/>
              <a:t>on</a:t>
            </a:r>
            <a:r>
              <a:rPr dirty="0" sz="2100" spc="-30"/>
              <a:t> </a:t>
            </a:r>
            <a:r>
              <a:rPr dirty="0" sz="2100" spc="-105"/>
              <a:t>the</a:t>
            </a:r>
            <a:r>
              <a:rPr dirty="0" sz="2100" spc="-35"/>
              <a:t> </a:t>
            </a:r>
            <a:r>
              <a:rPr dirty="0" sz="2100" spc="-80"/>
              <a:t>right.</a:t>
            </a:r>
            <a:endParaRPr sz="2100"/>
          </a:p>
        </p:txBody>
      </p:sp>
      <p:sp>
        <p:nvSpPr>
          <p:cNvPr id="5" name="object 5"/>
          <p:cNvSpPr txBox="1"/>
          <p:nvPr/>
        </p:nvSpPr>
        <p:spPr>
          <a:xfrm>
            <a:off x="673099" y="1173162"/>
            <a:ext cx="8725535" cy="1797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000" spc="-60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100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00" spc="-45">
                <a:solidFill>
                  <a:srgbClr val="4A4E6A"/>
                </a:solidFill>
                <a:latin typeface="Tahoma"/>
                <a:cs typeface="Tahoma"/>
              </a:rPr>
              <a:t>dashboard</a:t>
            </a:r>
            <a:r>
              <a:rPr dirty="0" sz="10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00" spc="-45">
                <a:solidFill>
                  <a:srgbClr val="4A4E6A"/>
                </a:solidFill>
                <a:latin typeface="Tahoma"/>
                <a:cs typeface="Tahoma"/>
              </a:rPr>
              <a:t>pattern.</a:t>
            </a:r>
            <a:r>
              <a:rPr dirty="0" sz="10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00" spc="-40">
                <a:solidFill>
                  <a:srgbClr val="4A4E6A"/>
                </a:solidFill>
                <a:latin typeface="Tahoma"/>
                <a:cs typeface="Tahoma"/>
              </a:rPr>
              <a:t>Controls</a:t>
            </a:r>
            <a:r>
              <a:rPr dirty="0" sz="10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00" spc="-55">
                <a:solidFill>
                  <a:srgbClr val="4A4E6A"/>
                </a:solidFill>
                <a:latin typeface="Tahoma"/>
                <a:cs typeface="Tahoma"/>
              </a:rPr>
              <a:t>go</a:t>
            </a:r>
            <a:r>
              <a:rPr dirty="0" sz="100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00" spc="-25">
                <a:solidFill>
                  <a:srgbClr val="4A4E6A"/>
                </a:solidFill>
                <a:latin typeface="Tahoma"/>
                <a:cs typeface="Tahoma"/>
              </a:rPr>
              <a:t>in</a:t>
            </a:r>
            <a:r>
              <a:rPr dirty="0" sz="10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00" spc="-35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10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00" spc="-40">
                <a:solidFill>
                  <a:srgbClr val="4A4E6A"/>
                </a:solidFill>
                <a:latin typeface="Tahoma"/>
                <a:cs typeface="Tahoma"/>
              </a:rPr>
              <a:t>sidebar</a:t>
            </a:r>
            <a:r>
              <a:rPr dirty="0" sz="10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00" spc="-50">
                <a:solidFill>
                  <a:srgbClr val="4A4E6A"/>
                </a:solidFill>
                <a:latin typeface="Tahoma"/>
                <a:cs typeface="Tahoma"/>
              </a:rPr>
              <a:t>(sliders,</a:t>
            </a:r>
            <a:r>
              <a:rPr dirty="0" sz="10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00" spc="-40">
                <a:solidFill>
                  <a:srgbClr val="4A4E6A"/>
                </a:solidFill>
                <a:latin typeface="Tahoma"/>
                <a:cs typeface="Tahoma"/>
              </a:rPr>
              <a:t>dropdowns,</a:t>
            </a:r>
            <a:r>
              <a:rPr dirty="0" sz="100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00" spc="-50">
                <a:solidFill>
                  <a:srgbClr val="4A4E6A"/>
                </a:solidFill>
                <a:latin typeface="Tahoma"/>
                <a:cs typeface="Tahoma"/>
              </a:rPr>
              <a:t>inputs).</a:t>
            </a:r>
            <a:r>
              <a:rPr dirty="0" sz="1000" spc="-60">
                <a:solidFill>
                  <a:srgbClr val="4A4E6A"/>
                </a:solidFill>
                <a:latin typeface="Tahoma"/>
                <a:cs typeface="Tahoma"/>
              </a:rPr>
              <a:t> The </a:t>
            </a:r>
            <a:r>
              <a:rPr dirty="0" sz="1000" spc="-40">
                <a:solidFill>
                  <a:srgbClr val="4A4E6A"/>
                </a:solidFill>
                <a:latin typeface="Tahoma"/>
                <a:cs typeface="Tahoma"/>
              </a:rPr>
              <a:t>main</a:t>
            </a:r>
            <a:r>
              <a:rPr dirty="0" sz="10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00" spc="-50">
                <a:solidFill>
                  <a:srgbClr val="4A4E6A"/>
                </a:solidFill>
                <a:latin typeface="Tahoma"/>
                <a:cs typeface="Tahoma"/>
              </a:rPr>
              <a:t>area</a:t>
            </a:r>
            <a:r>
              <a:rPr dirty="0" sz="10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00" spc="-50">
                <a:solidFill>
                  <a:srgbClr val="4A4E6A"/>
                </a:solidFill>
                <a:latin typeface="Tahoma"/>
                <a:cs typeface="Tahoma"/>
              </a:rPr>
              <a:t>shows</a:t>
            </a:r>
            <a:r>
              <a:rPr dirty="0" sz="100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00" spc="-35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10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00" spc="-40">
                <a:solidFill>
                  <a:srgbClr val="4A4E6A"/>
                </a:solidFill>
                <a:latin typeface="Tahoma"/>
                <a:cs typeface="Tahoma"/>
              </a:rPr>
              <a:t>result.</a:t>
            </a:r>
            <a:r>
              <a:rPr dirty="0" sz="10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00" spc="-40">
                <a:solidFill>
                  <a:srgbClr val="4A4E6A"/>
                </a:solidFill>
                <a:latin typeface="Tahoma"/>
                <a:cs typeface="Tahoma"/>
              </a:rPr>
              <a:t>Used</a:t>
            </a:r>
            <a:r>
              <a:rPr dirty="0" sz="10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00" spc="-50">
                <a:solidFill>
                  <a:srgbClr val="4A4E6A"/>
                </a:solidFill>
                <a:latin typeface="Tahoma"/>
                <a:cs typeface="Tahoma"/>
              </a:rPr>
              <a:t>by</a:t>
            </a:r>
            <a:r>
              <a:rPr dirty="0" sz="10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00" spc="-50">
                <a:solidFill>
                  <a:srgbClr val="4A4E6A"/>
                </a:solidFill>
                <a:latin typeface="Tahoma"/>
                <a:cs typeface="Tahoma"/>
              </a:rPr>
              <a:t>every</a:t>
            </a:r>
            <a:r>
              <a:rPr dirty="0" sz="100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00" spc="-45">
                <a:solidFill>
                  <a:srgbClr val="4A4E6A"/>
                </a:solidFill>
                <a:latin typeface="Tahoma"/>
                <a:cs typeface="Tahoma"/>
              </a:rPr>
              <a:t>analytics</a:t>
            </a:r>
            <a:r>
              <a:rPr dirty="0" sz="10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00" spc="-45">
                <a:solidFill>
                  <a:srgbClr val="4A4E6A"/>
                </a:solidFill>
                <a:latin typeface="Tahoma"/>
                <a:cs typeface="Tahoma"/>
              </a:rPr>
              <a:t>dashboard</a:t>
            </a:r>
            <a:r>
              <a:rPr dirty="0" sz="10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00" spc="-40">
                <a:solidFill>
                  <a:srgbClr val="4A4E6A"/>
                </a:solidFill>
                <a:latin typeface="Tahoma"/>
                <a:cs typeface="Tahoma"/>
              </a:rPr>
              <a:t>at</a:t>
            </a:r>
            <a:r>
              <a:rPr dirty="0" sz="10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00" spc="-50">
                <a:solidFill>
                  <a:srgbClr val="4A4E6A"/>
                </a:solidFill>
                <a:latin typeface="Tahoma"/>
                <a:cs typeface="Tahoma"/>
              </a:rPr>
              <a:t>every</a:t>
            </a:r>
            <a:r>
              <a:rPr dirty="0" sz="10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00" spc="-35">
                <a:solidFill>
                  <a:srgbClr val="4A4E6A"/>
                </a:solidFill>
                <a:latin typeface="Tahoma"/>
                <a:cs typeface="Tahoma"/>
              </a:rPr>
              <a:t>real</a:t>
            </a:r>
            <a:r>
              <a:rPr dirty="0" sz="100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4A4E6A"/>
                </a:solidFill>
                <a:latin typeface="Tahoma"/>
                <a:cs typeface="Tahoma"/>
              </a:rPr>
              <a:t>company.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85799" y="1485899"/>
            <a:ext cx="5762625" cy="3638550"/>
            <a:chOff x="685799" y="1485899"/>
            <a:chExt cx="5762625" cy="3638550"/>
          </a:xfrm>
        </p:grpSpPr>
        <p:sp>
          <p:nvSpPr>
            <p:cNvPr id="7" name="object 7"/>
            <p:cNvSpPr/>
            <p:nvPr/>
          </p:nvSpPr>
          <p:spPr>
            <a:xfrm>
              <a:off x="690562" y="1490662"/>
              <a:ext cx="5753100" cy="3629025"/>
            </a:xfrm>
            <a:custGeom>
              <a:avLst/>
              <a:gdLst/>
              <a:ahLst/>
              <a:cxnLst/>
              <a:rect l="l" t="t" r="r" b="b"/>
              <a:pathLst>
                <a:path w="5753100" h="3629025">
                  <a:moveTo>
                    <a:pt x="5650754" y="3629024"/>
                  </a:moveTo>
                  <a:lnTo>
                    <a:pt x="102345" y="3629024"/>
                  </a:lnTo>
                  <a:lnTo>
                    <a:pt x="95221" y="3628322"/>
                  </a:lnTo>
                  <a:lnTo>
                    <a:pt x="54661" y="3614559"/>
                  </a:lnTo>
                  <a:lnTo>
                    <a:pt x="22456" y="3586323"/>
                  </a:lnTo>
                  <a:lnTo>
                    <a:pt x="3507" y="3547910"/>
                  </a:lnTo>
                  <a:lnTo>
                    <a:pt x="0" y="3526679"/>
                  </a:lnTo>
                  <a:lnTo>
                    <a:pt x="0" y="3519487"/>
                  </a:lnTo>
                  <a:lnTo>
                    <a:pt x="0" y="102344"/>
                  </a:lnTo>
                  <a:lnTo>
                    <a:pt x="11090" y="60974"/>
                  </a:lnTo>
                  <a:lnTo>
                    <a:pt x="37168" y="26996"/>
                  </a:lnTo>
                  <a:lnTo>
                    <a:pt x="74264" y="5585"/>
                  </a:lnTo>
                  <a:lnTo>
                    <a:pt x="102345" y="0"/>
                  </a:lnTo>
                  <a:lnTo>
                    <a:pt x="5650754" y="0"/>
                  </a:lnTo>
                  <a:lnTo>
                    <a:pt x="5692124" y="11090"/>
                  </a:lnTo>
                  <a:lnTo>
                    <a:pt x="5726101" y="37168"/>
                  </a:lnTo>
                  <a:lnTo>
                    <a:pt x="5747513" y="74263"/>
                  </a:lnTo>
                  <a:lnTo>
                    <a:pt x="5753099" y="102344"/>
                  </a:lnTo>
                  <a:lnTo>
                    <a:pt x="5753099" y="3526679"/>
                  </a:lnTo>
                  <a:lnTo>
                    <a:pt x="5742007" y="3568049"/>
                  </a:lnTo>
                  <a:lnTo>
                    <a:pt x="5715929" y="3602027"/>
                  </a:lnTo>
                  <a:lnTo>
                    <a:pt x="5678834" y="3623438"/>
                  </a:lnTo>
                  <a:lnTo>
                    <a:pt x="5657877" y="3628322"/>
                  </a:lnTo>
                  <a:lnTo>
                    <a:pt x="5650754" y="3629024"/>
                  </a:lnTo>
                  <a:close/>
                </a:path>
              </a:pathLst>
            </a:custGeom>
            <a:solidFill>
              <a:srgbClr val="1B1F3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690562" y="1490662"/>
              <a:ext cx="5753100" cy="3629025"/>
            </a:xfrm>
            <a:custGeom>
              <a:avLst/>
              <a:gdLst/>
              <a:ahLst/>
              <a:cxnLst/>
              <a:rect l="l" t="t" r="r" b="b"/>
              <a:pathLst>
                <a:path w="5753100" h="3629025">
                  <a:moveTo>
                    <a:pt x="0" y="3519487"/>
                  </a:moveTo>
                  <a:lnTo>
                    <a:pt x="0" y="109537"/>
                  </a:lnTo>
                  <a:lnTo>
                    <a:pt x="0" y="102345"/>
                  </a:lnTo>
                  <a:lnTo>
                    <a:pt x="701" y="95221"/>
                  </a:lnTo>
                  <a:lnTo>
                    <a:pt x="2104" y="88167"/>
                  </a:lnTo>
                  <a:lnTo>
                    <a:pt x="3507" y="81113"/>
                  </a:lnTo>
                  <a:lnTo>
                    <a:pt x="5585" y="74263"/>
                  </a:lnTo>
                  <a:lnTo>
                    <a:pt x="8338" y="67619"/>
                  </a:lnTo>
                  <a:lnTo>
                    <a:pt x="11090" y="60974"/>
                  </a:lnTo>
                  <a:lnTo>
                    <a:pt x="14464" y="54661"/>
                  </a:lnTo>
                  <a:lnTo>
                    <a:pt x="18460" y="48681"/>
                  </a:lnTo>
                  <a:lnTo>
                    <a:pt x="22456" y="42701"/>
                  </a:lnTo>
                  <a:lnTo>
                    <a:pt x="26997" y="37168"/>
                  </a:lnTo>
                  <a:lnTo>
                    <a:pt x="32082" y="32082"/>
                  </a:lnTo>
                  <a:lnTo>
                    <a:pt x="37168" y="26996"/>
                  </a:lnTo>
                  <a:lnTo>
                    <a:pt x="42701" y="22456"/>
                  </a:lnTo>
                  <a:lnTo>
                    <a:pt x="48681" y="18460"/>
                  </a:lnTo>
                  <a:lnTo>
                    <a:pt x="54661" y="14464"/>
                  </a:lnTo>
                  <a:lnTo>
                    <a:pt x="60974" y="11090"/>
                  </a:lnTo>
                  <a:lnTo>
                    <a:pt x="67619" y="8338"/>
                  </a:lnTo>
                  <a:lnTo>
                    <a:pt x="74264" y="5585"/>
                  </a:lnTo>
                  <a:lnTo>
                    <a:pt x="81113" y="3507"/>
                  </a:lnTo>
                  <a:lnTo>
                    <a:pt x="88167" y="2104"/>
                  </a:lnTo>
                  <a:lnTo>
                    <a:pt x="95221" y="701"/>
                  </a:lnTo>
                  <a:lnTo>
                    <a:pt x="102345" y="0"/>
                  </a:lnTo>
                  <a:lnTo>
                    <a:pt x="109537" y="0"/>
                  </a:lnTo>
                  <a:lnTo>
                    <a:pt x="5643562" y="0"/>
                  </a:lnTo>
                  <a:lnTo>
                    <a:pt x="5650754" y="0"/>
                  </a:lnTo>
                  <a:lnTo>
                    <a:pt x="5657877" y="701"/>
                  </a:lnTo>
                  <a:lnTo>
                    <a:pt x="5664931" y="2104"/>
                  </a:lnTo>
                  <a:lnTo>
                    <a:pt x="5671984" y="3507"/>
                  </a:lnTo>
                  <a:lnTo>
                    <a:pt x="5704416" y="18460"/>
                  </a:lnTo>
                  <a:lnTo>
                    <a:pt x="5710396" y="22456"/>
                  </a:lnTo>
                  <a:lnTo>
                    <a:pt x="5738634" y="54661"/>
                  </a:lnTo>
                  <a:lnTo>
                    <a:pt x="5750994" y="88167"/>
                  </a:lnTo>
                  <a:lnTo>
                    <a:pt x="5752397" y="95221"/>
                  </a:lnTo>
                  <a:lnTo>
                    <a:pt x="5753099" y="102345"/>
                  </a:lnTo>
                  <a:lnTo>
                    <a:pt x="5753099" y="109537"/>
                  </a:lnTo>
                  <a:lnTo>
                    <a:pt x="5753099" y="3519487"/>
                  </a:lnTo>
                  <a:lnTo>
                    <a:pt x="5753099" y="3526679"/>
                  </a:lnTo>
                  <a:lnTo>
                    <a:pt x="5752397" y="3533802"/>
                  </a:lnTo>
                  <a:lnTo>
                    <a:pt x="5750994" y="3540856"/>
                  </a:lnTo>
                  <a:lnTo>
                    <a:pt x="5749591" y="3547910"/>
                  </a:lnTo>
                  <a:lnTo>
                    <a:pt x="5730642" y="3586323"/>
                  </a:lnTo>
                  <a:lnTo>
                    <a:pt x="5698436" y="3614559"/>
                  </a:lnTo>
                  <a:lnTo>
                    <a:pt x="5685479" y="3620686"/>
                  </a:lnTo>
                  <a:lnTo>
                    <a:pt x="5678834" y="3623438"/>
                  </a:lnTo>
                  <a:lnTo>
                    <a:pt x="5671984" y="3625516"/>
                  </a:lnTo>
                  <a:lnTo>
                    <a:pt x="5664931" y="3626919"/>
                  </a:lnTo>
                  <a:lnTo>
                    <a:pt x="5657877" y="3628323"/>
                  </a:lnTo>
                  <a:lnTo>
                    <a:pt x="5650754" y="3629024"/>
                  </a:lnTo>
                  <a:lnTo>
                    <a:pt x="5643562" y="3629024"/>
                  </a:lnTo>
                  <a:lnTo>
                    <a:pt x="109537" y="3629024"/>
                  </a:lnTo>
                  <a:lnTo>
                    <a:pt x="102345" y="3629024"/>
                  </a:lnTo>
                  <a:lnTo>
                    <a:pt x="95221" y="3628323"/>
                  </a:lnTo>
                  <a:lnTo>
                    <a:pt x="88167" y="3626919"/>
                  </a:lnTo>
                  <a:lnTo>
                    <a:pt x="81113" y="3625516"/>
                  </a:lnTo>
                  <a:lnTo>
                    <a:pt x="74264" y="3623438"/>
                  </a:lnTo>
                  <a:lnTo>
                    <a:pt x="67619" y="3620686"/>
                  </a:lnTo>
                  <a:lnTo>
                    <a:pt x="60974" y="3617933"/>
                  </a:lnTo>
                  <a:lnTo>
                    <a:pt x="32082" y="3596941"/>
                  </a:lnTo>
                  <a:lnTo>
                    <a:pt x="26997" y="3591856"/>
                  </a:lnTo>
                  <a:lnTo>
                    <a:pt x="5585" y="3554760"/>
                  </a:lnTo>
                  <a:lnTo>
                    <a:pt x="2104" y="3540856"/>
                  </a:lnTo>
                  <a:lnTo>
                    <a:pt x="701" y="3533802"/>
                  </a:lnTo>
                  <a:lnTo>
                    <a:pt x="0" y="3526679"/>
                  </a:lnTo>
                  <a:lnTo>
                    <a:pt x="0" y="3519487"/>
                  </a:lnTo>
                  <a:close/>
                </a:path>
              </a:pathLst>
            </a:custGeom>
            <a:ln w="9524">
              <a:solidFill>
                <a:srgbClr val="292E5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695324" y="1495424"/>
              <a:ext cx="5743575" cy="285750"/>
            </a:xfrm>
            <a:custGeom>
              <a:avLst/>
              <a:gdLst/>
              <a:ahLst/>
              <a:cxnLst/>
              <a:rect l="l" t="t" r="r" b="b"/>
              <a:pathLst>
                <a:path w="5743575" h="285750">
                  <a:moveTo>
                    <a:pt x="5743574" y="285749"/>
                  </a:moveTo>
                  <a:lnTo>
                    <a:pt x="0" y="285749"/>
                  </a:lnTo>
                  <a:lnTo>
                    <a:pt x="0" y="104775"/>
                  </a:lnTo>
                  <a:lnTo>
                    <a:pt x="7975" y="64679"/>
                  </a:lnTo>
                  <a:lnTo>
                    <a:pt x="30687" y="30687"/>
                  </a:lnTo>
                  <a:lnTo>
                    <a:pt x="64679" y="7975"/>
                  </a:lnTo>
                  <a:lnTo>
                    <a:pt x="104775" y="0"/>
                  </a:lnTo>
                  <a:lnTo>
                    <a:pt x="5638799" y="0"/>
                  </a:lnTo>
                  <a:lnTo>
                    <a:pt x="5678894" y="7975"/>
                  </a:lnTo>
                  <a:lnTo>
                    <a:pt x="5712886" y="30687"/>
                  </a:lnTo>
                  <a:lnTo>
                    <a:pt x="5735598" y="64679"/>
                  </a:lnTo>
                  <a:lnTo>
                    <a:pt x="5743574" y="104775"/>
                  </a:lnTo>
                  <a:lnTo>
                    <a:pt x="5743574" y="285749"/>
                  </a:lnTo>
                  <a:close/>
                </a:path>
              </a:pathLst>
            </a:custGeom>
            <a:solidFill>
              <a:srgbClr val="13173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695324" y="1771649"/>
              <a:ext cx="5743575" cy="9525"/>
            </a:xfrm>
            <a:custGeom>
              <a:avLst/>
              <a:gdLst/>
              <a:ahLst/>
              <a:cxnLst/>
              <a:rect l="l" t="t" r="r" b="b"/>
              <a:pathLst>
                <a:path w="5743575" h="9525">
                  <a:moveTo>
                    <a:pt x="5743574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5743574" y="0"/>
                  </a:lnTo>
                  <a:lnTo>
                    <a:pt x="5743574" y="9524"/>
                  </a:lnTo>
                  <a:close/>
                </a:path>
              </a:pathLst>
            </a:custGeom>
            <a:solidFill>
              <a:srgbClr val="292E5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8674" y="1590674"/>
              <a:ext cx="85725" cy="8572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71549" y="1590674"/>
              <a:ext cx="85725" cy="8572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14424" y="1590674"/>
              <a:ext cx="85725" cy="85724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1282699" y="1539875"/>
            <a:ext cx="39497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10" b="1">
                <a:solidFill>
                  <a:srgbClr val="E7E9F5"/>
                </a:solidFill>
                <a:latin typeface="Courier New"/>
                <a:cs typeface="Courier New"/>
              </a:rPr>
              <a:t>app.py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919291" y="1549400"/>
            <a:ext cx="39243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10">
                <a:solidFill>
                  <a:srgbClr val="6A6F99"/>
                </a:solidFill>
                <a:latin typeface="Courier New"/>
                <a:cs typeface="Courier New"/>
              </a:rPr>
              <a:t>PYTHON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35025" y="1863725"/>
            <a:ext cx="1358265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>
                <a:solidFill>
                  <a:srgbClr val="FF8B7E"/>
                </a:solidFill>
                <a:latin typeface="Courier New"/>
                <a:cs typeface="Courier New"/>
              </a:rPr>
              <a:t>import</a:t>
            </a:r>
            <a:r>
              <a:rPr dirty="0" sz="800" spc="-15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7E9F5"/>
                </a:solidFill>
                <a:latin typeface="Courier New"/>
                <a:cs typeface="Courier New"/>
              </a:rPr>
              <a:t>streamlit</a:t>
            </a:r>
            <a:r>
              <a:rPr dirty="0" sz="800" spc="-1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FF8B7E"/>
                </a:solidFill>
                <a:latin typeface="Courier New"/>
                <a:cs typeface="Courier New"/>
              </a:rPr>
              <a:t>as</a:t>
            </a:r>
            <a:r>
              <a:rPr dirty="0" sz="800" spc="-10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800" spc="-25">
                <a:solidFill>
                  <a:srgbClr val="E7E9F5"/>
                </a:solidFill>
                <a:latin typeface="Courier New"/>
                <a:cs typeface="Courier New"/>
              </a:rPr>
              <a:t>st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35025" y="2178050"/>
            <a:ext cx="160020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>
                <a:solidFill>
                  <a:srgbClr val="E7E9F5"/>
                </a:solidFill>
                <a:latin typeface="Courier New"/>
                <a:cs typeface="Courier New"/>
              </a:rPr>
              <a:t>st.</a:t>
            </a:r>
            <a:r>
              <a:rPr dirty="0" sz="800">
                <a:solidFill>
                  <a:srgbClr val="FFD580"/>
                </a:solidFill>
                <a:latin typeface="Courier New"/>
                <a:cs typeface="Courier New"/>
              </a:rPr>
              <a:t>title</a:t>
            </a:r>
            <a:r>
              <a:rPr dirty="0" sz="800">
                <a:solidFill>
                  <a:srgbClr val="E7E9F5"/>
                </a:solidFill>
                <a:latin typeface="Courier New"/>
                <a:cs typeface="Courier New"/>
              </a:rPr>
              <a:t>(</a:t>
            </a:r>
            <a:r>
              <a:rPr dirty="0" sz="800">
                <a:solidFill>
                  <a:srgbClr val="B8E886"/>
                </a:solidFill>
                <a:latin typeface="Courier New"/>
                <a:cs typeface="Courier New"/>
              </a:rPr>
              <a:t>"Dashboard</a:t>
            </a:r>
            <a:r>
              <a:rPr dirty="0" sz="800" spc="-25">
                <a:solidFill>
                  <a:srgbClr val="B8E886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B8E886"/>
                </a:solidFill>
                <a:latin typeface="Courier New"/>
                <a:cs typeface="Courier New"/>
              </a:rPr>
              <a:t>Demo"</a:t>
            </a:r>
            <a:r>
              <a:rPr dirty="0" sz="800" spc="-10">
                <a:solidFill>
                  <a:srgbClr val="E7E9F5"/>
                </a:solidFill>
                <a:latin typeface="Courier New"/>
                <a:cs typeface="Courier New"/>
              </a:rPr>
              <a:t>)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35025" y="2465704"/>
            <a:ext cx="2990850" cy="1120775"/>
          </a:xfrm>
          <a:prstGeom prst="rect">
            <a:avLst/>
          </a:prstGeom>
        </p:spPr>
        <p:txBody>
          <a:bodyPr wrap="square" lIns="0" tIns="425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800" spc="-1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Controls</a:t>
            </a:r>
            <a:r>
              <a:rPr dirty="0" sz="800" spc="-1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in</a:t>
            </a:r>
            <a:r>
              <a:rPr dirty="0" sz="800" spc="-1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the</a:t>
            </a:r>
            <a:r>
              <a:rPr dirty="0" sz="800" spc="-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spc="-10" i="1">
                <a:solidFill>
                  <a:srgbClr val="8B8FB4"/>
                </a:solidFill>
                <a:latin typeface="Courier New"/>
                <a:cs typeface="Courier New"/>
              </a:rPr>
              <a:t>SIDEBAR</a:t>
            </a:r>
            <a:endParaRPr sz="800">
              <a:latin typeface="Courier New"/>
              <a:cs typeface="Courier New"/>
            </a:endParaRPr>
          </a:p>
          <a:p>
            <a:pPr marL="254000" marR="1274445" indent="-241935">
              <a:lnSpc>
                <a:spcPts val="1280"/>
              </a:lnSpc>
              <a:spcBef>
                <a:spcPts val="15"/>
              </a:spcBef>
            </a:pPr>
            <a:r>
              <a:rPr dirty="0" sz="800">
                <a:solidFill>
                  <a:srgbClr val="FF8B7E"/>
                </a:solidFill>
                <a:latin typeface="Courier New"/>
                <a:cs typeface="Courier New"/>
              </a:rPr>
              <a:t>with</a:t>
            </a:r>
            <a:r>
              <a:rPr dirty="0" sz="800" spc="-10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7E9F5"/>
                </a:solidFill>
                <a:latin typeface="Courier New"/>
                <a:cs typeface="Courier New"/>
              </a:rPr>
              <a:t>st.</a:t>
            </a:r>
            <a:r>
              <a:rPr dirty="0" sz="800" spc="-10">
                <a:solidFill>
                  <a:srgbClr val="FFD580"/>
                </a:solidFill>
                <a:latin typeface="Courier New"/>
                <a:cs typeface="Courier New"/>
              </a:rPr>
              <a:t>sidebar</a:t>
            </a:r>
            <a:r>
              <a:rPr dirty="0" sz="800" spc="-10">
                <a:solidFill>
                  <a:srgbClr val="E7E9F5"/>
                </a:solidFill>
                <a:latin typeface="Courier New"/>
                <a:cs typeface="Courier New"/>
              </a:rPr>
              <a:t>: st.</a:t>
            </a:r>
            <a:r>
              <a:rPr dirty="0" sz="800" spc="-10">
                <a:solidFill>
                  <a:srgbClr val="FFD580"/>
                </a:solidFill>
                <a:latin typeface="Courier New"/>
                <a:cs typeface="Courier New"/>
              </a:rPr>
              <a:t>write</a:t>
            </a:r>
            <a:r>
              <a:rPr dirty="0" sz="800" spc="-10">
                <a:solidFill>
                  <a:srgbClr val="E7E9F5"/>
                </a:solidFill>
                <a:latin typeface="Courier New"/>
                <a:cs typeface="Courier New"/>
              </a:rPr>
              <a:t>(</a:t>
            </a:r>
            <a:r>
              <a:rPr dirty="0" sz="800" spc="-10">
                <a:solidFill>
                  <a:srgbClr val="B8E886"/>
                </a:solidFill>
                <a:latin typeface="Courier New"/>
                <a:cs typeface="Courier New"/>
              </a:rPr>
              <a:t>"**Controls**"</a:t>
            </a:r>
            <a:r>
              <a:rPr dirty="0" sz="800" spc="-10">
                <a:solidFill>
                  <a:srgbClr val="E7E9F5"/>
                </a:solidFill>
                <a:latin typeface="Courier New"/>
                <a:cs typeface="Courier New"/>
              </a:rPr>
              <a:t>)</a:t>
            </a:r>
            <a:endParaRPr sz="800">
              <a:latin typeface="Courier New"/>
              <a:cs typeface="Courier New"/>
            </a:endParaRPr>
          </a:p>
          <a:p>
            <a:pPr marL="254000">
              <a:lnSpc>
                <a:spcPct val="100000"/>
              </a:lnSpc>
              <a:spcBef>
                <a:spcPts val="140"/>
              </a:spcBef>
            </a:pPr>
            <a:r>
              <a:rPr dirty="0" sz="800">
                <a:solidFill>
                  <a:srgbClr val="87D4FF"/>
                </a:solidFill>
                <a:latin typeface="Courier New"/>
                <a:cs typeface="Courier New"/>
              </a:rPr>
              <a:t>name</a:t>
            </a:r>
            <a:r>
              <a:rPr dirty="0" sz="800" spc="-15">
                <a:solidFill>
                  <a:srgbClr val="87D4FF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7E9F5"/>
                </a:solidFill>
                <a:latin typeface="Courier New"/>
                <a:cs typeface="Courier New"/>
              </a:rPr>
              <a:t>=</a:t>
            </a:r>
            <a:r>
              <a:rPr dirty="0" sz="800" spc="-15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7E9F5"/>
                </a:solidFill>
                <a:latin typeface="Courier New"/>
                <a:cs typeface="Courier New"/>
              </a:rPr>
              <a:t>st.</a:t>
            </a:r>
            <a:r>
              <a:rPr dirty="0" sz="800">
                <a:solidFill>
                  <a:srgbClr val="FFD580"/>
                </a:solidFill>
                <a:latin typeface="Courier New"/>
                <a:cs typeface="Courier New"/>
              </a:rPr>
              <a:t>text_input</a:t>
            </a:r>
            <a:r>
              <a:rPr dirty="0" sz="800">
                <a:solidFill>
                  <a:srgbClr val="E7E9F5"/>
                </a:solidFill>
                <a:latin typeface="Courier New"/>
                <a:cs typeface="Courier New"/>
              </a:rPr>
              <a:t>(</a:t>
            </a:r>
            <a:r>
              <a:rPr dirty="0" sz="800">
                <a:solidFill>
                  <a:srgbClr val="B8E886"/>
                </a:solidFill>
                <a:latin typeface="Courier New"/>
                <a:cs typeface="Courier New"/>
              </a:rPr>
              <a:t>"Name"</a:t>
            </a:r>
            <a:r>
              <a:rPr dirty="0" sz="800">
                <a:solidFill>
                  <a:srgbClr val="E7E9F5"/>
                </a:solidFill>
                <a:latin typeface="Courier New"/>
                <a:cs typeface="Courier New"/>
              </a:rPr>
              <a:t>,</a:t>
            </a:r>
            <a:r>
              <a:rPr dirty="0" sz="800" spc="-15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7E9F5"/>
                </a:solidFill>
                <a:latin typeface="Courier New"/>
                <a:cs typeface="Courier New"/>
              </a:rPr>
              <a:t>key=</a:t>
            </a:r>
            <a:r>
              <a:rPr dirty="0" sz="800" spc="-10">
                <a:solidFill>
                  <a:srgbClr val="B8E886"/>
                </a:solidFill>
                <a:latin typeface="Courier New"/>
                <a:cs typeface="Courier New"/>
              </a:rPr>
              <a:t>"name"</a:t>
            </a:r>
            <a:r>
              <a:rPr dirty="0" sz="800" spc="-10">
                <a:solidFill>
                  <a:srgbClr val="E7E9F5"/>
                </a:solidFill>
                <a:latin typeface="Courier New"/>
                <a:cs typeface="Courier New"/>
              </a:rPr>
              <a:t>)</a:t>
            </a:r>
            <a:endParaRPr sz="800">
              <a:latin typeface="Courier New"/>
              <a:cs typeface="Courier New"/>
            </a:endParaRPr>
          </a:p>
          <a:p>
            <a:pPr marL="254000" marR="5080">
              <a:lnSpc>
                <a:spcPct val="125000"/>
              </a:lnSpc>
              <a:spcBef>
                <a:spcPts val="75"/>
              </a:spcBef>
            </a:pPr>
            <a:r>
              <a:rPr dirty="0" sz="800">
                <a:solidFill>
                  <a:srgbClr val="87D4FF"/>
                </a:solidFill>
                <a:latin typeface="Courier New"/>
                <a:cs typeface="Courier New"/>
              </a:rPr>
              <a:t>age</a:t>
            </a:r>
            <a:r>
              <a:rPr dirty="0" sz="800" spc="-10">
                <a:solidFill>
                  <a:srgbClr val="87D4FF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7E9F5"/>
                </a:solidFill>
                <a:latin typeface="Courier New"/>
                <a:cs typeface="Courier New"/>
              </a:rPr>
              <a:t>=</a:t>
            </a:r>
            <a:r>
              <a:rPr dirty="0" sz="800" spc="-1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7E9F5"/>
                </a:solidFill>
                <a:latin typeface="Courier New"/>
                <a:cs typeface="Courier New"/>
              </a:rPr>
              <a:t>st.</a:t>
            </a:r>
            <a:r>
              <a:rPr dirty="0" sz="800">
                <a:solidFill>
                  <a:srgbClr val="FFD580"/>
                </a:solidFill>
                <a:latin typeface="Courier New"/>
                <a:cs typeface="Courier New"/>
              </a:rPr>
              <a:t>slider</a:t>
            </a:r>
            <a:r>
              <a:rPr dirty="0" sz="800">
                <a:solidFill>
                  <a:srgbClr val="E7E9F5"/>
                </a:solidFill>
                <a:latin typeface="Courier New"/>
                <a:cs typeface="Courier New"/>
              </a:rPr>
              <a:t>(</a:t>
            </a:r>
            <a:r>
              <a:rPr dirty="0" sz="800">
                <a:solidFill>
                  <a:srgbClr val="B8E886"/>
                </a:solidFill>
                <a:latin typeface="Courier New"/>
                <a:cs typeface="Courier New"/>
              </a:rPr>
              <a:t>"Age"</a:t>
            </a:r>
            <a:r>
              <a:rPr dirty="0" sz="800">
                <a:solidFill>
                  <a:srgbClr val="E7E9F5"/>
                </a:solidFill>
                <a:latin typeface="Courier New"/>
                <a:cs typeface="Courier New"/>
              </a:rPr>
              <a:t>,</a:t>
            </a:r>
            <a:r>
              <a:rPr dirty="0" sz="800" spc="-1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FF8B7E"/>
                </a:solidFill>
                <a:latin typeface="Courier New"/>
                <a:cs typeface="Courier New"/>
              </a:rPr>
              <a:t>0</a:t>
            </a:r>
            <a:r>
              <a:rPr dirty="0" sz="800">
                <a:solidFill>
                  <a:srgbClr val="E7E9F5"/>
                </a:solidFill>
                <a:latin typeface="Courier New"/>
                <a:cs typeface="Courier New"/>
              </a:rPr>
              <a:t>,</a:t>
            </a:r>
            <a:r>
              <a:rPr dirty="0" sz="800" spc="-1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FF8B7E"/>
                </a:solidFill>
                <a:latin typeface="Courier New"/>
                <a:cs typeface="Courier New"/>
              </a:rPr>
              <a:t>100</a:t>
            </a:r>
            <a:r>
              <a:rPr dirty="0" sz="800">
                <a:solidFill>
                  <a:srgbClr val="E7E9F5"/>
                </a:solidFill>
                <a:latin typeface="Courier New"/>
                <a:cs typeface="Courier New"/>
              </a:rPr>
              <a:t>,</a:t>
            </a:r>
            <a:r>
              <a:rPr dirty="0" sz="800" spc="-1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FF8B7E"/>
                </a:solidFill>
                <a:latin typeface="Courier New"/>
                <a:cs typeface="Courier New"/>
              </a:rPr>
              <a:t>20</a:t>
            </a:r>
            <a:r>
              <a:rPr dirty="0" sz="800">
                <a:solidFill>
                  <a:srgbClr val="E7E9F5"/>
                </a:solidFill>
                <a:latin typeface="Courier New"/>
                <a:cs typeface="Courier New"/>
              </a:rPr>
              <a:t>,</a:t>
            </a:r>
            <a:r>
              <a:rPr dirty="0" sz="800" spc="-10">
                <a:solidFill>
                  <a:srgbClr val="E7E9F5"/>
                </a:solidFill>
                <a:latin typeface="Courier New"/>
                <a:cs typeface="Courier New"/>
              </a:rPr>
              <a:t> key=</a:t>
            </a:r>
            <a:r>
              <a:rPr dirty="0" sz="800" spc="-10">
                <a:solidFill>
                  <a:srgbClr val="B8E886"/>
                </a:solidFill>
                <a:latin typeface="Courier New"/>
                <a:cs typeface="Courier New"/>
              </a:rPr>
              <a:t>"age"</a:t>
            </a:r>
            <a:r>
              <a:rPr dirty="0" sz="800" spc="-10">
                <a:solidFill>
                  <a:srgbClr val="E7E9F5"/>
                </a:solidFill>
                <a:latin typeface="Courier New"/>
                <a:cs typeface="Courier New"/>
              </a:rPr>
              <a:t>) </a:t>
            </a:r>
            <a:r>
              <a:rPr dirty="0" sz="800">
                <a:solidFill>
                  <a:srgbClr val="87D4FF"/>
                </a:solidFill>
                <a:latin typeface="Courier New"/>
                <a:cs typeface="Courier New"/>
              </a:rPr>
              <a:t>color</a:t>
            </a:r>
            <a:r>
              <a:rPr dirty="0" sz="800" spc="-15">
                <a:solidFill>
                  <a:srgbClr val="87D4FF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7E9F5"/>
                </a:solidFill>
                <a:latin typeface="Courier New"/>
                <a:cs typeface="Courier New"/>
              </a:rPr>
              <a:t>=</a:t>
            </a:r>
            <a:r>
              <a:rPr dirty="0" sz="800" spc="-15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7E9F5"/>
                </a:solidFill>
                <a:latin typeface="Courier New"/>
                <a:cs typeface="Courier New"/>
              </a:rPr>
              <a:t>st.</a:t>
            </a:r>
            <a:r>
              <a:rPr dirty="0" sz="800">
                <a:solidFill>
                  <a:srgbClr val="FFD580"/>
                </a:solidFill>
                <a:latin typeface="Courier New"/>
                <a:cs typeface="Courier New"/>
              </a:rPr>
              <a:t>selectbox</a:t>
            </a:r>
            <a:r>
              <a:rPr dirty="0" sz="800">
                <a:solidFill>
                  <a:srgbClr val="E7E9F5"/>
                </a:solidFill>
                <a:latin typeface="Courier New"/>
                <a:cs typeface="Courier New"/>
              </a:rPr>
              <a:t>(</a:t>
            </a:r>
            <a:r>
              <a:rPr dirty="0" sz="800">
                <a:solidFill>
                  <a:srgbClr val="B8E886"/>
                </a:solidFill>
                <a:latin typeface="Courier New"/>
                <a:cs typeface="Courier New"/>
              </a:rPr>
              <a:t>"Favorite</a:t>
            </a:r>
            <a:r>
              <a:rPr dirty="0" sz="800" spc="-15">
                <a:solidFill>
                  <a:srgbClr val="B8E886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B8E886"/>
                </a:solidFill>
                <a:latin typeface="Courier New"/>
                <a:cs typeface="Courier New"/>
              </a:rPr>
              <a:t>color"</a:t>
            </a:r>
            <a:r>
              <a:rPr dirty="0" sz="800" spc="-10">
                <a:solidFill>
                  <a:srgbClr val="E7E9F5"/>
                </a:solidFill>
                <a:latin typeface="Courier New"/>
                <a:cs typeface="Courier New"/>
              </a:rPr>
              <a:t>,</a:t>
            </a:r>
            <a:endParaRPr sz="800">
              <a:latin typeface="Courier New"/>
              <a:cs typeface="Courier New"/>
            </a:endParaRPr>
          </a:p>
          <a:p>
            <a:pPr marL="495934">
              <a:lnSpc>
                <a:spcPct val="100000"/>
              </a:lnSpc>
              <a:spcBef>
                <a:spcPts val="315"/>
              </a:spcBef>
            </a:pPr>
            <a:r>
              <a:rPr dirty="0" sz="800">
                <a:solidFill>
                  <a:srgbClr val="E7E9F5"/>
                </a:solidFill>
                <a:latin typeface="Courier New"/>
                <a:cs typeface="Courier New"/>
              </a:rPr>
              <a:t>[</a:t>
            </a:r>
            <a:r>
              <a:rPr dirty="0" sz="800">
                <a:solidFill>
                  <a:srgbClr val="B8E886"/>
                </a:solidFill>
                <a:latin typeface="Courier New"/>
                <a:cs typeface="Courier New"/>
              </a:rPr>
              <a:t>"Red"</a:t>
            </a:r>
            <a:r>
              <a:rPr dirty="0" sz="800">
                <a:solidFill>
                  <a:srgbClr val="E7E9F5"/>
                </a:solidFill>
                <a:latin typeface="Courier New"/>
                <a:cs typeface="Courier New"/>
              </a:rPr>
              <a:t>,</a:t>
            </a:r>
            <a:r>
              <a:rPr dirty="0" sz="800" spc="-15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B8E886"/>
                </a:solidFill>
                <a:latin typeface="Courier New"/>
                <a:cs typeface="Courier New"/>
              </a:rPr>
              <a:t>"Green"</a:t>
            </a:r>
            <a:r>
              <a:rPr dirty="0" sz="800">
                <a:solidFill>
                  <a:srgbClr val="E7E9F5"/>
                </a:solidFill>
                <a:latin typeface="Courier New"/>
                <a:cs typeface="Courier New"/>
              </a:rPr>
              <a:t>,</a:t>
            </a:r>
            <a:r>
              <a:rPr dirty="0" sz="800" spc="-15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B8E886"/>
                </a:solidFill>
                <a:latin typeface="Courier New"/>
                <a:cs typeface="Courier New"/>
              </a:rPr>
              <a:t>"Blue"</a:t>
            </a:r>
            <a:r>
              <a:rPr dirty="0" sz="800">
                <a:solidFill>
                  <a:srgbClr val="E7E9F5"/>
                </a:solidFill>
                <a:latin typeface="Courier New"/>
                <a:cs typeface="Courier New"/>
              </a:rPr>
              <a:t>],</a:t>
            </a:r>
            <a:r>
              <a:rPr dirty="0" sz="800" spc="-10">
                <a:solidFill>
                  <a:srgbClr val="E7E9F5"/>
                </a:solidFill>
                <a:latin typeface="Courier New"/>
                <a:cs typeface="Courier New"/>
              </a:rPr>
              <a:t> key=</a:t>
            </a:r>
            <a:r>
              <a:rPr dirty="0" sz="800" spc="-10">
                <a:solidFill>
                  <a:srgbClr val="B8E886"/>
                </a:solidFill>
                <a:latin typeface="Courier New"/>
                <a:cs typeface="Courier New"/>
              </a:rPr>
              <a:t>"color"</a:t>
            </a:r>
            <a:r>
              <a:rPr dirty="0" sz="800" spc="-10">
                <a:solidFill>
                  <a:srgbClr val="E7E9F5"/>
                </a:solidFill>
                <a:latin typeface="Courier New"/>
                <a:cs typeface="Courier New"/>
              </a:rPr>
              <a:t>)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35025" y="3723004"/>
            <a:ext cx="2929890" cy="64452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 marR="427990">
              <a:lnSpc>
                <a:spcPct val="128899"/>
              </a:lnSpc>
              <a:spcBef>
                <a:spcPts val="55"/>
              </a:spcBef>
            </a:pP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800" spc="-1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Output</a:t>
            </a:r>
            <a:r>
              <a:rPr dirty="0" sz="800" spc="-1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in</a:t>
            </a:r>
            <a:r>
              <a:rPr dirty="0" sz="800" spc="-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the</a:t>
            </a:r>
            <a:r>
              <a:rPr dirty="0" sz="800" spc="-1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MAIN</a:t>
            </a:r>
            <a:r>
              <a:rPr dirty="0" sz="800" spc="-1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spc="-20" i="1">
                <a:solidFill>
                  <a:srgbClr val="8B8FB4"/>
                </a:solidFill>
                <a:latin typeface="Courier New"/>
                <a:cs typeface="Courier New"/>
              </a:rPr>
              <a:t>area </a:t>
            </a:r>
            <a:r>
              <a:rPr dirty="0" sz="800">
                <a:solidFill>
                  <a:srgbClr val="E7E9F5"/>
                </a:solidFill>
                <a:latin typeface="Courier New"/>
                <a:cs typeface="Courier New"/>
              </a:rPr>
              <a:t>st.</a:t>
            </a:r>
            <a:r>
              <a:rPr dirty="0" sz="800">
                <a:solidFill>
                  <a:srgbClr val="FFD580"/>
                </a:solidFill>
                <a:latin typeface="Courier New"/>
                <a:cs typeface="Courier New"/>
              </a:rPr>
              <a:t>write</a:t>
            </a:r>
            <a:r>
              <a:rPr dirty="0" sz="800">
                <a:solidFill>
                  <a:srgbClr val="E7E9F5"/>
                </a:solidFill>
                <a:latin typeface="Courier New"/>
                <a:cs typeface="Courier New"/>
              </a:rPr>
              <a:t>(</a:t>
            </a:r>
            <a:r>
              <a:rPr dirty="0" sz="800">
                <a:solidFill>
                  <a:srgbClr val="B8E886"/>
                </a:solidFill>
                <a:latin typeface="Courier New"/>
                <a:cs typeface="Courier New"/>
              </a:rPr>
              <a:t>f"Hello,</a:t>
            </a:r>
            <a:r>
              <a:rPr dirty="0" sz="800" spc="-25">
                <a:solidFill>
                  <a:srgbClr val="B8E886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B8E886"/>
                </a:solidFill>
                <a:latin typeface="Courier New"/>
                <a:cs typeface="Courier New"/>
              </a:rPr>
              <a:t>**{name}**!"</a:t>
            </a:r>
            <a:r>
              <a:rPr dirty="0" sz="800" spc="-10">
                <a:solidFill>
                  <a:srgbClr val="E7E9F5"/>
                </a:solidFill>
                <a:latin typeface="Courier New"/>
                <a:cs typeface="Courier New"/>
              </a:rPr>
              <a:t>) </a:t>
            </a:r>
            <a:r>
              <a:rPr dirty="0" sz="800">
                <a:solidFill>
                  <a:srgbClr val="E7E9F5"/>
                </a:solidFill>
                <a:latin typeface="Courier New"/>
                <a:cs typeface="Courier New"/>
              </a:rPr>
              <a:t>st.</a:t>
            </a:r>
            <a:r>
              <a:rPr dirty="0" sz="800">
                <a:solidFill>
                  <a:srgbClr val="FFD580"/>
                </a:solidFill>
                <a:latin typeface="Courier New"/>
                <a:cs typeface="Courier New"/>
              </a:rPr>
              <a:t>write</a:t>
            </a:r>
            <a:r>
              <a:rPr dirty="0" sz="800">
                <a:solidFill>
                  <a:srgbClr val="E7E9F5"/>
                </a:solidFill>
                <a:latin typeface="Courier New"/>
                <a:cs typeface="Courier New"/>
              </a:rPr>
              <a:t>(</a:t>
            </a:r>
            <a:r>
              <a:rPr dirty="0" sz="800">
                <a:solidFill>
                  <a:srgbClr val="B8E886"/>
                </a:solidFill>
                <a:latin typeface="Courier New"/>
                <a:cs typeface="Courier New"/>
              </a:rPr>
              <a:t>f"You</a:t>
            </a:r>
            <a:r>
              <a:rPr dirty="0" sz="800" spc="-15">
                <a:solidFill>
                  <a:srgbClr val="B8E886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B8E886"/>
                </a:solidFill>
                <a:latin typeface="Courier New"/>
                <a:cs typeface="Courier New"/>
              </a:rPr>
              <a:t>are</a:t>
            </a:r>
            <a:r>
              <a:rPr dirty="0" sz="800" spc="-15">
                <a:solidFill>
                  <a:srgbClr val="B8E886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B8E886"/>
                </a:solidFill>
                <a:latin typeface="Courier New"/>
                <a:cs typeface="Courier New"/>
              </a:rPr>
              <a:t>**{age}**</a:t>
            </a:r>
            <a:r>
              <a:rPr dirty="0" sz="800" spc="-10">
                <a:solidFill>
                  <a:srgbClr val="B8E886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B8E886"/>
                </a:solidFill>
                <a:latin typeface="Courier New"/>
                <a:cs typeface="Courier New"/>
              </a:rPr>
              <a:t>years</a:t>
            </a:r>
            <a:r>
              <a:rPr dirty="0" sz="800" spc="-15">
                <a:solidFill>
                  <a:srgbClr val="B8E886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B8E886"/>
                </a:solidFill>
                <a:latin typeface="Courier New"/>
                <a:cs typeface="Courier New"/>
              </a:rPr>
              <a:t>old."</a:t>
            </a:r>
            <a:r>
              <a:rPr dirty="0" sz="800" spc="-10">
                <a:solidFill>
                  <a:srgbClr val="E7E9F5"/>
                </a:solidFill>
                <a:latin typeface="Courier New"/>
                <a:cs typeface="Courier New"/>
              </a:rPr>
              <a:t>)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 sz="800">
                <a:solidFill>
                  <a:srgbClr val="E7E9F5"/>
                </a:solidFill>
                <a:latin typeface="Courier New"/>
                <a:cs typeface="Courier New"/>
              </a:rPr>
              <a:t>st.</a:t>
            </a:r>
            <a:r>
              <a:rPr dirty="0" sz="800">
                <a:solidFill>
                  <a:srgbClr val="FFD580"/>
                </a:solidFill>
                <a:latin typeface="Courier New"/>
                <a:cs typeface="Courier New"/>
              </a:rPr>
              <a:t>write</a:t>
            </a:r>
            <a:r>
              <a:rPr dirty="0" sz="800">
                <a:solidFill>
                  <a:srgbClr val="E7E9F5"/>
                </a:solidFill>
                <a:latin typeface="Courier New"/>
                <a:cs typeface="Courier New"/>
              </a:rPr>
              <a:t>(</a:t>
            </a:r>
            <a:r>
              <a:rPr dirty="0" sz="800">
                <a:solidFill>
                  <a:srgbClr val="B8E886"/>
                </a:solidFill>
                <a:latin typeface="Courier New"/>
                <a:cs typeface="Courier New"/>
              </a:rPr>
              <a:t>f"Your</a:t>
            </a:r>
            <a:r>
              <a:rPr dirty="0" sz="800" spc="-15">
                <a:solidFill>
                  <a:srgbClr val="B8E886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B8E886"/>
                </a:solidFill>
                <a:latin typeface="Courier New"/>
                <a:cs typeface="Courier New"/>
              </a:rPr>
              <a:t>favorite</a:t>
            </a:r>
            <a:r>
              <a:rPr dirty="0" sz="800" spc="-10">
                <a:solidFill>
                  <a:srgbClr val="B8E886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B8E886"/>
                </a:solidFill>
                <a:latin typeface="Courier New"/>
                <a:cs typeface="Courier New"/>
              </a:rPr>
              <a:t>color</a:t>
            </a:r>
            <a:r>
              <a:rPr dirty="0" sz="800" spc="-15">
                <a:solidFill>
                  <a:srgbClr val="B8E886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B8E886"/>
                </a:solidFill>
                <a:latin typeface="Courier New"/>
                <a:cs typeface="Courier New"/>
              </a:rPr>
              <a:t>is</a:t>
            </a:r>
            <a:r>
              <a:rPr dirty="0" sz="800" spc="-10">
                <a:solidFill>
                  <a:srgbClr val="B8E886"/>
                </a:solidFill>
                <a:latin typeface="Courier New"/>
                <a:cs typeface="Courier New"/>
              </a:rPr>
              <a:t> **{color}**."</a:t>
            </a:r>
            <a:r>
              <a:rPr dirty="0" sz="800" spc="-10">
                <a:solidFill>
                  <a:srgbClr val="E7E9F5"/>
                </a:solidFill>
                <a:latin typeface="Courier New"/>
                <a:cs typeface="Courier New"/>
              </a:rPr>
              <a:t>)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35025" y="4494529"/>
            <a:ext cx="2566670" cy="5016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32800"/>
              </a:lnSpc>
              <a:spcBef>
                <a:spcPts val="95"/>
              </a:spcBef>
            </a:pP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800" spc="-1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Alternative</a:t>
            </a:r>
            <a:r>
              <a:rPr dirty="0" sz="800" spc="-1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shorthand</a:t>
            </a:r>
            <a:r>
              <a:rPr dirty="0" sz="800" spc="-1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(no</a:t>
            </a:r>
            <a:r>
              <a:rPr dirty="0" sz="800" spc="-1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`with`</a:t>
            </a:r>
            <a:r>
              <a:rPr dirty="0" sz="800" spc="-10" i="1">
                <a:solidFill>
                  <a:srgbClr val="8B8FB4"/>
                </a:solidFill>
                <a:latin typeface="Courier New"/>
                <a:cs typeface="Courier New"/>
              </a:rPr>
              <a:t> block): </a:t>
            </a: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800" spc="-1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name</a:t>
            </a:r>
            <a:r>
              <a:rPr dirty="0" sz="800" spc="-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=</a:t>
            </a:r>
            <a:r>
              <a:rPr dirty="0" sz="800" spc="-10" i="1">
                <a:solidFill>
                  <a:srgbClr val="8B8FB4"/>
                </a:solidFill>
                <a:latin typeface="Courier New"/>
                <a:cs typeface="Courier New"/>
              </a:rPr>
              <a:t> st.sidebar.text_input("Name")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800" spc="-1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—</a:t>
            </a:r>
            <a:r>
              <a:rPr dirty="0" sz="800" spc="-1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works</a:t>
            </a:r>
            <a:r>
              <a:rPr dirty="0" sz="800" spc="-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for</a:t>
            </a:r>
            <a:r>
              <a:rPr dirty="0" sz="800" spc="-1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a</a:t>
            </a:r>
            <a:r>
              <a:rPr dirty="0" sz="800" spc="-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single</a:t>
            </a:r>
            <a:r>
              <a:rPr dirty="0" sz="800" spc="-10" i="1">
                <a:solidFill>
                  <a:srgbClr val="8B8FB4"/>
                </a:solidFill>
                <a:latin typeface="Courier New"/>
                <a:cs typeface="Courier New"/>
              </a:rPr>
              <a:t> widget</a:t>
            </a:r>
            <a:endParaRPr sz="800">
              <a:latin typeface="Courier New"/>
              <a:cs typeface="Courier New"/>
            </a:endParaRPr>
          </a:p>
        </p:txBody>
      </p:sp>
      <p:pic>
        <p:nvPicPr>
          <p:cNvPr id="21" name="object 2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85799" y="5238749"/>
            <a:ext cx="190500" cy="190499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699144" y="5245100"/>
            <a:ext cx="16510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75" b="1">
                <a:solidFill>
                  <a:srgbClr val="FFFFFF"/>
                </a:solidFill>
                <a:latin typeface="Cambria"/>
                <a:cs typeface="Cambria"/>
              </a:rPr>
              <a:t>①</a:t>
            </a:r>
            <a:endParaRPr sz="800">
              <a:latin typeface="Cambria"/>
              <a:cs typeface="Cambria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962024" y="5238749"/>
            <a:ext cx="1019175" cy="133350"/>
          </a:xfrm>
          <a:custGeom>
            <a:avLst/>
            <a:gdLst/>
            <a:ahLst/>
            <a:cxnLst/>
            <a:rect l="l" t="t" r="r" b="b"/>
            <a:pathLst>
              <a:path w="1019175" h="133350">
                <a:moveTo>
                  <a:pt x="994389" y="133349"/>
                </a:moveTo>
                <a:lnTo>
                  <a:pt x="24785" y="133349"/>
                </a:lnTo>
                <a:lnTo>
                  <a:pt x="21140" y="132624"/>
                </a:lnTo>
                <a:lnTo>
                  <a:pt x="0" y="108563"/>
                </a:lnTo>
                <a:lnTo>
                  <a:pt x="0" y="104774"/>
                </a:lnTo>
                <a:lnTo>
                  <a:pt x="0" y="24785"/>
                </a:lnTo>
                <a:lnTo>
                  <a:pt x="24785" y="0"/>
                </a:lnTo>
                <a:lnTo>
                  <a:pt x="994389" y="0"/>
                </a:lnTo>
                <a:lnTo>
                  <a:pt x="1019174" y="24785"/>
                </a:lnTo>
                <a:lnTo>
                  <a:pt x="1019174" y="108563"/>
                </a:lnTo>
                <a:lnTo>
                  <a:pt x="998033" y="132624"/>
                </a:lnTo>
                <a:lnTo>
                  <a:pt x="994389" y="133349"/>
                </a:lnTo>
                <a:close/>
              </a:path>
            </a:pathLst>
          </a:custGeom>
          <a:solidFill>
            <a:srgbClr val="F4EF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3562349" y="5238749"/>
            <a:ext cx="666750" cy="133350"/>
          </a:xfrm>
          <a:custGeom>
            <a:avLst/>
            <a:gdLst/>
            <a:ahLst/>
            <a:cxnLst/>
            <a:rect l="l" t="t" r="r" b="b"/>
            <a:pathLst>
              <a:path w="666750" h="133350">
                <a:moveTo>
                  <a:pt x="641964" y="133349"/>
                </a:moveTo>
                <a:lnTo>
                  <a:pt x="24785" y="133349"/>
                </a:lnTo>
                <a:lnTo>
                  <a:pt x="21140" y="132624"/>
                </a:lnTo>
                <a:lnTo>
                  <a:pt x="0" y="108563"/>
                </a:lnTo>
                <a:lnTo>
                  <a:pt x="0" y="104774"/>
                </a:lnTo>
                <a:lnTo>
                  <a:pt x="0" y="24785"/>
                </a:lnTo>
                <a:lnTo>
                  <a:pt x="24785" y="0"/>
                </a:lnTo>
                <a:lnTo>
                  <a:pt x="641964" y="0"/>
                </a:lnTo>
                <a:lnTo>
                  <a:pt x="666749" y="24785"/>
                </a:lnTo>
                <a:lnTo>
                  <a:pt x="666749" y="108563"/>
                </a:lnTo>
                <a:lnTo>
                  <a:pt x="645609" y="132624"/>
                </a:lnTo>
                <a:lnTo>
                  <a:pt x="641964" y="133349"/>
                </a:lnTo>
                <a:close/>
              </a:path>
            </a:pathLst>
          </a:custGeom>
          <a:solidFill>
            <a:srgbClr val="F4EF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987425" y="5216525"/>
            <a:ext cx="5255895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750" b="1">
                <a:solidFill>
                  <a:srgbClr val="293283"/>
                </a:solidFill>
                <a:latin typeface="Courier New"/>
                <a:cs typeface="Courier New"/>
              </a:rPr>
              <a:t>with</a:t>
            </a:r>
            <a:r>
              <a:rPr dirty="0" sz="750" spc="95" b="1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750" b="1">
                <a:solidFill>
                  <a:srgbClr val="293283"/>
                </a:solidFill>
                <a:latin typeface="Courier New"/>
                <a:cs typeface="Courier New"/>
              </a:rPr>
              <a:t>st.sidebar:</a:t>
            </a:r>
            <a:r>
              <a:rPr dirty="0" sz="750" spc="110" b="1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4A4E6A"/>
                </a:solidFill>
                <a:latin typeface="Tahoma"/>
                <a:cs typeface="Tahoma"/>
              </a:rPr>
              <a:t>—</a:t>
            </a:r>
            <a:r>
              <a:rPr dirty="0" sz="800" spc="-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00" spc="-50">
                <a:solidFill>
                  <a:srgbClr val="4A4E6A"/>
                </a:solidFill>
                <a:latin typeface="Tahoma"/>
                <a:cs typeface="Tahoma"/>
              </a:rPr>
              <a:t>Same</a:t>
            </a:r>
            <a:r>
              <a:rPr dirty="0" sz="800" spc="-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00" spc="-40">
                <a:solidFill>
                  <a:srgbClr val="4A4E6A"/>
                </a:solidFill>
                <a:latin typeface="Tahoma"/>
                <a:cs typeface="Tahoma"/>
              </a:rPr>
              <a:t>context-manager</a:t>
            </a:r>
            <a:r>
              <a:rPr dirty="0" sz="800" spc="-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00" spc="-25">
                <a:solidFill>
                  <a:srgbClr val="4A4E6A"/>
                </a:solidFill>
                <a:latin typeface="Tahoma"/>
                <a:cs typeface="Tahoma"/>
              </a:rPr>
              <a:t>pattern</a:t>
            </a:r>
            <a:r>
              <a:rPr dirty="0" sz="800" spc="-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00">
                <a:solidFill>
                  <a:srgbClr val="4A4E6A"/>
                </a:solidFill>
                <a:latin typeface="Tahoma"/>
                <a:cs typeface="Tahoma"/>
              </a:rPr>
              <a:t>as</a:t>
            </a:r>
            <a:r>
              <a:rPr dirty="0" sz="800" spc="31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750">
                <a:solidFill>
                  <a:srgbClr val="293283"/>
                </a:solidFill>
                <a:latin typeface="Courier New"/>
                <a:cs typeface="Courier New"/>
              </a:rPr>
              <a:t>st.columns</a:t>
            </a:r>
            <a:r>
              <a:rPr dirty="0" sz="750" spc="-100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800" spc="-40">
                <a:solidFill>
                  <a:srgbClr val="4A4E6A"/>
                </a:solidFill>
                <a:latin typeface="Tahoma"/>
                <a:cs typeface="Tahoma"/>
              </a:rPr>
              <a:t>.</a:t>
            </a:r>
            <a:r>
              <a:rPr dirty="0" sz="800" spc="-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00" spc="-40">
                <a:solidFill>
                  <a:srgbClr val="4A4E6A"/>
                </a:solidFill>
                <a:latin typeface="Tahoma"/>
                <a:cs typeface="Tahoma"/>
              </a:rPr>
              <a:t>Everything</a:t>
            </a:r>
            <a:r>
              <a:rPr dirty="0" sz="80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00" spc="-25">
                <a:solidFill>
                  <a:srgbClr val="4A4E6A"/>
                </a:solidFill>
                <a:latin typeface="Tahoma"/>
                <a:cs typeface="Tahoma"/>
              </a:rPr>
              <a:t>indented</a:t>
            </a:r>
            <a:r>
              <a:rPr dirty="0" sz="800" spc="-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00" spc="-35">
                <a:solidFill>
                  <a:srgbClr val="4A4E6A"/>
                </a:solidFill>
                <a:latin typeface="Tahoma"/>
                <a:cs typeface="Tahoma"/>
              </a:rPr>
              <a:t>renders</a:t>
            </a:r>
            <a:r>
              <a:rPr dirty="0" sz="800" spc="-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00" spc="-20">
                <a:solidFill>
                  <a:srgbClr val="4A4E6A"/>
                </a:solidFill>
                <a:latin typeface="Tahoma"/>
                <a:cs typeface="Tahoma"/>
              </a:rPr>
              <a:t>in</a:t>
            </a:r>
            <a:r>
              <a:rPr dirty="0" sz="800" spc="-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00" spc="-20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800" spc="-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00" spc="-10">
                <a:solidFill>
                  <a:srgbClr val="4A4E6A"/>
                </a:solidFill>
                <a:latin typeface="Tahoma"/>
                <a:cs typeface="Tahoma"/>
              </a:rPr>
              <a:t>left</a:t>
            </a:r>
            <a:r>
              <a:rPr dirty="0" sz="80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00" spc="-10">
                <a:solidFill>
                  <a:srgbClr val="4A4E6A"/>
                </a:solidFill>
                <a:latin typeface="Tahoma"/>
                <a:cs typeface="Tahoma"/>
              </a:rPr>
              <a:t>sidebar.</a:t>
            </a:r>
            <a:endParaRPr sz="800">
              <a:latin typeface="Tahoma"/>
              <a:cs typeface="Tahoma"/>
            </a:endParaRPr>
          </a:p>
        </p:txBody>
      </p:sp>
      <p:pic>
        <p:nvPicPr>
          <p:cNvPr id="26" name="object 2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85799" y="5495924"/>
            <a:ext cx="190500" cy="190499"/>
          </a:xfrm>
          <a:prstGeom prst="rect">
            <a:avLst/>
          </a:prstGeom>
        </p:spPr>
      </p:pic>
      <p:sp>
        <p:nvSpPr>
          <p:cNvPr id="27" name="object 27"/>
          <p:cNvSpPr txBox="1"/>
          <p:nvPr/>
        </p:nvSpPr>
        <p:spPr>
          <a:xfrm>
            <a:off x="699144" y="5502275"/>
            <a:ext cx="16510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75" b="1">
                <a:solidFill>
                  <a:srgbClr val="FFFFFF"/>
                </a:solidFill>
                <a:latin typeface="Cambria"/>
                <a:cs typeface="Cambria"/>
              </a:rPr>
              <a:t>②</a:t>
            </a:r>
            <a:endParaRPr sz="800">
              <a:latin typeface="Cambria"/>
              <a:cs typeface="Cambria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457324" y="5495924"/>
            <a:ext cx="1619250" cy="133350"/>
          </a:xfrm>
          <a:custGeom>
            <a:avLst/>
            <a:gdLst/>
            <a:ahLst/>
            <a:cxnLst/>
            <a:rect l="l" t="t" r="r" b="b"/>
            <a:pathLst>
              <a:path w="1619250" h="133350">
                <a:moveTo>
                  <a:pt x="1594464" y="133349"/>
                </a:moveTo>
                <a:lnTo>
                  <a:pt x="24785" y="133349"/>
                </a:lnTo>
                <a:lnTo>
                  <a:pt x="21140" y="132623"/>
                </a:lnTo>
                <a:lnTo>
                  <a:pt x="0" y="108563"/>
                </a:lnTo>
                <a:lnTo>
                  <a:pt x="0" y="104774"/>
                </a:lnTo>
                <a:lnTo>
                  <a:pt x="0" y="24785"/>
                </a:lnTo>
                <a:lnTo>
                  <a:pt x="24785" y="0"/>
                </a:lnTo>
                <a:lnTo>
                  <a:pt x="1594464" y="0"/>
                </a:lnTo>
                <a:lnTo>
                  <a:pt x="1619249" y="24785"/>
                </a:lnTo>
                <a:lnTo>
                  <a:pt x="1619249" y="108563"/>
                </a:lnTo>
                <a:lnTo>
                  <a:pt x="1598109" y="132623"/>
                </a:lnTo>
                <a:lnTo>
                  <a:pt x="1594464" y="133349"/>
                </a:lnTo>
                <a:close/>
              </a:path>
            </a:pathLst>
          </a:custGeom>
          <a:solidFill>
            <a:srgbClr val="F4EF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4743449" y="5495924"/>
            <a:ext cx="314325" cy="133350"/>
          </a:xfrm>
          <a:custGeom>
            <a:avLst/>
            <a:gdLst/>
            <a:ahLst/>
            <a:cxnLst/>
            <a:rect l="l" t="t" r="r" b="b"/>
            <a:pathLst>
              <a:path w="314325" h="133350">
                <a:moveTo>
                  <a:pt x="289539" y="133349"/>
                </a:moveTo>
                <a:lnTo>
                  <a:pt x="24785" y="133349"/>
                </a:lnTo>
                <a:lnTo>
                  <a:pt x="21140" y="132623"/>
                </a:lnTo>
                <a:lnTo>
                  <a:pt x="0" y="108563"/>
                </a:lnTo>
                <a:lnTo>
                  <a:pt x="0" y="104774"/>
                </a:lnTo>
                <a:lnTo>
                  <a:pt x="0" y="24785"/>
                </a:lnTo>
                <a:lnTo>
                  <a:pt x="24785" y="0"/>
                </a:lnTo>
                <a:lnTo>
                  <a:pt x="289539" y="0"/>
                </a:lnTo>
                <a:lnTo>
                  <a:pt x="314324" y="24785"/>
                </a:lnTo>
                <a:lnTo>
                  <a:pt x="314324" y="108563"/>
                </a:lnTo>
                <a:lnTo>
                  <a:pt x="293184" y="132623"/>
                </a:lnTo>
                <a:lnTo>
                  <a:pt x="289539" y="133349"/>
                </a:lnTo>
                <a:close/>
              </a:path>
            </a:pathLst>
          </a:custGeom>
          <a:solidFill>
            <a:srgbClr val="F4EF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962024" y="5648324"/>
            <a:ext cx="314325" cy="133350"/>
          </a:xfrm>
          <a:custGeom>
            <a:avLst/>
            <a:gdLst/>
            <a:ahLst/>
            <a:cxnLst/>
            <a:rect l="l" t="t" r="r" b="b"/>
            <a:pathLst>
              <a:path w="314325" h="133350">
                <a:moveTo>
                  <a:pt x="289539" y="133349"/>
                </a:moveTo>
                <a:lnTo>
                  <a:pt x="24785" y="133349"/>
                </a:lnTo>
                <a:lnTo>
                  <a:pt x="21140" y="132625"/>
                </a:lnTo>
                <a:lnTo>
                  <a:pt x="0" y="108563"/>
                </a:lnTo>
                <a:lnTo>
                  <a:pt x="0" y="104774"/>
                </a:lnTo>
                <a:lnTo>
                  <a:pt x="0" y="24785"/>
                </a:lnTo>
                <a:lnTo>
                  <a:pt x="24785" y="0"/>
                </a:lnTo>
                <a:lnTo>
                  <a:pt x="289539" y="0"/>
                </a:lnTo>
                <a:lnTo>
                  <a:pt x="314325" y="24785"/>
                </a:lnTo>
                <a:lnTo>
                  <a:pt x="314325" y="108563"/>
                </a:lnTo>
                <a:lnTo>
                  <a:pt x="293184" y="132625"/>
                </a:lnTo>
                <a:lnTo>
                  <a:pt x="289539" y="133349"/>
                </a:lnTo>
                <a:close/>
              </a:path>
            </a:pathLst>
          </a:custGeom>
          <a:solidFill>
            <a:srgbClr val="F4EFE2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1" name="object 3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85799" y="5857874"/>
            <a:ext cx="190500" cy="190499"/>
          </a:xfrm>
          <a:prstGeom prst="rect">
            <a:avLst/>
          </a:prstGeom>
        </p:spPr>
      </p:pic>
      <p:sp>
        <p:nvSpPr>
          <p:cNvPr id="32" name="object 32"/>
          <p:cNvSpPr txBox="1"/>
          <p:nvPr/>
        </p:nvSpPr>
        <p:spPr>
          <a:xfrm>
            <a:off x="699144" y="5873749"/>
            <a:ext cx="16510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75" b="1">
                <a:solidFill>
                  <a:srgbClr val="FFFFFF"/>
                </a:solidFill>
                <a:latin typeface="Cambria"/>
                <a:cs typeface="Cambria"/>
              </a:rPr>
              <a:t>③</a:t>
            </a:r>
            <a:endParaRPr sz="800">
              <a:latin typeface="Cambria"/>
              <a:cs typeface="Cambri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949325" y="5447029"/>
            <a:ext cx="5222240" cy="539750"/>
          </a:xfrm>
          <a:prstGeom prst="rect">
            <a:avLst/>
          </a:prstGeom>
        </p:spPr>
        <p:txBody>
          <a:bodyPr wrap="square" lIns="0" tIns="425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dirty="0" sz="800" spc="-30" b="1">
                <a:solidFill>
                  <a:srgbClr val="293283"/>
                </a:solidFill>
                <a:latin typeface="Cambria"/>
                <a:cs typeface="Cambria"/>
              </a:rPr>
              <a:t>Shorthand:</a:t>
            </a:r>
            <a:r>
              <a:rPr dirty="0" sz="800" spc="375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750" b="1">
                <a:solidFill>
                  <a:srgbClr val="293283"/>
                </a:solidFill>
                <a:latin typeface="Courier New"/>
                <a:cs typeface="Courier New"/>
              </a:rPr>
              <a:t>st.sidebar.text_input(...)</a:t>
            </a:r>
            <a:r>
              <a:rPr dirty="0" sz="750" spc="100" b="1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4A4E6A"/>
                </a:solidFill>
                <a:latin typeface="Tahoma"/>
                <a:cs typeface="Tahoma"/>
              </a:rPr>
              <a:t>—</a:t>
            </a:r>
            <a:r>
              <a:rPr dirty="0" sz="80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00" spc="-30">
                <a:solidFill>
                  <a:srgbClr val="4A4E6A"/>
                </a:solidFill>
                <a:latin typeface="Tahoma"/>
                <a:cs typeface="Tahoma"/>
              </a:rPr>
              <a:t>For</a:t>
            </a:r>
            <a:r>
              <a:rPr dirty="0" sz="80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00" spc="-40">
                <a:solidFill>
                  <a:srgbClr val="4A4E6A"/>
                </a:solidFill>
                <a:latin typeface="Tahoma"/>
                <a:cs typeface="Tahoma"/>
              </a:rPr>
              <a:t>a</a:t>
            </a:r>
            <a:r>
              <a:rPr dirty="0" sz="80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00" spc="-35">
                <a:solidFill>
                  <a:srgbClr val="4A4E6A"/>
                </a:solidFill>
                <a:latin typeface="Tahoma"/>
                <a:cs typeface="Tahoma"/>
              </a:rPr>
              <a:t>single</a:t>
            </a:r>
            <a:r>
              <a:rPr dirty="0" sz="80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00" spc="-35">
                <a:solidFill>
                  <a:srgbClr val="4A4E6A"/>
                </a:solidFill>
                <a:latin typeface="Tahoma"/>
                <a:cs typeface="Tahoma"/>
              </a:rPr>
              <a:t>widget,</a:t>
            </a:r>
            <a:r>
              <a:rPr dirty="0" sz="80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00" spc="-35">
                <a:solidFill>
                  <a:srgbClr val="4A4E6A"/>
                </a:solidFill>
                <a:latin typeface="Tahoma"/>
                <a:cs typeface="Tahoma"/>
              </a:rPr>
              <a:t>you</a:t>
            </a:r>
            <a:r>
              <a:rPr dirty="0" sz="80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00" spc="-40">
                <a:solidFill>
                  <a:srgbClr val="4A4E6A"/>
                </a:solidFill>
                <a:latin typeface="Tahoma"/>
                <a:cs typeface="Tahoma"/>
              </a:rPr>
              <a:t>can</a:t>
            </a:r>
            <a:r>
              <a:rPr dirty="0" sz="80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00" spc="-35">
                <a:solidFill>
                  <a:srgbClr val="4A4E6A"/>
                </a:solidFill>
                <a:latin typeface="Tahoma"/>
                <a:cs typeface="Tahoma"/>
              </a:rPr>
              <a:t>skip</a:t>
            </a:r>
            <a:r>
              <a:rPr dirty="0" sz="80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00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800" spc="30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750">
                <a:solidFill>
                  <a:srgbClr val="293283"/>
                </a:solidFill>
                <a:latin typeface="Courier New"/>
                <a:cs typeface="Courier New"/>
              </a:rPr>
              <a:t>with</a:t>
            </a:r>
            <a:r>
              <a:rPr dirty="0" sz="750" spc="100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800" spc="-30">
                <a:solidFill>
                  <a:srgbClr val="4A4E6A"/>
                </a:solidFill>
                <a:latin typeface="Tahoma"/>
                <a:cs typeface="Tahoma"/>
              </a:rPr>
              <a:t>block.</a:t>
            </a:r>
            <a:r>
              <a:rPr dirty="0" sz="80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00" spc="-40">
                <a:solidFill>
                  <a:srgbClr val="4A4E6A"/>
                </a:solidFill>
                <a:latin typeface="Tahoma"/>
                <a:cs typeface="Tahoma"/>
              </a:rPr>
              <a:t>Picks</a:t>
            </a:r>
            <a:r>
              <a:rPr dirty="0" sz="80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00" spc="-35">
                <a:solidFill>
                  <a:srgbClr val="4A4E6A"/>
                </a:solidFill>
                <a:latin typeface="Tahoma"/>
                <a:cs typeface="Tahoma"/>
              </a:rPr>
              <a:t>are</a:t>
            </a:r>
            <a:r>
              <a:rPr dirty="0" sz="80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00" spc="-30">
                <a:solidFill>
                  <a:srgbClr val="4A4E6A"/>
                </a:solidFill>
                <a:latin typeface="Tahoma"/>
                <a:cs typeface="Tahoma"/>
              </a:rPr>
              <a:t>stylistic</a:t>
            </a:r>
            <a:r>
              <a:rPr dirty="0" sz="800" spc="-50">
                <a:solidFill>
                  <a:srgbClr val="4A4E6A"/>
                </a:solidFill>
                <a:latin typeface="Tahoma"/>
                <a:cs typeface="Tahoma"/>
              </a:rPr>
              <a:t> —</a:t>
            </a:r>
            <a:endParaRPr sz="800">
              <a:latin typeface="Tahoma"/>
              <a:cs typeface="Tahoma"/>
            </a:endParaRPr>
          </a:p>
          <a:p>
            <a:pPr marL="50165">
              <a:lnSpc>
                <a:spcPct val="100000"/>
              </a:lnSpc>
              <a:spcBef>
                <a:spcPts val="240"/>
              </a:spcBef>
            </a:pPr>
            <a:r>
              <a:rPr dirty="0" sz="750">
                <a:solidFill>
                  <a:srgbClr val="293283"/>
                </a:solidFill>
                <a:latin typeface="Courier New"/>
                <a:cs typeface="Courier New"/>
              </a:rPr>
              <a:t>with</a:t>
            </a:r>
            <a:r>
              <a:rPr dirty="0" sz="750" spc="90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800" spc="-30">
                <a:solidFill>
                  <a:srgbClr val="4A4E6A"/>
                </a:solidFill>
                <a:latin typeface="Tahoma"/>
                <a:cs typeface="Tahoma"/>
              </a:rPr>
              <a:t>is</a:t>
            </a:r>
            <a:r>
              <a:rPr dirty="0" sz="80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00" spc="-30">
                <a:solidFill>
                  <a:srgbClr val="4A4E6A"/>
                </a:solidFill>
                <a:latin typeface="Tahoma"/>
                <a:cs typeface="Tahoma"/>
              </a:rPr>
              <a:t>cleaner</a:t>
            </a:r>
            <a:r>
              <a:rPr dirty="0" sz="80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00" spc="-20">
                <a:solidFill>
                  <a:srgbClr val="4A4E6A"/>
                </a:solidFill>
                <a:latin typeface="Tahoma"/>
                <a:cs typeface="Tahoma"/>
              </a:rPr>
              <a:t>for</a:t>
            </a:r>
            <a:r>
              <a:rPr dirty="0" sz="80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00" spc="-20">
                <a:solidFill>
                  <a:srgbClr val="4A4E6A"/>
                </a:solidFill>
                <a:latin typeface="Tahoma"/>
                <a:cs typeface="Tahoma"/>
              </a:rPr>
              <a:t>multiple</a:t>
            </a:r>
            <a:r>
              <a:rPr dirty="0" sz="80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00" spc="-10">
                <a:solidFill>
                  <a:srgbClr val="4A4E6A"/>
                </a:solidFill>
                <a:latin typeface="Tahoma"/>
                <a:cs typeface="Tahoma"/>
              </a:rPr>
              <a:t>widgets.</a:t>
            </a:r>
            <a:endParaRPr sz="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dirty="0" sz="800" spc="-25" b="1">
                <a:solidFill>
                  <a:srgbClr val="293283"/>
                </a:solidFill>
                <a:latin typeface="Cambria"/>
                <a:cs typeface="Cambria"/>
              </a:rPr>
              <a:t>Main</a:t>
            </a:r>
            <a:r>
              <a:rPr dirty="0" sz="800" spc="25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800" spc="-50" b="1">
                <a:solidFill>
                  <a:srgbClr val="293283"/>
                </a:solidFill>
                <a:latin typeface="Cambria"/>
                <a:cs typeface="Cambria"/>
              </a:rPr>
              <a:t>area</a:t>
            </a:r>
            <a:r>
              <a:rPr dirty="0" sz="800" spc="30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800" spc="-75" b="1">
                <a:solidFill>
                  <a:srgbClr val="293283"/>
                </a:solidFill>
                <a:latin typeface="Cambria"/>
                <a:cs typeface="Cambria"/>
              </a:rPr>
              <a:t>=</a:t>
            </a:r>
            <a:r>
              <a:rPr dirty="0" sz="800" spc="30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800" spc="-35" b="1">
                <a:solidFill>
                  <a:srgbClr val="293283"/>
                </a:solidFill>
                <a:latin typeface="Cambria"/>
                <a:cs typeface="Cambria"/>
              </a:rPr>
              <a:t>default</a:t>
            </a:r>
            <a:r>
              <a:rPr dirty="0" sz="800" spc="30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800">
                <a:solidFill>
                  <a:srgbClr val="4A4E6A"/>
                </a:solidFill>
                <a:latin typeface="Tahoma"/>
                <a:cs typeface="Tahoma"/>
              </a:rPr>
              <a:t>—</a:t>
            </a:r>
            <a:r>
              <a:rPr dirty="0" sz="80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00" spc="-35">
                <a:solidFill>
                  <a:srgbClr val="4A4E6A"/>
                </a:solidFill>
                <a:latin typeface="Tahoma"/>
                <a:cs typeface="Tahoma"/>
              </a:rPr>
              <a:t>Anything</a:t>
            </a:r>
            <a:r>
              <a:rPr dirty="0" sz="800" spc="-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00" spc="-50">
                <a:solidFill>
                  <a:srgbClr val="4A4E6A"/>
                </a:solidFill>
                <a:latin typeface="Tahoma"/>
                <a:cs typeface="Tahoma"/>
              </a:rPr>
              <a:t>NOT</a:t>
            </a:r>
            <a:r>
              <a:rPr dirty="0" sz="800" spc="-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00" spc="-30">
                <a:solidFill>
                  <a:srgbClr val="4A4E6A"/>
                </a:solidFill>
                <a:latin typeface="Tahoma"/>
                <a:cs typeface="Tahoma"/>
              </a:rPr>
              <a:t>inside</a:t>
            </a:r>
            <a:r>
              <a:rPr dirty="0" sz="800" spc="-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00" spc="-40">
                <a:solidFill>
                  <a:srgbClr val="4A4E6A"/>
                </a:solidFill>
                <a:latin typeface="Tahoma"/>
                <a:cs typeface="Tahoma"/>
              </a:rPr>
              <a:t>a</a:t>
            </a:r>
            <a:r>
              <a:rPr dirty="0" sz="800" spc="-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00" spc="-30">
                <a:solidFill>
                  <a:srgbClr val="4A4E6A"/>
                </a:solidFill>
                <a:latin typeface="Tahoma"/>
                <a:cs typeface="Tahoma"/>
              </a:rPr>
              <a:t>sidebar/columns/tabs</a:t>
            </a:r>
            <a:r>
              <a:rPr dirty="0" sz="80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00" spc="-30">
                <a:solidFill>
                  <a:srgbClr val="4A4E6A"/>
                </a:solidFill>
                <a:latin typeface="Tahoma"/>
                <a:cs typeface="Tahoma"/>
              </a:rPr>
              <a:t>context</a:t>
            </a:r>
            <a:r>
              <a:rPr dirty="0" sz="800" spc="-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00" spc="-35">
                <a:solidFill>
                  <a:srgbClr val="4A4E6A"/>
                </a:solidFill>
                <a:latin typeface="Tahoma"/>
                <a:cs typeface="Tahoma"/>
              </a:rPr>
              <a:t>renders</a:t>
            </a:r>
            <a:r>
              <a:rPr dirty="0" sz="800" spc="-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00" spc="-20">
                <a:solidFill>
                  <a:srgbClr val="4A4E6A"/>
                </a:solidFill>
                <a:latin typeface="Tahoma"/>
                <a:cs typeface="Tahoma"/>
              </a:rPr>
              <a:t>in</a:t>
            </a:r>
            <a:r>
              <a:rPr dirty="0" sz="800" spc="-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00" spc="-20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800" spc="-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00" spc="-35">
                <a:solidFill>
                  <a:srgbClr val="4A4E6A"/>
                </a:solidFill>
                <a:latin typeface="Tahoma"/>
                <a:cs typeface="Tahoma"/>
              </a:rPr>
              <a:t>main</a:t>
            </a:r>
            <a:r>
              <a:rPr dirty="0" sz="80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00" spc="-40">
                <a:solidFill>
                  <a:srgbClr val="4A4E6A"/>
                </a:solidFill>
                <a:latin typeface="Tahoma"/>
                <a:cs typeface="Tahoma"/>
              </a:rPr>
              <a:t>area,</a:t>
            </a:r>
            <a:r>
              <a:rPr dirty="0" sz="800" spc="-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00" spc="-20">
                <a:solidFill>
                  <a:srgbClr val="4A4E6A"/>
                </a:solidFill>
                <a:latin typeface="Tahoma"/>
                <a:cs typeface="Tahoma"/>
              </a:rPr>
              <a:t>full</a:t>
            </a:r>
            <a:r>
              <a:rPr dirty="0" sz="800" spc="-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00" spc="-10">
                <a:solidFill>
                  <a:srgbClr val="4A4E6A"/>
                </a:solidFill>
                <a:latin typeface="Tahoma"/>
                <a:cs typeface="Tahoma"/>
              </a:rPr>
              <a:t>width.</a:t>
            </a:r>
            <a:endParaRPr sz="800">
              <a:latin typeface="Tahoma"/>
              <a:cs typeface="Tahoma"/>
            </a:endParaRPr>
          </a:p>
        </p:txBody>
      </p:sp>
      <p:pic>
        <p:nvPicPr>
          <p:cNvPr id="34" name="object 3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640165" y="1527174"/>
            <a:ext cx="117475" cy="79375"/>
          </a:xfrm>
          <a:prstGeom prst="rect">
            <a:avLst/>
          </a:prstGeom>
        </p:spPr>
      </p:pic>
      <p:sp>
        <p:nvSpPr>
          <p:cNvPr id="35" name="object 35"/>
          <p:cNvSpPr txBox="1"/>
          <p:nvPr/>
        </p:nvSpPr>
        <p:spPr>
          <a:xfrm>
            <a:off x="6805265" y="1477962"/>
            <a:ext cx="2441575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55" b="1">
                <a:solidFill>
                  <a:srgbClr val="797E94"/>
                </a:solidFill>
                <a:latin typeface="Cambria"/>
                <a:cs typeface="Cambria"/>
              </a:rPr>
              <a:t>B</a:t>
            </a:r>
            <a:r>
              <a:rPr dirty="0" sz="750" spc="-40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750" spc="-60" b="1">
                <a:solidFill>
                  <a:srgbClr val="797E94"/>
                </a:solidFill>
                <a:latin typeface="Cambria"/>
                <a:cs typeface="Cambria"/>
              </a:rPr>
              <a:t>R</a:t>
            </a:r>
            <a:r>
              <a:rPr dirty="0" sz="750" spc="-50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750" b="1">
                <a:solidFill>
                  <a:srgbClr val="797E94"/>
                </a:solidFill>
                <a:latin typeface="Cambria"/>
                <a:cs typeface="Cambria"/>
              </a:rPr>
              <a:t>O</a:t>
            </a:r>
            <a:r>
              <a:rPr dirty="0" sz="750" spc="-50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750" spc="-20" b="1">
                <a:solidFill>
                  <a:srgbClr val="797E94"/>
                </a:solidFill>
                <a:latin typeface="Cambria"/>
                <a:cs typeface="Cambria"/>
              </a:rPr>
              <a:t>W</a:t>
            </a:r>
            <a:r>
              <a:rPr dirty="0" sz="750" spc="-45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750" spc="-20" b="1">
                <a:solidFill>
                  <a:srgbClr val="797E94"/>
                </a:solidFill>
                <a:latin typeface="Cambria"/>
                <a:cs typeface="Cambria"/>
              </a:rPr>
              <a:t>S</a:t>
            </a:r>
            <a:r>
              <a:rPr dirty="0" sz="750" spc="-40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750" spc="-65" b="1">
                <a:solidFill>
                  <a:srgbClr val="797E94"/>
                </a:solidFill>
                <a:latin typeface="Cambria"/>
                <a:cs typeface="Cambria"/>
              </a:rPr>
              <a:t>E</a:t>
            </a:r>
            <a:r>
              <a:rPr dirty="0" sz="750" spc="-40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750" b="1">
                <a:solidFill>
                  <a:srgbClr val="797E94"/>
                </a:solidFill>
                <a:latin typeface="Cambria"/>
                <a:cs typeface="Cambria"/>
              </a:rPr>
              <a:t>R</a:t>
            </a:r>
            <a:r>
              <a:rPr dirty="0" sz="750" spc="245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750" spc="-55" b="1">
                <a:solidFill>
                  <a:srgbClr val="797E94"/>
                </a:solidFill>
                <a:latin typeface="Cambria"/>
                <a:cs typeface="Cambria"/>
              </a:rPr>
              <a:t>P</a:t>
            </a:r>
            <a:r>
              <a:rPr dirty="0" sz="750" spc="-40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750" spc="-65" b="1">
                <a:solidFill>
                  <a:srgbClr val="797E94"/>
                </a:solidFill>
                <a:latin typeface="Cambria"/>
                <a:cs typeface="Cambria"/>
              </a:rPr>
              <a:t>R</a:t>
            </a:r>
            <a:r>
              <a:rPr dirty="0" sz="750" spc="-40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750" spc="-65" b="1">
                <a:solidFill>
                  <a:srgbClr val="797E94"/>
                </a:solidFill>
                <a:latin typeface="Cambria"/>
                <a:cs typeface="Cambria"/>
              </a:rPr>
              <a:t>E</a:t>
            </a:r>
            <a:r>
              <a:rPr dirty="0" sz="750" spc="-40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750" spc="-10" b="1">
                <a:solidFill>
                  <a:srgbClr val="797E94"/>
                </a:solidFill>
                <a:latin typeface="Cambria"/>
                <a:cs typeface="Cambria"/>
              </a:rPr>
              <a:t>V</a:t>
            </a:r>
            <a:r>
              <a:rPr dirty="0" sz="750" spc="-40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750" spc="-60" b="1">
                <a:solidFill>
                  <a:srgbClr val="797E94"/>
                </a:solidFill>
                <a:latin typeface="Cambria"/>
                <a:cs typeface="Cambria"/>
              </a:rPr>
              <a:t>I</a:t>
            </a:r>
            <a:r>
              <a:rPr dirty="0" sz="750" spc="-40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750" spc="-65" b="1">
                <a:solidFill>
                  <a:srgbClr val="797E94"/>
                </a:solidFill>
                <a:latin typeface="Cambria"/>
                <a:cs typeface="Cambria"/>
              </a:rPr>
              <a:t>E</a:t>
            </a:r>
            <a:r>
              <a:rPr dirty="0" sz="750" spc="-40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750" b="1">
                <a:solidFill>
                  <a:srgbClr val="797E94"/>
                </a:solidFill>
                <a:latin typeface="Cambria"/>
                <a:cs typeface="Cambria"/>
              </a:rPr>
              <a:t>W</a:t>
            </a:r>
            <a:r>
              <a:rPr dirty="0" sz="750" spc="254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750" b="1">
                <a:solidFill>
                  <a:srgbClr val="797E94"/>
                </a:solidFill>
                <a:latin typeface="Cambria"/>
                <a:cs typeface="Cambria"/>
              </a:rPr>
              <a:t>·</a:t>
            </a:r>
            <a:r>
              <a:rPr dirty="0" sz="750" spc="250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750" spc="-20" b="1">
                <a:solidFill>
                  <a:srgbClr val="797E94"/>
                </a:solidFill>
                <a:latin typeface="Cambria"/>
                <a:cs typeface="Cambria"/>
              </a:rPr>
              <a:t>S</a:t>
            </a:r>
            <a:r>
              <a:rPr dirty="0" sz="750" spc="-40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750" spc="-60" b="1">
                <a:solidFill>
                  <a:srgbClr val="797E94"/>
                </a:solidFill>
                <a:latin typeface="Cambria"/>
                <a:cs typeface="Cambria"/>
              </a:rPr>
              <a:t>I</a:t>
            </a:r>
            <a:r>
              <a:rPr dirty="0" sz="750" spc="-40" b="1">
                <a:solidFill>
                  <a:srgbClr val="797E94"/>
                </a:solidFill>
                <a:latin typeface="Cambria"/>
                <a:cs typeface="Cambria"/>
              </a:rPr>
              <a:t> D </a:t>
            </a:r>
            <a:r>
              <a:rPr dirty="0" sz="750" spc="-65" b="1">
                <a:solidFill>
                  <a:srgbClr val="797E94"/>
                </a:solidFill>
                <a:latin typeface="Cambria"/>
                <a:cs typeface="Cambria"/>
              </a:rPr>
              <a:t>E</a:t>
            </a:r>
            <a:r>
              <a:rPr dirty="0" sz="750" spc="-40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750" spc="-55" b="1">
                <a:solidFill>
                  <a:srgbClr val="797E94"/>
                </a:solidFill>
                <a:latin typeface="Cambria"/>
                <a:cs typeface="Cambria"/>
              </a:rPr>
              <a:t>B</a:t>
            </a:r>
            <a:r>
              <a:rPr dirty="0" sz="750" spc="-50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750" spc="-20" b="1">
                <a:solidFill>
                  <a:srgbClr val="797E94"/>
                </a:solidFill>
                <a:latin typeface="Cambria"/>
                <a:cs typeface="Cambria"/>
              </a:rPr>
              <a:t>A</a:t>
            </a:r>
            <a:r>
              <a:rPr dirty="0" sz="750" spc="-40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750" b="1">
                <a:solidFill>
                  <a:srgbClr val="797E94"/>
                </a:solidFill>
                <a:latin typeface="Cambria"/>
                <a:cs typeface="Cambria"/>
              </a:rPr>
              <a:t>R</a:t>
            </a:r>
            <a:r>
              <a:rPr dirty="0" sz="750" spc="254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750" b="1">
                <a:solidFill>
                  <a:srgbClr val="797E94"/>
                </a:solidFill>
                <a:latin typeface="Cambria"/>
                <a:cs typeface="Cambria"/>
              </a:rPr>
              <a:t>+</a:t>
            </a:r>
            <a:r>
              <a:rPr dirty="0" sz="750" spc="254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750" b="1">
                <a:solidFill>
                  <a:srgbClr val="797E94"/>
                </a:solidFill>
                <a:latin typeface="Cambria"/>
                <a:cs typeface="Cambria"/>
              </a:rPr>
              <a:t>M</a:t>
            </a:r>
            <a:r>
              <a:rPr dirty="0" sz="750" spc="-40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750" spc="-20" b="1">
                <a:solidFill>
                  <a:srgbClr val="797E94"/>
                </a:solidFill>
                <a:latin typeface="Cambria"/>
                <a:cs typeface="Cambria"/>
              </a:rPr>
              <a:t>A</a:t>
            </a:r>
            <a:r>
              <a:rPr dirty="0" sz="750" spc="-40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750" spc="-60" b="1">
                <a:solidFill>
                  <a:srgbClr val="797E94"/>
                </a:solidFill>
                <a:latin typeface="Cambria"/>
                <a:cs typeface="Cambria"/>
              </a:rPr>
              <a:t>I</a:t>
            </a:r>
            <a:r>
              <a:rPr dirty="0" sz="750" spc="-40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750" b="1">
                <a:solidFill>
                  <a:srgbClr val="797E94"/>
                </a:solidFill>
                <a:latin typeface="Cambria"/>
                <a:cs typeface="Cambria"/>
              </a:rPr>
              <a:t>N</a:t>
            </a:r>
            <a:r>
              <a:rPr dirty="0" sz="750" spc="254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750" spc="-20" b="1">
                <a:solidFill>
                  <a:srgbClr val="797E94"/>
                </a:solidFill>
                <a:latin typeface="Cambria"/>
                <a:cs typeface="Cambria"/>
              </a:rPr>
              <a:t>A</a:t>
            </a:r>
            <a:r>
              <a:rPr dirty="0" sz="750" spc="-40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750" spc="-65" b="1">
                <a:solidFill>
                  <a:srgbClr val="797E94"/>
                </a:solidFill>
                <a:latin typeface="Cambria"/>
                <a:cs typeface="Cambria"/>
              </a:rPr>
              <a:t>R</a:t>
            </a:r>
            <a:r>
              <a:rPr dirty="0" sz="750" spc="-40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750" spc="-65" b="1">
                <a:solidFill>
                  <a:srgbClr val="797E94"/>
                </a:solidFill>
                <a:latin typeface="Cambria"/>
                <a:cs typeface="Cambria"/>
              </a:rPr>
              <a:t>E</a:t>
            </a:r>
            <a:r>
              <a:rPr dirty="0" sz="750" spc="-50" b="1">
                <a:solidFill>
                  <a:srgbClr val="797E94"/>
                </a:solidFill>
                <a:latin typeface="Cambria"/>
                <a:cs typeface="Cambria"/>
              </a:rPr>
              <a:t> A</a:t>
            </a:r>
            <a:endParaRPr sz="750">
              <a:latin typeface="Cambria"/>
              <a:cs typeface="Cambria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6397751" y="1511807"/>
            <a:ext cx="5349240" cy="3444240"/>
            <a:chOff x="6397751" y="1511807"/>
            <a:chExt cx="5349240" cy="3444240"/>
          </a:xfrm>
        </p:grpSpPr>
        <p:sp>
          <p:nvSpPr>
            <p:cNvPr id="37" name="object 37"/>
            <p:cNvSpPr/>
            <p:nvPr/>
          </p:nvSpPr>
          <p:spPr>
            <a:xfrm>
              <a:off x="6397751" y="1511807"/>
              <a:ext cx="5349240" cy="3444240"/>
            </a:xfrm>
            <a:custGeom>
              <a:avLst/>
              <a:gdLst/>
              <a:ahLst/>
              <a:cxnLst/>
              <a:rect l="l" t="t" r="r" b="b"/>
              <a:pathLst>
                <a:path w="5349240" h="3444240">
                  <a:moveTo>
                    <a:pt x="5349239" y="3444239"/>
                  </a:moveTo>
                  <a:lnTo>
                    <a:pt x="0" y="3444239"/>
                  </a:lnTo>
                  <a:lnTo>
                    <a:pt x="0" y="0"/>
                  </a:lnTo>
                  <a:lnTo>
                    <a:pt x="5349239" y="0"/>
                  </a:lnTo>
                  <a:lnTo>
                    <a:pt x="5349239" y="193166"/>
                  </a:lnTo>
                  <a:lnTo>
                    <a:pt x="355472" y="193166"/>
                  </a:lnTo>
                  <a:lnTo>
                    <a:pt x="345151" y="193665"/>
                  </a:lnTo>
                  <a:lnTo>
                    <a:pt x="306031" y="205552"/>
                  </a:lnTo>
                  <a:lnTo>
                    <a:pt x="274438" y="231505"/>
                  </a:lnTo>
                  <a:lnTo>
                    <a:pt x="255183" y="267572"/>
                  </a:lnTo>
                  <a:lnTo>
                    <a:pt x="250697" y="297941"/>
                  </a:lnTo>
                  <a:lnTo>
                    <a:pt x="250697" y="3031616"/>
                  </a:lnTo>
                  <a:lnTo>
                    <a:pt x="258672" y="3071712"/>
                  </a:lnTo>
                  <a:lnTo>
                    <a:pt x="281384" y="3105703"/>
                  </a:lnTo>
                  <a:lnTo>
                    <a:pt x="315376" y="3128415"/>
                  </a:lnTo>
                  <a:lnTo>
                    <a:pt x="355472" y="3136391"/>
                  </a:lnTo>
                  <a:lnTo>
                    <a:pt x="5349239" y="3136391"/>
                  </a:lnTo>
                  <a:lnTo>
                    <a:pt x="5349239" y="3444239"/>
                  </a:lnTo>
                  <a:close/>
                </a:path>
                <a:path w="5349240" h="3444240">
                  <a:moveTo>
                    <a:pt x="5349239" y="3136391"/>
                  </a:moveTo>
                  <a:lnTo>
                    <a:pt x="4994147" y="3136391"/>
                  </a:lnTo>
                  <a:lnTo>
                    <a:pt x="5004468" y="3135893"/>
                  </a:lnTo>
                  <a:lnTo>
                    <a:pt x="5014591" y="3134397"/>
                  </a:lnTo>
                  <a:lnTo>
                    <a:pt x="5052367" y="3118750"/>
                  </a:lnTo>
                  <a:lnTo>
                    <a:pt x="5081279" y="3089837"/>
                  </a:lnTo>
                  <a:lnTo>
                    <a:pt x="5096927" y="3052060"/>
                  </a:lnTo>
                  <a:lnTo>
                    <a:pt x="5098922" y="3031616"/>
                  </a:lnTo>
                  <a:lnTo>
                    <a:pt x="5098922" y="297941"/>
                  </a:lnTo>
                  <a:lnTo>
                    <a:pt x="5090945" y="257846"/>
                  </a:lnTo>
                  <a:lnTo>
                    <a:pt x="5068233" y="223854"/>
                  </a:lnTo>
                  <a:lnTo>
                    <a:pt x="5034242" y="201142"/>
                  </a:lnTo>
                  <a:lnTo>
                    <a:pt x="4994147" y="193166"/>
                  </a:lnTo>
                  <a:lnTo>
                    <a:pt x="5349239" y="193166"/>
                  </a:lnTo>
                  <a:lnTo>
                    <a:pt x="5349239" y="3136391"/>
                  </a:lnTo>
                  <a:close/>
                </a:path>
              </a:pathLst>
            </a:custGeom>
            <a:solidFill>
              <a:srgbClr val="1B1F3A">
                <a:alpha val="78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6643686" y="1700212"/>
              <a:ext cx="4857750" cy="2952750"/>
            </a:xfrm>
            <a:custGeom>
              <a:avLst/>
              <a:gdLst/>
              <a:ahLst/>
              <a:cxnLst/>
              <a:rect l="l" t="t" r="r" b="b"/>
              <a:pathLst>
                <a:path w="4857750" h="2952750">
                  <a:moveTo>
                    <a:pt x="4755404" y="2952749"/>
                  </a:moveTo>
                  <a:lnTo>
                    <a:pt x="102344" y="2952749"/>
                  </a:lnTo>
                  <a:lnTo>
                    <a:pt x="95221" y="2952047"/>
                  </a:lnTo>
                  <a:lnTo>
                    <a:pt x="54661" y="2938284"/>
                  </a:lnTo>
                  <a:lnTo>
                    <a:pt x="22456" y="2910047"/>
                  </a:lnTo>
                  <a:lnTo>
                    <a:pt x="3507" y="2871635"/>
                  </a:lnTo>
                  <a:lnTo>
                    <a:pt x="0" y="2850404"/>
                  </a:lnTo>
                  <a:lnTo>
                    <a:pt x="0" y="2843212"/>
                  </a:lnTo>
                  <a:lnTo>
                    <a:pt x="0" y="102345"/>
                  </a:lnTo>
                  <a:lnTo>
                    <a:pt x="11090" y="60974"/>
                  </a:lnTo>
                  <a:lnTo>
                    <a:pt x="37168" y="26997"/>
                  </a:lnTo>
                  <a:lnTo>
                    <a:pt x="74263" y="5585"/>
                  </a:lnTo>
                  <a:lnTo>
                    <a:pt x="102344" y="0"/>
                  </a:lnTo>
                  <a:lnTo>
                    <a:pt x="4755404" y="0"/>
                  </a:lnTo>
                  <a:lnTo>
                    <a:pt x="4796774" y="11090"/>
                  </a:lnTo>
                  <a:lnTo>
                    <a:pt x="4830753" y="37168"/>
                  </a:lnTo>
                  <a:lnTo>
                    <a:pt x="4852163" y="74264"/>
                  </a:lnTo>
                  <a:lnTo>
                    <a:pt x="4857749" y="102345"/>
                  </a:lnTo>
                  <a:lnTo>
                    <a:pt x="4857749" y="2850404"/>
                  </a:lnTo>
                  <a:lnTo>
                    <a:pt x="4846658" y="2891774"/>
                  </a:lnTo>
                  <a:lnTo>
                    <a:pt x="4820581" y="2925752"/>
                  </a:lnTo>
                  <a:lnTo>
                    <a:pt x="4783485" y="2947163"/>
                  </a:lnTo>
                  <a:lnTo>
                    <a:pt x="4762528" y="2952047"/>
                  </a:lnTo>
                  <a:lnTo>
                    <a:pt x="4755404" y="29527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6643686" y="1700212"/>
              <a:ext cx="4857750" cy="2952750"/>
            </a:xfrm>
            <a:custGeom>
              <a:avLst/>
              <a:gdLst/>
              <a:ahLst/>
              <a:cxnLst/>
              <a:rect l="l" t="t" r="r" b="b"/>
              <a:pathLst>
                <a:path w="4857750" h="2952750">
                  <a:moveTo>
                    <a:pt x="0" y="2843212"/>
                  </a:moveTo>
                  <a:lnTo>
                    <a:pt x="0" y="109537"/>
                  </a:lnTo>
                  <a:lnTo>
                    <a:pt x="0" y="102345"/>
                  </a:lnTo>
                  <a:lnTo>
                    <a:pt x="701" y="95221"/>
                  </a:lnTo>
                  <a:lnTo>
                    <a:pt x="14464" y="54661"/>
                  </a:lnTo>
                  <a:lnTo>
                    <a:pt x="32083" y="32082"/>
                  </a:lnTo>
                  <a:lnTo>
                    <a:pt x="37168" y="26997"/>
                  </a:lnTo>
                  <a:lnTo>
                    <a:pt x="42702" y="22456"/>
                  </a:lnTo>
                  <a:lnTo>
                    <a:pt x="48682" y="18460"/>
                  </a:lnTo>
                  <a:lnTo>
                    <a:pt x="54661" y="14464"/>
                  </a:lnTo>
                  <a:lnTo>
                    <a:pt x="60974" y="11090"/>
                  </a:lnTo>
                  <a:lnTo>
                    <a:pt x="67619" y="8337"/>
                  </a:lnTo>
                  <a:lnTo>
                    <a:pt x="74263" y="5585"/>
                  </a:lnTo>
                  <a:lnTo>
                    <a:pt x="81113" y="3507"/>
                  </a:lnTo>
                  <a:lnTo>
                    <a:pt x="88167" y="2104"/>
                  </a:lnTo>
                  <a:lnTo>
                    <a:pt x="95221" y="701"/>
                  </a:lnTo>
                  <a:lnTo>
                    <a:pt x="102344" y="0"/>
                  </a:lnTo>
                  <a:lnTo>
                    <a:pt x="109538" y="0"/>
                  </a:lnTo>
                  <a:lnTo>
                    <a:pt x="4748212" y="0"/>
                  </a:lnTo>
                  <a:lnTo>
                    <a:pt x="4755404" y="0"/>
                  </a:lnTo>
                  <a:lnTo>
                    <a:pt x="4762528" y="701"/>
                  </a:lnTo>
                  <a:lnTo>
                    <a:pt x="4803088" y="14464"/>
                  </a:lnTo>
                  <a:lnTo>
                    <a:pt x="4809068" y="18460"/>
                  </a:lnTo>
                  <a:lnTo>
                    <a:pt x="4815048" y="22456"/>
                  </a:lnTo>
                  <a:lnTo>
                    <a:pt x="4820581" y="26997"/>
                  </a:lnTo>
                  <a:lnTo>
                    <a:pt x="4825667" y="32082"/>
                  </a:lnTo>
                  <a:lnTo>
                    <a:pt x="4830753" y="37168"/>
                  </a:lnTo>
                  <a:lnTo>
                    <a:pt x="4849411" y="67619"/>
                  </a:lnTo>
                  <a:lnTo>
                    <a:pt x="4852163" y="74264"/>
                  </a:lnTo>
                  <a:lnTo>
                    <a:pt x="4857750" y="109537"/>
                  </a:lnTo>
                  <a:lnTo>
                    <a:pt x="4857750" y="2843212"/>
                  </a:lnTo>
                  <a:lnTo>
                    <a:pt x="4857749" y="2850404"/>
                  </a:lnTo>
                  <a:lnTo>
                    <a:pt x="4857047" y="2857527"/>
                  </a:lnTo>
                  <a:lnTo>
                    <a:pt x="4855644" y="2864581"/>
                  </a:lnTo>
                  <a:lnTo>
                    <a:pt x="4854241" y="2871635"/>
                  </a:lnTo>
                  <a:lnTo>
                    <a:pt x="4835293" y="2910047"/>
                  </a:lnTo>
                  <a:lnTo>
                    <a:pt x="4803088" y="2938284"/>
                  </a:lnTo>
                  <a:lnTo>
                    <a:pt x="4790129" y="2944411"/>
                  </a:lnTo>
                  <a:lnTo>
                    <a:pt x="4783485" y="2947163"/>
                  </a:lnTo>
                  <a:lnTo>
                    <a:pt x="4748212" y="2952749"/>
                  </a:lnTo>
                  <a:lnTo>
                    <a:pt x="109538" y="2952749"/>
                  </a:lnTo>
                  <a:lnTo>
                    <a:pt x="67619" y="2944411"/>
                  </a:lnTo>
                  <a:lnTo>
                    <a:pt x="60974" y="2941658"/>
                  </a:lnTo>
                  <a:lnTo>
                    <a:pt x="54661" y="2938284"/>
                  </a:lnTo>
                  <a:lnTo>
                    <a:pt x="48682" y="2934288"/>
                  </a:lnTo>
                  <a:lnTo>
                    <a:pt x="42702" y="2930292"/>
                  </a:lnTo>
                  <a:lnTo>
                    <a:pt x="37168" y="2925752"/>
                  </a:lnTo>
                  <a:lnTo>
                    <a:pt x="32083" y="2920666"/>
                  </a:lnTo>
                  <a:lnTo>
                    <a:pt x="26997" y="2915580"/>
                  </a:lnTo>
                  <a:lnTo>
                    <a:pt x="22456" y="2910047"/>
                  </a:lnTo>
                  <a:lnTo>
                    <a:pt x="18460" y="2904067"/>
                  </a:lnTo>
                  <a:lnTo>
                    <a:pt x="14464" y="2898086"/>
                  </a:lnTo>
                  <a:lnTo>
                    <a:pt x="2105" y="2864581"/>
                  </a:lnTo>
                  <a:lnTo>
                    <a:pt x="701" y="2857527"/>
                  </a:lnTo>
                  <a:lnTo>
                    <a:pt x="0" y="2850404"/>
                  </a:lnTo>
                  <a:lnTo>
                    <a:pt x="0" y="2843212"/>
                  </a:lnTo>
                  <a:close/>
                </a:path>
              </a:pathLst>
            </a:custGeom>
            <a:ln w="9524">
              <a:solidFill>
                <a:srgbClr val="E4DED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6648449" y="1704974"/>
              <a:ext cx="4848225" cy="371475"/>
            </a:xfrm>
            <a:custGeom>
              <a:avLst/>
              <a:gdLst/>
              <a:ahLst/>
              <a:cxnLst/>
              <a:rect l="l" t="t" r="r" b="b"/>
              <a:pathLst>
                <a:path w="4848225" h="371475">
                  <a:moveTo>
                    <a:pt x="4848224" y="371474"/>
                  </a:moveTo>
                  <a:lnTo>
                    <a:pt x="0" y="371474"/>
                  </a:lnTo>
                  <a:lnTo>
                    <a:pt x="0" y="104775"/>
                  </a:lnTo>
                  <a:lnTo>
                    <a:pt x="7974" y="64679"/>
                  </a:lnTo>
                  <a:lnTo>
                    <a:pt x="30687" y="30687"/>
                  </a:lnTo>
                  <a:lnTo>
                    <a:pt x="64678" y="7975"/>
                  </a:lnTo>
                  <a:lnTo>
                    <a:pt x="104775" y="0"/>
                  </a:lnTo>
                  <a:lnTo>
                    <a:pt x="4743450" y="0"/>
                  </a:lnTo>
                  <a:lnTo>
                    <a:pt x="4783544" y="7975"/>
                  </a:lnTo>
                  <a:lnTo>
                    <a:pt x="4817536" y="30687"/>
                  </a:lnTo>
                  <a:lnTo>
                    <a:pt x="4840247" y="64679"/>
                  </a:lnTo>
                  <a:lnTo>
                    <a:pt x="4848224" y="104775"/>
                  </a:lnTo>
                  <a:lnTo>
                    <a:pt x="4848224" y="371474"/>
                  </a:lnTo>
                  <a:close/>
                </a:path>
              </a:pathLst>
            </a:custGeom>
            <a:solidFill>
              <a:srgbClr val="F4EF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6648449" y="2066924"/>
              <a:ext cx="4848225" cy="9525"/>
            </a:xfrm>
            <a:custGeom>
              <a:avLst/>
              <a:gdLst/>
              <a:ahLst/>
              <a:cxnLst/>
              <a:rect l="l" t="t" r="r" b="b"/>
              <a:pathLst>
                <a:path w="4848225" h="9525">
                  <a:moveTo>
                    <a:pt x="4848224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4848224" y="0"/>
                  </a:lnTo>
                  <a:lnTo>
                    <a:pt x="4848224" y="9524"/>
                  </a:lnTo>
                  <a:close/>
                </a:path>
              </a:pathLst>
            </a:custGeom>
            <a:solidFill>
              <a:srgbClr val="E4DE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6648449" y="2076449"/>
              <a:ext cx="4848225" cy="2571750"/>
            </a:xfrm>
            <a:custGeom>
              <a:avLst/>
              <a:gdLst/>
              <a:ahLst/>
              <a:cxnLst/>
              <a:rect l="l" t="t" r="r" b="b"/>
              <a:pathLst>
                <a:path w="4848225" h="2571750">
                  <a:moveTo>
                    <a:pt x="4743450" y="2571749"/>
                  </a:moveTo>
                  <a:lnTo>
                    <a:pt x="104775" y="2571749"/>
                  </a:lnTo>
                  <a:lnTo>
                    <a:pt x="94454" y="2571251"/>
                  </a:lnTo>
                  <a:lnTo>
                    <a:pt x="55333" y="2559363"/>
                  </a:lnTo>
                  <a:lnTo>
                    <a:pt x="23741" y="2533411"/>
                  </a:lnTo>
                  <a:lnTo>
                    <a:pt x="4485" y="2497343"/>
                  </a:lnTo>
                  <a:lnTo>
                    <a:pt x="0" y="2466975"/>
                  </a:lnTo>
                  <a:lnTo>
                    <a:pt x="0" y="0"/>
                  </a:lnTo>
                  <a:lnTo>
                    <a:pt x="4848225" y="0"/>
                  </a:lnTo>
                  <a:lnTo>
                    <a:pt x="4848224" y="2466975"/>
                  </a:lnTo>
                  <a:lnTo>
                    <a:pt x="4840247" y="2507070"/>
                  </a:lnTo>
                  <a:lnTo>
                    <a:pt x="4817536" y="2541062"/>
                  </a:lnTo>
                  <a:lnTo>
                    <a:pt x="4783544" y="2563773"/>
                  </a:lnTo>
                  <a:lnTo>
                    <a:pt x="4743450" y="25717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3" name="object 4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762748" y="1847849"/>
              <a:ext cx="85725" cy="85724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905623" y="1847849"/>
              <a:ext cx="85725" cy="85724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048498" y="1847849"/>
              <a:ext cx="85725" cy="85724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7234235" y="1776412"/>
              <a:ext cx="4143375" cy="219075"/>
            </a:xfrm>
            <a:custGeom>
              <a:avLst/>
              <a:gdLst/>
              <a:ahLst/>
              <a:cxnLst/>
              <a:rect l="l" t="t" r="r" b="b"/>
              <a:pathLst>
                <a:path w="4143375" h="219075">
                  <a:moveTo>
                    <a:pt x="4094426" y="219074"/>
                  </a:moveTo>
                  <a:lnTo>
                    <a:pt x="48948" y="219074"/>
                  </a:lnTo>
                  <a:lnTo>
                    <a:pt x="45541" y="218739"/>
                  </a:lnTo>
                  <a:lnTo>
                    <a:pt x="10740" y="198652"/>
                  </a:lnTo>
                  <a:lnTo>
                    <a:pt x="0" y="170127"/>
                  </a:lnTo>
                  <a:lnTo>
                    <a:pt x="0" y="166687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8" y="0"/>
                  </a:lnTo>
                  <a:lnTo>
                    <a:pt x="4094426" y="0"/>
                  </a:lnTo>
                  <a:lnTo>
                    <a:pt x="4130461" y="17776"/>
                  </a:lnTo>
                  <a:lnTo>
                    <a:pt x="4143373" y="48947"/>
                  </a:lnTo>
                  <a:lnTo>
                    <a:pt x="4143373" y="170127"/>
                  </a:lnTo>
                  <a:lnTo>
                    <a:pt x="4125597" y="206163"/>
                  </a:lnTo>
                  <a:lnTo>
                    <a:pt x="4097833" y="218739"/>
                  </a:lnTo>
                  <a:lnTo>
                    <a:pt x="4094426" y="2190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7234235" y="1776412"/>
              <a:ext cx="4143375" cy="219075"/>
            </a:xfrm>
            <a:custGeom>
              <a:avLst/>
              <a:gdLst/>
              <a:ahLst/>
              <a:cxnLst/>
              <a:rect l="l" t="t" r="r" b="b"/>
              <a:pathLst>
                <a:path w="4143375" h="219075">
                  <a:moveTo>
                    <a:pt x="0" y="166687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7"/>
                  </a:lnTo>
                  <a:lnTo>
                    <a:pt x="1677" y="38793"/>
                  </a:lnTo>
                  <a:lnTo>
                    <a:pt x="2671" y="35517"/>
                  </a:lnTo>
                  <a:lnTo>
                    <a:pt x="15344" y="15344"/>
                  </a:lnTo>
                  <a:lnTo>
                    <a:pt x="17776" y="12911"/>
                  </a:lnTo>
                  <a:lnTo>
                    <a:pt x="32339" y="3987"/>
                  </a:lnTo>
                  <a:lnTo>
                    <a:pt x="35517" y="2671"/>
                  </a:lnTo>
                  <a:lnTo>
                    <a:pt x="38793" y="1677"/>
                  </a:lnTo>
                  <a:lnTo>
                    <a:pt x="42167" y="1006"/>
                  </a:lnTo>
                  <a:lnTo>
                    <a:pt x="45541" y="335"/>
                  </a:lnTo>
                  <a:lnTo>
                    <a:pt x="48948" y="0"/>
                  </a:lnTo>
                  <a:lnTo>
                    <a:pt x="52388" y="0"/>
                  </a:lnTo>
                  <a:lnTo>
                    <a:pt x="4090987" y="0"/>
                  </a:lnTo>
                  <a:lnTo>
                    <a:pt x="4094426" y="0"/>
                  </a:lnTo>
                  <a:lnTo>
                    <a:pt x="4097833" y="335"/>
                  </a:lnTo>
                  <a:lnTo>
                    <a:pt x="4101206" y="1006"/>
                  </a:lnTo>
                  <a:lnTo>
                    <a:pt x="4104579" y="1677"/>
                  </a:lnTo>
                  <a:lnTo>
                    <a:pt x="4107856" y="2671"/>
                  </a:lnTo>
                  <a:lnTo>
                    <a:pt x="4111033" y="3987"/>
                  </a:lnTo>
                  <a:lnTo>
                    <a:pt x="4114211" y="5303"/>
                  </a:lnTo>
                  <a:lnTo>
                    <a:pt x="4140701" y="35517"/>
                  </a:lnTo>
                  <a:lnTo>
                    <a:pt x="4143375" y="52387"/>
                  </a:lnTo>
                  <a:lnTo>
                    <a:pt x="4143375" y="166687"/>
                  </a:lnTo>
                  <a:lnTo>
                    <a:pt x="4128030" y="203730"/>
                  </a:lnTo>
                  <a:lnTo>
                    <a:pt x="4120090" y="210245"/>
                  </a:lnTo>
                  <a:lnTo>
                    <a:pt x="4117230" y="212156"/>
                  </a:lnTo>
                  <a:lnTo>
                    <a:pt x="4114211" y="213770"/>
                  </a:lnTo>
                  <a:lnTo>
                    <a:pt x="4111033" y="215086"/>
                  </a:lnTo>
                  <a:lnTo>
                    <a:pt x="4107856" y="216403"/>
                  </a:lnTo>
                  <a:lnTo>
                    <a:pt x="4104579" y="217397"/>
                  </a:lnTo>
                  <a:lnTo>
                    <a:pt x="4101206" y="218068"/>
                  </a:lnTo>
                  <a:lnTo>
                    <a:pt x="4097833" y="218739"/>
                  </a:lnTo>
                  <a:lnTo>
                    <a:pt x="4094426" y="219074"/>
                  </a:lnTo>
                  <a:lnTo>
                    <a:pt x="4090987" y="219074"/>
                  </a:lnTo>
                  <a:lnTo>
                    <a:pt x="52388" y="219074"/>
                  </a:lnTo>
                  <a:lnTo>
                    <a:pt x="23282" y="210245"/>
                  </a:lnTo>
                  <a:lnTo>
                    <a:pt x="20422" y="208334"/>
                  </a:lnTo>
                  <a:lnTo>
                    <a:pt x="17776" y="206163"/>
                  </a:lnTo>
                  <a:lnTo>
                    <a:pt x="15344" y="203730"/>
                  </a:lnTo>
                  <a:lnTo>
                    <a:pt x="12911" y="201298"/>
                  </a:lnTo>
                  <a:lnTo>
                    <a:pt x="10740" y="198652"/>
                  </a:lnTo>
                  <a:lnTo>
                    <a:pt x="8829" y="195792"/>
                  </a:lnTo>
                  <a:lnTo>
                    <a:pt x="6918" y="192931"/>
                  </a:lnTo>
                  <a:lnTo>
                    <a:pt x="1006" y="176907"/>
                  </a:lnTo>
                  <a:lnTo>
                    <a:pt x="335" y="173534"/>
                  </a:lnTo>
                  <a:lnTo>
                    <a:pt x="0" y="170127"/>
                  </a:lnTo>
                  <a:lnTo>
                    <a:pt x="0" y="166687"/>
                  </a:lnTo>
                </a:path>
              </a:pathLst>
            </a:custGeom>
            <a:ln w="9524">
              <a:solidFill>
                <a:srgbClr val="E4DED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8" name="object 4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345014" y="1841499"/>
              <a:ext cx="69850" cy="85725"/>
            </a:xfrm>
            <a:prstGeom prst="rect">
              <a:avLst/>
            </a:prstGeom>
          </p:spPr>
        </p:pic>
      </p:grpSp>
      <p:sp>
        <p:nvSpPr>
          <p:cNvPr id="49" name="object 49"/>
          <p:cNvSpPr txBox="1"/>
          <p:nvPr/>
        </p:nvSpPr>
        <p:spPr>
          <a:xfrm>
            <a:off x="7472015" y="1792287"/>
            <a:ext cx="855344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solidFill>
                  <a:srgbClr val="4A4E6A"/>
                </a:solidFill>
                <a:latin typeface="Courier New"/>
                <a:cs typeface="Courier New"/>
              </a:rPr>
              <a:t>localhost:8501</a:t>
            </a:r>
            <a:endParaRPr sz="750">
              <a:latin typeface="Courier New"/>
              <a:cs typeface="Courier New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6648449" y="2076449"/>
            <a:ext cx="1552575" cy="2768600"/>
            <a:chOff x="6648449" y="2076449"/>
            <a:chExt cx="1552575" cy="2768600"/>
          </a:xfrm>
        </p:grpSpPr>
        <p:pic>
          <p:nvPicPr>
            <p:cNvPr id="51" name="object 5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649689" y="4746624"/>
              <a:ext cx="98425" cy="98425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6648449" y="2076449"/>
              <a:ext cx="1552575" cy="2571750"/>
            </a:xfrm>
            <a:custGeom>
              <a:avLst/>
              <a:gdLst/>
              <a:ahLst/>
              <a:cxnLst/>
              <a:rect l="l" t="t" r="r" b="b"/>
              <a:pathLst>
                <a:path w="1552575" h="2571750">
                  <a:moveTo>
                    <a:pt x="1552574" y="2571749"/>
                  </a:moveTo>
                  <a:lnTo>
                    <a:pt x="104775" y="2571749"/>
                  </a:lnTo>
                  <a:lnTo>
                    <a:pt x="94454" y="2571251"/>
                  </a:lnTo>
                  <a:lnTo>
                    <a:pt x="55333" y="2559363"/>
                  </a:lnTo>
                  <a:lnTo>
                    <a:pt x="23741" y="2533411"/>
                  </a:lnTo>
                  <a:lnTo>
                    <a:pt x="4485" y="2497343"/>
                  </a:lnTo>
                  <a:lnTo>
                    <a:pt x="0" y="2466975"/>
                  </a:lnTo>
                  <a:lnTo>
                    <a:pt x="0" y="0"/>
                  </a:lnTo>
                  <a:lnTo>
                    <a:pt x="1552574" y="0"/>
                  </a:lnTo>
                  <a:lnTo>
                    <a:pt x="1552574" y="2571749"/>
                  </a:lnTo>
                  <a:close/>
                </a:path>
              </a:pathLst>
            </a:custGeom>
            <a:solidFill>
              <a:srgbClr val="F4EF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8191498" y="2076449"/>
              <a:ext cx="9525" cy="2571750"/>
            </a:xfrm>
            <a:custGeom>
              <a:avLst/>
              <a:gdLst/>
              <a:ahLst/>
              <a:cxnLst/>
              <a:rect l="l" t="t" r="r" b="b"/>
              <a:pathLst>
                <a:path w="9525" h="2571750">
                  <a:moveTo>
                    <a:pt x="9524" y="2571749"/>
                  </a:moveTo>
                  <a:lnTo>
                    <a:pt x="0" y="2571749"/>
                  </a:lnTo>
                  <a:lnTo>
                    <a:pt x="0" y="0"/>
                  </a:lnTo>
                  <a:lnTo>
                    <a:pt x="9524" y="0"/>
                  </a:lnTo>
                  <a:lnTo>
                    <a:pt x="9524" y="2571749"/>
                  </a:lnTo>
                  <a:close/>
                </a:path>
              </a:pathLst>
            </a:custGeom>
            <a:solidFill>
              <a:srgbClr val="E4DE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6767511" y="2633662"/>
              <a:ext cx="1304925" cy="247650"/>
            </a:xfrm>
            <a:custGeom>
              <a:avLst/>
              <a:gdLst/>
              <a:ahLst/>
              <a:cxnLst/>
              <a:rect l="l" t="t" r="r" b="b"/>
              <a:pathLst>
                <a:path w="1304925" h="247650">
                  <a:moveTo>
                    <a:pt x="1276007" y="247649"/>
                  </a:moveTo>
                  <a:lnTo>
                    <a:pt x="28916" y="247649"/>
                  </a:lnTo>
                  <a:lnTo>
                    <a:pt x="24662" y="246803"/>
                  </a:lnTo>
                  <a:lnTo>
                    <a:pt x="0" y="218733"/>
                  </a:lnTo>
                  <a:lnTo>
                    <a:pt x="0" y="214312"/>
                  </a:lnTo>
                  <a:lnTo>
                    <a:pt x="0" y="28916"/>
                  </a:lnTo>
                  <a:lnTo>
                    <a:pt x="28916" y="0"/>
                  </a:lnTo>
                  <a:lnTo>
                    <a:pt x="1276007" y="0"/>
                  </a:lnTo>
                  <a:lnTo>
                    <a:pt x="1304924" y="28916"/>
                  </a:lnTo>
                  <a:lnTo>
                    <a:pt x="1304924" y="218733"/>
                  </a:lnTo>
                  <a:lnTo>
                    <a:pt x="1280259" y="246803"/>
                  </a:lnTo>
                  <a:lnTo>
                    <a:pt x="1276007" y="2476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6767511" y="2633662"/>
              <a:ext cx="1304925" cy="247650"/>
            </a:xfrm>
            <a:custGeom>
              <a:avLst/>
              <a:gdLst/>
              <a:ahLst/>
              <a:cxnLst/>
              <a:rect l="l" t="t" r="r" b="b"/>
              <a:pathLst>
                <a:path w="1304925" h="247650">
                  <a:moveTo>
                    <a:pt x="0" y="214312"/>
                  </a:moveTo>
                  <a:lnTo>
                    <a:pt x="0" y="33337"/>
                  </a:lnTo>
                  <a:lnTo>
                    <a:pt x="0" y="28916"/>
                  </a:lnTo>
                  <a:lnTo>
                    <a:pt x="845" y="24663"/>
                  </a:lnTo>
                  <a:lnTo>
                    <a:pt x="2537" y="20579"/>
                  </a:lnTo>
                  <a:lnTo>
                    <a:pt x="4228" y="16495"/>
                  </a:lnTo>
                  <a:lnTo>
                    <a:pt x="6637" y="12889"/>
                  </a:lnTo>
                  <a:lnTo>
                    <a:pt x="9763" y="9764"/>
                  </a:lnTo>
                  <a:lnTo>
                    <a:pt x="12889" y="6637"/>
                  </a:lnTo>
                  <a:lnTo>
                    <a:pt x="16494" y="4229"/>
                  </a:lnTo>
                  <a:lnTo>
                    <a:pt x="20578" y="2537"/>
                  </a:lnTo>
                  <a:lnTo>
                    <a:pt x="24662" y="845"/>
                  </a:lnTo>
                  <a:lnTo>
                    <a:pt x="28916" y="0"/>
                  </a:lnTo>
                  <a:lnTo>
                    <a:pt x="33337" y="0"/>
                  </a:lnTo>
                  <a:lnTo>
                    <a:pt x="1271587" y="0"/>
                  </a:lnTo>
                  <a:lnTo>
                    <a:pt x="1276007" y="0"/>
                  </a:lnTo>
                  <a:lnTo>
                    <a:pt x="1280259" y="845"/>
                  </a:lnTo>
                  <a:lnTo>
                    <a:pt x="1284344" y="2537"/>
                  </a:lnTo>
                  <a:lnTo>
                    <a:pt x="1288428" y="4229"/>
                  </a:lnTo>
                  <a:lnTo>
                    <a:pt x="1292033" y="6637"/>
                  </a:lnTo>
                  <a:lnTo>
                    <a:pt x="1295159" y="9764"/>
                  </a:lnTo>
                  <a:lnTo>
                    <a:pt x="1298285" y="12889"/>
                  </a:lnTo>
                  <a:lnTo>
                    <a:pt x="1304924" y="33337"/>
                  </a:lnTo>
                  <a:lnTo>
                    <a:pt x="1304924" y="214312"/>
                  </a:lnTo>
                  <a:lnTo>
                    <a:pt x="1280259" y="246803"/>
                  </a:lnTo>
                  <a:lnTo>
                    <a:pt x="1271587" y="247649"/>
                  </a:lnTo>
                  <a:lnTo>
                    <a:pt x="33337" y="247649"/>
                  </a:lnTo>
                  <a:lnTo>
                    <a:pt x="28916" y="247649"/>
                  </a:lnTo>
                  <a:lnTo>
                    <a:pt x="24662" y="246803"/>
                  </a:lnTo>
                  <a:lnTo>
                    <a:pt x="20578" y="245111"/>
                  </a:lnTo>
                  <a:lnTo>
                    <a:pt x="16494" y="243420"/>
                  </a:lnTo>
                  <a:lnTo>
                    <a:pt x="0" y="218733"/>
                  </a:lnTo>
                  <a:lnTo>
                    <a:pt x="0" y="214312"/>
                  </a:lnTo>
                </a:path>
              </a:pathLst>
            </a:custGeom>
            <a:ln w="9524">
              <a:solidFill>
                <a:srgbClr val="797E9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6767511" y="3538537"/>
              <a:ext cx="1304925" cy="238125"/>
            </a:xfrm>
            <a:custGeom>
              <a:avLst/>
              <a:gdLst/>
              <a:ahLst/>
              <a:cxnLst/>
              <a:rect l="l" t="t" r="r" b="b"/>
              <a:pathLst>
                <a:path w="1304925" h="238125">
                  <a:moveTo>
                    <a:pt x="1276007" y="238124"/>
                  </a:moveTo>
                  <a:lnTo>
                    <a:pt x="28916" y="238124"/>
                  </a:lnTo>
                  <a:lnTo>
                    <a:pt x="24662" y="237278"/>
                  </a:lnTo>
                  <a:lnTo>
                    <a:pt x="0" y="209207"/>
                  </a:lnTo>
                  <a:lnTo>
                    <a:pt x="0" y="204787"/>
                  </a:lnTo>
                  <a:lnTo>
                    <a:pt x="0" y="28916"/>
                  </a:lnTo>
                  <a:lnTo>
                    <a:pt x="28916" y="0"/>
                  </a:lnTo>
                  <a:lnTo>
                    <a:pt x="1276007" y="0"/>
                  </a:lnTo>
                  <a:lnTo>
                    <a:pt x="1304924" y="28916"/>
                  </a:lnTo>
                  <a:lnTo>
                    <a:pt x="1304924" y="209207"/>
                  </a:lnTo>
                  <a:lnTo>
                    <a:pt x="1280259" y="237278"/>
                  </a:lnTo>
                  <a:lnTo>
                    <a:pt x="1276007" y="2381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6767511" y="3538537"/>
              <a:ext cx="1304925" cy="238125"/>
            </a:xfrm>
            <a:custGeom>
              <a:avLst/>
              <a:gdLst/>
              <a:ahLst/>
              <a:cxnLst/>
              <a:rect l="l" t="t" r="r" b="b"/>
              <a:pathLst>
                <a:path w="1304925" h="238125">
                  <a:moveTo>
                    <a:pt x="0" y="204787"/>
                  </a:moveTo>
                  <a:lnTo>
                    <a:pt x="0" y="33337"/>
                  </a:lnTo>
                  <a:lnTo>
                    <a:pt x="0" y="28916"/>
                  </a:lnTo>
                  <a:lnTo>
                    <a:pt x="845" y="24663"/>
                  </a:lnTo>
                  <a:lnTo>
                    <a:pt x="2537" y="20579"/>
                  </a:lnTo>
                  <a:lnTo>
                    <a:pt x="4228" y="16494"/>
                  </a:lnTo>
                  <a:lnTo>
                    <a:pt x="6637" y="12889"/>
                  </a:lnTo>
                  <a:lnTo>
                    <a:pt x="9763" y="9764"/>
                  </a:lnTo>
                  <a:lnTo>
                    <a:pt x="12889" y="6637"/>
                  </a:lnTo>
                  <a:lnTo>
                    <a:pt x="16494" y="4229"/>
                  </a:lnTo>
                  <a:lnTo>
                    <a:pt x="20578" y="2537"/>
                  </a:lnTo>
                  <a:lnTo>
                    <a:pt x="24662" y="845"/>
                  </a:lnTo>
                  <a:lnTo>
                    <a:pt x="28916" y="0"/>
                  </a:lnTo>
                  <a:lnTo>
                    <a:pt x="33337" y="0"/>
                  </a:lnTo>
                  <a:lnTo>
                    <a:pt x="1271587" y="0"/>
                  </a:lnTo>
                  <a:lnTo>
                    <a:pt x="1276007" y="0"/>
                  </a:lnTo>
                  <a:lnTo>
                    <a:pt x="1280259" y="845"/>
                  </a:lnTo>
                  <a:lnTo>
                    <a:pt x="1284344" y="2537"/>
                  </a:lnTo>
                  <a:lnTo>
                    <a:pt x="1288428" y="4229"/>
                  </a:lnTo>
                  <a:lnTo>
                    <a:pt x="1292033" y="6637"/>
                  </a:lnTo>
                  <a:lnTo>
                    <a:pt x="1295159" y="9764"/>
                  </a:lnTo>
                  <a:lnTo>
                    <a:pt x="1298285" y="12889"/>
                  </a:lnTo>
                  <a:lnTo>
                    <a:pt x="1300694" y="16494"/>
                  </a:lnTo>
                  <a:lnTo>
                    <a:pt x="1302386" y="20579"/>
                  </a:lnTo>
                  <a:lnTo>
                    <a:pt x="1304077" y="24663"/>
                  </a:lnTo>
                  <a:lnTo>
                    <a:pt x="1304924" y="28916"/>
                  </a:lnTo>
                  <a:lnTo>
                    <a:pt x="1304924" y="33337"/>
                  </a:lnTo>
                  <a:lnTo>
                    <a:pt x="1304924" y="204787"/>
                  </a:lnTo>
                  <a:lnTo>
                    <a:pt x="1280259" y="237278"/>
                  </a:lnTo>
                  <a:lnTo>
                    <a:pt x="1271587" y="238124"/>
                  </a:lnTo>
                  <a:lnTo>
                    <a:pt x="33337" y="238124"/>
                  </a:lnTo>
                  <a:lnTo>
                    <a:pt x="845" y="213460"/>
                  </a:lnTo>
                  <a:lnTo>
                    <a:pt x="0" y="209207"/>
                  </a:lnTo>
                  <a:lnTo>
                    <a:pt x="0" y="204787"/>
                  </a:lnTo>
                </a:path>
              </a:pathLst>
            </a:custGeom>
            <a:ln w="9524">
              <a:solidFill>
                <a:srgbClr val="797E9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8" name="object 58"/>
          <p:cNvSpPr txBox="1"/>
          <p:nvPr/>
        </p:nvSpPr>
        <p:spPr>
          <a:xfrm>
            <a:off x="6805265" y="4725987"/>
            <a:ext cx="3240405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35">
                <a:solidFill>
                  <a:srgbClr val="797E94"/>
                </a:solidFill>
                <a:latin typeface="Tahoma"/>
                <a:cs typeface="Tahoma"/>
              </a:rPr>
              <a:t>Change </a:t>
            </a:r>
            <a:r>
              <a:rPr dirty="0" sz="750" spc="-20">
                <a:solidFill>
                  <a:srgbClr val="797E94"/>
                </a:solidFill>
                <a:latin typeface="Tahoma"/>
                <a:cs typeface="Tahoma"/>
              </a:rPr>
              <a:t>a</a:t>
            </a:r>
            <a:r>
              <a:rPr dirty="0" sz="750" spc="-30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750" spc="-25">
                <a:solidFill>
                  <a:srgbClr val="797E94"/>
                </a:solidFill>
                <a:latin typeface="Tahoma"/>
                <a:cs typeface="Tahoma"/>
              </a:rPr>
              <a:t>sidebar</a:t>
            </a:r>
            <a:r>
              <a:rPr dirty="0" sz="750" spc="-35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750" spc="-20">
                <a:solidFill>
                  <a:srgbClr val="797E94"/>
                </a:solidFill>
                <a:latin typeface="Tahoma"/>
                <a:cs typeface="Tahoma"/>
              </a:rPr>
              <a:t>control</a:t>
            </a:r>
            <a:r>
              <a:rPr dirty="0" sz="750" spc="-30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750">
                <a:solidFill>
                  <a:srgbClr val="797E94"/>
                </a:solidFill>
                <a:latin typeface="Tahoma"/>
                <a:cs typeface="Tahoma"/>
              </a:rPr>
              <a:t>—</a:t>
            </a:r>
            <a:r>
              <a:rPr dirty="0" sz="750" spc="-35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750" spc="-20">
                <a:solidFill>
                  <a:srgbClr val="797E94"/>
                </a:solidFill>
                <a:latin typeface="Tahoma"/>
                <a:cs typeface="Tahoma"/>
              </a:rPr>
              <a:t>only</a:t>
            </a:r>
            <a:r>
              <a:rPr dirty="0" sz="750" spc="-30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750" spc="-10">
                <a:solidFill>
                  <a:srgbClr val="797E94"/>
                </a:solidFill>
                <a:latin typeface="Tahoma"/>
                <a:cs typeface="Tahoma"/>
              </a:rPr>
              <a:t>the</a:t>
            </a:r>
            <a:r>
              <a:rPr dirty="0" sz="750" spc="-35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750" spc="-10">
                <a:solidFill>
                  <a:srgbClr val="797E94"/>
                </a:solidFill>
                <a:latin typeface="Tahoma"/>
                <a:cs typeface="Tahoma"/>
              </a:rPr>
              <a:t>main</a:t>
            </a:r>
            <a:r>
              <a:rPr dirty="0" sz="750" spc="-30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750" spc="-25">
                <a:solidFill>
                  <a:srgbClr val="797E94"/>
                </a:solidFill>
                <a:latin typeface="Tahoma"/>
                <a:cs typeface="Tahoma"/>
              </a:rPr>
              <a:t>area</a:t>
            </a:r>
            <a:r>
              <a:rPr dirty="0" sz="750" spc="-35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750" spc="-40">
                <a:solidFill>
                  <a:srgbClr val="797E94"/>
                </a:solidFill>
                <a:latin typeface="Tahoma"/>
                <a:cs typeface="Tahoma"/>
              </a:rPr>
              <a:t>re-</a:t>
            </a:r>
            <a:r>
              <a:rPr dirty="0" sz="750" spc="-30">
                <a:solidFill>
                  <a:srgbClr val="797E94"/>
                </a:solidFill>
                <a:latin typeface="Tahoma"/>
                <a:cs typeface="Tahoma"/>
              </a:rPr>
              <a:t>renders. </a:t>
            </a:r>
            <a:r>
              <a:rPr dirty="0" sz="750" spc="-35">
                <a:solidFill>
                  <a:srgbClr val="797E94"/>
                </a:solidFill>
                <a:latin typeface="Tahoma"/>
                <a:cs typeface="Tahoma"/>
              </a:rPr>
              <a:t>The</a:t>
            </a:r>
            <a:r>
              <a:rPr dirty="0" sz="750" spc="-30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750" spc="-25">
                <a:solidFill>
                  <a:srgbClr val="797E94"/>
                </a:solidFill>
                <a:latin typeface="Tahoma"/>
                <a:cs typeface="Tahoma"/>
              </a:rPr>
              <a:t>sidebar</a:t>
            </a:r>
            <a:r>
              <a:rPr dirty="0" sz="750" spc="-35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750" spc="-40">
                <a:solidFill>
                  <a:srgbClr val="797E94"/>
                </a:solidFill>
                <a:latin typeface="Tahoma"/>
                <a:cs typeface="Tahoma"/>
              </a:rPr>
              <a:t>stays</a:t>
            </a:r>
            <a:r>
              <a:rPr dirty="0" sz="750" spc="-30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750" spc="-20">
                <a:solidFill>
                  <a:srgbClr val="797E94"/>
                </a:solidFill>
                <a:latin typeface="Tahoma"/>
                <a:cs typeface="Tahoma"/>
              </a:rPr>
              <a:t>put.</a:t>
            </a:r>
            <a:endParaRPr sz="750">
              <a:latin typeface="Tahoma"/>
              <a:cs typeface="Tahoma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685799" y="6019799"/>
            <a:ext cx="10820400" cy="304800"/>
            <a:chOff x="685799" y="6019799"/>
            <a:chExt cx="10820400" cy="304800"/>
          </a:xfrm>
        </p:grpSpPr>
        <p:sp>
          <p:nvSpPr>
            <p:cNvPr id="60" name="object 60"/>
            <p:cNvSpPr/>
            <p:nvPr/>
          </p:nvSpPr>
          <p:spPr>
            <a:xfrm>
              <a:off x="690562" y="6024562"/>
              <a:ext cx="10810875" cy="295275"/>
            </a:xfrm>
            <a:custGeom>
              <a:avLst/>
              <a:gdLst/>
              <a:ahLst/>
              <a:cxnLst/>
              <a:rect l="l" t="t" r="r" b="b"/>
              <a:pathLst>
                <a:path w="10810875" h="295275">
                  <a:moveTo>
                    <a:pt x="10726327" y="295274"/>
                  </a:moveTo>
                  <a:lnTo>
                    <a:pt x="84545" y="295274"/>
                  </a:lnTo>
                  <a:lnTo>
                    <a:pt x="78661" y="294694"/>
                  </a:lnTo>
                  <a:lnTo>
                    <a:pt x="35275" y="276722"/>
                  </a:lnTo>
                  <a:lnTo>
                    <a:pt x="9161" y="244903"/>
                  </a:lnTo>
                  <a:lnTo>
                    <a:pt x="0" y="210728"/>
                  </a:lnTo>
                  <a:lnTo>
                    <a:pt x="0" y="204787"/>
                  </a:lnTo>
                  <a:lnTo>
                    <a:pt x="0" y="84545"/>
                  </a:lnTo>
                  <a:lnTo>
                    <a:pt x="11948" y="45154"/>
                  </a:lnTo>
                  <a:lnTo>
                    <a:pt x="45155" y="11948"/>
                  </a:lnTo>
                  <a:lnTo>
                    <a:pt x="84545" y="0"/>
                  </a:lnTo>
                  <a:lnTo>
                    <a:pt x="10726327" y="0"/>
                  </a:lnTo>
                  <a:lnTo>
                    <a:pt x="10765717" y="11948"/>
                  </a:lnTo>
                  <a:lnTo>
                    <a:pt x="10798924" y="45154"/>
                  </a:lnTo>
                  <a:lnTo>
                    <a:pt x="10810872" y="84545"/>
                  </a:lnTo>
                  <a:lnTo>
                    <a:pt x="10810872" y="210728"/>
                  </a:lnTo>
                  <a:lnTo>
                    <a:pt x="10798924" y="250118"/>
                  </a:lnTo>
                  <a:lnTo>
                    <a:pt x="10765717" y="283325"/>
                  </a:lnTo>
                  <a:lnTo>
                    <a:pt x="10732211" y="294694"/>
                  </a:lnTo>
                  <a:lnTo>
                    <a:pt x="10726327" y="295274"/>
                  </a:lnTo>
                  <a:close/>
                </a:path>
              </a:pathLst>
            </a:custGeom>
            <a:solidFill>
              <a:srgbClr val="FFE7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690562" y="6024562"/>
              <a:ext cx="10810875" cy="295275"/>
            </a:xfrm>
            <a:custGeom>
              <a:avLst/>
              <a:gdLst/>
              <a:ahLst/>
              <a:cxnLst/>
              <a:rect l="l" t="t" r="r" b="b"/>
              <a:pathLst>
                <a:path w="10810875" h="295275">
                  <a:moveTo>
                    <a:pt x="0" y="204787"/>
                  </a:moveTo>
                  <a:lnTo>
                    <a:pt x="0" y="90487"/>
                  </a:lnTo>
                  <a:lnTo>
                    <a:pt x="0" y="84545"/>
                  </a:lnTo>
                  <a:lnTo>
                    <a:pt x="579" y="78661"/>
                  </a:lnTo>
                  <a:lnTo>
                    <a:pt x="1738" y="72833"/>
                  </a:lnTo>
                  <a:lnTo>
                    <a:pt x="2897" y="67006"/>
                  </a:lnTo>
                  <a:lnTo>
                    <a:pt x="4614" y="61347"/>
                  </a:lnTo>
                  <a:lnTo>
                    <a:pt x="6887" y="55858"/>
                  </a:lnTo>
                  <a:lnTo>
                    <a:pt x="9161" y="50369"/>
                  </a:lnTo>
                  <a:lnTo>
                    <a:pt x="35275" y="18550"/>
                  </a:lnTo>
                  <a:lnTo>
                    <a:pt x="72834" y="1738"/>
                  </a:lnTo>
                  <a:lnTo>
                    <a:pt x="84545" y="0"/>
                  </a:lnTo>
                  <a:lnTo>
                    <a:pt x="90487" y="0"/>
                  </a:lnTo>
                  <a:lnTo>
                    <a:pt x="10720386" y="0"/>
                  </a:lnTo>
                  <a:lnTo>
                    <a:pt x="10726327" y="0"/>
                  </a:lnTo>
                  <a:lnTo>
                    <a:pt x="10732211" y="579"/>
                  </a:lnTo>
                  <a:lnTo>
                    <a:pt x="10770657" y="15249"/>
                  </a:lnTo>
                  <a:lnTo>
                    <a:pt x="10798924" y="45154"/>
                  </a:lnTo>
                  <a:lnTo>
                    <a:pt x="10803984" y="55858"/>
                  </a:lnTo>
                  <a:lnTo>
                    <a:pt x="10806258" y="61347"/>
                  </a:lnTo>
                  <a:lnTo>
                    <a:pt x="10810874" y="90487"/>
                  </a:lnTo>
                  <a:lnTo>
                    <a:pt x="10810874" y="204787"/>
                  </a:lnTo>
                  <a:lnTo>
                    <a:pt x="10810872" y="210728"/>
                  </a:lnTo>
                  <a:lnTo>
                    <a:pt x="10810293" y="216612"/>
                  </a:lnTo>
                  <a:lnTo>
                    <a:pt x="10809134" y="222440"/>
                  </a:lnTo>
                  <a:lnTo>
                    <a:pt x="10807975" y="228267"/>
                  </a:lnTo>
                  <a:lnTo>
                    <a:pt x="10788572" y="264569"/>
                  </a:lnTo>
                  <a:lnTo>
                    <a:pt x="10755013" y="288386"/>
                  </a:lnTo>
                  <a:lnTo>
                    <a:pt x="10749524" y="290660"/>
                  </a:lnTo>
                  <a:lnTo>
                    <a:pt x="10720386" y="295274"/>
                  </a:lnTo>
                  <a:lnTo>
                    <a:pt x="90487" y="295274"/>
                  </a:lnTo>
                  <a:lnTo>
                    <a:pt x="55859" y="288386"/>
                  </a:lnTo>
                  <a:lnTo>
                    <a:pt x="50370" y="286112"/>
                  </a:lnTo>
                  <a:lnTo>
                    <a:pt x="18550" y="259998"/>
                  </a:lnTo>
                  <a:lnTo>
                    <a:pt x="1738" y="222440"/>
                  </a:lnTo>
                  <a:lnTo>
                    <a:pt x="0" y="210728"/>
                  </a:lnTo>
                  <a:lnTo>
                    <a:pt x="0" y="204787"/>
                  </a:lnTo>
                  <a:close/>
                </a:path>
              </a:pathLst>
            </a:custGeom>
            <a:ln w="9524">
              <a:solidFill>
                <a:srgbClr val="FFD0C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2" name="object 62"/>
          <p:cNvSpPr txBox="1"/>
          <p:nvPr/>
        </p:nvSpPr>
        <p:spPr>
          <a:xfrm>
            <a:off x="815975" y="6088062"/>
            <a:ext cx="7871459" cy="1568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690880" algn="l"/>
              </a:tabLst>
            </a:pPr>
            <a:r>
              <a:rPr dirty="0" baseline="3703" sz="1125" b="1">
                <a:solidFill>
                  <a:srgbClr val="FF6A5B"/>
                </a:solidFill>
                <a:latin typeface="Cambria"/>
                <a:cs typeface="Cambria"/>
              </a:rPr>
              <a:t>U</a:t>
            </a:r>
            <a:r>
              <a:rPr dirty="0" baseline="3703" sz="1125" spc="-82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baseline="3703" sz="1125" spc="-37" b="1">
                <a:solidFill>
                  <a:srgbClr val="FF6A5B"/>
                </a:solidFill>
                <a:latin typeface="Cambria"/>
                <a:cs typeface="Cambria"/>
              </a:rPr>
              <a:t>S</a:t>
            </a:r>
            <a:r>
              <a:rPr dirty="0" baseline="3703" sz="1125" spc="-82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baseline="3703" sz="1125" b="1">
                <a:solidFill>
                  <a:srgbClr val="FF6A5B"/>
                </a:solidFill>
                <a:latin typeface="Cambria"/>
                <a:cs typeface="Cambria"/>
              </a:rPr>
              <a:t>E</a:t>
            </a:r>
            <a:r>
              <a:rPr dirty="0" baseline="3703" sz="1125" spc="292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baseline="3703" sz="1125" spc="-30" b="1">
                <a:solidFill>
                  <a:srgbClr val="FF6A5B"/>
                </a:solidFill>
                <a:latin typeface="Cambria"/>
                <a:cs typeface="Cambria"/>
              </a:rPr>
              <a:t>W</a:t>
            </a:r>
            <a:r>
              <a:rPr dirty="0" baseline="3703" sz="1125" spc="-82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baseline="3703" sz="1125" spc="-75" b="1">
                <a:solidFill>
                  <a:srgbClr val="FF6A5B"/>
                </a:solidFill>
                <a:latin typeface="Cambria"/>
                <a:cs typeface="Cambria"/>
              </a:rPr>
              <a:t>H</a:t>
            </a:r>
            <a:r>
              <a:rPr dirty="0" baseline="3703" sz="1125" spc="-82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baseline="3703" sz="1125" spc="-97" b="1">
                <a:solidFill>
                  <a:srgbClr val="FF6A5B"/>
                </a:solidFill>
                <a:latin typeface="Cambria"/>
                <a:cs typeface="Cambria"/>
              </a:rPr>
              <a:t>E</a:t>
            </a:r>
            <a:r>
              <a:rPr dirty="0" baseline="3703" sz="1125" spc="-82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baseline="3703" sz="1125" spc="-75" b="1">
                <a:solidFill>
                  <a:srgbClr val="FF6A5B"/>
                </a:solidFill>
                <a:latin typeface="Cambria"/>
                <a:cs typeface="Cambria"/>
              </a:rPr>
              <a:t>N</a:t>
            </a:r>
            <a:r>
              <a:rPr dirty="0" baseline="3703" sz="1125" b="1">
                <a:solidFill>
                  <a:srgbClr val="FF6A5B"/>
                </a:solidFill>
                <a:latin typeface="Cambria"/>
                <a:cs typeface="Cambria"/>
              </a:rPr>
              <a:t>	</a:t>
            </a:r>
            <a:r>
              <a:rPr dirty="0" sz="850" spc="-70">
                <a:solidFill>
                  <a:srgbClr val="4A4E6A"/>
                </a:solidFill>
                <a:latin typeface="Tahoma"/>
                <a:cs typeface="Tahoma"/>
              </a:rPr>
              <a:t>You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 have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5">
                <a:solidFill>
                  <a:srgbClr val="4A4E6A"/>
                </a:solidFill>
                <a:latin typeface="Tahoma"/>
                <a:cs typeface="Tahoma"/>
              </a:rPr>
              <a:t>controls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0">
                <a:solidFill>
                  <a:srgbClr val="4A4E6A"/>
                </a:solidFill>
                <a:latin typeface="Tahoma"/>
                <a:cs typeface="Tahoma"/>
              </a:rPr>
              <a:t>that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25">
                <a:solidFill>
                  <a:srgbClr val="4A4E6A"/>
                </a:solidFill>
                <a:latin typeface="Tahoma"/>
                <a:cs typeface="Tahoma"/>
              </a:rPr>
              <a:t>don't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 change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0">
                <a:solidFill>
                  <a:srgbClr val="4A4E6A"/>
                </a:solidFill>
                <a:latin typeface="Tahoma"/>
                <a:cs typeface="Tahoma"/>
              </a:rPr>
              <a:t>often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190">
                <a:solidFill>
                  <a:srgbClr val="4A4E6A"/>
                </a:solidFill>
                <a:latin typeface="Tahoma"/>
                <a:cs typeface="Tahoma"/>
              </a:rPr>
              <a:t>+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0">
                <a:solidFill>
                  <a:srgbClr val="4A4E6A"/>
                </a:solidFill>
                <a:latin typeface="Tahoma"/>
                <a:cs typeface="Tahoma"/>
              </a:rPr>
              <a:t>output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0">
                <a:solidFill>
                  <a:srgbClr val="4A4E6A"/>
                </a:solidFill>
                <a:latin typeface="Tahoma"/>
                <a:cs typeface="Tahoma"/>
              </a:rPr>
              <a:t>that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updates frequently.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55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0">
                <a:solidFill>
                  <a:srgbClr val="4A4E6A"/>
                </a:solidFill>
                <a:latin typeface="Tahoma"/>
                <a:cs typeface="Tahoma"/>
              </a:rPr>
              <a:t>sidebar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55">
                <a:solidFill>
                  <a:srgbClr val="4A4E6A"/>
                </a:solidFill>
                <a:latin typeface="Tahoma"/>
                <a:cs typeface="Tahoma"/>
              </a:rPr>
              <a:t>stays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0">
                <a:solidFill>
                  <a:srgbClr val="4A4E6A"/>
                </a:solidFill>
                <a:latin typeface="Tahoma"/>
                <a:cs typeface="Tahoma"/>
              </a:rPr>
              <a:t>put,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0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0">
                <a:solidFill>
                  <a:srgbClr val="4A4E6A"/>
                </a:solidFill>
                <a:latin typeface="Tahoma"/>
                <a:cs typeface="Tahoma"/>
              </a:rPr>
              <a:t>main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 area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 re-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renders. 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This </a:t>
            </a:r>
            <a:r>
              <a:rPr dirty="0" sz="850" spc="-35">
                <a:solidFill>
                  <a:srgbClr val="4A4E6A"/>
                </a:solidFill>
                <a:latin typeface="Tahoma"/>
                <a:cs typeface="Tahoma"/>
              </a:rPr>
              <a:t>is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0">
                <a:solidFill>
                  <a:srgbClr val="4A4E6A"/>
                </a:solidFill>
                <a:latin typeface="Tahoma"/>
                <a:cs typeface="Tahoma"/>
              </a:rPr>
              <a:t>how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every </a:t>
            </a:r>
            <a:r>
              <a:rPr dirty="0" sz="850" spc="-35">
                <a:solidFill>
                  <a:srgbClr val="4A4E6A"/>
                </a:solidFill>
                <a:latin typeface="Tahoma"/>
                <a:cs typeface="Tahoma"/>
              </a:rPr>
              <a:t>real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 dashboard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10">
                <a:solidFill>
                  <a:srgbClr val="4A4E6A"/>
                </a:solidFill>
                <a:latin typeface="Tahoma"/>
                <a:cs typeface="Tahoma"/>
              </a:rPr>
              <a:t>works.</a:t>
            </a:r>
            <a:endParaRPr sz="850">
              <a:latin typeface="Tahoma"/>
              <a:cs typeface="Tahoma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6748115" y="2187575"/>
            <a:ext cx="448945" cy="62738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50" b="1">
                <a:solidFill>
                  <a:srgbClr val="293283"/>
                </a:solidFill>
                <a:latin typeface="Cambria"/>
                <a:cs typeface="Cambria"/>
              </a:rPr>
              <a:t>Controls</a:t>
            </a:r>
            <a:endParaRPr sz="9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935"/>
              </a:spcBef>
            </a:pPr>
            <a:r>
              <a:rPr dirty="0" sz="750" spc="-20" b="1">
                <a:solidFill>
                  <a:srgbClr val="1B1F3A"/>
                </a:solidFill>
                <a:latin typeface="Cambria"/>
                <a:cs typeface="Cambria"/>
              </a:rPr>
              <a:t>Name</a:t>
            </a:r>
            <a:endParaRPr sz="750">
              <a:latin typeface="Cambria"/>
              <a:cs typeface="Cambria"/>
            </a:endParaRPr>
          </a:p>
          <a:p>
            <a:pPr marL="88265">
              <a:lnSpc>
                <a:spcPct val="100000"/>
              </a:lnSpc>
              <a:spcBef>
                <a:spcPts val="775"/>
              </a:spcBef>
            </a:pPr>
            <a:r>
              <a:rPr dirty="0" sz="800" spc="-10">
                <a:solidFill>
                  <a:srgbClr val="1B1F3A"/>
                </a:solidFill>
                <a:latin typeface="Tahoma"/>
                <a:cs typeface="Tahoma"/>
              </a:rPr>
              <a:t>Aarav</a:t>
            </a:r>
            <a:endParaRPr sz="800">
              <a:latin typeface="Tahoma"/>
              <a:cs typeface="Tahoma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6748115" y="2959100"/>
            <a:ext cx="17399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25" b="1">
                <a:solidFill>
                  <a:srgbClr val="1B1F3A"/>
                </a:solidFill>
                <a:latin typeface="Cambria"/>
                <a:cs typeface="Cambria"/>
              </a:rPr>
              <a:t>Age</a:t>
            </a:r>
            <a:endParaRPr sz="750">
              <a:latin typeface="Cambria"/>
              <a:cs typeface="Cambria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7943502" y="3116262"/>
            <a:ext cx="14478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25" b="1">
                <a:solidFill>
                  <a:srgbClr val="293283"/>
                </a:solidFill>
                <a:latin typeface="Courier New"/>
                <a:cs typeface="Courier New"/>
              </a:rPr>
              <a:t>20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6748115" y="3359150"/>
            <a:ext cx="554990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60" b="1">
                <a:solidFill>
                  <a:srgbClr val="1B1F3A"/>
                </a:solidFill>
                <a:latin typeface="Cambria"/>
                <a:cs typeface="Cambria"/>
              </a:rPr>
              <a:t>Favorite</a:t>
            </a:r>
            <a:r>
              <a:rPr dirty="0" sz="750" b="1">
                <a:solidFill>
                  <a:srgbClr val="1B1F3A"/>
                </a:solidFill>
                <a:latin typeface="Cambria"/>
                <a:cs typeface="Cambria"/>
              </a:rPr>
              <a:t> </a:t>
            </a:r>
            <a:r>
              <a:rPr dirty="0" sz="750" spc="-35" b="1">
                <a:solidFill>
                  <a:srgbClr val="1B1F3A"/>
                </a:solidFill>
                <a:latin typeface="Cambria"/>
                <a:cs typeface="Cambria"/>
              </a:rPr>
              <a:t>color</a:t>
            </a:r>
            <a:endParaRPr sz="750">
              <a:latin typeface="Cambria"/>
              <a:cs typeface="Cambria"/>
            </a:endParaRPr>
          </a:p>
          <a:p>
            <a:pPr marL="88265">
              <a:lnSpc>
                <a:spcPct val="100000"/>
              </a:lnSpc>
              <a:spcBef>
                <a:spcPts val="775"/>
              </a:spcBef>
            </a:pPr>
            <a:r>
              <a:rPr dirty="0" sz="800" spc="-20">
                <a:solidFill>
                  <a:srgbClr val="1B1F3A"/>
                </a:solidFill>
                <a:latin typeface="Tahoma"/>
                <a:cs typeface="Tahoma"/>
              </a:rPr>
              <a:t>Blue</a:t>
            </a:r>
            <a:endParaRPr sz="800">
              <a:latin typeface="Tahoma"/>
              <a:cs typeface="Tahoma"/>
            </a:endParaRPr>
          </a:p>
        </p:txBody>
      </p:sp>
      <p:grpSp>
        <p:nvGrpSpPr>
          <p:cNvPr id="67" name="object 67"/>
          <p:cNvGrpSpPr/>
          <p:nvPr/>
        </p:nvGrpSpPr>
        <p:grpSpPr>
          <a:xfrm>
            <a:off x="6762748" y="2076449"/>
            <a:ext cx="4733925" cy="2571750"/>
            <a:chOff x="6762748" y="2076449"/>
            <a:chExt cx="4733925" cy="2571750"/>
          </a:xfrm>
        </p:grpSpPr>
        <p:pic>
          <p:nvPicPr>
            <p:cNvPr id="68" name="object 6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903219" y="3635374"/>
              <a:ext cx="66675" cy="38100"/>
            </a:xfrm>
            <a:prstGeom prst="rect">
              <a:avLst/>
            </a:prstGeom>
          </p:spPr>
        </p:pic>
        <p:sp>
          <p:nvSpPr>
            <p:cNvPr id="69" name="object 69"/>
            <p:cNvSpPr/>
            <p:nvPr/>
          </p:nvSpPr>
          <p:spPr>
            <a:xfrm>
              <a:off x="6762748" y="3190874"/>
              <a:ext cx="1123950" cy="28575"/>
            </a:xfrm>
            <a:custGeom>
              <a:avLst/>
              <a:gdLst/>
              <a:ahLst/>
              <a:cxnLst/>
              <a:rect l="l" t="t" r="r" b="b"/>
              <a:pathLst>
                <a:path w="1123950" h="28575">
                  <a:moveTo>
                    <a:pt x="1111556" y="28574"/>
                  </a:moveTo>
                  <a:lnTo>
                    <a:pt x="12392" y="28574"/>
                  </a:lnTo>
                  <a:lnTo>
                    <a:pt x="10569" y="28211"/>
                  </a:lnTo>
                  <a:lnTo>
                    <a:pt x="0" y="16181"/>
                  </a:lnTo>
                  <a:lnTo>
                    <a:pt x="0" y="14287"/>
                  </a:lnTo>
                  <a:lnTo>
                    <a:pt x="0" y="12392"/>
                  </a:lnTo>
                  <a:lnTo>
                    <a:pt x="12392" y="0"/>
                  </a:lnTo>
                  <a:lnTo>
                    <a:pt x="1111556" y="0"/>
                  </a:lnTo>
                  <a:lnTo>
                    <a:pt x="1123949" y="12392"/>
                  </a:lnTo>
                  <a:lnTo>
                    <a:pt x="1123949" y="16181"/>
                  </a:lnTo>
                  <a:lnTo>
                    <a:pt x="1113379" y="28211"/>
                  </a:lnTo>
                  <a:lnTo>
                    <a:pt x="1111556" y="28574"/>
                  </a:lnTo>
                  <a:close/>
                </a:path>
              </a:pathLst>
            </a:custGeom>
            <a:solidFill>
              <a:srgbClr val="DBD5C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0" name="object 7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762748" y="3127247"/>
              <a:ext cx="311659" cy="182879"/>
            </a:xfrm>
            <a:prstGeom prst="rect">
              <a:avLst/>
            </a:prstGeom>
          </p:spPr>
        </p:pic>
        <p:sp>
          <p:nvSpPr>
            <p:cNvPr id="71" name="object 71"/>
            <p:cNvSpPr/>
            <p:nvPr/>
          </p:nvSpPr>
          <p:spPr>
            <a:xfrm>
              <a:off x="8201024" y="2076449"/>
              <a:ext cx="3295650" cy="2571750"/>
            </a:xfrm>
            <a:custGeom>
              <a:avLst/>
              <a:gdLst/>
              <a:ahLst/>
              <a:cxnLst/>
              <a:rect l="l" t="t" r="r" b="b"/>
              <a:pathLst>
                <a:path w="3295650" h="2571750">
                  <a:moveTo>
                    <a:pt x="3190875" y="2571749"/>
                  </a:moveTo>
                  <a:lnTo>
                    <a:pt x="0" y="2571749"/>
                  </a:lnTo>
                  <a:lnTo>
                    <a:pt x="0" y="0"/>
                  </a:lnTo>
                  <a:lnTo>
                    <a:pt x="3295650" y="0"/>
                  </a:lnTo>
                  <a:lnTo>
                    <a:pt x="3295649" y="2466975"/>
                  </a:lnTo>
                  <a:lnTo>
                    <a:pt x="3287672" y="2507070"/>
                  </a:lnTo>
                  <a:lnTo>
                    <a:pt x="3264961" y="2541062"/>
                  </a:lnTo>
                  <a:lnTo>
                    <a:pt x="3230969" y="2563773"/>
                  </a:lnTo>
                  <a:lnTo>
                    <a:pt x="3190875" y="25717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2" name="object 72"/>
          <p:cNvSpPr txBox="1"/>
          <p:nvPr/>
        </p:nvSpPr>
        <p:spPr>
          <a:xfrm>
            <a:off x="8319144" y="2159000"/>
            <a:ext cx="1252855" cy="838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95" b="1">
                <a:solidFill>
                  <a:srgbClr val="293283"/>
                </a:solidFill>
                <a:latin typeface="Cambria"/>
                <a:cs typeface="Cambria"/>
              </a:rPr>
              <a:t>Dashboard</a:t>
            </a:r>
            <a:r>
              <a:rPr dirty="0" sz="1350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1350" spc="-50" b="1">
                <a:solidFill>
                  <a:srgbClr val="293283"/>
                </a:solidFill>
                <a:latin typeface="Cambria"/>
                <a:cs typeface="Cambria"/>
              </a:rPr>
              <a:t>Demo</a:t>
            </a:r>
            <a:endParaRPr sz="13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930"/>
              </a:spcBef>
            </a:pPr>
            <a:r>
              <a:rPr dirty="0" sz="900" spc="-40">
                <a:solidFill>
                  <a:srgbClr val="1B1F3A"/>
                </a:solidFill>
                <a:latin typeface="Tahoma"/>
                <a:cs typeface="Tahoma"/>
              </a:rPr>
              <a:t>Hello,</a:t>
            </a:r>
            <a:r>
              <a:rPr dirty="0" sz="900" spc="-5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10" b="1">
                <a:solidFill>
                  <a:srgbClr val="293283"/>
                </a:solidFill>
                <a:latin typeface="Cambria"/>
                <a:cs typeface="Cambria"/>
              </a:rPr>
              <a:t>Aarav</a:t>
            </a:r>
            <a:r>
              <a:rPr dirty="0" sz="900" spc="-10">
                <a:solidFill>
                  <a:srgbClr val="1B1F3A"/>
                </a:solidFill>
                <a:latin typeface="Tahoma"/>
                <a:cs typeface="Tahoma"/>
              </a:rPr>
              <a:t>!</a:t>
            </a:r>
            <a:endParaRPr sz="9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dirty="0" sz="900" spc="-75">
                <a:solidFill>
                  <a:srgbClr val="1B1F3A"/>
                </a:solidFill>
                <a:latin typeface="Tahoma"/>
                <a:cs typeface="Tahoma"/>
              </a:rPr>
              <a:t>You </a:t>
            </a:r>
            <a:r>
              <a:rPr dirty="0" sz="900" spc="-45">
                <a:solidFill>
                  <a:srgbClr val="1B1F3A"/>
                </a:solidFill>
                <a:latin typeface="Tahoma"/>
                <a:cs typeface="Tahoma"/>
              </a:rPr>
              <a:t>are</a:t>
            </a:r>
            <a:r>
              <a:rPr dirty="0" sz="900" spc="-7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100" b="1">
                <a:solidFill>
                  <a:srgbClr val="293283"/>
                </a:solidFill>
                <a:latin typeface="Cambria"/>
                <a:cs typeface="Cambria"/>
              </a:rPr>
              <a:t>20</a:t>
            </a:r>
            <a:r>
              <a:rPr dirty="0" sz="900" spc="10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900" spc="-55">
                <a:solidFill>
                  <a:srgbClr val="1B1F3A"/>
                </a:solidFill>
                <a:latin typeface="Tahoma"/>
                <a:cs typeface="Tahoma"/>
              </a:rPr>
              <a:t>years</a:t>
            </a:r>
            <a:r>
              <a:rPr dirty="0" sz="900" spc="-7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20">
                <a:solidFill>
                  <a:srgbClr val="1B1F3A"/>
                </a:solidFill>
                <a:latin typeface="Tahoma"/>
                <a:cs typeface="Tahoma"/>
              </a:rPr>
              <a:t>old.</a:t>
            </a:r>
            <a:endParaRPr sz="9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dirty="0" sz="900" spc="-65">
                <a:solidFill>
                  <a:srgbClr val="1B1F3A"/>
                </a:solidFill>
                <a:latin typeface="Tahoma"/>
                <a:cs typeface="Tahoma"/>
              </a:rPr>
              <a:t>Your </a:t>
            </a:r>
            <a:r>
              <a:rPr dirty="0" sz="900" spc="-40">
                <a:solidFill>
                  <a:srgbClr val="1B1F3A"/>
                </a:solidFill>
                <a:latin typeface="Tahoma"/>
                <a:cs typeface="Tahoma"/>
              </a:rPr>
              <a:t>favorite</a:t>
            </a:r>
            <a:r>
              <a:rPr dirty="0" sz="900" spc="-6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30">
                <a:solidFill>
                  <a:srgbClr val="1B1F3A"/>
                </a:solidFill>
                <a:latin typeface="Tahoma"/>
                <a:cs typeface="Tahoma"/>
              </a:rPr>
              <a:t>color</a:t>
            </a:r>
            <a:r>
              <a:rPr dirty="0" sz="900" spc="-6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1B1F3A"/>
                </a:solidFill>
                <a:latin typeface="Tahoma"/>
                <a:cs typeface="Tahoma"/>
              </a:rPr>
              <a:t>is</a:t>
            </a:r>
            <a:r>
              <a:rPr dirty="0" sz="900" spc="-6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20" b="1">
                <a:solidFill>
                  <a:srgbClr val="293283"/>
                </a:solidFill>
                <a:latin typeface="Cambria"/>
                <a:cs typeface="Cambria"/>
              </a:rPr>
              <a:t>Blue</a:t>
            </a:r>
            <a:r>
              <a:rPr dirty="0" sz="900" spc="-20">
                <a:solidFill>
                  <a:srgbClr val="1B1F3A"/>
                </a:solidFill>
                <a:latin typeface="Tahoma"/>
                <a:cs typeface="Tahoma"/>
              </a:rPr>
              <a:t>.</a:t>
            </a:r>
            <a:endParaRPr sz="900">
              <a:latin typeface="Tahoma"/>
              <a:cs typeface="Tahoma"/>
            </a:endParaRPr>
          </a:p>
        </p:txBody>
      </p:sp>
      <p:grpSp>
        <p:nvGrpSpPr>
          <p:cNvPr id="73" name="object 73"/>
          <p:cNvGrpSpPr/>
          <p:nvPr/>
        </p:nvGrpSpPr>
        <p:grpSpPr>
          <a:xfrm>
            <a:off x="10786871" y="2090927"/>
            <a:ext cx="709930" cy="335280"/>
            <a:chOff x="10786871" y="2090927"/>
            <a:chExt cx="709930" cy="335280"/>
          </a:xfrm>
        </p:grpSpPr>
        <p:sp>
          <p:nvSpPr>
            <p:cNvPr id="74" name="object 74"/>
            <p:cNvSpPr/>
            <p:nvPr/>
          </p:nvSpPr>
          <p:spPr>
            <a:xfrm>
              <a:off x="10786871" y="2090927"/>
              <a:ext cx="709930" cy="335280"/>
            </a:xfrm>
            <a:custGeom>
              <a:avLst/>
              <a:gdLst/>
              <a:ahLst/>
              <a:cxnLst/>
              <a:rect l="l" t="t" r="r" b="b"/>
              <a:pathLst>
                <a:path w="709929" h="335280">
                  <a:moveTo>
                    <a:pt x="709802" y="335279"/>
                  </a:moveTo>
                  <a:lnTo>
                    <a:pt x="0" y="335279"/>
                  </a:lnTo>
                  <a:lnTo>
                    <a:pt x="0" y="0"/>
                  </a:lnTo>
                  <a:lnTo>
                    <a:pt x="709802" y="0"/>
                  </a:lnTo>
                  <a:lnTo>
                    <a:pt x="709802" y="71246"/>
                  </a:lnTo>
                  <a:lnTo>
                    <a:pt x="128777" y="71246"/>
                  </a:lnTo>
                  <a:lnTo>
                    <a:pt x="121175" y="71944"/>
                  </a:lnTo>
                  <a:lnTo>
                    <a:pt x="91375" y="101745"/>
                  </a:lnTo>
                  <a:lnTo>
                    <a:pt x="90677" y="109346"/>
                  </a:lnTo>
                  <a:lnTo>
                    <a:pt x="90677" y="185546"/>
                  </a:lnTo>
                  <a:lnTo>
                    <a:pt x="114151" y="220857"/>
                  </a:lnTo>
                  <a:lnTo>
                    <a:pt x="128777" y="223646"/>
                  </a:lnTo>
                  <a:lnTo>
                    <a:pt x="709802" y="223646"/>
                  </a:lnTo>
                  <a:lnTo>
                    <a:pt x="709802" y="335279"/>
                  </a:lnTo>
                  <a:close/>
                </a:path>
                <a:path w="709929" h="335280">
                  <a:moveTo>
                    <a:pt x="709802" y="223646"/>
                  </a:moveTo>
                  <a:lnTo>
                    <a:pt x="585977" y="223646"/>
                  </a:lnTo>
                  <a:lnTo>
                    <a:pt x="593579" y="222949"/>
                  </a:lnTo>
                  <a:lnTo>
                    <a:pt x="600603" y="220857"/>
                  </a:lnTo>
                  <a:lnTo>
                    <a:pt x="624077" y="185546"/>
                  </a:lnTo>
                  <a:lnTo>
                    <a:pt x="624077" y="109346"/>
                  </a:lnTo>
                  <a:lnTo>
                    <a:pt x="600603" y="74036"/>
                  </a:lnTo>
                  <a:lnTo>
                    <a:pt x="585977" y="71246"/>
                  </a:lnTo>
                  <a:lnTo>
                    <a:pt x="709802" y="71246"/>
                  </a:lnTo>
                  <a:lnTo>
                    <a:pt x="709802" y="223646"/>
                  </a:lnTo>
                  <a:close/>
                </a:path>
              </a:pathLst>
            </a:custGeom>
            <a:solidFill>
              <a:srgbClr val="FF6A5B">
                <a:alpha val="348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/>
            <p:cNvSpPr/>
            <p:nvPr/>
          </p:nvSpPr>
          <p:spPr>
            <a:xfrm>
              <a:off x="10868022" y="2152649"/>
              <a:ext cx="552450" cy="171450"/>
            </a:xfrm>
            <a:custGeom>
              <a:avLst/>
              <a:gdLst/>
              <a:ahLst/>
              <a:cxnLst/>
              <a:rect l="l" t="t" r="r" b="b"/>
              <a:pathLst>
                <a:path w="552450" h="171450">
                  <a:moveTo>
                    <a:pt x="511140" y="171449"/>
                  </a:moveTo>
                  <a:lnTo>
                    <a:pt x="41310" y="171449"/>
                  </a:lnTo>
                  <a:lnTo>
                    <a:pt x="35233" y="170241"/>
                  </a:lnTo>
                  <a:lnTo>
                    <a:pt x="1208" y="136215"/>
                  </a:lnTo>
                  <a:lnTo>
                    <a:pt x="0" y="130140"/>
                  </a:lnTo>
                  <a:lnTo>
                    <a:pt x="1" y="123824"/>
                  </a:lnTo>
                  <a:lnTo>
                    <a:pt x="0" y="41309"/>
                  </a:lnTo>
                  <a:lnTo>
                    <a:pt x="23564" y="6041"/>
                  </a:lnTo>
                  <a:lnTo>
                    <a:pt x="41310" y="0"/>
                  </a:lnTo>
                  <a:lnTo>
                    <a:pt x="511140" y="0"/>
                  </a:lnTo>
                  <a:lnTo>
                    <a:pt x="546407" y="23564"/>
                  </a:lnTo>
                  <a:lnTo>
                    <a:pt x="552449" y="41309"/>
                  </a:lnTo>
                  <a:lnTo>
                    <a:pt x="552449" y="130140"/>
                  </a:lnTo>
                  <a:lnTo>
                    <a:pt x="528885" y="165407"/>
                  </a:lnTo>
                  <a:lnTo>
                    <a:pt x="517216" y="170241"/>
                  </a:lnTo>
                  <a:lnTo>
                    <a:pt x="511140" y="171449"/>
                  </a:lnTo>
                  <a:close/>
                </a:path>
              </a:pathLst>
            </a:custGeom>
            <a:solidFill>
              <a:srgbClr val="FF6A5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6" name="object 7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0946258" y="2193924"/>
              <a:ext cx="63500" cy="88900"/>
            </a:xfrm>
            <a:prstGeom prst="rect">
              <a:avLst/>
            </a:prstGeom>
          </p:spPr>
        </p:pic>
      </p:grpSp>
      <p:sp>
        <p:nvSpPr>
          <p:cNvPr id="77" name="object 77"/>
          <p:cNvSpPr txBox="1"/>
          <p:nvPr/>
        </p:nvSpPr>
        <p:spPr>
          <a:xfrm>
            <a:off x="11051033" y="2163762"/>
            <a:ext cx="309880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spc="-10" b="1">
                <a:solidFill>
                  <a:srgbClr val="FFFFFF"/>
                </a:solidFill>
                <a:latin typeface="Cambria"/>
                <a:cs typeface="Cambria"/>
              </a:rPr>
              <a:t>RERUN</a:t>
            </a:r>
            <a:endParaRPr sz="700">
              <a:latin typeface="Cambria"/>
              <a:cs typeface="Cambria"/>
            </a:endParaRPr>
          </a:p>
        </p:txBody>
      </p:sp>
      <p:sp>
        <p:nvSpPr>
          <p:cNvPr id="78" name="object 7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pc="-45"/>
              <a:t>D</a:t>
            </a:r>
            <a:r>
              <a:rPr dirty="0" spc="-65"/>
              <a:t> </a:t>
            </a:r>
            <a:r>
              <a:rPr dirty="0"/>
              <a:t>AY</a:t>
            </a:r>
            <a:r>
              <a:rPr dirty="0" spc="240"/>
              <a:t> </a:t>
            </a:r>
            <a:r>
              <a:rPr dirty="0" spc="-65"/>
              <a:t>0</a:t>
            </a:r>
            <a:r>
              <a:rPr dirty="0" spc="-45"/>
              <a:t> </a:t>
            </a:r>
            <a:r>
              <a:rPr dirty="0"/>
              <a:t>5</a:t>
            </a:r>
            <a:r>
              <a:rPr dirty="0" spc="265"/>
              <a:t> </a:t>
            </a:r>
            <a:r>
              <a:rPr dirty="0"/>
              <a:t>·</a:t>
            </a:r>
            <a:r>
              <a:rPr dirty="0" spc="260"/>
              <a:t> </a:t>
            </a:r>
            <a:r>
              <a:rPr dirty="0" spc="-40"/>
              <a:t>W</a:t>
            </a:r>
            <a:r>
              <a:rPr dirty="0" spc="-45"/>
              <a:t> </a:t>
            </a:r>
            <a:r>
              <a:rPr dirty="0" spc="-65"/>
              <a:t>I</a:t>
            </a:r>
            <a:r>
              <a:rPr dirty="0" spc="-45"/>
              <a:t> D </a:t>
            </a:r>
            <a:r>
              <a:rPr dirty="0"/>
              <a:t>G</a:t>
            </a:r>
            <a:r>
              <a:rPr dirty="0" spc="-45"/>
              <a:t> </a:t>
            </a:r>
            <a:r>
              <a:rPr dirty="0" spc="-70"/>
              <a:t>E</a:t>
            </a:r>
            <a:r>
              <a:rPr dirty="0" spc="-45"/>
              <a:t> </a:t>
            </a:r>
            <a:r>
              <a:rPr dirty="0" spc="-114"/>
              <a:t>T</a:t>
            </a:r>
            <a:r>
              <a:rPr dirty="0" spc="-50"/>
              <a:t> </a:t>
            </a:r>
            <a:r>
              <a:rPr dirty="0"/>
              <a:t>S</a:t>
            </a:r>
            <a:r>
              <a:rPr dirty="0" spc="265"/>
              <a:t> </a:t>
            </a:r>
            <a:r>
              <a:rPr dirty="0"/>
              <a:t>&amp;</a:t>
            </a:r>
            <a:r>
              <a:rPr dirty="0" spc="265"/>
              <a:t> </a:t>
            </a:r>
            <a:r>
              <a:rPr dirty="0" spc="-100"/>
              <a:t>L</a:t>
            </a:r>
            <a:r>
              <a:rPr dirty="0" spc="-45"/>
              <a:t> </a:t>
            </a:r>
            <a:r>
              <a:rPr dirty="0" spc="-20"/>
              <a:t>AY</a:t>
            </a:r>
            <a:r>
              <a:rPr dirty="0" spc="-80"/>
              <a:t> </a:t>
            </a:r>
            <a:r>
              <a:rPr dirty="0" spc="-10"/>
              <a:t>O</a:t>
            </a:r>
            <a:r>
              <a:rPr dirty="0" spc="-45"/>
              <a:t> </a:t>
            </a:r>
            <a:r>
              <a:rPr dirty="0"/>
              <a:t>U</a:t>
            </a:r>
            <a:r>
              <a:rPr dirty="0" spc="-45"/>
              <a:t> </a:t>
            </a:r>
            <a:r>
              <a:rPr dirty="0" spc="-50"/>
              <a:t>T</a:t>
            </a:r>
          </a:p>
        </p:txBody>
      </p:sp>
      <p:sp>
        <p:nvSpPr>
          <p:cNvPr id="79" name="object 7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pc="-30"/>
              <a:t>0</a:t>
            </a:r>
            <a:r>
              <a:rPr dirty="0" spc="-120"/>
              <a:t> </a:t>
            </a:r>
            <a:fld id="{81D60167-4931-47E6-BA6A-407CBD079E47}" type="slidenum">
              <a:rPr dirty="0"/>
              <a:t>6</a:t>
            </a:fld>
            <a:r>
              <a:rPr dirty="0" spc="204"/>
              <a:t> </a:t>
            </a:r>
            <a:r>
              <a:rPr dirty="0"/>
              <a:t>/</a:t>
            </a:r>
            <a:r>
              <a:rPr dirty="0" spc="204"/>
              <a:t> </a:t>
            </a:r>
            <a:r>
              <a:rPr dirty="0" spc="-30"/>
              <a:t>1</a:t>
            </a:r>
            <a:r>
              <a:rPr dirty="0" spc="-120"/>
              <a:t> </a:t>
            </a:r>
            <a:r>
              <a:rPr dirty="0" spc="-60"/>
              <a:t>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25500" y="530225"/>
            <a:ext cx="308546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20" b="1">
                <a:solidFill>
                  <a:srgbClr val="FF6A5B"/>
                </a:solidFill>
                <a:latin typeface="Cambria"/>
                <a:cs typeface="Cambria"/>
              </a:rPr>
              <a:t>L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30" b="1">
                <a:solidFill>
                  <a:srgbClr val="FF6A5B"/>
                </a:solidFill>
                <a:latin typeface="Cambria"/>
                <a:cs typeface="Cambria"/>
              </a:rPr>
              <a:t>AY</a:t>
            </a:r>
            <a:r>
              <a:rPr dirty="0" sz="900" spc="-7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20" b="1">
                <a:solidFill>
                  <a:srgbClr val="FF6A5B"/>
                </a:solidFill>
                <a:latin typeface="Cambria"/>
                <a:cs typeface="Cambria"/>
              </a:rPr>
              <a:t>O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U </a:t>
            </a:r>
            <a:r>
              <a:rPr dirty="0" sz="900" b="1">
                <a:solidFill>
                  <a:srgbClr val="FF6A5B"/>
                </a:solidFill>
                <a:latin typeface="Cambria"/>
                <a:cs typeface="Cambria"/>
              </a:rPr>
              <a:t>T</a:t>
            </a:r>
            <a:r>
              <a:rPr dirty="0" sz="900" spc="1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80" b="1">
                <a:solidFill>
                  <a:srgbClr val="FF6A5B"/>
                </a:solidFill>
                <a:latin typeface="Cambria"/>
                <a:cs typeface="Cambria"/>
              </a:rPr>
              <a:t>P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105" b="1">
                <a:solidFill>
                  <a:srgbClr val="FF6A5B"/>
                </a:solidFill>
                <a:latin typeface="Cambria"/>
                <a:cs typeface="Cambria"/>
              </a:rPr>
              <a:t>R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75" b="1">
                <a:solidFill>
                  <a:srgbClr val="FF6A5B"/>
                </a:solidFill>
                <a:latin typeface="Cambria"/>
                <a:cs typeface="Cambria"/>
              </a:rPr>
              <a:t>I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b="1">
                <a:solidFill>
                  <a:srgbClr val="FF6A5B"/>
                </a:solidFill>
                <a:latin typeface="Cambria"/>
                <a:cs typeface="Cambria"/>
              </a:rPr>
              <a:t>M</a:t>
            </a:r>
            <a:r>
              <a:rPr dirty="0" sz="900" spc="-5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75" b="1">
                <a:solidFill>
                  <a:srgbClr val="FF6A5B"/>
                </a:solidFill>
                <a:latin typeface="Cambria"/>
                <a:cs typeface="Cambria"/>
              </a:rPr>
              <a:t>I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140" b="1">
                <a:solidFill>
                  <a:srgbClr val="FF6A5B"/>
                </a:solidFill>
                <a:latin typeface="Cambria"/>
                <a:cs typeface="Cambria"/>
              </a:rPr>
              <a:t>T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75" b="1">
                <a:solidFill>
                  <a:srgbClr val="FF6A5B"/>
                </a:solidFill>
                <a:latin typeface="Cambria"/>
                <a:cs typeface="Cambria"/>
              </a:rPr>
              <a:t>I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55" b="1">
                <a:solidFill>
                  <a:srgbClr val="FF6A5B"/>
                </a:solidFill>
                <a:latin typeface="Cambria"/>
                <a:cs typeface="Cambria"/>
              </a:rPr>
              <a:t>V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90" b="1">
                <a:solidFill>
                  <a:srgbClr val="FF6A5B"/>
                </a:solidFill>
                <a:latin typeface="Cambria"/>
                <a:cs typeface="Cambria"/>
              </a:rPr>
              <a:t>E</a:t>
            </a:r>
            <a:r>
              <a:rPr dirty="0" sz="900" spc="-45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b="1">
                <a:solidFill>
                  <a:srgbClr val="FF6A5B"/>
                </a:solidFill>
                <a:latin typeface="Cambria"/>
                <a:cs typeface="Cambria"/>
              </a:rPr>
              <a:t>S</a:t>
            </a:r>
            <a:r>
              <a:rPr dirty="0" sz="900" spc="25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95" b="1">
                <a:solidFill>
                  <a:srgbClr val="FF6A5B"/>
                </a:solidFill>
                <a:latin typeface="Cambria"/>
                <a:cs typeface="Cambria"/>
              </a:rPr>
              <a:t>0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b="1">
                <a:solidFill>
                  <a:srgbClr val="FF6A5B"/>
                </a:solidFill>
                <a:latin typeface="Cambria"/>
                <a:cs typeface="Cambria"/>
              </a:rPr>
              <a:t>3</a:t>
            </a:r>
            <a:r>
              <a:rPr dirty="0" sz="900" spc="30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b="1">
                <a:solidFill>
                  <a:srgbClr val="FF6A5B"/>
                </a:solidFill>
                <a:latin typeface="Cambria"/>
                <a:cs typeface="Cambria"/>
              </a:rPr>
              <a:t>+</a:t>
            </a:r>
            <a:r>
              <a:rPr dirty="0" sz="900" spc="30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95" b="1">
                <a:solidFill>
                  <a:srgbClr val="FF6A5B"/>
                </a:solidFill>
                <a:latin typeface="Cambria"/>
                <a:cs typeface="Cambria"/>
              </a:rPr>
              <a:t>0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b="1">
                <a:solidFill>
                  <a:srgbClr val="FF6A5B"/>
                </a:solidFill>
                <a:latin typeface="Cambria"/>
                <a:cs typeface="Cambria"/>
              </a:rPr>
              <a:t>4</a:t>
            </a:r>
            <a:r>
              <a:rPr dirty="0" sz="900" spc="30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20" b="1">
                <a:solidFill>
                  <a:srgbClr val="FF6A5B"/>
                </a:solidFill>
                <a:latin typeface="Cambria"/>
                <a:cs typeface="Cambria"/>
              </a:rPr>
              <a:t>O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b="1">
                <a:solidFill>
                  <a:srgbClr val="FF6A5B"/>
                </a:solidFill>
                <a:latin typeface="Cambria"/>
                <a:cs typeface="Cambria"/>
              </a:rPr>
              <a:t>F</a:t>
            </a:r>
            <a:r>
              <a:rPr dirty="0" sz="900" spc="30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95" b="1">
                <a:solidFill>
                  <a:srgbClr val="FF6A5B"/>
                </a:solidFill>
                <a:latin typeface="Cambria"/>
                <a:cs typeface="Cambria"/>
              </a:rPr>
              <a:t>0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b="1">
                <a:solidFill>
                  <a:srgbClr val="FF6A5B"/>
                </a:solidFill>
                <a:latin typeface="Cambria"/>
                <a:cs typeface="Cambria"/>
              </a:rPr>
              <a:t>5</a:t>
            </a:r>
            <a:r>
              <a:rPr dirty="0" sz="900" spc="30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b="1">
                <a:solidFill>
                  <a:srgbClr val="FF6A5B"/>
                </a:solidFill>
                <a:latin typeface="Cambria"/>
                <a:cs typeface="Cambria"/>
              </a:rPr>
              <a:t>·</a:t>
            </a:r>
            <a:r>
              <a:rPr dirty="0" sz="900" spc="30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85" b="1">
                <a:solidFill>
                  <a:srgbClr val="FF6A5B"/>
                </a:solidFill>
                <a:latin typeface="Cambria"/>
                <a:cs typeface="Cambria"/>
              </a:rPr>
              <a:t>D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95" b="1">
                <a:solidFill>
                  <a:srgbClr val="FF6A5B"/>
                </a:solidFill>
                <a:latin typeface="Cambria"/>
                <a:cs typeface="Cambria"/>
              </a:rPr>
              <a:t>E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95" b="1">
                <a:solidFill>
                  <a:srgbClr val="FF6A5B"/>
                </a:solidFill>
                <a:latin typeface="Cambria"/>
                <a:cs typeface="Cambria"/>
              </a:rPr>
              <a:t>E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80" b="1">
                <a:solidFill>
                  <a:srgbClr val="FF6A5B"/>
                </a:solidFill>
                <a:latin typeface="Cambria"/>
                <a:cs typeface="Cambria"/>
              </a:rPr>
              <a:t>P</a:t>
            </a:r>
            <a:r>
              <a:rPr dirty="0" sz="900" spc="-6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35" b="1">
                <a:solidFill>
                  <a:srgbClr val="FF6A5B"/>
                </a:solidFill>
                <a:latin typeface="Cambria"/>
                <a:cs typeface="Cambria"/>
              </a:rPr>
              <a:t>-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85" b="1">
                <a:solidFill>
                  <a:srgbClr val="FF6A5B"/>
                </a:solidFill>
                <a:latin typeface="Cambria"/>
                <a:cs typeface="Cambria"/>
              </a:rPr>
              <a:t>D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75" b="1">
                <a:solidFill>
                  <a:srgbClr val="FF6A5B"/>
                </a:solidFill>
                <a:latin typeface="Cambria"/>
                <a:cs typeface="Cambria"/>
              </a:rPr>
              <a:t>I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55" b="1">
                <a:solidFill>
                  <a:srgbClr val="FF6A5B"/>
                </a:solidFill>
                <a:latin typeface="Cambria"/>
                <a:cs typeface="Cambria"/>
              </a:rPr>
              <a:t>V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50" b="1">
                <a:solidFill>
                  <a:srgbClr val="FF6A5B"/>
                </a:solidFill>
                <a:latin typeface="Cambria"/>
                <a:cs typeface="Cambria"/>
              </a:rPr>
              <a:t>E</a:t>
            </a:r>
            <a:endParaRPr sz="9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617521" y="530225"/>
            <a:ext cx="188087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85" b="1">
                <a:solidFill>
                  <a:srgbClr val="797E94"/>
                </a:solidFill>
                <a:latin typeface="Cambria"/>
                <a:cs typeface="Cambria"/>
              </a:rPr>
              <a:t>D</a:t>
            </a:r>
            <a:r>
              <a:rPr dirty="0" sz="900" spc="-60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900" b="1">
                <a:solidFill>
                  <a:srgbClr val="797E94"/>
                </a:solidFill>
                <a:latin typeface="Cambria"/>
                <a:cs typeface="Cambria"/>
              </a:rPr>
              <a:t>AY</a:t>
            </a:r>
            <a:r>
              <a:rPr dirty="0" sz="900" spc="250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900" spc="-95" b="1">
                <a:solidFill>
                  <a:srgbClr val="797E94"/>
                </a:solidFill>
                <a:latin typeface="Cambria"/>
                <a:cs typeface="Cambria"/>
              </a:rPr>
              <a:t>0</a:t>
            </a:r>
            <a:r>
              <a:rPr dirty="0" sz="900" spc="-40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900" b="1">
                <a:solidFill>
                  <a:srgbClr val="797E94"/>
                </a:solidFill>
                <a:latin typeface="Cambria"/>
                <a:cs typeface="Cambria"/>
              </a:rPr>
              <a:t>5</a:t>
            </a:r>
            <a:r>
              <a:rPr dirty="0" sz="900" spc="315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900" b="1">
                <a:solidFill>
                  <a:srgbClr val="797E94"/>
                </a:solidFill>
                <a:latin typeface="Cambria"/>
                <a:cs typeface="Cambria"/>
              </a:rPr>
              <a:t>·</a:t>
            </a:r>
            <a:r>
              <a:rPr dirty="0" sz="900" spc="310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900" spc="-60" b="1">
                <a:solidFill>
                  <a:srgbClr val="797E94"/>
                </a:solidFill>
                <a:latin typeface="Cambria"/>
                <a:cs typeface="Cambria"/>
              </a:rPr>
              <a:t>W</a:t>
            </a:r>
            <a:r>
              <a:rPr dirty="0" sz="900" spc="-40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900" spc="-75" b="1">
                <a:solidFill>
                  <a:srgbClr val="797E94"/>
                </a:solidFill>
                <a:latin typeface="Cambria"/>
                <a:cs typeface="Cambria"/>
              </a:rPr>
              <a:t>I</a:t>
            </a:r>
            <a:r>
              <a:rPr dirty="0" sz="900" spc="-40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900" spc="-85" b="1">
                <a:solidFill>
                  <a:srgbClr val="797E94"/>
                </a:solidFill>
                <a:latin typeface="Cambria"/>
                <a:cs typeface="Cambria"/>
              </a:rPr>
              <a:t>D</a:t>
            </a:r>
            <a:r>
              <a:rPr dirty="0" sz="900" spc="-40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900" spc="-20" b="1">
                <a:solidFill>
                  <a:srgbClr val="797E94"/>
                </a:solidFill>
                <a:latin typeface="Cambria"/>
                <a:cs typeface="Cambria"/>
              </a:rPr>
              <a:t>G</a:t>
            </a:r>
            <a:r>
              <a:rPr dirty="0" sz="900" spc="-40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900" spc="-95" b="1">
                <a:solidFill>
                  <a:srgbClr val="797E94"/>
                </a:solidFill>
                <a:latin typeface="Cambria"/>
                <a:cs typeface="Cambria"/>
              </a:rPr>
              <a:t>E</a:t>
            </a:r>
            <a:r>
              <a:rPr dirty="0" sz="900" spc="-40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900" spc="-135" b="1">
                <a:solidFill>
                  <a:srgbClr val="797E94"/>
                </a:solidFill>
                <a:latin typeface="Cambria"/>
                <a:cs typeface="Cambria"/>
              </a:rPr>
              <a:t>T</a:t>
            </a:r>
            <a:r>
              <a:rPr dirty="0" sz="900" spc="-45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900" b="1">
                <a:solidFill>
                  <a:srgbClr val="797E94"/>
                </a:solidFill>
                <a:latin typeface="Cambria"/>
                <a:cs typeface="Cambria"/>
              </a:rPr>
              <a:t>S</a:t>
            </a:r>
            <a:r>
              <a:rPr dirty="0" sz="900" spc="315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900" b="1">
                <a:solidFill>
                  <a:srgbClr val="797E94"/>
                </a:solidFill>
                <a:latin typeface="Cambria"/>
                <a:cs typeface="Cambria"/>
              </a:rPr>
              <a:t>&amp;</a:t>
            </a:r>
            <a:r>
              <a:rPr dirty="0" sz="900" spc="315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900" spc="-120" b="1">
                <a:solidFill>
                  <a:srgbClr val="797E94"/>
                </a:solidFill>
                <a:latin typeface="Cambria"/>
                <a:cs typeface="Cambria"/>
              </a:rPr>
              <a:t>L</a:t>
            </a:r>
            <a:r>
              <a:rPr dirty="0" sz="900" spc="-40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900" spc="-30" b="1">
                <a:solidFill>
                  <a:srgbClr val="797E94"/>
                </a:solidFill>
                <a:latin typeface="Cambria"/>
                <a:cs typeface="Cambria"/>
              </a:rPr>
              <a:t>AY</a:t>
            </a:r>
            <a:r>
              <a:rPr dirty="0" sz="900" spc="-70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900" spc="-20" b="1">
                <a:solidFill>
                  <a:srgbClr val="797E94"/>
                </a:solidFill>
                <a:latin typeface="Cambria"/>
                <a:cs typeface="Cambria"/>
              </a:rPr>
              <a:t>O</a:t>
            </a:r>
            <a:r>
              <a:rPr dirty="0" sz="900" spc="-40" b="1">
                <a:solidFill>
                  <a:srgbClr val="797E94"/>
                </a:solidFill>
                <a:latin typeface="Cambria"/>
                <a:cs typeface="Cambria"/>
              </a:rPr>
              <a:t> U </a:t>
            </a:r>
            <a:r>
              <a:rPr dirty="0" sz="900" spc="-50" b="1">
                <a:solidFill>
                  <a:srgbClr val="797E94"/>
                </a:solidFill>
                <a:latin typeface="Cambria"/>
                <a:cs typeface="Cambria"/>
              </a:rPr>
              <a:t>T</a:t>
            </a:r>
            <a:endParaRPr sz="900">
              <a:latin typeface="Cambria"/>
              <a:cs typeface="Cambria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30">
                <a:solidFill>
                  <a:srgbClr val="FF6A5B"/>
                </a:solidFill>
              </a:rPr>
              <a:t>st.tabs</a:t>
            </a:r>
            <a:r>
              <a:rPr dirty="0" spc="-25">
                <a:solidFill>
                  <a:srgbClr val="FF6A5B"/>
                </a:solidFill>
              </a:rPr>
              <a:t> </a:t>
            </a:r>
            <a:r>
              <a:rPr dirty="0" spc="-225"/>
              <a:t>—</a:t>
            </a:r>
            <a:r>
              <a:rPr dirty="0" spc="-15"/>
              <a:t> </a:t>
            </a:r>
            <a:r>
              <a:rPr dirty="0" spc="-165"/>
              <a:t>multiple</a:t>
            </a:r>
            <a:r>
              <a:rPr dirty="0" spc="-15"/>
              <a:t> </a:t>
            </a:r>
            <a:r>
              <a:rPr dirty="0" spc="-135"/>
              <a:t>views.</a:t>
            </a:r>
            <a:r>
              <a:rPr dirty="0" spc="-20"/>
              <a:t> </a:t>
            </a:r>
            <a:r>
              <a:rPr dirty="0" spc="-155">
                <a:solidFill>
                  <a:srgbClr val="FF6A5B"/>
                </a:solidFill>
              </a:rPr>
              <a:t>st.expander</a:t>
            </a:r>
            <a:r>
              <a:rPr dirty="0" spc="-15">
                <a:solidFill>
                  <a:srgbClr val="FF6A5B"/>
                </a:solidFill>
              </a:rPr>
              <a:t> </a:t>
            </a:r>
            <a:r>
              <a:rPr dirty="0" spc="-225"/>
              <a:t>—</a:t>
            </a:r>
            <a:r>
              <a:rPr dirty="0" spc="-15"/>
              <a:t> </a:t>
            </a:r>
            <a:r>
              <a:rPr dirty="0" spc="-160"/>
              <a:t>hide</a:t>
            </a:r>
            <a:r>
              <a:rPr dirty="0" spc="-15"/>
              <a:t> </a:t>
            </a:r>
            <a:r>
              <a:rPr dirty="0" spc="-114"/>
              <a:t>the</a:t>
            </a:r>
            <a:r>
              <a:rPr dirty="0" spc="-15"/>
              <a:t> </a:t>
            </a:r>
            <a:r>
              <a:rPr dirty="0" spc="-95"/>
              <a:t>optional.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73099" y="1201737"/>
            <a:ext cx="6969125" cy="1797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000" spc="-35">
                <a:solidFill>
                  <a:srgbClr val="4A4E6A"/>
                </a:solidFill>
                <a:latin typeface="Tahoma"/>
                <a:cs typeface="Tahoma"/>
              </a:rPr>
              <a:t>Both</a:t>
            </a:r>
            <a:r>
              <a:rPr dirty="0" sz="100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00" spc="-35">
                <a:solidFill>
                  <a:srgbClr val="4A4E6A"/>
                </a:solidFill>
                <a:latin typeface="Tahoma"/>
                <a:cs typeface="Tahoma"/>
              </a:rPr>
              <a:t>primitives</a:t>
            </a:r>
            <a:r>
              <a:rPr dirty="0" sz="10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00" spc="-55">
                <a:solidFill>
                  <a:srgbClr val="4A4E6A"/>
                </a:solidFill>
                <a:latin typeface="Tahoma"/>
                <a:cs typeface="Tahoma"/>
              </a:rPr>
              <a:t>organize</a:t>
            </a:r>
            <a:r>
              <a:rPr dirty="0" sz="10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00" spc="-40">
                <a:solidFill>
                  <a:srgbClr val="4A4E6A"/>
                </a:solidFill>
                <a:latin typeface="Tahoma"/>
                <a:cs typeface="Tahoma"/>
              </a:rPr>
              <a:t>content</a:t>
            </a:r>
            <a:r>
              <a:rPr dirty="0" sz="10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00" spc="-35">
                <a:solidFill>
                  <a:srgbClr val="4A4E6A"/>
                </a:solidFill>
                <a:latin typeface="Tahoma"/>
                <a:cs typeface="Tahoma"/>
              </a:rPr>
              <a:t>that</a:t>
            </a:r>
            <a:r>
              <a:rPr dirty="0" sz="10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00" spc="-35">
                <a:solidFill>
                  <a:srgbClr val="4A4E6A"/>
                </a:solidFill>
                <a:latin typeface="Tahoma"/>
                <a:cs typeface="Tahoma"/>
              </a:rPr>
              <a:t>doesn't</a:t>
            </a:r>
            <a:r>
              <a:rPr dirty="0" sz="10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00" spc="-25">
                <a:solidFill>
                  <a:srgbClr val="4A4E6A"/>
                </a:solidFill>
                <a:latin typeface="Tahoma"/>
                <a:cs typeface="Tahoma"/>
              </a:rPr>
              <a:t>all</a:t>
            </a:r>
            <a:r>
              <a:rPr dirty="0" sz="100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00" spc="-40">
                <a:solidFill>
                  <a:srgbClr val="4A4E6A"/>
                </a:solidFill>
                <a:latin typeface="Tahoma"/>
                <a:cs typeface="Tahoma"/>
              </a:rPr>
              <a:t>need</a:t>
            </a:r>
            <a:r>
              <a:rPr dirty="0" sz="10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00" spc="-20">
                <a:solidFill>
                  <a:srgbClr val="4A4E6A"/>
                </a:solidFill>
                <a:latin typeface="Tahoma"/>
                <a:cs typeface="Tahoma"/>
              </a:rPr>
              <a:t>to</a:t>
            </a:r>
            <a:r>
              <a:rPr dirty="0" sz="10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00" spc="-35">
                <a:solidFill>
                  <a:srgbClr val="4A4E6A"/>
                </a:solidFill>
                <a:latin typeface="Tahoma"/>
                <a:cs typeface="Tahoma"/>
              </a:rPr>
              <a:t>be</a:t>
            </a:r>
            <a:r>
              <a:rPr dirty="0" sz="10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00" spc="-35">
                <a:solidFill>
                  <a:srgbClr val="4A4E6A"/>
                </a:solidFill>
                <a:latin typeface="Tahoma"/>
                <a:cs typeface="Tahoma"/>
              </a:rPr>
              <a:t>visible</a:t>
            </a:r>
            <a:r>
              <a:rPr dirty="0" sz="10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00" spc="-40">
                <a:solidFill>
                  <a:srgbClr val="4A4E6A"/>
                </a:solidFill>
                <a:latin typeface="Tahoma"/>
                <a:cs typeface="Tahoma"/>
              </a:rPr>
              <a:t>at</a:t>
            </a:r>
            <a:r>
              <a:rPr dirty="0" sz="10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00" spc="-45">
                <a:solidFill>
                  <a:srgbClr val="4A4E6A"/>
                </a:solidFill>
                <a:latin typeface="Tahoma"/>
                <a:cs typeface="Tahoma"/>
              </a:rPr>
              <a:t>once.</a:t>
            </a:r>
            <a:r>
              <a:rPr dirty="0" sz="100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00" spc="-90">
                <a:solidFill>
                  <a:srgbClr val="4A4E6A"/>
                </a:solidFill>
                <a:latin typeface="Tahoma"/>
                <a:cs typeface="Tahoma"/>
              </a:rPr>
              <a:t>Tabs</a:t>
            </a:r>
            <a:r>
              <a:rPr dirty="0" sz="10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00" spc="-40">
                <a:solidFill>
                  <a:srgbClr val="4A4E6A"/>
                </a:solidFill>
                <a:latin typeface="Tahoma"/>
                <a:cs typeface="Tahoma"/>
              </a:rPr>
              <a:t>switch</a:t>
            </a:r>
            <a:r>
              <a:rPr dirty="0" sz="10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00" spc="-40">
                <a:solidFill>
                  <a:srgbClr val="4A4E6A"/>
                </a:solidFill>
                <a:latin typeface="Tahoma"/>
                <a:cs typeface="Tahoma"/>
              </a:rPr>
              <a:t>between</a:t>
            </a:r>
            <a:r>
              <a:rPr dirty="0" sz="10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00" spc="-50">
                <a:solidFill>
                  <a:srgbClr val="4A4E6A"/>
                </a:solidFill>
                <a:latin typeface="Tahoma"/>
                <a:cs typeface="Tahoma"/>
              </a:rPr>
              <a:t>views.</a:t>
            </a:r>
            <a:r>
              <a:rPr dirty="0" sz="10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00" spc="-55">
                <a:solidFill>
                  <a:srgbClr val="4A4E6A"/>
                </a:solidFill>
                <a:latin typeface="Tahoma"/>
                <a:cs typeface="Tahoma"/>
              </a:rPr>
              <a:t>Expanders</a:t>
            </a:r>
            <a:r>
              <a:rPr dirty="0" sz="10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00" spc="-35">
                <a:solidFill>
                  <a:srgbClr val="4A4E6A"/>
                </a:solidFill>
                <a:latin typeface="Tahoma"/>
                <a:cs typeface="Tahoma"/>
              </a:rPr>
              <a:t>show/hide</a:t>
            </a:r>
            <a:r>
              <a:rPr dirty="0" sz="10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00" spc="-50">
                <a:solidFill>
                  <a:srgbClr val="4A4E6A"/>
                </a:solidFill>
                <a:latin typeface="Tahoma"/>
                <a:cs typeface="Tahoma"/>
              </a:rPr>
              <a:t>a</a:t>
            </a:r>
            <a:r>
              <a:rPr dirty="0" sz="100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4A4E6A"/>
                </a:solidFill>
                <a:latin typeface="Tahoma"/>
                <a:cs typeface="Tahoma"/>
              </a:rPr>
              <a:t>section.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85799" y="1514475"/>
            <a:ext cx="5305425" cy="4429125"/>
            <a:chOff x="685799" y="1514475"/>
            <a:chExt cx="5305425" cy="442912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5324" y="1552574"/>
              <a:ext cx="5286374" cy="438149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02863" y="1514475"/>
              <a:ext cx="5271770" cy="90805"/>
            </a:xfrm>
            <a:custGeom>
              <a:avLst/>
              <a:gdLst/>
              <a:ahLst/>
              <a:cxnLst/>
              <a:rect l="l" t="t" r="r" b="b"/>
              <a:pathLst>
                <a:path w="5271770" h="90805">
                  <a:moveTo>
                    <a:pt x="5634" y="90791"/>
                  </a:moveTo>
                  <a:lnTo>
                    <a:pt x="0" y="68254"/>
                  </a:lnTo>
                  <a:lnTo>
                    <a:pt x="5389" y="59250"/>
                  </a:lnTo>
                  <a:lnTo>
                    <a:pt x="13153" y="48794"/>
                  </a:lnTo>
                  <a:lnTo>
                    <a:pt x="42187" y="22452"/>
                  </a:lnTo>
                  <a:lnTo>
                    <a:pt x="77634" y="5709"/>
                  </a:lnTo>
                  <a:lnTo>
                    <a:pt x="116286" y="0"/>
                  </a:lnTo>
                  <a:lnTo>
                    <a:pt x="5155011" y="0"/>
                  </a:lnTo>
                  <a:lnTo>
                    <a:pt x="5193662" y="5709"/>
                  </a:lnTo>
                  <a:lnTo>
                    <a:pt x="5229110" y="22452"/>
                  </a:lnTo>
                  <a:lnTo>
                    <a:pt x="5248249" y="38099"/>
                  </a:lnTo>
                  <a:lnTo>
                    <a:pt x="116286" y="38099"/>
                  </a:lnTo>
                  <a:lnTo>
                    <a:pt x="104088" y="38553"/>
                  </a:lnTo>
                  <a:lnTo>
                    <a:pt x="57856" y="49359"/>
                  </a:lnTo>
                  <a:lnTo>
                    <a:pt x="20520" y="72953"/>
                  </a:lnTo>
                  <a:lnTo>
                    <a:pt x="7099" y="88403"/>
                  </a:lnTo>
                  <a:lnTo>
                    <a:pt x="5634" y="90791"/>
                  </a:lnTo>
                  <a:close/>
                </a:path>
                <a:path w="5271770" h="90805">
                  <a:moveTo>
                    <a:pt x="5265663" y="90791"/>
                  </a:moveTo>
                  <a:lnTo>
                    <a:pt x="5233526" y="59683"/>
                  </a:lnTo>
                  <a:lnTo>
                    <a:pt x="5190901" y="42178"/>
                  </a:lnTo>
                  <a:lnTo>
                    <a:pt x="5155011" y="38099"/>
                  </a:lnTo>
                  <a:lnTo>
                    <a:pt x="5248249" y="38099"/>
                  </a:lnTo>
                  <a:lnTo>
                    <a:pt x="5249303" y="39057"/>
                  </a:lnTo>
                  <a:lnTo>
                    <a:pt x="5258143" y="48794"/>
                  </a:lnTo>
                  <a:lnTo>
                    <a:pt x="5265908" y="59250"/>
                  </a:lnTo>
                  <a:lnTo>
                    <a:pt x="5271297" y="68254"/>
                  </a:lnTo>
                  <a:lnTo>
                    <a:pt x="5265663" y="90791"/>
                  </a:lnTo>
                  <a:close/>
                </a:path>
              </a:pathLst>
            </a:custGeom>
            <a:solidFill>
              <a:srgbClr val="29328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685787" y="1582457"/>
              <a:ext cx="5305425" cy="4361180"/>
            </a:xfrm>
            <a:custGeom>
              <a:avLst/>
              <a:gdLst/>
              <a:ahLst/>
              <a:cxnLst/>
              <a:rect l="l" t="t" r="r" b="b"/>
              <a:pathLst>
                <a:path w="5305425" h="4361180">
                  <a:moveTo>
                    <a:pt x="5305425" y="65366"/>
                  </a:moveTo>
                  <a:lnTo>
                    <a:pt x="5299722" y="26720"/>
                  </a:lnTo>
                  <a:lnTo>
                    <a:pt x="5288204" y="0"/>
                  </a:lnTo>
                  <a:lnTo>
                    <a:pt x="5282565" y="22542"/>
                  </a:lnTo>
                  <a:lnTo>
                    <a:pt x="5286476" y="28917"/>
                  </a:lnTo>
                  <a:lnTo>
                    <a:pt x="5290604" y="37769"/>
                  </a:lnTo>
                  <a:lnTo>
                    <a:pt x="5293550" y="46786"/>
                  </a:lnTo>
                  <a:lnTo>
                    <a:pt x="5295316" y="55994"/>
                  </a:lnTo>
                  <a:lnTo>
                    <a:pt x="5295900" y="65366"/>
                  </a:lnTo>
                  <a:lnTo>
                    <a:pt x="5295900" y="4227792"/>
                  </a:lnTo>
                  <a:lnTo>
                    <a:pt x="5286476" y="4275188"/>
                  </a:lnTo>
                  <a:lnTo>
                    <a:pt x="5259133" y="4315803"/>
                  </a:lnTo>
                  <a:lnTo>
                    <a:pt x="5219471" y="4342193"/>
                  </a:lnTo>
                  <a:lnTo>
                    <a:pt x="5184521" y="4350994"/>
                  </a:lnTo>
                  <a:lnTo>
                    <a:pt x="5185041" y="4350994"/>
                  </a:lnTo>
                  <a:lnTo>
                    <a:pt x="5172075" y="4351617"/>
                  </a:lnTo>
                  <a:lnTo>
                    <a:pt x="133350" y="4351617"/>
                  </a:lnTo>
                  <a:lnTo>
                    <a:pt x="120396" y="4350994"/>
                  </a:lnTo>
                  <a:lnTo>
                    <a:pt x="120904" y="4350994"/>
                  </a:lnTo>
                  <a:lnTo>
                    <a:pt x="109194" y="4349267"/>
                  </a:lnTo>
                  <a:lnTo>
                    <a:pt x="64554" y="4330776"/>
                  </a:lnTo>
                  <a:lnTo>
                    <a:pt x="46291" y="4315815"/>
                  </a:lnTo>
                  <a:lnTo>
                    <a:pt x="37592" y="4306316"/>
                  </a:lnTo>
                  <a:lnTo>
                    <a:pt x="14833" y="4263682"/>
                  </a:lnTo>
                  <a:lnTo>
                    <a:pt x="9525" y="4227792"/>
                  </a:lnTo>
                  <a:lnTo>
                    <a:pt x="9525" y="65366"/>
                  </a:lnTo>
                  <a:lnTo>
                    <a:pt x="22872" y="22542"/>
                  </a:lnTo>
                  <a:lnTo>
                    <a:pt x="17233" y="0"/>
                  </a:lnTo>
                  <a:lnTo>
                    <a:pt x="2540" y="39357"/>
                  </a:lnTo>
                  <a:lnTo>
                    <a:pt x="0" y="65366"/>
                  </a:lnTo>
                  <a:lnTo>
                    <a:pt x="0" y="4227792"/>
                  </a:lnTo>
                  <a:lnTo>
                    <a:pt x="5715" y="4266450"/>
                  </a:lnTo>
                  <a:lnTo>
                    <a:pt x="22453" y="4301896"/>
                  </a:lnTo>
                  <a:lnTo>
                    <a:pt x="39103" y="4322051"/>
                  </a:lnTo>
                  <a:lnTo>
                    <a:pt x="39509" y="4322508"/>
                  </a:lnTo>
                  <a:lnTo>
                    <a:pt x="48806" y="4330928"/>
                  </a:lnTo>
                  <a:lnTo>
                    <a:pt x="82321" y="4350994"/>
                  </a:lnTo>
                  <a:lnTo>
                    <a:pt x="120218" y="4360519"/>
                  </a:lnTo>
                  <a:lnTo>
                    <a:pt x="133350" y="4361142"/>
                  </a:lnTo>
                  <a:lnTo>
                    <a:pt x="5172075" y="4361142"/>
                  </a:lnTo>
                  <a:lnTo>
                    <a:pt x="5185219" y="4360519"/>
                  </a:lnTo>
                  <a:lnTo>
                    <a:pt x="5198097" y="4358614"/>
                  </a:lnTo>
                  <a:lnTo>
                    <a:pt x="5210734" y="4355439"/>
                  </a:lnTo>
                  <a:lnTo>
                    <a:pt x="5221363" y="4351617"/>
                  </a:lnTo>
                  <a:lnTo>
                    <a:pt x="5223116" y="4350994"/>
                  </a:lnTo>
                  <a:lnTo>
                    <a:pt x="5235003" y="4345381"/>
                  </a:lnTo>
                  <a:lnTo>
                    <a:pt x="5246179" y="4338701"/>
                  </a:lnTo>
                  <a:lnTo>
                    <a:pt x="5256631" y="4330928"/>
                  </a:lnTo>
                  <a:lnTo>
                    <a:pt x="5265864" y="4322546"/>
                  </a:lnTo>
                  <a:lnTo>
                    <a:pt x="5266372" y="4322089"/>
                  </a:lnTo>
                  <a:lnTo>
                    <a:pt x="5289664" y="4290720"/>
                  </a:lnTo>
                  <a:lnTo>
                    <a:pt x="5302897" y="4253814"/>
                  </a:lnTo>
                  <a:lnTo>
                    <a:pt x="5305425" y="4227792"/>
                  </a:lnTo>
                  <a:lnTo>
                    <a:pt x="5305425" y="65366"/>
                  </a:lnTo>
                  <a:close/>
                </a:path>
              </a:pathLst>
            </a:custGeom>
            <a:solidFill>
              <a:srgbClr val="E4DE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866774" y="1724024"/>
              <a:ext cx="1409700" cy="247650"/>
            </a:xfrm>
            <a:custGeom>
              <a:avLst/>
              <a:gdLst/>
              <a:ahLst/>
              <a:cxnLst/>
              <a:rect l="l" t="t" r="r" b="b"/>
              <a:pathLst>
                <a:path w="1409700" h="247650">
                  <a:moveTo>
                    <a:pt x="1294005" y="247649"/>
                  </a:moveTo>
                  <a:lnTo>
                    <a:pt x="115694" y="247649"/>
                  </a:lnTo>
                  <a:lnTo>
                    <a:pt x="107642" y="246856"/>
                  </a:lnTo>
                  <a:lnTo>
                    <a:pt x="68927" y="235112"/>
                  </a:lnTo>
                  <a:lnTo>
                    <a:pt x="30518" y="205633"/>
                  </a:lnTo>
                  <a:lnTo>
                    <a:pt x="6314" y="163699"/>
                  </a:lnTo>
                  <a:lnTo>
                    <a:pt x="0" y="131955"/>
                  </a:lnTo>
                  <a:lnTo>
                    <a:pt x="0" y="123824"/>
                  </a:lnTo>
                  <a:lnTo>
                    <a:pt x="0" y="115694"/>
                  </a:lnTo>
                  <a:lnTo>
                    <a:pt x="12536" y="68927"/>
                  </a:lnTo>
                  <a:lnTo>
                    <a:pt x="42016" y="30518"/>
                  </a:lnTo>
                  <a:lnTo>
                    <a:pt x="83950" y="6314"/>
                  </a:lnTo>
                  <a:lnTo>
                    <a:pt x="115694" y="0"/>
                  </a:lnTo>
                  <a:lnTo>
                    <a:pt x="1294005" y="0"/>
                  </a:lnTo>
                  <a:lnTo>
                    <a:pt x="1340772" y="12536"/>
                  </a:lnTo>
                  <a:lnTo>
                    <a:pt x="1379181" y="42016"/>
                  </a:lnTo>
                  <a:lnTo>
                    <a:pt x="1403385" y="83950"/>
                  </a:lnTo>
                  <a:lnTo>
                    <a:pt x="1409699" y="115694"/>
                  </a:lnTo>
                  <a:lnTo>
                    <a:pt x="1409699" y="131955"/>
                  </a:lnTo>
                  <a:lnTo>
                    <a:pt x="1397162" y="178722"/>
                  </a:lnTo>
                  <a:lnTo>
                    <a:pt x="1367683" y="217131"/>
                  </a:lnTo>
                  <a:lnTo>
                    <a:pt x="1325749" y="241335"/>
                  </a:lnTo>
                  <a:lnTo>
                    <a:pt x="1302057" y="246856"/>
                  </a:lnTo>
                  <a:lnTo>
                    <a:pt x="1294005" y="247649"/>
                  </a:lnTo>
                  <a:close/>
                </a:path>
              </a:pathLst>
            </a:custGeom>
            <a:solidFill>
              <a:srgbClr val="E7E9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871537" y="2319337"/>
              <a:ext cx="4933950" cy="1771650"/>
            </a:xfrm>
            <a:custGeom>
              <a:avLst/>
              <a:gdLst/>
              <a:ahLst/>
              <a:cxnLst/>
              <a:rect l="l" t="t" r="r" b="b"/>
              <a:pathLst>
                <a:path w="4933950" h="1771650">
                  <a:moveTo>
                    <a:pt x="4849403" y="1771649"/>
                  </a:moveTo>
                  <a:lnTo>
                    <a:pt x="84545" y="1771649"/>
                  </a:lnTo>
                  <a:lnTo>
                    <a:pt x="78661" y="1771069"/>
                  </a:lnTo>
                  <a:lnTo>
                    <a:pt x="35275" y="1753098"/>
                  </a:lnTo>
                  <a:lnTo>
                    <a:pt x="9161" y="1721279"/>
                  </a:lnTo>
                  <a:lnTo>
                    <a:pt x="0" y="1687103"/>
                  </a:lnTo>
                  <a:lnTo>
                    <a:pt x="0" y="1681162"/>
                  </a:lnTo>
                  <a:lnTo>
                    <a:pt x="0" y="84545"/>
                  </a:lnTo>
                  <a:lnTo>
                    <a:pt x="11948" y="45155"/>
                  </a:lnTo>
                  <a:lnTo>
                    <a:pt x="45155" y="11948"/>
                  </a:lnTo>
                  <a:lnTo>
                    <a:pt x="84545" y="0"/>
                  </a:lnTo>
                  <a:lnTo>
                    <a:pt x="4849403" y="0"/>
                  </a:lnTo>
                  <a:lnTo>
                    <a:pt x="4888793" y="11948"/>
                  </a:lnTo>
                  <a:lnTo>
                    <a:pt x="4921999" y="45154"/>
                  </a:lnTo>
                  <a:lnTo>
                    <a:pt x="4933949" y="84545"/>
                  </a:lnTo>
                  <a:lnTo>
                    <a:pt x="4933949" y="1687103"/>
                  </a:lnTo>
                  <a:lnTo>
                    <a:pt x="4921999" y="1726493"/>
                  </a:lnTo>
                  <a:lnTo>
                    <a:pt x="4888793" y="1759700"/>
                  </a:lnTo>
                  <a:lnTo>
                    <a:pt x="4855287" y="1771069"/>
                  </a:lnTo>
                  <a:lnTo>
                    <a:pt x="4849403" y="1771649"/>
                  </a:lnTo>
                  <a:close/>
                </a:path>
              </a:pathLst>
            </a:custGeom>
            <a:solidFill>
              <a:srgbClr val="1B1F3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871537" y="2319337"/>
              <a:ext cx="4933950" cy="1771650"/>
            </a:xfrm>
            <a:custGeom>
              <a:avLst/>
              <a:gdLst/>
              <a:ahLst/>
              <a:cxnLst/>
              <a:rect l="l" t="t" r="r" b="b"/>
              <a:pathLst>
                <a:path w="4933950" h="1771650">
                  <a:moveTo>
                    <a:pt x="0" y="1681162"/>
                  </a:moveTo>
                  <a:lnTo>
                    <a:pt x="0" y="90487"/>
                  </a:lnTo>
                  <a:lnTo>
                    <a:pt x="0" y="84545"/>
                  </a:lnTo>
                  <a:lnTo>
                    <a:pt x="579" y="78661"/>
                  </a:lnTo>
                  <a:lnTo>
                    <a:pt x="1738" y="72834"/>
                  </a:lnTo>
                  <a:lnTo>
                    <a:pt x="2897" y="67006"/>
                  </a:lnTo>
                  <a:lnTo>
                    <a:pt x="4614" y="61348"/>
                  </a:lnTo>
                  <a:lnTo>
                    <a:pt x="6887" y="55859"/>
                  </a:lnTo>
                  <a:lnTo>
                    <a:pt x="9161" y="50369"/>
                  </a:lnTo>
                  <a:lnTo>
                    <a:pt x="11948" y="45155"/>
                  </a:lnTo>
                  <a:lnTo>
                    <a:pt x="15249" y="40215"/>
                  </a:lnTo>
                  <a:lnTo>
                    <a:pt x="18550" y="35274"/>
                  </a:lnTo>
                  <a:lnTo>
                    <a:pt x="22301" y="30704"/>
                  </a:lnTo>
                  <a:lnTo>
                    <a:pt x="26503" y="26502"/>
                  </a:lnTo>
                  <a:lnTo>
                    <a:pt x="30704" y="22301"/>
                  </a:lnTo>
                  <a:lnTo>
                    <a:pt x="67006" y="2897"/>
                  </a:lnTo>
                  <a:lnTo>
                    <a:pt x="72834" y="1738"/>
                  </a:lnTo>
                  <a:lnTo>
                    <a:pt x="78661" y="579"/>
                  </a:lnTo>
                  <a:lnTo>
                    <a:pt x="84545" y="0"/>
                  </a:lnTo>
                  <a:lnTo>
                    <a:pt x="90487" y="0"/>
                  </a:lnTo>
                  <a:lnTo>
                    <a:pt x="4843462" y="0"/>
                  </a:lnTo>
                  <a:lnTo>
                    <a:pt x="4849403" y="0"/>
                  </a:lnTo>
                  <a:lnTo>
                    <a:pt x="4855287" y="579"/>
                  </a:lnTo>
                  <a:lnTo>
                    <a:pt x="4861114" y="1738"/>
                  </a:lnTo>
                  <a:lnTo>
                    <a:pt x="4866941" y="2897"/>
                  </a:lnTo>
                  <a:lnTo>
                    <a:pt x="4893733" y="15249"/>
                  </a:lnTo>
                  <a:lnTo>
                    <a:pt x="4898673" y="18550"/>
                  </a:lnTo>
                  <a:lnTo>
                    <a:pt x="4903244" y="22301"/>
                  </a:lnTo>
                  <a:lnTo>
                    <a:pt x="4907446" y="26502"/>
                  </a:lnTo>
                  <a:lnTo>
                    <a:pt x="4911647" y="30704"/>
                  </a:lnTo>
                  <a:lnTo>
                    <a:pt x="4915398" y="35274"/>
                  </a:lnTo>
                  <a:lnTo>
                    <a:pt x="4918698" y="40214"/>
                  </a:lnTo>
                  <a:lnTo>
                    <a:pt x="4921999" y="45154"/>
                  </a:lnTo>
                  <a:lnTo>
                    <a:pt x="4933949" y="84545"/>
                  </a:lnTo>
                  <a:lnTo>
                    <a:pt x="4933949" y="90487"/>
                  </a:lnTo>
                  <a:lnTo>
                    <a:pt x="4933949" y="1681162"/>
                  </a:lnTo>
                  <a:lnTo>
                    <a:pt x="4924786" y="1721279"/>
                  </a:lnTo>
                  <a:lnTo>
                    <a:pt x="4918698" y="1731434"/>
                  </a:lnTo>
                  <a:lnTo>
                    <a:pt x="4915398" y="1736374"/>
                  </a:lnTo>
                  <a:lnTo>
                    <a:pt x="4883578" y="1762487"/>
                  </a:lnTo>
                  <a:lnTo>
                    <a:pt x="4843462" y="1771649"/>
                  </a:lnTo>
                  <a:lnTo>
                    <a:pt x="90487" y="1771649"/>
                  </a:lnTo>
                  <a:lnTo>
                    <a:pt x="50370" y="1762487"/>
                  </a:lnTo>
                  <a:lnTo>
                    <a:pt x="40215" y="1756399"/>
                  </a:lnTo>
                  <a:lnTo>
                    <a:pt x="35275" y="1753098"/>
                  </a:lnTo>
                  <a:lnTo>
                    <a:pt x="9161" y="1721279"/>
                  </a:lnTo>
                  <a:lnTo>
                    <a:pt x="1738" y="1698815"/>
                  </a:lnTo>
                  <a:lnTo>
                    <a:pt x="579" y="1692988"/>
                  </a:lnTo>
                  <a:lnTo>
                    <a:pt x="0" y="1687103"/>
                  </a:lnTo>
                  <a:lnTo>
                    <a:pt x="0" y="1681162"/>
                  </a:lnTo>
                  <a:close/>
                </a:path>
              </a:pathLst>
            </a:custGeom>
            <a:ln w="9524">
              <a:solidFill>
                <a:srgbClr val="292E5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1009650" y="2379979"/>
            <a:ext cx="211201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7650" indent="-248285">
              <a:lnSpc>
                <a:spcPct val="125000"/>
              </a:lnSpc>
              <a:spcBef>
                <a:spcPts val="95"/>
              </a:spcBef>
            </a:pPr>
            <a:r>
              <a:rPr dirty="0" sz="800">
                <a:solidFill>
                  <a:srgbClr val="87D4FF"/>
                </a:solidFill>
                <a:latin typeface="Courier New"/>
                <a:cs typeface="Courier New"/>
              </a:rPr>
              <a:t>tab1</a:t>
            </a:r>
            <a:r>
              <a:rPr dirty="0" sz="800">
                <a:solidFill>
                  <a:srgbClr val="E7E9F5"/>
                </a:solidFill>
                <a:latin typeface="Courier New"/>
                <a:cs typeface="Courier New"/>
              </a:rPr>
              <a:t>,</a:t>
            </a:r>
            <a:r>
              <a:rPr dirty="0" sz="800" spc="4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87D4FF"/>
                </a:solidFill>
                <a:latin typeface="Courier New"/>
                <a:cs typeface="Courier New"/>
              </a:rPr>
              <a:t>tab2</a:t>
            </a:r>
            <a:r>
              <a:rPr dirty="0" sz="800">
                <a:solidFill>
                  <a:srgbClr val="E7E9F5"/>
                </a:solidFill>
                <a:latin typeface="Courier New"/>
                <a:cs typeface="Courier New"/>
              </a:rPr>
              <a:t>,</a:t>
            </a:r>
            <a:r>
              <a:rPr dirty="0" sz="800" spc="45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87D4FF"/>
                </a:solidFill>
                <a:latin typeface="Courier New"/>
                <a:cs typeface="Courier New"/>
              </a:rPr>
              <a:t>tab3</a:t>
            </a:r>
            <a:r>
              <a:rPr dirty="0" sz="800" spc="45">
                <a:solidFill>
                  <a:srgbClr val="87D4FF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7E9F5"/>
                </a:solidFill>
                <a:latin typeface="Courier New"/>
                <a:cs typeface="Courier New"/>
              </a:rPr>
              <a:t>=</a:t>
            </a:r>
            <a:r>
              <a:rPr dirty="0" sz="800" spc="45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7E9F5"/>
                </a:solidFill>
                <a:latin typeface="Courier New"/>
                <a:cs typeface="Courier New"/>
              </a:rPr>
              <a:t>st.</a:t>
            </a:r>
            <a:r>
              <a:rPr dirty="0" sz="800" spc="-10">
                <a:solidFill>
                  <a:srgbClr val="FFD580"/>
                </a:solidFill>
                <a:latin typeface="Courier New"/>
                <a:cs typeface="Courier New"/>
              </a:rPr>
              <a:t>tabs</a:t>
            </a:r>
            <a:r>
              <a:rPr dirty="0" sz="800" spc="-10">
                <a:solidFill>
                  <a:srgbClr val="E7E9F5"/>
                </a:solidFill>
                <a:latin typeface="Courier New"/>
                <a:cs typeface="Courier New"/>
              </a:rPr>
              <a:t>( </a:t>
            </a:r>
            <a:r>
              <a:rPr dirty="0" sz="800">
                <a:solidFill>
                  <a:srgbClr val="E7E9F5"/>
                </a:solidFill>
                <a:latin typeface="Courier New"/>
                <a:cs typeface="Courier New"/>
              </a:rPr>
              <a:t>[</a:t>
            </a:r>
            <a:r>
              <a:rPr dirty="0" sz="800">
                <a:solidFill>
                  <a:srgbClr val="B8E886"/>
                </a:solidFill>
                <a:latin typeface="Courier New"/>
                <a:cs typeface="Courier New"/>
              </a:rPr>
              <a:t>"Input"</a:t>
            </a:r>
            <a:r>
              <a:rPr dirty="0" sz="800">
                <a:solidFill>
                  <a:srgbClr val="E7E9F5"/>
                </a:solidFill>
                <a:latin typeface="Courier New"/>
                <a:cs typeface="Courier New"/>
              </a:rPr>
              <a:t>,</a:t>
            </a:r>
            <a:r>
              <a:rPr dirty="0" sz="800" spc="7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B8E886"/>
                </a:solidFill>
                <a:latin typeface="Courier New"/>
                <a:cs typeface="Courier New"/>
              </a:rPr>
              <a:t>"Chart"</a:t>
            </a:r>
            <a:r>
              <a:rPr dirty="0" sz="800">
                <a:solidFill>
                  <a:srgbClr val="E7E9F5"/>
                </a:solidFill>
                <a:latin typeface="Courier New"/>
                <a:cs typeface="Courier New"/>
              </a:rPr>
              <a:t>,</a:t>
            </a:r>
            <a:r>
              <a:rPr dirty="0" sz="800" spc="75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B8E886"/>
                </a:solidFill>
                <a:latin typeface="Courier New"/>
                <a:cs typeface="Courier New"/>
              </a:rPr>
              <a:t>"Raw</a:t>
            </a:r>
            <a:r>
              <a:rPr dirty="0" sz="800" spc="70">
                <a:solidFill>
                  <a:srgbClr val="B8E886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B8E886"/>
                </a:solidFill>
                <a:latin typeface="Courier New"/>
                <a:cs typeface="Courier New"/>
              </a:rPr>
              <a:t>Data"</a:t>
            </a:r>
            <a:r>
              <a:rPr dirty="0" sz="800" spc="-10">
                <a:solidFill>
                  <a:srgbClr val="E7E9F5"/>
                </a:solidFill>
                <a:latin typeface="Courier New"/>
                <a:cs typeface="Courier New"/>
              </a:rPr>
              <a:t>]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09650" y="2720975"/>
            <a:ext cx="6350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800" spc="-50">
                <a:solidFill>
                  <a:srgbClr val="E7E9F5"/>
                </a:solidFill>
                <a:latin typeface="Courier New"/>
                <a:cs typeface="Courier New"/>
              </a:rPr>
              <a:t>)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96950" y="3008629"/>
            <a:ext cx="2137410" cy="958850"/>
          </a:xfrm>
          <a:prstGeom prst="rect">
            <a:avLst/>
          </a:prstGeom>
        </p:spPr>
        <p:txBody>
          <a:bodyPr wrap="square" lIns="0" tIns="425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dirty="0" sz="800">
                <a:solidFill>
                  <a:srgbClr val="FF8B7E"/>
                </a:solidFill>
                <a:latin typeface="Courier New"/>
                <a:cs typeface="Courier New"/>
              </a:rPr>
              <a:t>with</a:t>
            </a:r>
            <a:r>
              <a:rPr dirty="0" sz="800" spc="45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87D4FF"/>
                </a:solidFill>
                <a:latin typeface="Courier New"/>
                <a:cs typeface="Courier New"/>
              </a:rPr>
              <a:t>tab1</a:t>
            </a:r>
            <a:r>
              <a:rPr dirty="0" sz="800" spc="-10">
                <a:solidFill>
                  <a:srgbClr val="E7E9F5"/>
                </a:solidFill>
                <a:latin typeface="Courier New"/>
                <a:cs typeface="Courier New"/>
              </a:rPr>
              <a:t>:</a:t>
            </a:r>
            <a:endParaRPr sz="800">
              <a:latin typeface="Courier New"/>
              <a:cs typeface="Courier New"/>
            </a:endParaRPr>
          </a:p>
          <a:p>
            <a:pPr marL="12700" marR="129539" indent="248285">
              <a:lnSpc>
                <a:spcPts val="1280"/>
              </a:lnSpc>
              <a:spcBef>
                <a:spcPts val="15"/>
              </a:spcBef>
            </a:pPr>
            <a:r>
              <a:rPr dirty="0" sz="800">
                <a:solidFill>
                  <a:srgbClr val="87D4FF"/>
                </a:solidFill>
                <a:latin typeface="Courier New"/>
                <a:cs typeface="Courier New"/>
              </a:rPr>
              <a:t>name</a:t>
            </a:r>
            <a:r>
              <a:rPr dirty="0" sz="800" spc="30">
                <a:solidFill>
                  <a:srgbClr val="87D4FF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7E9F5"/>
                </a:solidFill>
                <a:latin typeface="Courier New"/>
                <a:cs typeface="Courier New"/>
              </a:rPr>
              <a:t>=</a:t>
            </a:r>
            <a:r>
              <a:rPr dirty="0" sz="800" spc="35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7E9F5"/>
                </a:solidFill>
                <a:latin typeface="Courier New"/>
                <a:cs typeface="Courier New"/>
              </a:rPr>
              <a:t>st.</a:t>
            </a:r>
            <a:r>
              <a:rPr dirty="0" sz="800" spc="-10">
                <a:solidFill>
                  <a:srgbClr val="FFD580"/>
                </a:solidFill>
                <a:latin typeface="Courier New"/>
                <a:cs typeface="Courier New"/>
              </a:rPr>
              <a:t>text_input</a:t>
            </a:r>
            <a:r>
              <a:rPr dirty="0" sz="800" spc="-10">
                <a:solidFill>
                  <a:srgbClr val="E7E9F5"/>
                </a:solidFill>
                <a:latin typeface="Courier New"/>
                <a:cs typeface="Courier New"/>
              </a:rPr>
              <a:t>(</a:t>
            </a:r>
            <a:r>
              <a:rPr dirty="0" sz="800" spc="-10">
                <a:solidFill>
                  <a:srgbClr val="B8E886"/>
                </a:solidFill>
                <a:latin typeface="Courier New"/>
                <a:cs typeface="Courier New"/>
              </a:rPr>
              <a:t>"Name"</a:t>
            </a:r>
            <a:r>
              <a:rPr dirty="0" sz="800" spc="-10">
                <a:solidFill>
                  <a:srgbClr val="E7E9F5"/>
                </a:solidFill>
                <a:latin typeface="Courier New"/>
                <a:cs typeface="Courier New"/>
              </a:rPr>
              <a:t>) </a:t>
            </a:r>
            <a:r>
              <a:rPr dirty="0" sz="800">
                <a:solidFill>
                  <a:srgbClr val="FF8B7E"/>
                </a:solidFill>
                <a:latin typeface="Courier New"/>
                <a:cs typeface="Courier New"/>
              </a:rPr>
              <a:t>with</a:t>
            </a:r>
            <a:r>
              <a:rPr dirty="0" sz="800" spc="45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87D4FF"/>
                </a:solidFill>
                <a:latin typeface="Courier New"/>
                <a:cs typeface="Courier New"/>
              </a:rPr>
              <a:t>tab2</a:t>
            </a:r>
            <a:r>
              <a:rPr dirty="0" sz="800" spc="-10">
                <a:solidFill>
                  <a:srgbClr val="E7E9F5"/>
                </a:solidFill>
                <a:latin typeface="Courier New"/>
                <a:cs typeface="Courier New"/>
              </a:rPr>
              <a:t>:</a:t>
            </a:r>
            <a:endParaRPr sz="800">
              <a:latin typeface="Courier New"/>
              <a:cs typeface="Courier New"/>
            </a:endParaRPr>
          </a:p>
          <a:p>
            <a:pPr marL="260350">
              <a:lnSpc>
                <a:spcPct val="100000"/>
              </a:lnSpc>
              <a:spcBef>
                <a:spcPts val="140"/>
              </a:spcBef>
            </a:pPr>
            <a:r>
              <a:rPr dirty="0" sz="800">
                <a:solidFill>
                  <a:srgbClr val="E7E9F5"/>
                </a:solidFill>
                <a:latin typeface="Courier New"/>
                <a:cs typeface="Courier New"/>
              </a:rPr>
              <a:t>st.</a:t>
            </a:r>
            <a:r>
              <a:rPr dirty="0" sz="800">
                <a:solidFill>
                  <a:srgbClr val="FFD580"/>
                </a:solidFill>
                <a:latin typeface="Courier New"/>
                <a:cs typeface="Courier New"/>
              </a:rPr>
              <a:t>write</a:t>
            </a:r>
            <a:r>
              <a:rPr dirty="0" sz="800">
                <a:solidFill>
                  <a:srgbClr val="E7E9F5"/>
                </a:solidFill>
                <a:latin typeface="Courier New"/>
                <a:cs typeface="Courier New"/>
              </a:rPr>
              <a:t>(</a:t>
            </a:r>
            <a:r>
              <a:rPr dirty="0" sz="800">
                <a:solidFill>
                  <a:srgbClr val="B8E886"/>
                </a:solidFill>
                <a:latin typeface="Courier New"/>
                <a:cs typeface="Courier New"/>
              </a:rPr>
              <a:t>"Chart</a:t>
            </a:r>
            <a:r>
              <a:rPr dirty="0" sz="800" spc="95">
                <a:solidFill>
                  <a:srgbClr val="B8E886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B8E886"/>
                </a:solidFill>
                <a:latin typeface="Courier New"/>
                <a:cs typeface="Courier New"/>
              </a:rPr>
              <a:t>goes</a:t>
            </a:r>
            <a:r>
              <a:rPr dirty="0" sz="800" spc="95">
                <a:solidFill>
                  <a:srgbClr val="B8E886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B8E886"/>
                </a:solidFill>
                <a:latin typeface="Courier New"/>
                <a:cs typeface="Courier New"/>
              </a:rPr>
              <a:t>here"</a:t>
            </a:r>
            <a:r>
              <a:rPr dirty="0" sz="800" spc="-10">
                <a:solidFill>
                  <a:srgbClr val="E7E9F5"/>
                </a:solidFill>
                <a:latin typeface="Courier New"/>
                <a:cs typeface="Courier New"/>
              </a:rPr>
              <a:t>)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dirty="0" sz="800">
                <a:solidFill>
                  <a:srgbClr val="FF8B7E"/>
                </a:solidFill>
                <a:latin typeface="Courier New"/>
                <a:cs typeface="Courier New"/>
              </a:rPr>
              <a:t>with</a:t>
            </a:r>
            <a:r>
              <a:rPr dirty="0" sz="800" spc="45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87D4FF"/>
                </a:solidFill>
                <a:latin typeface="Courier New"/>
                <a:cs typeface="Courier New"/>
              </a:rPr>
              <a:t>tab3</a:t>
            </a:r>
            <a:r>
              <a:rPr dirty="0" sz="800" spc="-10">
                <a:solidFill>
                  <a:srgbClr val="E7E9F5"/>
                </a:solidFill>
                <a:latin typeface="Courier New"/>
                <a:cs typeface="Courier New"/>
              </a:rPr>
              <a:t>:</a:t>
            </a:r>
            <a:endParaRPr sz="800">
              <a:latin typeface="Courier New"/>
              <a:cs typeface="Courier New"/>
            </a:endParaRPr>
          </a:p>
          <a:p>
            <a:pPr marL="260350">
              <a:lnSpc>
                <a:spcPct val="100000"/>
              </a:lnSpc>
              <a:spcBef>
                <a:spcPts val="240"/>
              </a:spcBef>
            </a:pPr>
            <a:r>
              <a:rPr dirty="0" sz="800">
                <a:solidFill>
                  <a:srgbClr val="E7E9F5"/>
                </a:solidFill>
                <a:latin typeface="Courier New"/>
                <a:cs typeface="Courier New"/>
              </a:rPr>
              <a:t>st.</a:t>
            </a:r>
            <a:r>
              <a:rPr dirty="0" sz="800">
                <a:solidFill>
                  <a:srgbClr val="FFD580"/>
                </a:solidFill>
                <a:latin typeface="Courier New"/>
                <a:cs typeface="Courier New"/>
              </a:rPr>
              <a:t>write</a:t>
            </a:r>
            <a:r>
              <a:rPr dirty="0" sz="800">
                <a:solidFill>
                  <a:srgbClr val="E7E9F5"/>
                </a:solidFill>
                <a:latin typeface="Courier New"/>
                <a:cs typeface="Courier New"/>
              </a:rPr>
              <a:t>(</a:t>
            </a:r>
            <a:r>
              <a:rPr dirty="0" sz="800">
                <a:solidFill>
                  <a:srgbClr val="B8E886"/>
                </a:solidFill>
                <a:latin typeface="Courier New"/>
                <a:cs typeface="Courier New"/>
              </a:rPr>
              <a:t>"Raw</a:t>
            </a:r>
            <a:r>
              <a:rPr dirty="0" sz="800" spc="70">
                <a:solidFill>
                  <a:srgbClr val="B8E886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B8E886"/>
                </a:solidFill>
                <a:latin typeface="Courier New"/>
                <a:cs typeface="Courier New"/>
              </a:rPr>
              <a:t>data</a:t>
            </a:r>
            <a:r>
              <a:rPr dirty="0" sz="800" spc="75">
                <a:solidFill>
                  <a:srgbClr val="B8E886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B8E886"/>
                </a:solidFill>
                <a:latin typeface="Courier New"/>
                <a:cs typeface="Courier New"/>
              </a:rPr>
              <a:t>goes</a:t>
            </a:r>
            <a:r>
              <a:rPr dirty="0" sz="800" spc="70">
                <a:solidFill>
                  <a:srgbClr val="B8E886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B8E886"/>
                </a:solidFill>
                <a:latin typeface="Courier New"/>
                <a:cs typeface="Courier New"/>
              </a:rPr>
              <a:t>here"</a:t>
            </a:r>
            <a:r>
              <a:rPr dirty="0" sz="800" spc="-10">
                <a:solidFill>
                  <a:srgbClr val="E7E9F5"/>
                </a:solidFill>
                <a:latin typeface="Courier New"/>
                <a:cs typeface="Courier New"/>
              </a:rPr>
              <a:t>)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66774" y="4181474"/>
            <a:ext cx="647700" cy="190500"/>
          </a:xfrm>
          <a:custGeom>
            <a:avLst/>
            <a:gdLst/>
            <a:ahLst/>
            <a:cxnLst/>
            <a:rect l="l" t="t" r="r" b="b"/>
            <a:pathLst>
              <a:path w="647700" h="190500">
                <a:moveTo>
                  <a:pt x="614652" y="190499"/>
                </a:moveTo>
                <a:lnTo>
                  <a:pt x="33047" y="190499"/>
                </a:lnTo>
                <a:lnTo>
                  <a:pt x="28187" y="189532"/>
                </a:lnTo>
                <a:lnTo>
                  <a:pt x="966" y="162311"/>
                </a:lnTo>
                <a:lnTo>
                  <a:pt x="0" y="157452"/>
                </a:lnTo>
                <a:lnTo>
                  <a:pt x="0" y="152399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614652" y="0"/>
                </a:lnTo>
                <a:lnTo>
                  <a:pt x="646733" y="28187"/>
                </a:lnTo>
                <a:lnTo>
                  <a:pt x="647699" y="33047"/>
                </a:lnTo>
                <a:lnTo>
                  <a:pt x="647699" y="157452"/>
                </a:lnTo>
                <a:lnTo>
                  <a:pt x="619512" y="189532"/>
                </a:lnTo>
                <a:lnTo>
                  <a:pt x="614652" y="190499"/>
                </a:lnTo>
                <a:close/>
              </a:path>
            </a:pathLst>
          </a:custGeom>
          <a:solidFill>
            <a:srgbClr val="E7E9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920750" y="4202112"/>
            <a:ext cx="523875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spc="-20" b="1">
                <a:solidFill>
                  <a:srgbClr val="293283"/>
                </a:solidFill>
                <a:latin typeface="Cambria"/>
                <a:cs typeface="Cambria"/>
              </a:rPr>
              <a:t>U</a:t>
            </a:r>
            <a:r>
              <a:rPr dirty="0" sz="700" spc="-55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700" spc="-35" b="1">
                <a:solidFill>
                  <a:srgbClr val="293283"/>
                </a:solidFill>
                <a:latin typeface="Cambria"/>
                <a:cs typeface="Cambria"/>
              </a:rPr>
              <a:t>S</a:t>
            </a:r>
            <a:r>
              <a:rPr dirty="0" sz="700" spc="-55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700" b="1">
                <a:solidFill>
                  <a:srgbClr val="293283"/>
                </a:solidFill>
                <a:latin typeface="Cambria"/>
                <a:cs typeface="Cambria"/>
              </a:rPr>
              <a:t>E</a:t>
            </a:r>
            <a:r>
              <a:rPr dirty="0" sz="700" spc="170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700" spc="-40" b="1">
                <a:solidFill>
                  <a:srgbClr val="293283"/>
                </a:solidFill>
                <a:latin typeface="Cambria"/>
                <a:cs typeface="Cambria"/>
              </a:rPr>
              <a:t>W</a:t>
            </a:r>
            <a:r>
              <a:rPr dirty="0" sz="700" spc="-55" b="1">
                <a:solidFill>
                  <a:srgbClr val="293283"/>
                </a:solidFill>
                <a:latin typeface="Cambria"/>
                <a:cs typeface="Cambria"/>
              </a:rPr>
              <a:t> H </a:t>
            </a:r>
            <a:r>
              <a:rPr dirty="0" sz="700" spc="-65" b="1">
                <a:solidFill>
                  <a:srgbClr val="293283"/>
                </a:solidFill>
                <a:latin typeface="Cambria"/>
                <a:cs typeface="Cambria"/>
              </a:rPr>
              <a:t>E</a:t>
            </a:r>
            <a:r>
              <a:rPr dirty="0" sz="700" spc="-55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700" spc="-50" b="1">
                <a:solidFill>
                  <a:srgbClr val="293283"/>
                </a:solidFill>
                <a:latin typeface="Cambria"/>
                <a:cs typeface="Cambria"/>
              </a:rPr>
              <a:t>N</a:t>
            </a:r>
            <a:endParaRPr sz="700">
              <a:latin typeface="Cambria"/>
              <a:cs typeface="Cambr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574254" y="4151629"/>
            <a:ext cx="4135120" cy="3111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7200"/>
              </a:lnSpc>
              <a:spcBef>
                <a:spcPts val="95"/>
              </a:spcBef>
            </a:pPr>
            <a:r>
              <a:rPr dirty="0" sz="800" spc="-65">
                <a:solidFill>
                  <a:srgbClr val="4A4E6A"/>
                </a:solidFill>
                <a:latin typeface="Tahoma"/>
                <a:cs typeface="Tahoma"/>
              </a:rPr>
              <a:t>You</a:t>
            </a:r>
            <a:r>
              <a:rPr dirty="0" sz="800" spc="-45">
                <a:solidFill>
                  <a:srgbClr val="4A4E6A"/>
                </a:solidFill>
                <a:latin typeface="Tahoma"/>
                <a:cs typeface="Tahoma"/>
              </a:rPr>
              <a:t> have</a:t>
            </a:r>
            <a:r>
              <a:rPr dirty="0" sz="800" spc="-4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00" spc="-20">
                <a:solidFill>
                  <a:srgbClr val="4A4E6A"/>
                </a:solidFill>
                <a:latin typeface="Tahoma"/>
                <a:cs typeface="Tahoma"/>
              </a:rPr>
              <a:t>multiple</a:t>
            </a:r>
            <a:r>
              <a:rPr dirty="0" sz="800" spc="-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00" spc="-35">
                <a:solidFill>
                  <a:srgbClr val="4A4E6A"/>
                </a:solidFill>
                <a:latin typeface="Tahoma"/>
                <a:cs typeface="Tahoma"/>
              </a:rPr>
              <a:t>views</a:t>
            </a:r>
            <a:r>
              <a:rPr dirty="0" sz="800" spc="-4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00" spc="-10">
                <a:solidFill>
                  <a:srgbClr val="4A4E6A"/>
                </a:solidFill>
                <a:latin typeface="Tahoma"/>
                <a:cs typeface="Tahoma"/>
              </a:rPr>
              <a:t>of</a:t>
            </a:r>
            <a:r>
              <a:rPr dirty="0" sz="800" spc="-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00" spc="-20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800" spc="-4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00" spc="-45">
                <a:solidFill>
                  <a:srgbClr val="4A4E6A"/>
                </a:solidFill>
                <a:latin typeface="Tahoma"/>
                <a:cs typeface="Tahoma"/>
              </a:rPr>
              <a:t>same </a:t>
            </a:r>
            <a:r>
              <a:rPr dirty="0" sz="800" spc="-35">
                <a:solidFill>
                  <a:srgbClr val="4A4E6A"/>
                </a:solidFill>
                <a:latin typeface="Tahoma"/>
                <a:cs typeface="Tahoma"/>
              </a:rPr>
              <a:t>data</a:t>
            </a:r>
            <a:r>
              <a:rPr dirty="0" sz="800" spc="-4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00" spc="-30">
                <a:solidFill>
                  <a:srgbClr val="4A4E6A"/>
                </a:solidFill>
                <a:latin typeface="Tahoma"/>
                <a:cs typeface="Tahoma"/>
              </a:rPr>
              <a:t>(input</a:t>
            </a:r>
            <a:r>
              <a:rPr dirty="0" sz="800" spc="-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00" spc="-30">
                <a:solidFill>
                  <a:srgbClr val="4A4E6A"/>
                </a:solidFill>
                <a:latin typeface="Tahoma"/>
                <a:cs typeface="Tahoma"/>
              </a:rPr>
              <a:t>form,</a:t>
            </a:r>
            <a:r>
              <a:rPr dirty="0" sz="800" spc="-4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00" spc="-35">
                <a:solidFill>
                  <a:srgbClr val="4A4E6A"/>
                </a:solidFill>
                <a:latin typeface="Tahoma"/>
                <a:cs typeface="Tahoma"/>
              </a:rPr>
              <a:t>visualization,</a:t>
            </a:r>
            <a:r>
              <a:rPr dirty="0" sz="800" spc="-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00" spc="-35">
                <a:solidFill>
                  <a:srgbClr val="4A4E6A"/>
                </a:solidFill>
                <a:latin typeface="Tahoma"/>
                <a:cs typeface="Tahoma"/>
              </a:rPr>
              <a:t>raw</a:t>
            </a:r>
            <a:r>
              <a:rPr dirty="0" sz="800" spc="-4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00" spc="-35">
                <a:solidFill>
                  <a:srgbClr val="4A4E6A"/>
                </a:solidFill>
                <a:latin typeface="Tahoma"/>
                <a:cs typeface="Tahoma"/>
              </a:rPr>
              <a:t>table).</a:t>
            </a:r>
            <a:r>
              <a:rPr dirty="0" sz="800" spc="-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00" spc="-40">
                <a:solidFill>
                  <a:srgbClr val="4A4E6A"/>
                </a:solidFill>
                <a:latin typeface="Tahoma"/>
                <a:cs typeface="Tahoma"/>
              </a:rPr>
              <a:t>Users </a:t>
            </a:r>
            <a:r>
              <a:rPr dirty="0" sz="800" spc="-30">
                <a:solidFill>
                  <a:srgbClr val="4A4E6A"/>
                </a:solidFill>
                <a:latin typeface="Tahoma"/>
                <a:cs typeface="Tahoma"/>
              </a:rPr>
              <a:t>pick</a:t>
            </a:r>
            <a:r>
              <a:rPr dirty="0" sz="800" spc="-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00" spc="-30">
                <a:solidFill>
                  <a:srgbClr val="4A4E6A"/>
                </a:solidFill>
                <a:latin typeface="Tahoma"/>
                <a:cs typeface="Tahoma"/>
              </a:rPr>
              <a:t>which</a:t>
            </a:r>
            <a:r>
              <a:rPr dirty="0" sz="800" spc="-4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00" spc="-25">
                <a:solidFill>
                  <a:srgbClr val="4A4E6A"/>
                </a:solidFill>
                <a:latin typeface="Tahoma"/>
                <a:cs typeface="Tahoma"/>
              </a:rPr>
              <a:t>to </a:t>
            </a:r>
            <a:r>
              <a:rPr dirty="0" sz="800" spc="-20">
                <a:solidFill>
                  <a:srgbClr val="4A4E6A"/>
                </a:solidFill>
                <a:latin typeface="Tahoma"/>
                <a:cs typeface="Tahoma"/>
              </a:rPr>
              <a:t>see.</a:t>
            </a:r>
            <a:endParaRPr sz="800">
              <a:latin typeface="Tahoma"/>
              <a:cs typeface="Tahom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866774" y="4562474"/>
            <a:ext cx="4943475" cy="1076325"/>
            <a:chOff x="866774" y="4562474"/>
            <a:chExt cx="4943475" cy="1076325"/>
          </a:xfrm>
        </p:grpSpPr>
        <p:sp>
          <p:nvSpPr>
            <p:cNvPr id="20" name="object 20"/>
            <p:cNvSpPr/>
            <p:nvPr/>
          </p:nvSpPr>
          <p:spPr>
            <a:xfrm>
              <a:off x="866774" y="4562474"/>
              <a:ext cx="4943475" cy="1076325"/>
            </a:xfrm>
            <a:custGeom>
              <a:avLst/>
              <a:gdLst/>
              <a:ahLst/>
              <a:cxnLst/>
              <a:rect l="l" t="t" r="r" b="b"/>
              <a:pathLst>
                <a:path w="4943475" h="1076325">
                  <a:moveTo>
                    <a:pt x="4867274" y="1076324"/>
                  </a:moveTo>
                  <a:lnTo>
                    <a:pt x="76199" y="1076324"/>
                  </a:lnTo>
                  <a:lnTo>
                    <a:pt x="68693" y="1075962"/>
                  </a:lnTo>
                  <a:lnTo>
                    <a:pt x="27882" y="1059057"/>
                  </a:lnTo>
                  <a:lnTo>
                    <a:pt x="3262" y="1022210"/>
                  </a:lnTo>
                  <a:lnTo>
                    <a:pt x="0" y="1000124"/>
                  </a:lnTo>
                  <a:lnTo>
                    <a:pt x="0" y="76199"/>
                  </a:lnTo>
                  <a:lnTo>
                    <a:pt x="12829" y="33857"/>
                  </a:lnTo>
                  <a:lnTo>
                    <a:pt x="47039" y="5799"/>
                  </a:lnTo>
                  <a:lnTo>
                    <a:pt x="76199" y="0"/>
                  </a:lnTo>
                  <a:lnTo>
                    <a:pt x="4867274" y="0"/>
                  </a:lnTo>
                  <a:lnTo>
                    <a:pt x="4909616" y="12829"/>
                  </a:lnTo>
                  <a:lnTo>
                    <a:pt x="4937673" y="47038"/>
                  </a:lnTo>
                  <a:lnTo>
                    <a:pt x="4943474" y="76199"/>
                  </a:lnTo>
                  <a:lnTo>
                    <a:pt x="4943474" y="1000124"/>
                  </a:lnTo>
                  <a:lnTo>
                    <a:pt x="4930644" y="1042466"/>
                  </a:lnTo>
                  <a:lnTo>
                    <a:pt x="4896433" y="1070524"/>
                  </a:lnTo>
                  <a:lnTo>
                    <a:pt x="4867274" y="1076324"/>
                  </a:lnTo>
                  <a:close/>
                </a:path>
              </a:pathLst>
            </a:custGeom>
            <a:solidFill>
              <a:srgbClr val="F4EF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866762" y="4562474"/>
              <a:ext cx="4943475" cy="1076325"/>
            </a:xfrm>
            <a:custGeom>
              <a:avLst/>
              <a:gdLst/>
              <a:ahLst/>
              <a:cxnLst/>
              <a:rect l="l" t="t" r="r" b="b"/>
              <a:pathLst>
                <a:path w="4943475" h="1076325">
                  <a:moveTo>
                    <a:pt x="9525" y="937006"/>
                  </a:moveTo>
                  <a:lnTo>
                    <a:pt x="0" y="937006"/>
                  </a:lnTo>
                  <a:lnTo>
                    <a:pt x="0" y="965581"/>
                  </a:lnTo>
                  <a:lnTo>
                    <a:pt x="9525" y="965581"/>
                  </a:lnTo>
                  <a:lnTo>
                    <a:pt x="9525" y="937006"/>
                  </a:lnTo>
                  <a:close/>
                </a:path>
                <a:path w="4943475" h="1076325">
                  <a:moveTo>
                    <a:pt x="9525" y="889419"/>
                  </a:moveTo>
                  <a:lnTo>
                    <a:pt x="0" y="889419"/>
                  </a:lnTo>
                  <a:lnTo>
                    <a:pt x="0" y="917994"/>
                  </a:lnTo>
                  <a:lnTo>
                    <a:pt x="9525" y="917994"/>
                  </a:lnTo>
                  <a:lnTo>
                    <a:pt x="9525" y="889419"/>
                  </a:lnTo>
                  <a:close/>
                </a:path>
                <a:path w="4943475" h="1076325">
                  <a:moveTo>
                    <a:pt x="9525" y="841832"/>
                  </a:moveTo>
                  <a:lnTo>
                    <a:pt x="0" y="841832"/>
                  </a:lnTo>
                  <a:lnTo>
                    <a:pt x="0" y="870407"/>
                  </a:lnTo>
                  <a:lnTo>
                    <a:pt x="9525" y="870407"/>
                  </a:lnTo>
                  <a:lnTo>
                    <a:pt x="9525" y="841832"/>
                  </a:lnTo>
                  <a:close/>
                </a:path>
                <a:path w="4943475" h="1076325">
                  <a:moveTo>
                    <a:pt x="9525" y="794245"/>
                  </a:moveTo>
                  <a:lnTo>
                    <a:pt x="0" y="794245"/>
                  </a:lnTo>
                  <a:lnTo>
                    <a:pt x="0" y="822820"/>
                  </a:lnTo>
                  <a:lnTo>
                    <a:pt x="9525" y="822820"/>
                  </a:lnTo>
                  <a:lnTo>
                    <a:pt x="9525" y="794245"/>
                  </a:lnTo>
                  <a:close/>
                </a:path>
                <a:path w="4943475" h="1076325">
                  <a:moveTo>
                    <a:pt x="9525" y="746658"/>
                  </a:moveTo>
                  <a:lnTo>
                    <a:pt x="0" y="746658"/>
                  </a:lnTo>
                  <a:lnTo>
                    <a:pt x="0" y="775233"/>
                  </a:lnTo>
                  <a:lnTo>
                    <a:pt x="9525" y="775233"/>
                  </a:lnTo>
                  <a:lnTo>
                    <a:pt x="9525" y="746658"/>
                  </a:lnTo>
                  <a:close/>
                </a:path>
                <a:path w="4943475" h="1076325">
                  <a:moveTo>
                    <a:pt x="9525" y="699071"/>
                  </a:moveTo>
                  <a:lnTo>
                    <a:pt x="0" y="699071"/>
                  </a:lnTo>
                  <a:lnTo>
                    <a:pt x="0" y="727646"/>
                  </a:lnTo>
                  <a:lnTo>
                    <a:pt x="9525" y="727646"/>
                  </a:lnTo>
                  <a:lnTo>
                    <a:pt x="9525" y="699071"/>
                  </a:lnTo>
                  <a:close/>
                </a:path>
                <a:path w="4943475" h="1076325">
                  <a:moveTo>
                    <a:pt x="9525" y="651484"/>
                  </a:moveTo>
                  <a:lnTo>
                    <a:pt x="0" y="651484"/>
                  </a:lnTo>
                  <a:lnTo>
                    <a:pt x="0" y="680059"/>
                  </a:lnTo>
                  <a:lnTo>
                    <a:pt x="9525" y="680059"/>
                  </a:lnTo>
                  <a:lnTo>
                    <a:pt x="9525" y="651484"/>
                  </a:lnTo>
                  <a:close/>
                </a:path>
                <a:path w="4943475" h="1076325">
                  <a:moveTo>
                    <a:pt x="9525" y="603897"/>
                  </a:moveTo>
                  <a:lnTo>
                    <a:pt x="0" y="603897"/>
                  </a:lnTo>
                  <a:lnTo>
                    <a:pt x="0" y="632472"/>
                  </a:lnTo>
                  <a:lnTo>
                    <a:pt x="9525" y="632472"/>
                  </a:lnTo>
                  <a:lnTo>
                    <a:pt x="9525" y="603897"/>
                  </a:lnTo>
                  <a:close/>
                </a:path>
                <a:path w="4943475" h="1076325">
                  <a:moveTo>
                    <a:pt x="9525" y="556310"/>
                  </a:moveTo>
                  <a:lnTo>
                    <a:pt x="0" y="556310"/>
                  </a:lnTo>
                  <a:lnTo>
                    <a:pt x="0" y="584885"/>
                  </a:lnTo>
                  <a:lnTo>
                    <a:pt x="9525" y="584885"/>
                  </a:lnTo>
                  <a:lnTo>
                    <a:pt x="9525" y="556310"/>
                  </a:lnTo>
                  <a:close/>
                </a:path>
                <a:path w="4943475" h="1076325">
                  <a:moveTo>
                    <a:pt x="9525" y="508723"/>
                  </a:moveTo>
                  <a:lnTo>
                    <a:pt x="0" y="508723"/>
                  </a:lnTo>
                  <a:lnTo>
                    <a:pt x="0" y="537298"/>
                  </a:lnTo>
                  <a:lnTo>
                    <a:pt x="9525" y="537298"/>
                  </a:lnTo>
                  <a:lnTo>
                    <a:pt x="9525" y="508723"/>
                  </a:lnTo>
                  <a:close/>
                </a:path>
                <a:path w="4943475" h="1076325">
                  <a:moveTo>
                    <a:pt x="9525" y="461137"/>
                  </a:moveTo>
                  <a:lnTo>
                    <a:pt x="0" y="461137"/>
                  </a:lnTo>
                  <a:lnTo>
                    <a:pt x="0" y="489712"/>
                  </a:lnTo>
                  <a:lnTo>
                    <a:pt x="9525" y="489712"/>
                  </a:lnTo>
                  <a:lnTo>
                    <a:pt x="9525" y="461137"/>
                  </a:lnTo>
                  <a:close/>
                </a:path>
                <a:path w="4943475" h="1076325">
                  <a:moveTo>
                    <a:pt x="9525" y="413550"/>
                  </a:moveTo>
                  <a:lnTo>
                    <a:pt x="0" y="413550"/>
                  </a:lnTo>
                  <a:lnTo>
                    <a:pt x="0" y="442125"/>
                  </a:lnTo>
                  <a:lnTo>
                    <a:pt x="9525" y="442125"/>
                  </a:lnTo>
                  <a:lnTo>
                    <a:pt x="9525" y="413550"/>
                  </a:lnTo>
                  <a:close/>
                </a:path>
                <a:path w="4943475" h="1076325">
                  <a:moveTo>
                    <a:pt x="9525" y="365963"/>
                  </a:moveTo>
                  <a:lnTo>
                    <a:pt x="0" y="365963"/>
                  </a:lnTo>
                  <a:lnTo>
                    <a:pt x="0" y="394538"/>
                  </a:lnTo>
                  <a:lnTo>
                    <a:pt x="9525" y="394538"/>
                  </a:lnTo>
                  <a:lnTo>
                    <a:pt x="9525" y="365963"/>
                  </a:lnTo>
                  <a:close/>
                </a:path>
                <a:path w="4943475" h="1076325">
                  <a:moveTo>
                    <a:pt x="9525" y="318376"/>
                  </a:moveTo>
                  <a:lnTo>
                    <a:pt x="0" y="318376"/>
                  </a:lnTo>
                  <a:lnTo>
                    <a:pt x="0" y="346951"/>
                  </a:lnTo>
                  <a:lnTo>
                    <a:pt x="9525" y="346951"/>
                  </a:lnTo>
                  <a:lnTo>
                    <a:pt x="9525" y="318376"/>
                  </a:lnTo>
                  <a:close/>
                </a:path>
                <a:path w="4943475" h="1076325">
                  <a:moveTo>
                    <a:pt x="9525" y="270789"/>
                  </a:moveTo>
                  <a:lnTo>
                    <a:pt x="0" y="270789"/>
                  </a:lnTo>
                  <a:lnTo>
                    <a:pt x="0" y="299364"/>
                  </a:lnTo>
                  <a:lnTo>
                    <a:pt x="9525" y="299364"/>
                  </a:lnTo>
                  <a:lnTo>
                    <a:pt x="9525" y="270789"/>
                  </a:lnTo>
                  <a:close/>
                </a:path>
                <a:path w="4943475" h="1076325">
                  <a:moveTo>
                    <a:pt x="9525" y="223202"/>
                  </a:moveTo>
                  <a:lnTo>
                    <a:pt x="0" y="223202"/>
                  </a:lnTo>
                  <a:lnTo>
                    <a:pt x="0" y="251777"/>
                  </a:lnTo>
                  <a:lnTo>
                    <a:pt x="9525" y="251777"/>
                  </a:lnTo>
                  <a:lnTo>
                    <a:pt x="9525" y="223202"/>
                  </a:lnTo>
                  <a:close/>
                </a:path>
                <a:path w="4943475" h="1076325">
                  <a:moveTo>
                    <a:pt x="9525" y="175615"/>
                  </a:moveTo>
                  <a:lnTo>
                    <a:pt x="0" y="175615"/>
                  </a:lnTo>
                  <a:lnTo>
                    <a:pt x="0" y="204190"/>
                  </a:lnTo>
                  <a:lnTo>
                    <a:pt x="9525" y="204190"/>
                  </a:lnTo>
                  <a:lnTo>
                    <a:pt x="9525" y="175615"/>
                  </a:lnTo>
                  <a:close/>
                </a:path>
                <a:path w="4943475" h="1076325">
                  <a:moveTo>
                    <a:pt x="9525" y="128028"/>
                  </a:moveTo>
                  <a:lnTo>
                    <a:pt x="0" y="128028"/>
                  </a:lnTo>
                  <a:lnTo>
                    <a:pt x="0" y="156603"/>
                  </a:lnTo>
                  <a:lnTo>
                    <a:pt x="9525" y="156603"/>
                  </a:lnTo>
                  <a:lnTo>
                    <a:pt x="9525" y="128028"/>
                  </a:lnTo>
                  <a:close/>
                </a:path>
                <a:path w="4943475" h="1076325">
                  <a:moveTo>
                    <a:pt x="9525" y="80441"/>
                  </a:moveTo>
                  <a:lnTo>
                    <a:pt x="0" y="80441"/>
                  </a:lnTo>
                  <a:lnTo>
                    <a:pt x="0" y="109016"/>
                  </a:lnTo>
                  <a:lnTo>
                    <a:pt x="9525" y="109016"/>
                  </a:lnTo>
                  <a:lnTo>
                    <a:pt x="9525" y="80441"/>
                  </a:lnTo>
                  <a:close/>
                </a:path>
                <a:path w="4943475" h="1076325">
                  <a:moveTo>
                    <a:pt x="10515" y="1011174"/>
                  </a:moveTo>
                  <a:lnTo>
                    <a:pt x="9842" y="1006703"/>
                  </a:lnTo>
                  <a:lnTo>
                    <a:pt x="9525" y="1000125"/>
                  </a:lnTo>
                  <a:lnTo>
                    <a:pt x="9525" y="984592"/>
                  </a:lnTo>
                  <a:lnTo>
                    <a:pt x="0" y="984592"/>
                  </a:lnTo>
                  <a:lnTo>
                    <a:pt x="0" y="1000125"/>
                  </a:lnTo>
                  <a:lnTo>
                    <a:pt x="368" y="1007643"/>
                  </a:lnTo>
                  <a:lnTo>
                    <a:pt x="1130" y="1012748"/>
                  </a:lnTo>
                  <a:lnTo>
                    <a:pt x="10515" y="1011174"/>
                  </a:lnTo>
                  <a:close/>
                </a:path>
                <a:path w="4943475" h="1076325">
                  <a:moveTo>
                    <a:pt x="20116" y="40220"/>
                  </a:moveTo>
                  <a:lnTo>
                    <a:pt x="12103" y="35077"/>
                  </a:lnTo>
                  <a:lnTo>
                    <a:pt x="9029" y="40220"/>
                  </a:lnTo>
                  <a:lnTo>
                    <a:pt x="5803" y="47040"/>
                  </a:lnTo>
                  <a:lnTo>
                    <a:pt x="3263" y="54114"/>
                  </a:lnTo>
                  <a:lnTo>
                    <a:pt x="1460" y="61341"/>
                  </a:lnTo>
                  <a:lnTo>
                    <a:pt x="1384" y="61836"/>
                  </a:lnTo>
                  <a:lnTo>
                    <a:pt x="10731" y="63639"/>
                  </a:lnTo>
                  <a:lnTo>
                    <a:pt x="10795" y="63195"/>
                  </a:lnTo>
                  <a:lnTo>
                    <a:pt x="12382" y="56883"/>
                  </a:lnTo>
                  <a:lnTo>
                    <a:pt x="14605" y="50685"/>
                  </a:lnTo>
                  <a:lnTo>
                    <a:pt x="17411" y="44742"/>
                  </a:lnTo>
                  <a:lnTo>
                    <a:pt x="20116" y="40220"/>
                  </a:lnTo>
                  <a:close/>
                </a:path>
                <a:path w="4943475" h="1076325">
                  <a:moveTo>
                    <a:pt x="29832" y="1047978"/>
                  </a:moveTo>
                  <a:lnTo>
                    <a:pt x="15443" y="1027417"/>
                  </a:lnTo>
                  <a:lnTo>
                    <a:pt x="6756" y="1031316"/>
                  </a:lnTo>
                  <a:lnTo>
                    <a:pt x="23202" y="1054811"/>
                  </a:lnTo>
                  <a:lnTo>
                    <a:pt x="29832" y="1047978"/>
                  </a:lnTo>
                  <a:close/>
                </a:path>
                <a:path w="4943475" h="1076325">
                  <a:moveTo>
                    <a:pt x="52184" y="14071"/>
                  </a:moveTo>
                  <a:lnTo>
                    <a:pt x="48742" y="5194"/>
                  </a:lnTo>
                  <a:lnTo>
                    <a:pt x="47040" y="5803"/>
                  </a:lnTo>
                  <a:lnTo>
                    <a:pt x="40246" y="9017"/>
                  </a:lnTo>
                  <a:lnTo>
                    <a:pt x="33858" y="12839"/>
                  </a:lnTo>
                  <a:lnTo>
                    <a:pt x="27889" y="17272"/>
                  </a:lnTo>
                  <a:lnTo>
                    <a:pt x="24523" y="20332"/>
                  </a:lnTo>
                  <a:lnTo>
                    <a:pt x="30988" y="27317"/>
                  </a:lnTo>
                  <a:lnTo>
                    <a:pt x="33934" y="24638"/>
                  </a:lnTo>
                  <a:lnTo>
                    <a:pt x="39154" y="20751"/>
                  </a:lnTo>
                  <a:lnTo>
                    <a:pt x="44742" y="17411"/>
                  </a:lnTo>
                  <a:lnTo>
                    <a:pt x="50685" y="14605"/>
                  </a:lnTo>
                  <a:lnTo>
                    <a:pt x="52184" y="14071"/>
                  </a:lnTo>
                  <a:close/>
                </a:path>
                <a:path w="4943475" h="1076325">
                  <a:moveTo>
                    <a:pt x="67157" y="1066126"/>
                  </a:moveTo>
                  <a:lnTo>
                    <a:pt x="43294" y="1058049"/>
                  </a:lnTo>
                  <a:lnTo>
                    <a:pt x="38595" y="1066330"/>
                  </a:lnTo>
                  <a:lnTo>
                    <a:pt x="65862" y="1075550"/>
                  </a:lnTo>
                  <a:lnTo>
                    <a:pt x="65963" y="1074877"/>
                  </a:lnTo>
                  <a:lnTo>
                    <a:pt x="67157" y="1066126"/>
                  </a:lnTo>
                  <a:close/>
                </a:path>
                <a:path w="4943475" h="1076325">
                  <a:moveTo>
                    <a:pt x="104775" y="0"/>
                  </a:moveTo>
                  <a:lnTo>
                    <a:pt x="76200" y="0"/>
                  </a:lnTo>
                  <a:lnTo>
                    <a:pt x="68694" y="368"/>
                  </a:lnTo>
                  <a:lnTo>
                    <a:pt x="67576" y="533"/>
                  </a:lnTo>
                  <a:lnTo>
                    <a:pt x="68656" y="9994"/>
                  </a:lnTo>
                  <a:lnTo>
                    <a:pt x="69634" y="9842"/>
                  </a:lnTo>
                  <a:lnTo>
                    <a:pt x="76200" y="9525"/>
                  </a:lnTo>
                  <a:lnTo>
                    <a:pt x="104775" y="9525"/>
                  </a:lnTo>
                  <a:lnTo>
                    <a:pt x="104775" y="0"/>
                  </a:lnTo>
                  <a:close/>
                </a:path>
                <a:path w="4943475" h="1076325">
                  <a:moveTo>
                    <a:pt x="113080" y="1066800"/>
                  </a:moveTo>
                  <a:lnTo>
                    <a:pt x="84505" y="1066800"/>
                  </a:lnTo>
                  <a:lnTo>
                    <a:pt x="84505" y="1076325"/>
                  </a:lnTo>
                  <a:lnTo>
                    <a:pt x="113080" y="1076325"/>
                  </a:lnTo>
                  <a:lnTo>
                    <a:pt x="113080" y="1066800"/>
                  </a:lnTo>
                  <a:close/>
                </a:path>
                <a:path w="4943475" h="1076325">
                  <a:moveTo>
                    <a:pt x="152361" y="0"/>
                  </a:moveTo>
                  <a:lnTo>
                    <a:pt x="123786" y="0"/>
                  </a:lnTo>
                  <a:lnTo>
                    <a:pt x="123786" y="9525"/>
                  </a:lnTo>
                  <a:lnTo>
                    <a:pt x="152361" y="9525"/>
                  </a:lnTo>
                  <a:lnTo>
                    <a:pt x="152361" y="0"/>
                  </a:lnTo>
                  <a:close/>
                </a:path>
                <a:path w="4943475" h="1076325">
                  <a:moveTo>
                    <a:pt x="160667" y="1066800"/>
                  </a:moveTo>
                  <a:lnTo>
                    <a:pt x="132092" y="1066800"/>
                  </a:lnTo>
                  <a:lnTo>
                    <a:pt x="132092" y="1076325"/>
                  </a:lnTo>
                  <a:lnTo>
                    <a:pt x="160667" y="1076325"/>
                  </a:lnTo>
                  <a:lnTo>
                    <a:pt x="160667" y="1066800"/>
                  </a:lnTo>
                  <a:close/>
                </a:path>
                <a:path w="4943475" h="1076325">
                  <a:moveTo>
                    <a:pt x="199948" y="0"/>
                  </a:moveTo>
                  <a:lnTo>
                    <a:pt x="171373" y="0"/>
                  </a:lnTo>
                  <a:lnTo>
                    <a:pt x="171373" y="9525"/>
                  </a:lnTo>
                  <a:lnTo>
                    <a:pt x="199948" y="9525"/>
                  </a:lnTo>
                  <a:lnTo>
                    <a:pt x="199948" y="0"/>
                  </a:lnTo>
                  <a:close/>
                </a:path>
                <a:path w="4943475" h="1076325">
                  <a:moveTo>
                    <a:pt x="208254" y="1066800"/>
                  </a:moveTo>
                  <a:lnTo>
                    <a:pt x="179679" y="1066800"/>
                  </a:lnTo>
                  <a:lnTo>
                    <a:pt x="179679" y="1076325"/>
                  </a:lnTo>
                  <a:lnTo>
                    <a:pt x="208254" y="1076325"/>
                  </a:lnTo>
                  <a:lnTo>
                    <a:pt x="208254" y="1066800"/>
                  </a:lnTo>
                  <a:close/>
                </a:path>
                <a:path w="4943475" h="1076325">
                  <a:moveTo>
                    <a:pt x="247535" y="0"/>
                  </a:moveTo>
                  <a:lnTo>
                    <a:pt x="218960" y="0"/>
                  </a:lnTo>
                  <a:lnTo>
                    <a:pt x="218960" y="9525"/>
                  </a:lnTo>
                  <a:lnTo>
                    <a:pt x="247535" y="9525"/>
                  </a:lnTo>
                  <a:lnTo>
                    <a:pt x="247535" y="0"/>
                  </a:lnTo>
                  <a:close/>
                </a:path>
                <a:path w="4943475" h="1076325">
                  <a:moveTo>
                    <a:pt x="255841" y="1066800"/>
                  </a:moveTo>
                  <a:lnTo>
                    <a:pt x="227266" y="1066800"/>
                  </a:lnTo>
                  <a:lnTo>
                    <a:pt x="227266" y="1076325"/>
                  </a:lnTo>
                  <a:lnTo>
                    <a:pt x="255841" y="1076325"/>
                  </a:lnTo>
                  <a:lnTo>
                    <a:pt x="255841" y="1066800"/>
                  </a:lnTo>
                  <a:close/>
                </a:path>
                <a:path w="4943475" h="1076325">
                  <a:moveTo>
                    <a:pt x="295122" y="0"/>
                  </a:moveTo>
                  <a:lnTo>
                    <a:pt x="266547" y="0"/>
                  </a:lnTo>
                  <a:lnTo>
                    <a:pt x="266547" y="9525"/>
                  </a:lnTo>
                  <a:lnTo>
                    <a:pt x="295122" y="9525"/>
                  </a:lnTo>
                  <a:lnTo>
                    <a:pt x="295122" y="0"/>
                  </a:lnTo>
                  <a:close/>
                </a:path>
                <a:path w="4943475" h="1076325">
                  <a:moveTo>
                    <a:pt x="303428" y="1066800"/>
                  </a:moveTo>
                  <a:lnTo>
                    <a:pt x="274853" y="1066800"/>
                  </a:lnTo>
                  <a:lnTo>
                    <a:pt x="274853" y="1076325"/>
                  </a:lnTo>
                  <a:lnTo>
                    <a:pt x="303428" y="1076325"/>
                  </a:lnTo>
                  <a:lnTo>
                    <a:pt x="303428" y="1066800"/>
                  </a:lnTo>
                  <a:close/>
                </a:path>
                <a:path w="4943475" h="1076325">
                  <a:moveTo>
                    <a:pt x="342709" y="0"/>
                  </a:moveTo>
                  <a:lnTo>
                    <a:pt x="314134" y="0"/>
                  </a:lnTo>
                  <a:lnTo>
                    <a:pt x="314134" y="9525"/>
                  </a:lnTo>
                  <a:lnTo>
                    <a:pt x="342709" y="9525"/>
                  </a:lnTo>
                  <a:lnTo>
                    <a:pt x="342709" y="0"/>
                  </a:lnTo>
                  <a:close/>
                </a:path>
                <a:path w="4943475" h="1076325">
                  <a:moveTo>
                    <a:pt x="351015" y="1066800"/>
                  </a:moveTo>
                  <a:lnTo>
                    <a:pt x="322440" y="1066800"/>
                  </a:lnTo>
                  <a:lnTo>
                    <a:pt x="322440" y="1076325"/>
                  </a:lnTo>
                  <a:lnTo>
                    <a:pt x="351015" y="1076325"/>
                  </a:lnTo>
                  <a:lnTo>
                    <a:pt x="351015" y="1066800"/>
                  </a:lnTo>
                  <a:close/>
                </a:path>
                <a:path w="4943475" h="1076325">
                  <a:moveTo>
                    <a:pt x="390296" y="0"/>
                  </a:moveTo>
                  <a:lnTo>
                    <a:pt x="361721" y="0"/>
                  </a:lnTo>
                  <a:lnTo>
                    <a:pt x="361721" y="9525"/>
                  </a:lnTo>
                  <a:lnTo>
                    <a:pt x="390296" y="9525"/>
                  </a:lnTo>
                  <a:lnTo>
                    <a:pt x="390296" y="0"/>
                  </a:lnTo>
                  <a:close/>
                </a:path>
                <a:path w="4943475" h="1076325">
                  <a:moveTo>
                    <a:pt x="398602" y="1066800"/>
                  </a:moveTo>
                  <a:lnTo>
                    <a:pt x="370027" y="1066800"/>
                  </a:lnTo>
                  <a:lnTo>
                    <a:pt x="370027" y="1076325"/>
                  </a:lnTo>
                  <a:lnTo>
                    <a:pt x="398602" y="1076325"/>
                  </a:lnTo>
                  <a:lnTo>
                    <a:pt x="398602" y="1066800"/>
                  </a:lnTo>
                  <a:close/>
                </a:path>
                <a:path w="4943475" h="1076325">
                  <a:moveTo>
                    <a:pt x="437883" y="0"/>
                  </a:moveTo>
                  <a:lnTo>
                    <a:pt x="409308" y="0"/>
                  </a:lnTo>
                  <a:lnTo>
                    <a:pt x="409308" y="9525"/>
                  </a:lnTo>
                  <a:lnTo>
                    <a:pt x="437883" y="9525"/>
                  </a:lnTo>
                  <a:lnTo>
                    <a:pt x="437883" y="0"/>
                  </a:lnTo>
                  <a:close/>
                </a:path>
                <a:path w="4943475" h="1076325">
                  <a:moveTo>
                    <a:pt x="446189" y="1066800"/>
                  </a:moveTo>
                  <a:lnTo>
                    <a:pt x="417614" y="1066800"/>
                  </a:lnTo>
                  <a:lnTo>
                    <a:pt x="417614" y="1076325"/>
                  </a:lnTo>
                  <a:lnTo>
                    <a:pt x="446189" y="1076325"/>
                  </a:lnTo>
                  <a:lnTo>
                    <a:pt x="446189" y="1066800"/>
                  </a:lnTo>
                  <a:close/>
                </a:path>
                <a:path w="4943475" h="1076325">
                  <a:moveTo>
                    <a:pt x="485470" y="0"/>
                  </a:moveTo>
                  <a:lnTo>
                    <a:pt x="456895" y="0"/>
                  </a:lnTo>
                  <a:lnTo>
                    <a:pt x="456895" y="9525"/>
                  </a:lnTo>
                  <a:lnTo>
                    <a:pt x="485470" y="9525"/>
                  </a:lnTo>
                  <a:lnTo>
                    <a:pt x="485470" y="0"/>
                  </a:lnTo>
                  <a:close/>
                </a:path>
                <a:path w="4943475" h="1076325">
                  <a:moveTo>
                    <a:pt x="493776" y="1066800"/>
                  </a:moveTo>
                  <a:lnTo>
                    <a:pt x="465201" y="1066800"/>
                  </a:lnTo>
                  <a:lnTo>
                    <a:pt x="465201" y="1076325"/>
                  </a:lnTo>
                  <a:lnTo>
                    <a:pt x="493776" y="1076325"/>
                  </a:lnTo>
                  <a:lnTo>
                    <a:pt x="493776" y="1066800"/>
                  </a:lnTo>
                  <a:close/>
                </a:path>
                <a:path w="4943475" h="1076325">
                  <a:moveTo>
                    <a:pt x="533057" y="0"/>
                  </a:moveTo>
                  <a:lnTo>
                    <a:pt x="504482" y="0"/>
                  </a:lnTo>
                  <a:lnTo>
                    <a:pt x="504482" y="9525"/>
                  </a:lnTo>
                  <a:lnTo>
                    <a:pt x="533057" y="9525"/>
                  </a:lnTo>
                  <a:lnTo>
                    <a:pt x="533057" y="0"/>
                  </a:lnTo>
                  <a:close/>
                </a:path>
                <a:path w="4943475" h="1076325">
                  <a:moveTo>
                    <a:pt x="541362" y="1066800"/>
                  </a:moveTo>
                  <a:lnTo>
                    <a:pt x="512787" y="1066800"/>
                  </a:lnTo>
                  <a:lnTo>
                    <a:pt x="512787" y="1076325"/>
                  </a:lnTo>
                  <a:lnTo>
                    <a:pt x="541362" y="1076325"/>
                  </a:lnTo>
                  <a:lnTo>
                    <a:pt x="541362" y="1066800"/>
                  </a:lnTo>
                  <a:close/>
                </a:path>
                <a:path w="4943475" h="1076325">
                  <a:moveTo>
                    <a:pt x="580644" y="0"/>
                  </a:moveTo>
                  <a:lnTo>
                    <a:pt x="552069" y="0"/>
                  </a:lnTo>
                  <a:lnTo>
                    <a:pt x="552069" y="9525"/>
                  </a:lnTo>
                  <a:lnTo>
                    <a:pt x="580644" y="9525"/>
                  </a:lnTo>
                  <a:lnTo>
                    <a:pt x="580644" y="0"/>
                  </a:lnTo>
                  <a:close/>
                </a:path>
                <a:path w="4943475" h="1076325">
                  <a:moveTo>
                    <a:pt x="588949" y="1066800"/>
                  </a:moveTo>
                  <a:lnTo>
                    <a:pt x="560374" y="1066800"/>
                  </a:lnTo>
                  <a:lnTo>
                    <a:pt x="560374" y="1076325"/>
                  </a:lnTo>
                  <a:lnTo>
                    <a:pt x="588949" y="1076325"/>
                  </a:lnTo>
                  <a:lnTo>
                    <a:pt x="588949" y="1066800"/>
                  </a:lnTo>
                  <a:close/>
                </a:path>
                <a:path w="4943475" h="1076325">
                  <a:moveTo>
                    <a:pt x="628230" y="0"/>
                  </a:moveTo>
                  <a:lnTo>
                    <a:pt x="599655" y="0"/>
                  </a:lnTo>
                  <a:lnTo>
                    <a:pt x="599655" y="9525"/>
                  </a:lnTo>
                  <a:lnTo>
                    <a:pt x="628230" y="9525"/>
                  </a:lnTo>
                  <a:lnTo>
                    <a:pt x="628230" y="0"/>
                  </a:lnTo>
                  <a:close/>
                </a:path>
                <a:path w="4943475" h="1076325">
                  <a:moveTo>
                    <a:pt x="636536" y="1066800"/>
                  </a:moveTo>
                  <a:lnTo>
                    <a:pt x="607961" y="1066800"/>
                  </a:lnTo>
                  <a:lnTo>
                    <a:pt x="607961" y="1076325"/>
                  </a:lnTo>
                  <a:lnTo>
                    <a:pt x="636536" y="1076325"/>
                  </a:lnTo>
                  <a:lnTo>
                    <a:pt x="636536" y="1066800"/>
                  </a:lnTo>
                  <a:close/>
                </a:path>
                <a:path w="4943475" h="1076325">
                  <a:moveTo>
                    <a:pt x="675817" y="0"/>
                  </a:moveTo>
                  <a:lnTo>
                    <a:pt x="647242" y="0"/>
                  </a:lnTo>
                  <a:lnTo>
                    <a:pt x="647242" y="9525"/>
                  </a:lnTo>
                  <a:lnTo>
                    <a:pt x="675817" y="9525"/>
                  </a:lnTo>
                  <a:lnTo>
                    <a:pt x="675817" y="0"/>
                  </a:lnTo>
                  <a:close/>
                </a:path>
                <a:path w="4943475" h="1076325">
                  <a:moveTo>
                    <a:pt x="684123" y="1066800"/>
                  </a:moveTo>
                  <a:lnTo>
                    <a:pt x="655548" y="1066800"/>
                  </a:lnTo>
                  <a:lnTo>
                    <a:pt x="655548" y="1076325"/>
                  </a:lnTo>
                  <a:lnTo>
                    <a:pt x="684123" y="1076325"/>
                  </a:lnTo>
                  <a:lnTo>
                    <a:pt x="684123" y="1066800"/>
                  </a:lnTo>
                  <a:close/>
                </a:path>
                <a:path w="4943475" h="1076325">
                  <a:moveTo>
                    <a:pt x="723404" y="0"/>
                  </a:moveTo>
                  <a:lnTo>
                    <a:pt x="694829" y="0"/>
                  </a:lnTo>
                  <a:lnTo>
                    <a:pt x="694829" y="9525"/>
                  </a:lnTo>
                  <a:lnTo>
                    <a:pt x="723404" y="9525"/>
                  </a:lnTo>
                  <a:lnTo>
                    <a:pt x="723404" y="0"/>
                  </a:lnTo>
                  <a:close/>
                </a:path>
                <a:path w="4943475" h="1076325">
                  <a:moveTo>
                    <a:pt x="731710" y="1066800"/>
                  </a:moveTo>
                  <a:lnTo>
                    <a:pt x="703135" y="1066800"/>
                  </a:lnTo>
                  <a:lnTo>
                    <a:pt x="703135" y="1076325"/>
                  </a:lnTo>
                  <a:lnTo>
                    <a:pt x="731710" y="1076325"/>
                  </a:lnTo>
                  <a:lnTo>
                    <a:pt x="731710" y="1066800"/>
                  </a:lnTo>
                  <a:close/>
                </a:path>
                <a:path w="4943475" h="1076325">
                  <a:moveTo>
                    <a:pt x="770991" y="0"/>
                  </a:moveTo>
                  <a:lnTo>
                    <a:pt x="742416" y="0"/>
                  </a:lnTo>
                  <a:lnTo>
                    <a:pt x="742416" y="9525"/>
                  </a:lnTo>
                  <a:lnTo>
                    <a:pt x="770991" y="9525"/>
                  </a:lnTo>
                  <a:lnTo>
                    <a:pt x="770991" y="0"/>
                  </a:lnTo>
                  <a:close/>
                </a:path>
                <a:path w="4943475" h="1076325">
                  <a:moveTo>
                    <a:pt x="779297" y="1066800"/>
                  </a:moveTo>
                  <a:lnTo>
                    <a:pt x="750722" y="1066800"/>
                  </a:lnTo>
                  <a:lnTo>
                    <a:pt x="750722" y="1076325"/>
                  </a:lnTo>
                  <a:lnTo>
                    <a:pt x="779297" y="1076325"/>
                  </a:lnTo>
                  <a:lnTo>
                    <a:pt x="779297" y="1066800"/>
                  </a:lnTo>
                  <a:close/>
                </a:path>
                <a:path w="4943475" h="1076325">
                  <a:moveTo>
                    <a:pt x="818578" y="0"/>
                  </a:moveTo>
                  <a:lnTo>
                    <a:pt x="790003" y="0"/>
                  </a:lnTo>
                  <a:lnTo>
                    <a:pt x="790003" y="9525"/>
                  </a:lnTo>
                  <a:lnTo>
                    <a:pt x="818578" y="9525"/>
                  </a:lnTo>
                  <a:lnTo>
                    <a:pt x="818578" y="0"/>
                  </a:lnTo>
                  <a:close/>
                </a:path>
                <a:path w="4943475" h="1076325">
                  <a:moveTo>
                    <a:pt x="826884" y="1066800"/>
                  </a:moveTo>
                  <a:lnTo>
                    <a:pt x="798309" y="1066800"/>
                  </a:lnTo>
                  <a:lnTo>
                    <a:pt x="798309" y="1076325"/>
                  </a:lnTo>
                  <a:lnTo>
                    <a:pt x="826884" y="1076325"/>
                  </a:lnTo>
                  <a:lnTo>
                    <a:pt x="826884" y="1066800"/>
                  </a:lnTo>
                  <a:close/>
                </a:path>
                <a:path w="4943475" h="1076325">
                  <a:moveTo>
                    <a:pt x="866165" y="0"/>
                  </a:moveTo>
                  <a:lnTo>
                    <a:pt x="837590" y="0"/>
                  </a:lnTo>
                  <a:lnTo>
                    <a:pt x="837590" y="9525"/>
                  </a:lnTo>
                  <a:lnTo>
                    <a:pt x="866165" y="9525"/>
                  </a:lnTo>
                  <a:lnTo>
                    <a:pt x="866165" y="0"/>
                  </a:lnTo>
                  <a:close/>
                </a:path>
                <a:path w="4943475" h="1076325">
                  <a:moveTo>
                    <a:pt x="874471" y="1066800"/>
                  </a:moveTo>
                  <a:lnTo>
                    <a:pt x="845896" y="1066800"/>
                  </a:lnTo>
                  <a:lnTo>
                    <a:pt x="845896" y="1076325"/>
                  </a:lnTo>
                  <a:lnTo>
                    <a:pt x="874471" y="1076325"/>
                  </a:lnTo>
                  <a:lnTo>
                    <a:pt x="874471" y="1066800"/>
                  </a:lnTo>
                  <a:close/>
                </a:path>
                <a:path w="4943475" h="1076325">
                  <a:moveTo>
                    <a:pt x="913752" y="0"/>
                  </a:moveTo>
                  <a:lnTo>
                    <a:pt x="885177" y="0"/>
                  </a:lnTo>
                  <a:lnTo>
                    <a:pt x="885177" y="9525"/>
                  </a:lnTo>
                  <a:lnTo>
                    <a:pt x="913752" y="9525"/>
                  </a:lnTo>
                  <a:lnTo>
                    <a:pt x="913752" y="0"/>
                  </a:lnTo>
                  <a:close/>
                </a:path>
                <a:path w="4943475" h="1076325">
                  <a:moveTo>
                    <a:pt x="922058" y="1066800"/>
                  </a:moveTo>
                  <a:lnTo>
                    <a:pt x="893483" y="1066800"/>
                  </a:lnTo>
                  <a:lnTo>
                    <a:pt x="893483" y="1076325"/>
                  </a:lnTo>
                  <a:lnTo>
                    <a:pt x="922058" y="1076325"/>
                  </a:lnTo>
                  <a:lnTo>
                    <a:pt x="922058" y="1066800"/>
                  </a:lnTo>
                  <a:close/>
                </a:path>
                <a:path w="4943475" h="1076325">
                  <a:moveTo>
                    <a:pt x="961339" y="0"/>
                  </a:moveTo>
                  <a:lnTo>
                    <a:pt x="932764" y="0"/>
                  </a:lnTo>
                  <a:lnTo>
                    <a:pt x="932764" y="9525"/>
                  </a:lnTo>
                  <a:lnTo>
                    <a:pt x="961339" y="9525"/>
                  </a:lnTo>
                  <a:lnTo>
                    <a:pt x="961339" y="0"/>
                  </a:lnTo>
                  <a:close/>
                </a:path>
                <a:path w="4943475" h="1076325">
                  <a:moveTo>
                    <a:pt x="969645" y="1066800"/>
                  </a:moveTo>
                  <a:lnTo>
                    <a:pt x="941070" y="1066800"/>
                  </a:lnTo>
                  <a:lnTo>
                    <a:pt x="941070" y="1076325"/>
                  </a:lnTo>
                  <a:lnTo>
                    <a:pt x="969645" y="1076325"/>
                  </a:lnTo>
                  <a:lnTo>
                    <a:pt x="969645" y="1066800"/>
                  </a:lnTo>
                  <a:close/>
                </a:path>
                <a:path w="4943475" h="1076325">
                  <a:moveTo>
                    <a:pt x="1008926" y="0"/>
                  </a:moveTo>
                  <a:lnTo>
                    <a:pt x="980351" y="0"/>
                  </a:lnTo>
                  <a:lnTo>
                    <a:pt x="980351" y="9525"/>
                  </a:lnTo>
                  <a:lnTo>
                    <a:pt x="1008926" y="9525"/>
                  </a:lnTo>
                  <a:lnTo>
                    <a:pt x="1008926" y="0"/>
                  </a:lnTo>
                  <a:close/>
                </a:path>
                <a:path w="4943475" h="1076325">
                  <a:moveTo>
                    <a:pt x="1017231" y="1066800"/>
                  </a:moveTo>
                  <a:lnTo>
                    <a:pt x="988656" y="1066800"/>
                  </a:lnTo>
                  <a:lnTo>
                    <a:pt x="988656" y="1076325"/>
                  </a:lnTo>
                  <a:lnTo>
                    <a:pt x="1017231" y="1076325"/>
                  </a:lnTo>
                  <a:lnTo>
                    <a:pt x="1017231" y="1066800"/>
                  </a:lnTo>
                  <a:close/>
                </a:path>
                <a:path w="4943475" h="1076325">
                  <a:moveTo>
                    <a:pt x="1056513" y="0"/>
                  </a:moveTo>
                  <a:lnTo>
                    <a:pt x="1027938" y="0"/>
                  </a:lnTo>
                  <a:lnTo>
                    <a:pt x="1027938" y="9525"/>
                  </a:lnTo>
                  <a:lnTo>
                    <a:pt x="1056513" y="9525"/>
                  </a:lnTo>
                  <a:lnTo>
                    <a:pt x="1056513" y="0"/>
                  </a:lnTo>
                  <a:close/>
                </a:path>
                <a:path w="4943475" h="1076325">
                  <a:moveTo>
                    <a:pt x="1064818" y="1066800"/>
                  </a:moveTo>
                  <a:lnTo>
                    <a:pt x="1036243" y="1066800"/>
                  </a:lnTo>
                  <a:lnTo>
                    <a:pt x="1036243" y="1076325"/>
                  </a:lnTo>
                  <a:lnTo>
                    <a:pt x="1064818" y="1076325"/>
                  </a:lnTo>
                  <a:lnTo>
                    <a:pt x="1064818" y="1066800"/>
                  </a:lnTo>
                  <a:close/>
                </a:path>
                <a:path w="4943475" h="1076325">
                  <a:moveTo>
                    <a:pt x="1104099" y="0"/>
                  </a:moveTo>
                  <a:lnTo>
                    <a:pt x="1075524" y="0"/>
                  </a:lnTo>
                  <a:lnTo>
                    <a:pt x="1075524" y="9525"/>
                  </a:lnTo>
                  <a:lnTo>
                    <a:pt x="1104099" y="9525"/>
                  </a:lnTo>
                  <a:lnTo>
                    <a:pt x="1104099" y="0"/>
                  </a:lnTo>
                  <a:close/>
                </a:path>
                <a:path w="4943475" h="1076325">
                  <a:moveTo>
                    <a:pt x="1112405" y="1066800"/>
                  </a:moveTo>
                  <a:lnTo>
                    <a:pt x="1083830" y="1066800"/>
                  </a:lnTo>
                  <a:lnTo>
                    <a:pt x="1083830" y="1076325"/>
                  </a:lnTo>
                  <a:lnTo>
                    <a:pt x="1112405" y="1076325"/>
                  </a:lnTo>
                  <a:lnTo>
                    <a:pt x="1112405" y="1066800"/>
                  </a:lnTo>
                  <a:close/>
                </a:path>
                <a:path w="4943475" h="1076325">
                  <a:moveTo>
                    <a:pt x="1151686" y="0"/>
                  </a:moveTo>
                  <a:lnTo>
                    <a:pt x="1123111" y="0"/>
                  </a:lnTo>
                  <a:lnTo>
                    <a:pt x="1123111" y="9525"/>
                  </a:lnTo>
                  <a:lnTo>
                    <a:pt x="1151686" y="9525"/>
                  </a:lnTo>
                  <a:lnTo>
                    <a:pt x="1151686" y="0"/>
                  </a:lnTo>
                  <a:close/>
                </a:path>
                <a:path w="4943475" h="1076325">
                  <a:moveTo>
                    <a:pt x="1159992" y="1066800"/>
                  </a:moveTo>
                  <a:lnTo>
                    <a:pt x="1131417" y="1066800"/>
                  </a:lnTo>
                  <a:lnTo>
                    <a:pt x="1131417" y="1076325"/>
                  </a:lnTo>
                  <a:lnTo>
                    <a:pt x="1159992" y="1076325"/>
                  </a:lnTo>
                  <a:lnTo>
                    <a:pt x="1159992" y="1066800"/>
                  </a:lnTo>
                  <a:close/>
                </a:path>
                <a:path w="4943475" h="1076325">
                  <a:moveTo>
                    <a:pt x="1199273" y="0"/>
                  </a:moveTo>
                  <a:lnTo>
                    <a:pt x="1170698" y="0"/>
                  </a:lnTo>
                  <a:lnTo>
                    <a:pt x="1170698" y="9525"/>
                  </a:lnTo>
                  <a:lnTo>
                    <a:pt x="1199273" y="9525"/>
                  </a:lnTo>
                  <a:lnTo>
                    <a:pt x="1199273" y="0"/>
                  </a:lnTo>
                  <a:close/>
                </a:path>
                <a:path w="4943475" h="1076325">
                  <a:moveTo>
                    <a:pt x="1207579" y="1066800"/>
                  </a:moveTo>
                  <a:lnTo>
                    <a:pt x="1179004" y="1066800"/>
                  </a:lnTo>
                  <a:lnTo>
                    <a:pt x="1179004" y="1076325"/>
                  </a:lnTo>
                  <a:lnTo>
                    <a:pt x="1207579" y="1076325"/>
                  </a:lnTo>
                  <a:lnTo>
                    <a:pt x="1207579" y="1066800"/>
                  </a:lnTo>
                  <a:close/>
                </a:path>
                <a:path w="4943475" h="1076325">
                  <a:moveTo>
                    <a:pt x="1246860" y="0"/>
                  </a:moveTo>
                  <a:lnTo>
                    <a:pt x="1218285" y="0"/>
                  </a:lnTo>
                  <a:lnTo>
                    <a:pt x="1218285" y="9525"/>
                  </a:lnTo>
                  <a:lnTo>
                    <a:pt x="1246860" y="9525"/>
                  </a:lnTo>
                  <a:lnTo>
                    <a:pt x="1246860" y="0"/>
                  </a:lnTo>
                  <a:close/>
                </a:path>
                <a:path w="4943475" h="1076325">
                  <a:moveTo>
                    <a:pt x="1255166" y="1066800"/>
                  </a:moveTo>
                  <a:lnTo>
                    <a:pt x="1226591" y="1066800"/>
                  </a:lnTo>
                  <a:lnTo>
                    <a:pt x="1226591" y="1076325"/>
                  </a:lnTo>
                  <a:lnTo>
                    <a:pt x="1255166" y="1076325"/>
                  </a:lnTo>
                  <a:lnTo>
                    <a:pt x="1255166" y="1066800"/>
                  </a:lnTo>
                  <a:close/>
                </a:path>
                <a:path w="4943475" h="1076325">
                  <a:moveTo>
                    <a:pt x="1294447" y="0"/>
                  </a:moveTo>
                  <a:lnTo>
                    <a:pt x="1265872" y="0"/>
                  </a:lnTo>
                  <a:lnTo>
                    <a:pt x="1265872" y="9525"/>
                  </a:lnTo>
                  <a:lnTo>
                    <a:pt x="1294447" y="9525"/>
                  </a:lnTo>
                  <a:lnTo>
                    <a:pt x="1294447" y="0"/>
                  </a:lnTo>
                  <a:close/>
                </a:path>
                <a:path w="4943475" h="1076325">
                  <a:moveTo>
                    <a:pt x="1302753" y="1066800"/>
                  </a:moveTo>
                  <a:lnTo>
                    <a:pt x="1274178" y="1066800"/>
                  </a:lnTo>
                  <a:lnTo>
                    <a:pt x="1274178" y="1076325"/>
                  </a:lnTo>
                  <a:lnTo>
                    <a:pt x="1302753" y="1076325"/>
                  </a:lnTo>
                  <a:lnTo>
                    <a:pt x="1302753" y="1066800"/>
                  </a:lnTo>
                  <a:close/>
                </a:path>
                <a:path w="4943475" h="1076325">
                  <a:moveTo>
                    <a:pt x="1342034" y="0"/>
                  </a:moveTo>
                  <a:lnTo>
                    <a:pt x="1313459" y="0"/>
                  </a:lnTo>
                  <a:lnTo>
                    <a:pt x="1313459" y="9525"/>
                  </a:lnTo>
                  <a:lnTo>
                    <a:pt x="1342034" y="9525"/>
                  </a:lnTo>
                  <a:lnTo>
                    <a:pt x="1342034" y="0"/>
                  </a:lnTo>
                  <a:close/>
                </a:path>
                <a:path w="4943475" h="1076325">
                  <a:moveTo>
                    <a:pt x="1350340" y="1066800"/>
                  </a:moveTo>
                  <a:lnTo>
                    <a:pt x="1321765" y="1066800"/>
                  </a:lnTo>
                  <a:lnTo>
                    <a:pt x="1321765" y="1076325"/>
                  </a:lnTo>
                  <a:lnTo>
                    <a:pt x="1350340" y="1076325"/>
                  </a:lnTo>
                  <a:lnTo>
                    <a:pt x="1350340" y="1066800"/>
                  </a:lnTo>
                  <a:close/>
                </a:path>
                <a:path w="4943475" h="1076325">
                  <a:moveTo>
                    <a:pt x="1389621" y="0"/>
                  </a:moveTo>
                  <a:lnTo>
                    <a:pt x="1361046" y="0"/>
                  </a:lnTo>
                  <a:lnTo>
                    <a:pt x="1361046" y="9525"/>
                  </a:lnTo>
                  <a:lnTo>
                    <a:pt x="1389621" y="9525"/>
                  </a:lnTo>
                  <a:lnTo>
                    <a:pt x="1389621" y="0"/>
                  </a:lnTo>
                  <a:close/>
                </a:path>
                <a:path w="4943475" h="1076325">
                  <a:moveTo>
                    <a:pt x="1397927" y="1066800"/>
                  </a:moveTo>
                  <a:lnTo>
                    <a:pt x="1369352" y="1066800"/>
                  </a:lnTo>
                  <a:lnTo>
                    <a:pt x="1369352" y="1076325"/>
                  </a:lnTo>
                  <a:lnTo>
                    <a:pt x="1397927" y="1076325"/>
                  </a:lnTo>
                  <a:lnTo>
                    <a:pt x="1397927" y="1066800"/>
                  </a:lnTo>
                  <a:close/>
                </a:path>
                <a:path w="4943475" h="1076325">
                  <a:moveTo>
                    <a:pt x="1437208" y="0"/>
                  </a:moveTo>
                  <a:lnTo>
                    <a:pt x="1408633" y="0"/>
                  </a:lnTo>
                  <a:lnTo>
                    <a:pt x="1408633" y="9525"/>
                  </a:lnTo>
                  <a:lnTo>
                    <a:pt x="1437208" y="9525"/>
                  </a:lnTo>
                  <a:lnTo>
                    <a:pt x="1437208" y="0"/>
                  </a:lnTo>
                  <a:close/>
                </a:path>
                <a:path w="4943475" h="1076325">
                  <a:moveTo>
                    <a:pt x="1445514" y="1066800"/>
                  </a:moveTo>
                  <a:lnTo>
                    <a:pt x="1416939" y="1066800"/>
                  </a:lnTo>
                  <a:lnTo>
                    <a:pt x="1416939" y="1076325"/>
                  </a:lnTo>
                  <a:lnTo>
                    <a:pt x="1445514" y="1076325"/>
                  </a:lnTo>
                  <a:lnTo>
                    <a:pt x="1445514" y="1066800"/>
                  </a:lnTo>
                  <a:close/>
                </a:path>
                <a:path w="4943475" h="1076325">
                  <a:moveTo>
                    <a:pt x="1484795" y="0"/>
                  </a:moveTo>
                  <a:lnTo>
                    <a:pt x="1456220" y="0"/>
                  </a:lnTo>
                  <a:lnTo>
                    <a:pt x="1456220" y="9525"/>
                  </a:lnTo>
                  <a:lnTo>
                    <a:pt x="1484795" y="9525"/>
                  </a:lnTo>
                  <a:lnTo>
                    <a:pt x="1484795" y="0"/>
                  </a:lnTo>
                  <a:close/>
                </a:path>
                <a:path w="4943475" h="1076325">
                  <a:moveTo>
                    <a:pt x="1493100" y="1066800"/>
                  </a:moveTo>
                  <a:lnTo>
                    <a:pt x="1464525" y="1066800"/>
                  </a:lnTo>
                  <a:lnTo>
                    <a:pt x="1464525" y="1076325"/>
                  </a:lnTo>
                  <a:lnTo>
                    <a:pt x="1493100" y="1076325"/>
                  </a:lnTo>
                  <a:lnTo>
                    <a:pt x="1493100" y="1066800"/>
                  </a:lnTo>
                  <a:close/>
                </a:path>
                <a:path w="4943475" h="1076325">
                  <a:moveTo>
                    <a:pt x="1532382" y="0"/>
                  </a:moveTo>
                  <a:lnTo>
                    <a:pt x="1503807" y="0"/>
                  </a:lnTo>
                  <a:lnTo>
                    <a:pt x="1503807" y="9525"/>
                  </a:lnTo>
                  <a:lnTo>
                    <a:pt x="1532382" y="9525"/>
                  </a:lnTo>
                  <a:lnTo>
                    <a:pt x="1532382" y="0"/>
                  </a:lnTo>
                  <a:close/>
                </a:path>
                <a:path w="4943475" h="1076325">
                  <a:moveTo>
                    <a:pt x="1540687" y="1066800"/>
                  </a:moveTo>
                  <a:lnTo>
                    <a:pt x="1512112" y="1066800"/>
                  </a:lnTo>
                  <a:lnTo>
                    <a:pt x="1512112" y="1076325"/>
                  </a:lnTo>
                  <a:lnTo>
                    <a:pt x="1540687" y="1076325"/>
                  </a:lnTo>
                  <a:lnTo>
                    <a:pt x="1540687" y="1066800"/>
                  </a:lnTo>
                  <a:close/>
                </a:path>
                <a:path w="4943475" h="1076325">
                  <a:moveTo>
                    <a:pt x="1579968" y="0"/>
                  </a:moveTo>
                  <a:lnTo>
                    <a:pt x="1551393" y="0"/>
                  </a:lnTo>
                  <a:lnTo>
                    <a:pt x="1551393" y="9525"/>
                  </a:lnTo>
                  <a:lnTo>
                    <a:pt x="1579968" y="9525"/>
                  </a:lnTo>
                  <a:lnTo>
                    <a:pt x="1579968" y="0"/>
                  </a:lnTo>
                  <a:close/>
                </a:path>
                <a:path w="4943475" h="1076325">
                  <a:moveTo>
                    <a:pt x="1588274" y="1066800"/>
                  </a:moveTo>
                  <a:lnTo>
                    <a:pt x="1559699" y="1066800"/>
                  </a:lnTo>
                  <a:lnTo>
                    <a:pt x="1559699" y="1076325"/>
                  </a:lnTo>
                  <a:lnTo>
                    <a:pt x="1588274" y="1076325"/>
                  </a:lnTo>
                  <a:lnTo>
                    <a:pt x="1588274" y="1066800"/>
                  </a:lnTo>
                  <a:close/>
                </a:path>
                <a:path w="4943475" h="1076325">
                  <a:moveTo>
                    <a:pt x="1627555" y="0"/>
                  </a:moveTo>
                  <a:lnTo>
                    <a:pt x="1598980" y="0"/>
                  </a:lnTo>
                  <a:lnTo>
                    <a:pt x="1598980" y="9525"/>
                  </a:lnTo>
                  <a:lnTo>
                    <a:pt x="1627555" y="9525"/>
                  </a:lnTo>
                  <a:lnTo>
                    <a:pt x="1627555" y="0"/>
                  </a:lnTo>
                  <a:close/>
                </a:path>
                <a:path w="4943475" h="1076325">
                  <a:moveTo>
                    <a:pt x="1635861" y="1066800"/>
                  </a:moveTo>
                  <a:lnTo>
                    <a:pt x="1607286" y="1066800"/>
                  </a:lnTo>
                  <a:lnTo>
                    <a:pt x="1607286" y="1076325"/>
                  </a:lnTo>
                  <a:lnTo>
                    <a:pt x="1635861" y="1076325"/>
                  </a:lnTo>
                  <a:lnTo>
                    <a:pt x="1635861" y="1066800"/>
                  </a:lnTo>
                  <a:close/>
                </a:path>
                <a:path w="4943475" h="1076325">
                  <a:moveTo>
                    <a:pt x="1675142" y="0"/>
                  </a:moveTo>
                  <a:lnTo>
                    <a:pt x="1646567" y="0"/>
                  </a:lnTo>
                  <a:lnTo>
                    <a:pt x="1646567" y="9525"/>
                  </a:lnTo>
                  <a:lnTo>
                    <a:pt x="1675142" y="9525"/>
                  </a:lnTo>
                  <a:lnTo>
                    <a:pt x="1675142" y="0"/>
                  </a:lnTo>
                  <a:close/>
                </a:path>
                <a:path w="4943475" h="1076325">
                  <a:moveTo>
                    <a:pt x="1683448" y="1066800"/>
                  </a:moveTo>
                  <a:lnTo>
                    <a:pt x="1654873" y="1066800"/>
                  </a:lnTo>
                  <a:lnTo>
                    <a:pt x="1654873" y="1076325"/>
                  </a:lnTo>
                  <a:lnTo>
                    <a:pt x="1683448" y="1076325"/>
                  </a:lnTo>
                  <a:lnTo>
                    <a:pt x="1683448" y="1066800"/>
                  </a:lnTo>
                  <a:close/>
                </a:path>
                <a:path w="4943475" h="1076325">
                  <a:moveTo>
                    <a:pt x="1722729" y="0"/>
                  </a:moveTo>
                  <a:lnTo>
                    <a:pt x="1694154" y="0"/>
                  </a:lnTo>
                  <a:lnTo>
                    <a:pt x="1694154" y="9525"/>
                  </a:lnTo>
                  <a:lnTo>
                    <a:pt x="1722729" y="9525"/>
                  </a:lnTo>
                  <a:lnTo>
                    <a:pt x="1722729" y="0"/>
                  </a:lnTo>
                  <a:close/>
                </a:path>
                <a:path w="4943475" h="1076325">
                  <a:moveTo>
                    <a:pt x="1731035" y="1066800"/>
                  </a:moveTo>
                  <a:lnTo>
                    <a:pt x="1702460" y="1066800"/>
                  </a:lnTo>
                  <a:lnTo>
                    <a:pt x="1702460" y="1076325"/>
                  </a:lnTo>
                  <a:lnTo>
                    <a:pt x="1731035" y="1076325"/>
                  </a:lnTo>
                  <a:lnTo>
                    <a:pt x="1731035" y="1066800"/>
                  </a:lnTo>
                  <a:close/>
                </a:path>
                <a:path w="4943475" h="1076325">
                  <a:moveTo>
                    <a:pt x="1770316" y="0"/>
                  </a:moveTo>
                  <a:lnTo>
                    <a:pt x="1741741" y="0"/>
                  </a:lnTo>
                  <a:lnTo>
                    <a:pt x="1741741" y="9525"/>
                  </a:lnTo>
                  <a:lnTo>
                    <a:pt x="1770316" y="9525"/>
                  </a:lnTo>
                  <a:lnTo>
                    <a:pt x="1770316" y="0"/>
                  </a:lnTo>
                  <a:close/>
                </a:path>
                <a:path w="4943475" h="1076325">
                  <a:moveTo>
                    <a:pt x="1778622" y="1066800"/>
                  </a:moveTo>
                  <a:lnTo>
                    <a:pt x="1750047" y="1066800"/>
                  </a:lnTo>
                  <a:lnTo>
                    <a:pt x="1750047" y="1076325"/>
                  </a:lnTo>
                  <a:lnTo>
                    <a:pt x="1778622" y="1076325"/>
                  </a:lnTo>
                  <a:lnTo>
                    <a:pt x="1778622" y="1066800"/>
                  </a:lnTo>
                  <a:close/>
                </a:path>
                <a:path w="4943475" h="1076325">
                  <a:moveTo>
                    <a:pt x="1817903" y="0"/>
                  </a:moveTo>
                  <a:lnTo>
                    <a:pt x="1789328" y="0"/>
                  </a:lnTo>
                  <a:lnTo>
                    <a:pt x="1789328" y="9525"/>
                  </a:lnTo>
                  <a:lnTo>
                    <a:pt x="1817903" y="9525"/>
                  </a:lnTo>
                  <a:lnTo>
                    <a:pt x="1817903" y="0"/>
                  </a:lnTo>
                  <a:close/>
                </a:path>
                <a:path w="4943475" h="1076325">
                  <a:moveTo>
                    <a:pt x="1826209" y="1066800"/>
                  </a:moveTo>
                  <a:lnTo>
                    <a:pt x="1797634" y="1066800"/>
                  </a:lnTo>
                  <a:lnTo>
                    <a:pt x="1797634" y="1076325"/>
                  </a:lnTo>
                  <a:lnTo>
                    <a:pt x="1826209" y="1076325"/>
                  </a:lnTo>
                  <a:lnTo>
                    <a:pt x="1826209" y="1066800"/>
                  </a:lnTo>
                  <a:close/>
                </a:path>
                <a:path w="4943475" h="1076325">
                  <a:moveTo>
                    <a:pt x="1865490" y="0"/>
                  </a:moveTo>
                  <a:lnTo>
                    <a:pt x="1836915" y="0"/>
                  </a:lnTo>
                  <a:lnTo>
                    <a:pt x="1836915" y="9525"/>
                  </a:lnTo>
                  <a:lnTo>
                    <a:pt x="1865490" y="9525"/>
                  </a:lnTo>
                  <a:lnTo>
                    <a:pt x="1865490" y="0"/>
                  </a:lnTo>
                  <a:close/>
                </a:path>
                <a:path w="4943475" h="1076325">
                  <a:moveTo>
                    <a:pt x="1873796" y="1066800"/>
                  </a:moveTo>
                  <a:lnTo>
                    <a:pt x="1845221" y="1066800"/>
                  </a:lnTo>
                  <a:lnTo>
                    <a:pt x="1845221" y="1076325"/>
                  </a:lnTo>
                  <a:lnTo>
                    <a:pt x="1873796" y="1076325"/>
                  </a:lnTo>
                  <a:lnTo>
                    <a:pt x="1873796" y="1066800"/>
                  </a:lnTo>
                  <a:close/>
                </a:path>
                <a:path w="4943475" h="1076325">
                  <a:moveTo>
                    <a:pt x="1913077" y="0"/>
                  </a:moveTo>
                  <a:lnTo>
                    <a:pt x="1884502" y="0"/>
                  </a:lnTo>
                  <a:lnTo>
                    <a:pt x="1884502" y="9525"/>
                  </a:lnTo>
                  <a:lnTo>
                    <a:pt x="1913077" y="9525"/>
                  </a:lnTo>
                  <a:lnTo>
                    <a:pt x="1913077" y="0"/>
                  </a:lnTo>
                  <a:close/>
                </a:path>
                <a:path w="4943475" h="1076325">
                  <a:moveTo>
                    <a:pt x="1921383" y="1066800"/>
                  </a:moveTo>
                  <a:lnTo>
                    <a:pt x="1892808" y="1066800"/>
                  </a:lnTo>
                  <a:lnTo>
                    <a:pt x="1892808" y="1076325"/>
                  </a:lnTo>
                  <a:lnTo>
                    <a:pt x="1921383" y="1076325"/>
                  </a:lnTo>
                  <a:lnTo>
                    <a:pt x="1921383" y="1066800"/>
                  </a:lnTo>
                  <a:close/>
                </a:path>
                <a:path w="4943475" h="1076325">
                  <a:moveTo>
                    <a:pt x="1960664" y="0"/>
                  </a:moveTo>
                  <a:lnTo>
                    <a:pt x="1932089" y="0"/>
                  </a:lnTo>
                  <a:lnTo>
                    <a:pt x="1932089" y="9525"/>
                  </a:lnTo>
                  <a:lnTo>
                    <a:pt x="1960664" y="9525"/>
                  </a:lnTo>
                  <a:lnTo>
                    <a:pt x="1960664" y="0"/>
                  </a:lnTo>
                  <a:close/>
                </a:path>
                <a:path w="4943475" h="1076325">
                  <a:moveTo>
                    <a:pt x="1968969" y="1066800"/>
                  </a:moveTo>
                  <a:lnTo>
                    <a:pt x="1940394" y="1066800"/>
                  </a:lnTo>
                  <a:lnTo>
                    <a:pt x="1940394" y="1076325"/>
                  </a:lnTo>
                  <a:lnTo>
                    <a:pt x="1968969" y="1076325"/>
                  </a:lnTo>
                  <a:lnTo>
                    <a:pt x="1968969" y="1066800"/>
                  </a:lnTo>
                  <a:close/>
                </a:path>
                <a:path w="4943475" h="1076325">
                  <a:moveTo>
                    <a:pt x="2008251" y="0"/>
                  </a:moveTo>
                  <a:lnTo>
                    <a:pt x="1979676" y="0"/>
                  </a:lnTo>
                  <a:lnTo>
                    <a:pt x="1979676" y="9525"/>
                  </a:lnTo>
                  <a:lnTo>
                    <a:pt x="2008251" y="9525"/>
                  </a:lnTo>
                  <a:lnTo>
                    <a:pt x="2008251" y="0"/>
                  </a:lnTo>
                  <a:close/>
                </a:path>
                <a:path w="4943475" h="1076325">
                  <a:moveTo>
                    <a:pt x="2016556" y="1066800"/>
                  </a:moveTo>
                  <a:lnTo>
                    <a:pt x="1987981" y="1066800"/>
                  </a:lnTo>
                  <a:lnTo>
                    <a:pt x="1987981" y="1076325"/>
                  </a:lnTo>
                  <a:lnTo>
                    <a:pt x="2016556" y="1076325"/>
                  </a:lnTo>
                  <a:lnTo>
                    <a:pt x="2016556" y="1066800"/>
                  </a:lnTo>
                  <a:close/>
                </a:path>
                <a:path w="4943475" h="1076325">
                  <a:moveTo>
                    <a:pt x="2055837" y="0"/>
                  </a:moveTo>
                  <a:lnTo>
                    <a:pt x="2027262" y="0"/>
                  </a:lnTo>
                  <a:lnTo>
                    <a:pt x="2027262" y="9525"/>
                  </a:lnTo>
                  <a:lnTo>
                    <a:pt x="2055837" y="9525"/>
                  </a:lnTo>
                  <a:lnTo>
                    <a:pt x="2055837" y="0"/>
                  </a:lnTo>
                  <a:close/>
                </a:path>
                <a:path w="4943475" h="1076325">
                  <a:moveTo>
                    <a:pt x="2064143" y="1066800"/>
                  </a:moveTo>
                  <a:lnTo>
                    <a:pt x="2035568" y="1066800"/>
                  </a:lnTo>
                  <a:lnTo>
                    <a:pt x="2035568" y="1076325"/>
                  </a:lnTo>
                  <a:lnTo>
                    <a:pt x="2064143" y="1076325"/>
                  </a:lnTo>
                  <a:lnTo>
                    <a:pt x="2064143" y="1066800"/>
                  </a:lnTo>
                  <a:close/>
                </a:path>
                <a:path w="4943475" h="1076325">
                  <a:moveTo>
                    <a:pt x="2103424" y="0"/>
                  </a:moveTo>
                  <a:lnTo>
                    <a:pt x="2074849" y="0"/>
                  </a:lnTo>
                  <a:lnTo>
                    <a:pt x="2074849" y="9525"/>
                  </a:lnTo>
                  <a:lnTo>
                    <a:pt x="2103424" y="9525"/>
                  </a:lnTo>
                  <a:lnTo>
                    <a:pt x="2103424" y="0"/>
                  </a:lnTo>
                  <a:close/>
                </a:path>
                <a:path w="4943475" h="1076325">
                  <a:moveTo>
                    <a:pt x="2111730" y="1066800"/>
                  </a:moveTo>
                  <a:lnTo>
                    <a:pt x="2083155" y="1066800"/>
                  </a:lnTo>
                  <a:lnTo>
                    <a:pt x="2083155" y="1076325"/>
                  </a:lnTo>
                  <a:lnTo>
                    <a:pt x="2111730" y="1076325"/>
                  </a:lnTo>
                  <a:lnTo>
                    <a:pt x="2111730" y="1066800"/>
                  </a:lnTo>
                  <a:close/>
                </a:path>
                <a:path w="4943475" h="1076325">
                  <a:moveTo>
                    <a:pt x="2151011" y="0"/>
                  </a:moveTo>
                  <a:lnTo>
                    <a:pt x="2122436" y="0"/>
                  </a:lnTo>
                  <a:lnTo>
                    <a:pt x="2122436" y="9525"/>
                  </a:lnTo>
                  <a:lnTo>
                    <a:pt x="2151011" y="9525"/>
                  </a:lnTo>
                  <a:lnTo>
                    <a:pt x="2151011" y="0"/>
                  </a:lnTo>
                  <a:close/>
                </a:path>
                <a:path w="4943475" h="1076325">
                  <a:moveTo>
                    <a:pt x="2159317" y="1066800"/>
                  </a:moveTo>
                  <a:lnTo>
                    <a:pt x="2130742" y="1066800"/>
                  </a:lnTo>
                  <a:lnTo>
                    <a:pt x="2130742" y="1076325"/>
                  </a:lnTo>
                  <a:lnTo>
                    <a:pt x="2159317" y="1076325"/>
                  </a:lnTo>
                  <a:lnTo>
                    <a:pt x="2159317" y="1066800"/>
                  </a:lnTo>
                  <a:close/>
                </a:path>
                <a:path w="4943475" h="1076325">
                  <a:moveTo>
                    <a:pt x="2198598" y="0"/>
                  </a:moveTo>
                  <a:lnTo>
                    <a:pt x="2170023" y="0"/>
                  </a:lnTo>
                  <a:lnTo>
                    <a:pt x="2170023" y="9525"/>
                  </a:lnTo>
                  <a:lnTo>
                    <a:pt x="2198598" y="9525"/>
                  </a:lnTo>
                  <a:lnTo>
                    <a:pt x="2198598" y="0"/>
                  </a:lnTo>
                  <a:close/>
                </a:path>
                <a:path w="4943475" h="1076325">
                  <a:moveTo>
                    <a:pt x="2206904" y="1066800"/>
                  </a:moveTo>
                  <a:lnTo>
                    <a:pt x="2178329" y="1066800"/>
                  </a:lnTo>
                  <a:lnTo>
                    <a:pt x="2178329" y="1076325"/>
                  </a:lnTo>
                  <a:lnTo>
                    <a:pt x="2206904" y="1076325"/>
                  </a:lnTo>
                  <a:lnTo>
                    <a:pt x="2206904" y="1066800"/>
                  </a:lnTo>
                  <a:close/>
                </a:path>
                <a:path w="4943475" h="1076325">
                  <a:moveTo>
                    <a:pt x="2246185" y="0"/>
                  </a:moveTo>
                  <a:lnTo>
                    <a:pt x="2217610" y="0"/>
                  </a:lnTo>
                  <a:lnTo>
                    <a:pt x="2217610" y="9525"/>
                  </a:lnTo>
                  <a:lnTo>
                    <a:pt x="2246185" y="9525"/>
                  </a:lnTo>
                  <a:lnTo>
                    <a:pt x="2246185" y="0"/>
                  </a:lnTo>
                  <a:close/>
                </a:path>
                <a:path w="4943475" h="1076325">
                  <a:moveTo>
                    <a:pt x="2254491" y="1066800"/>
                  </a:moveTo>
                  <a:lnTo>
                    <a:pt x="2225916" y="1066800"/>
                  </a:lnTo>
                  <a:lnTo>
                    <a:pt x="2225916" y="1076325"/>
                  </a:lnTo>
                  <a:lnTo>
                    <a:pt x="2254491" y="1076325"/>
                  </a:lnTo>
                  <a:lnTo>
                    <a:pt x="2254491" y="1066800"/>
                  </a:lnTo>
                  <a:close/>
                </a:path>
                <a:path w="4943475" h="1076325">
                  <a:moveTo>
                    <a:pt x="2293772" y="0"/>
                  </a:moveTo>
                  <a:lnTo>
                    <a:pt x="2265197" y="0"/>
                  </a:lnTo>
                  <a:lnTo>
                    <a:pt x="2265197" y="9525"/>
                  </a:lnTo>
                  <a:lnTo>
                    <a:pt x="2293772" y="9525"/>
                  </a:lnTo>
                  <a:lnTo>
                    <a:pt x="2293772" y="0"/>
                  </a:lnTo>
                  <a:close/>
                </a:path>
                <a:path w="4943475" h="1076325">
                  <a:moveTo>
                    <a:pt x="2302078" y="1066800"/>
                  </a:moveTo>
                  <a:lnTo>
                    <a:pt x="2273503" y="1066800"/>
                  </a:lnTo>
                  <a:lnTo>
                    <a:pt x="2273503" y="1076325"/>
                  </a:lnTo>
                  <a:lnTo>
                    <a:pt x="2302078" y="1076325"/>
                  </a:lnTo>
                  <a:lnTo>
                    <a:pt x="2302078" y="1066800"/>
                  </a:lnTo>
                  <a:close/>
                </a:path>
                <a:path w="4943475" h="1076325">
                  <a:moveTo>
                    <a:pt x="2341359" y="0"/>
                  </a:moveTo>
                  <a:lnTo>
                    <a:pt x="2312784" y="0"/>
                  </a:lnTo>
                  <a:lnTo>
                    <a:pt x="2312784" y="9525"/>
                  </a:lnTo>
                  <a:lnTo>
                    <a:pt x="2341359" y="9525"/>
                  </a:lnTo>
                  <a:lnTo>
                    <a:pt x="2341359" y="0"/>
                  </a:lnTo>
                  <a:close/>
                </a:path>
                <a:path w="4943475" h="1076325">
                  <a:moveTo>
                    <a:pt x="2349665" y="1066800"/>
                  </a:moveTo>
                  <a:lnTo>
                    <a:pt x="2321090" y="1066800"/>
                  </a:lnTo>
                  <a:lnTo>
                    <a:pt x="2321090" y="1076325"/>
                  </a:lnTo>
                  <a:lnTo>
                    <a:pt x="2349665" y="1076325"/>
                  </a:lnTo>
                  <a:lnTo>
                    <a:pt x="2349665" y="1066800"/>
                  </a:lnTo>
                  <a:close/>
                </a:path>
                <a:path w="4943475" h="1076325">
                  <a:moveTo>
                    <a:pt x="2388946" y="0"/>
                  </a:moveTo>
                  <a:lnTo>
                    <a:pt x="2360371" y="0"/>
                  </a:lnTo>
                  <a:lnTo>
                    <a:pt x="2360371" y="9525"/>
                  </a:lnTo>
                  <a:lnTo>
                    <a:pt x="2388946" y="9525"/>
                  </a:lnTo>
                  <a:lnTo>
                    <a:pt x="2388946" y="0"/>
                  </a:lnTo>
                  <a:close/>
                </a:path>
                <a:path w="4943475" h="1076325">
                  <a:moveTo>
                    <a:pt x="2397252" y="1066800"/>
                  </a:moveTo>
                  <a:lnTo>
                    <a:pt x="2368677" y="1066800"/>
                  </a:lnTo>
                  <a:lnTo>
                    <a:pt x="2368677" y="1076325"/>
                  </a:lnTo>
                  <a:lnTo>
                    <a:pt x="2397252" y="1076325"/>
                  </a:lnTo>
                  <a:lnTo>
                    <a:pt x="2397252" y="1066800"/>
                  </a:lnTo>
                  <a:close/>
                </a:path>
                <a:path w="4943475" h="1076325">
                  <a:moveTo>
                    <a:pt x="2436533" y="0"/>
                  </a:moveTo>
                  <a:lnTo>
                    <a:pt x="2407958" y="0"/>
                  </a:lnTo>
                  <a:lnTo>
                    <a:pt x="2407958" y="9525"/>
                  </a:lnTo>
                  <a:lnTo>
                    <a:pt x="2436533" y="9525"/>
                  </a:lnTo>
                  <a:lnTo>
                    <a:pt x="2436533" y="0"/>
                  </a:lnTo>
                  <a:close/>
                </a:path>
                <a:path w="4943475" h="1076325">
                  <a:moveTo>
                    <a:pt x="2444839" y="1066800"/>
                  </a:moveTo>
                  <a:lnTo>
                    <a:pt x="2416264" y="1066800"/>
                  </a:lnTo>
                  <a:lnTo>
                    <a:pt x="2416264" y="1076325"/>
                  </a:lnTo>
                  <a:lnTo>
                    <a:pt x="2444839" y="1076325"/>
                  </a:lnTo>
                  <a:lnTo>
                    <a:pt x="2444839" y="1066800"/>
                  </a:lnTo>
                  <a:close/>
                </a:path>
                <a:path w="4943475" h="1076325">
                  <a:moveTo>
                    <a:pt x="2484120" y="0"/>
                  </a:moveTo>
                  <a:lnTo>
                    <a:pt x="2455545" y="0"/>
                  </a:lnTo>
                  <a:lnTo>
                    <a:pt x="2455545" y="9525"/>
                  </a:lnTo>
                  <a:lnTo>
                    <a:pt x="2484120" y="9525"/>
                  </a:lnTo>
                  <a:lnTo>
                    <a:pt x="2484120" y="0"/>
                  </a:lnTo>
                  <a:close/>
                </a:path>
                <a:path w="4943475" h="1076325">
                  <a:moveTo>
                    <a:pt x="2492425" y="1066800"/>
                  </a:moveTo>
                  <a:lnTo>
                    <a:pt x="2463850" y="1066800"/>
                  </a:lnTo>
                  <a:lnTo>
                    <a:pt x="2463850" y="1076325"/>
                  </a:lnTo>
                  <a:lnTo>
                    <a:pt x="2492425" y="1076325"/>
                  </a:lnTo>
                  <a:lnTo>
                    <a:pt x="2492425" y="1066800"/>
                  </a:lnTo>
                  <a:close/>
                </a:path>
                <a:path w="4943475" h="1076325">
                  <a:moveTo>
                    <a:pt x="2531707" y="0"/>
                  </a:moveTo>
                  <a:lnTo>
                    <a:pt x="2503132" y="0"/>
                  </a:lnTo>
                  <a:lnTo>
                    <a:pt x="2503132" y="9525"/>
                  </a:lnTo>
                  <a:lnTo>
                    <a:pt x="2531707" y="9525"/>
                  </a:lnTo>
                  <a:lnTo>
                    <a:pt x="2531707" y="0"/>
                  </a:lnTo>
                  <a:close/>
                </a:path>
                <a:path w="4943475" h="1076325">
                  <a:moveTo>
                    <a:pt x="2540012" y="1066800"/>
                  </a:moveTo>
                  <a:lnTo>
                    <a:pt x="2511437" y="1066800"/>
                  </a:lnTo>
                  <a:lnTo>
                    <a:pt x="2511437" y="1076325"/>
                  </a:lnTo>
                  <a:lnTo>
                    <a:pt x="2540012" y="1076325"/>
                  </a:lnTo>
                  <a:lnTo>
                    <a:pt x="2540012" y="1066800"/>
                  </a:lnTo>
                  <a:close/>
                </a:path>
                <a:path w="4943475" h="1076325">
                  <a:moveTo>
                    <a:pt x="2579293" y="0"/>
                  </a:moveTo>
                  <a:lnTo>
                    <a:pt x="2550718" y="0"/>
                  </a:lnTo>
                  <a:lnTo>
                    <a:pt x="2550718" y="9525"/>
                  </a:lnTo>
                  <a:lnTo>
                    <a:pt x="2579293" y="9525"/>
                  </a:lnTo>
                  <a:lnTo>
                    <a:pt x="2579293" y="0"/>
                  </a:lnTo>
                  <a:close/>
                </a:path>
                <a:path w="4943475" h="1076325">
                  <a:moveTo>
                    <a:pt x="2587599" y="1066800"/>
                  </a:moveTo>
                  <a:lnTo>
                    <a:pt x="2559024" y="1066800"/>
                  </a:lnTo>
                  <a:lnTo>
                    <a:pt x="2559024" y="1076325"/>
                  </a:lnTo>
                  <a:lnTo>
                    <a:pt x="2587599" y="1076325"/>
                  </a:lnTo>
                  <a:lnTo>
                    <a:pt x="2587599" y="1066800"/>
                  </a:lnTo>
                  <a:close/>
                </a:path>
                <a:path w="4943475" h="1076325">
                  <a:moveTo>
                    <a:pt x="2626880" y="0"/>
                  </a:moveTo>
                  <a:lnTo>
                    <a:pt x="2598305" y="0"/>
                  </a:lnTo>
                  <a:lnTo>
                    <a:pt x="2598305" y="9525"/>
                  </a:lnTo>
                  <a:lnTo>
                    <a:pt x="2626880" y="9525"/>
                  </a:lnTo>
                  <a:lnTo>
                    <a:pt x="2626880" y="0"/>
                  </a:lnTo>
                  <a:close/>
                </a:path>
                <a:path w="4943475" h="1076325">
                  <a:moveTo>
                    <a:pt x="2635186" y="1066800"/>
                  </a:moveTo>
                  <a:lnTo>
                    <a:pt x="2606611" y="1066800"/>
                  </a:lnTo>
                  <a:lnTo>
                    <a:pt x="2606611" y="1076325"/>
                  </a:lnTo>
                  <a:lnTo>
                    <a:pt x="2635186" y="1076325"/>
                  </a:lnTo>
                  <a:lnTo>
                    <a:pt x="2635186" y="1066800"/>
                  </a:lnTo>
                  <a:close/>
                </a:path>
                <a:path w="4943475" h="1076325">
                  <a:moveTo>
                    <a:pt x="2674467" y="0"/>
                  </a:moveTo>
                  <a:lnTo>
                    <a:pt x="2645892" y="0"/>
                  </a:lnTo>
                  <a:lnTo>
                    <a:pt x="2645892" y="9525"/>
                  </a:lnTo>
                  <a:lnTo>
                    <a:pt x="2674467" y="9525"/>
                  </a:lnTo>
                  <a:lnTo>
                    <a:pt x="2674467" y="0"/>
                  </a:lnTo>
                  <a:close/>
                </a:path>
                <a:path w="4943475" h="1076325">
                  <a:moveTo>
                    <a:pt x="2682773" y="1066800"/>
                  </a:moveTo>
                  <a:lnTo>
                    <a:pt x="2654198" y="1066800"/>
                  </a:lnTo>
                  <a:lnTo>
                    <a:pt x="2654198" y="1076325"/>
                  </a:lnTo>
                  <a:lnTo>
                    <a:pt x="2682773" y="1076325"/>
                  </a:lnTo>
                  <a:lnTo>
                    <a:pt x="2682773" y="1066800"/>
                  </a:lnTo>
                  <a:close/>
                </a:path>
                <a:path w="4943475" h="1076325">
                  <a:moveTo>
                    <a:pt x="2722054" y="0"/>
                  </a:moveTo>
                  <a:lnTo>
                    <a:pt x="2693479" y="0"/>
                  </a:lnTo>
                  <a:lnTo>
                    <a:pt x="2693479" y="9525"/>
                  </a:lnTo>
                  <a:lnTo>
                    <a:pt x="2722054" y="9525"/>
                  </a:lnTo>
                  <a:lnTo>
                    <a:pt x="2722054" y="0"/>
                  </a:lnTo>
                  <a:close/>
                </a:path>
                <a:path w="4943475" h="1076325">
                  <a:moveTo>
                    <a:pt x="2730360" y="1066800"/>
                  </a:moveTo>
                  <a:lnTo>
                    <a:pt x="2701785" y="1066800"/>
                  </a:lnTo>
                  <a:lnTo>
                    <a:pt x="2701785" y="1076325"/>
                  </a:lnTo>
                  <a:lnTo>
                    <a:pt x="2730360" y="1076325"/>
                  </a:lnTo>
                  <a:lnTo>
                    <a:pt x="2730360" y="1066800"/>
                  </a:lnTo>
                  <a:close/>
                </a:path>
                <a:path w="4943475" h="1076325">
                  <a:moveTo>
                    <a:pt x="2769641" y="0"/>
                  </a:moveTo>
                  <a:lnTo>
                    <a:pt x="2741066" y="0"/>
                  </a:lnTo>
                  <a:lnTo>
                    <a:pt x="2741066" y="9525"/>
                  </a:lnTo>
                  <a:lnTo>
                    <a:pt x="2769641" y="9525"/>
                  </a:lnTo>
                  <a:lnTo>
                    <a:pt x="2769641" y="0"/>
                  </a:lnTo>
                  <a:close/>
                </a:path>
                <a:path w="4943475" h="1076325">
                  <a:moveTo>
                    <a:pt x="2777947" y="1066800"/>
                  </a:moveTo>
                  <a:lnTo>
                    <a:pt x="2749372" y="1066800"/>
                  </a:lnTo>
                  <a:lnTo>
                    <a:pt x="2749372" y="1076325"/>
                  </a:lnTo>
                  <a:lnTo>
                    <a:pt x="2777947" y="1076325"/>
                  </a:lnTo>
                  <a:lnTo>
                    <a:pt x="2777947" y="1066800"/>
                  </a:lnTo>
                  <a:close/>
                </a:path>
                <a:path w="4943475" h="1076325">
                  <a:moveTo>
                    <a:pt x="2817228" y="0"/>
                  </a:moveTo>
                  <a:lnTo>
                    <a:pt x="2788653" y="0"/>
                  </a:lnTo>
                  <a:lnTo>
                    <a:pt x="2788653" y="9525"/>
                  </a:lnTo>
                  <a:lnTo>
                    <a:pt x="2817228" y="9525"/>
                  </a:lnTo>
                  <a:lnTo>
                    <a:pt x="2817228" y="0"/>
                  </a:lnTo>
                  <a:close/>
                </a:path>
                <a:path w="4943475" h="1076325">
                  <a:moveTo>
                    <a:pt x="2825534" y="1066800"/>
                  </a:moveTo>
                  <a:lnTo>
                    <a:pt x="2796959" y="1066800"/>
                  </a:lnTo>
                  <a:lnTo>
                    <a:pt x="2796959" y="1076325"/>
                  </a:lnTo>
                  <a:lnTo>
                    <a:pt x="2825534" y="1076325"/>
                  </a:lnTo>
                  <a:lnTo>
                    <a:pt x="2825534" y="1066800"/>
                  </a:lnTo>
                  <a:close/>
                </a:path>
                <a:path w="4943475" h="1076325">
                  <a:moveTo>
                    <a:pt x="2864815" y="0"/>
                  </a:moveTo>
                  <a:lnTo>
                    <a:pt x="2836240" y="0"/>
                  </a:lnTo>
                  <a:lnTo>
                    <a:pt x="2836240" y="9525"/>
                  </a:lnTo>
                  <a:lnTo>
                    <a:pt x="2864815" y="9525"/>
                  </a:lnTo>
                  <a:lnTo>
                    <a:pt x="2864815" y="0"/>
                  </a:lnTo>
                  <a:close/>
                </a:path>
                <a:path w="4943475" h="1076325">
                  <a:moveTo>
                    <a:pt x="2873121" y="1066800"/>
                  </a:moveTo>
                  <a:lnTo>
                    <a:pt x="2844546" y="1066800"/>
                  </a:lnTo>
                  <a:lnTo>
                    <a:pt x="2844546" y="1076325"/>
                  </a:lnTo>
                  <a:lnTo>
                    <a:pt x="2873121" y="1076325"/>
                  </a:lnTo>
                  <a:lnTo>
                    <a:pt x="2873121" y="1066800"/>
                  </a:lnTo>
                  <a:close/>
                </a:path>
                <a:path w="4943475" h="1076325">
                  <a:moveTo>
                    <a:pt x="2912402" y="0"/>
                  </a:moveTo>
                  <a:lnTo>
                    <a:pt x="2883827" y="0"/>
                  </a:lnTo>
                  <a:lnTo>
                    <a:pt x="2883827" y="9525"/>
                  </a:lnTo>
                  <a:lnTo>
                    <a:pt x="2912402" y="9525"/>
                  </a:lnTo>
                  <a:lnTo>
                    <a:pt x="2912402" y="0"/>
                  </a:lnTo>
                  <a:close/>
                </a:path>
                <a:path w="4943475" h="1076325">
                  <a:moveTo>
                    <a:pt x="2920708" y="1066800"/>
                  </a:moveTo>
                  <a:lnTo>
                    <a:pt x="2892133" y="1066800"/>
                  </a:lnTo>
                  <a:lnTo>
                    <a:pt x="2892133" y="1076325"/>
                  </a:lnTo>
                  <a:lnTo>
                    <a:pt x="2920708" y="1076325"/>
                  </a:lnTo>
                  <a:lnTo>
                    <a:pt x="2920708" y="1066800"/>
                  </a:lnTo>
                  <a:close/>
                </a:path>
                <a:path w="4943475" h="1076325">
                  <a:moveTo>
                    <a:pt x="2959989" y="0"/>
                  </a:moveTo>
                  <a:lnTo>
                    <a:pt x="2931414" y="0"/>
                  </a:lnTo>
                  <a:lnTo>
                    <a:pt x="2931414" y="9525"/>
                  </a:lnTo>
                  <a:lnTo>
                    <a:pt x="2959989" y="9525"/>
                  </a:lnTo>
                  <a:lnTo>
                    <a:pt x="2959989" y="0"/>
                  </a:lnTo>
                  <a:close/>
                </a:path>
                <a:path w="4943475" h="1076325">
                  <a:moveTo>
                    <a:pt x="2968294" y="1066800"/>
                  </a:moveTo>
                  <a:lnTo>
                    <a:pt x="2939719" y="1066800"/>
                  </a:lnTo>
                  <a:lnTo>
                    <a:pt x="2939719" y="1076325"/>
                  </a:lnTo>
                  <a:lnTo>
                    <a:pt x="2968294" y="1076325"/>
                  </a:lnTo>
                  <a:lnTo>
                    <a:pt x="2968294" y="1066800"/>
                  </a:lnTo>
                  <a:close/>
                </a:path>
                <a:path w="4943475" h="1076325">
                  <a:moveTo>
                    <a:pt x="3007576" y="0"/>
                  </a:moveTo>
                  <a:lnTo>
                    <a:pt x="2979001" y="0"/>
                  </a:lnTo>
                  <a:lnTo>
                    <a:pt x="2979001" y="9525"/>
                  </a:lnTo>
                  <a:lnTo>
                    <a:pt x="3007576" y="9525"/>
                  </a:lnTo>
                  <a:lnTo>
                    <a:pt x="3007576" y="0"/>
                  </a:lnTo>
                  <a:close/>
                </a:path>
                <a:path w="4943475" h="1076325">
                  <a:moveTo>
                    <a:pt x="3015881" y="1066800"/>
                  </a:moveTo>
                  <a:lnTo>
                    <a:pt x="2987306" y="1066800"/>
                  </a:lnTo>
                  <a:lnTo>
                    <a:pt x="2987306" y="1076325"/>
                  </a:lnTo>
                  <a:lnTo>
                    <a:pt x="3015881" y="1076325"/>
                  </a:lnTo>
                  <a:lnTo>
                    <a:pt x="3015881" y="1066800"/>
                  </a:lnTo>
                  <a:close/>
                </a:path>
                <a:path w="4943475" h="1076325">
                  <a:moveTo>
                    <a:pt x="3055162" y="0"/>
                  </a:moveTo>
                  <a:lnTo>
                    <a:pt x="3026587" y="0"/>
                  </a:lnTo>
                  <a:lnTo>
                    <a:pt x="3026587" y="9525"/>
                  </a:lnTo>
                  <a:lnTo>
                    <a:pt x="3055162" y="9525"/>
                  </a:lnTo>
                  <a:lnTo>
                    <a:pt x="3055162" y="0"/>
                  </a:lnTo>
                  <a:close/>
                </a:path>
                <a:path w="4943475" h="1076325">
                  <a:moveTo>
                    <a:pt x="3063468" y="1066800"/>
                  </a:moveTo>
                  <a:lnTo>
                    <a:pt x="3034893" y="1066800"/>
                  </a:lnTo>
                  <a:lnTo>
                    <a:pt x="3034893" y="1076325"/>
                  </a:lnTo>
                  <a:lnTo>
                    <a:pt x="3063468" y="1076325"/>
                  </a:lnTo>
                  <a:lnTo>
                    <a:pt x="3063468" y="1066800"/>
                  </a:lnTo>
                  <a:close/>
                </a:path>
                <a:path w="4943475" h="1076325">
                  <a:moveTo>
                    <a:pt x="3102749" y="0"/>
                  </a:moveTo>
                  <a:lnTo>
                    <a:pt x="3074174" y="0"/>
                  </a:lnTo>
                  <a:lnTo>
                    <a:pt x="3074174" y="9525"/>
                  </a:lnTo>
                  <a:lnTo>
                    <a:pt x="3102749" y="9525"/>
                  </a:lnTo>
                  <a:lnTo>
                    <a:pt x="3102749" y="0"/>
                  </a:lnTo>
                  <a:close/>
                </a:path>
                <a:path w="4943475" h="1076325">
                  <a:moveTo>
                    <a:pt x="3111055" y="1066800"/>
                  </a:moveTo>
                  <a:lnTo>
                    <a:pt x="3082480" y="1066800"/>
                  </a:lnTo>
                  <a:lnTo>
                    <a:pt x="3082480" y="1076325"/>
                  </a:lnTo>
                  <a:lnTo>
                    <a:pt x="3111055" y="1076325"/>
                  </a:lnTo>
                  <a:lnTo>
                    <a:pt x="3111055" y="1066800"/>
                  </a:lnTo>
                  <a:close/>
                </a:path>
                <a:path w="4943475" h="1076325">
                  <a:moveTo>
                    <a:pt x="3150336" y="0"/>
                  </a:moveTo>
                  <a:lnTo>
                    <a:pt x="3121761" y="0"/>
                  </a:lnTo>
                  <a:lnTo>
                    <a:pt x="3121761" y="9525"/>
                  </a:lnTo>
                  <a:lnTo>
                    <a:pt x="3150336" y="9525"/>
                  </a:lnTo>
                  <a:lnTo>
                    <a:pt x="3150336" y="0"/>
                  </a:lnTo>
                  <a:close/>
                </a:path>
                <a:path w="4943475" h="1076325">
                  <a:moveTo>
                    <a:pt x="3158642" y="1066800"/>
                  </a:moveTo>
                  <a:lnTo>
                    <a:pt x="3130067" y="1066800"/>
                  </a:lnTo>
                  <a:lnTo>
                    <a:pt x="3130067" y="1076325"/>
                  </a:lnTo>
                  <a:lnTo>
                    <a:pt x="3158642" y="1076325"/>
                  </a:lnTo>
                  <a:lnTo>
                    <a:pt x="3158642" y="1066800"/>
                  </a:lnTo>
                  <a:close/>
                </a:path>
                <a:path w="4943475" h="1076325">
                  <a:moveTo>
                    <a:pt x="3197923" y="0"/>
                  </a:moveTo>
                  <a:lnTo>
                    <a:pt x="3169348" y="0"/>
                  </a:lnTo>
                  <a:lnTo>
                    <a:pt x="3169348" y="9525"/>
                  </a:lnTo>
                  <a:lnTo>
                    <a:pt x="3197923" y="9525"/>
                  </a:lnTo>
                  <a:lnTo>
                    <a:pt x="3197923" y="0"/>
                  </a:lnTo>
                  <a:close/>
                </a:path>
                <a:path w="4943475" h="1076325">
                  <a:moveTo>
                    <a:pt x="3206229" y="1066800"/>
                  </a:moveTo>
                  <a:lnTo>
                    <a:pt x="3177654" y="1066800"/>
                  </a:lnTo>
                  <a:lnTo>
                    <a:pt x="3177654" y="1076325"/>
                  </a:lnTo>
                  <a:lnTo>
                    <a:pt x="3206229" y="1076325"/>
                  </a:lnTo>
                  <a:lnTo>
                    <a:pt x="3206229" y="1066800"/>
                  </a:lnTo>
                  <a:close/>
                </a:path>
                <a:path w="4943475" h="1076325">
                  <a:moveTo>
                    <a:pt x="3245510" y="0"/>
                  </a:moveTo>
                  <a:lnTo>
                    <a:pt x="3216935" y="0"/>
                  </a:lnTo>
                  <a:lnTo>
                    <a:pt x="3216935" y="9525"/>
                  </a:lnTo>
                  <a:lnTo>
                    <a:pt x="3245510" y="9525"/>
                  </a:lnTo>
                  <a:lnTo>
                    <a:pt x="3245510" y="0"/>
                  </a:lnTo>
                  <a:close/>
                </a:path>
                <a:path w="4943475" h="1076325">
                  <a:moveTo>
                    <a:pt x="3253816" y="1066800"/>
                  </a:moveTo>
                  <a:lnTo>
                    <a:pt x="3225241" y="1066800"/>
                  </a:lnTo>
                  <a:lnTo>
                    <a:pt x="3225241" y="1076325"/>
                  </a:lnTo>
                  <a:lnTo>
                    <a:pt x="3253816" y="1076325"/>
                  </a:lnTo>
                  <a:lnTo>
                    <a:pt x="3253816" y="1066800"/>
                  </a:lnTo>
                  <a:close/>
                </a:path>
                <a:path w="4943475" h="1076325">
                  <a:moveTo>
                    <a:pt x="3293097" y="0"/>
                  </a:moveTo>
                  <a:lnTo>
                    <a:pt x="3264522" y="0"/>
                  </a:lnTo>
                  <a:lnTo>
                    <a:pt x="3264522" y="9525"/>
                  </a:lnTo>
                  <a:lnTo>
                    <a:pt x="3293097" y="9525"/>
                  </a:lnTo>
                  <a:lnTo>
                    <a:pt x="3293097" y="0"/>
                  </a:lnTo>
                  <a:close/>
                </a:path>
                <a:path w="4943475" h="1076325">
                  <a:moveTo>
                    <a:pt x="3301403" y="1066800"/>
                  </a:moveTo>
                  <a:lnTo>
                    <a:pt x="3272828" y="1066800"/>
                  </a:lnTo>
                  <a:lnTo>
                    <a:pt x="3272828" y="1076325"/>
                  </a:lnTo>
                  <a:lnTo>
                    <a:pt x="3301403" y="1076325"/>
                  </a:lnTo>
                  <a:lnTo>
                    <a:pt x="3301403" y="1066800"/>
                  </a:lnTo>
                  <a:close/>
                </a:path>
                <a:path w="4943475" h="1076325">
                  <a:moveTo>
                    <a:pt x="3340684" y="0"/>
                  </a:moveTo>
                  <a:lnTo>
                    <a:pt x="3312109" y="0"/>
                  </a:lnTo>
                  <a:lnTo>
                    <a:pt x="3312109" y="9525"/>
                  </a:lnTo>
                  <a:lnTo>
                    <a:pt x="3340684" y="9525"/>
                  </a:lnTo>
                  <a:lnTo>
                    <a:pt x="3340684" y="0"/>
                  </a:lnTo>
                  <a:close/>
                </a:path>
                <a:path w="4943475" h="1076325">
                  <a:moveTo>
                    <a:pt x="3348990" y="1066800"/>
                  </a:moveTo>
                  <a:lnTo>
                    <a:pt x="3320415" y="1066800"/>
                  </a:lnTo>
                  <a:lnTo>
                    <a:pt x="3320415" y="1076325"/>
                  </a:lnTo>
                  <a:lnTo>
                    <a:pt x="3348990" y="1076325"/>
                  </a:lnTo>
                  <a:lnTo>
                    <a:pt x="3348990" y="1066800"/>
                  </a:lnTo>
                  <a:close/>
                </a:path>
                <a:path w="4943475" h="1076325">
                  <a:moveTo>
                    <a:pt x="3388271" y="0"/>
                  </a:moveTo>
                  <a:lnTo>
                    <a:pt x="3359696" y="0"/>
                  </a:lnTo>
                  <a:lnTo>
                    <a:pt x="3359696" y="9525"/>
                  </a:lnTo>
                  <a:lnTo>
                    <a:pt x="3388271" y="9525"/>
                  </a:lnTo>
                  <a:lnTo>
                    <a:pt x="3388271" y="0"/>
                  </a:lnTo>
                  <a:close/>
                </a:path>
                <a:path w="4943475" h="1076325">
                  <a:moveTo>
                    <a:pt x="3396577" y="1066800"/>
                  </a:moveTo>
                  <a:lnTo>
                    <a:pt x="3368002" y="1066800"/>
                  </a:lnTo>
                  <a:lnTo>
                    <a:pt x="3368002" y="1076325"/>
                  </a:lnTo>
                  <a:lnTo>
                    <a:pt x="3396577" y="1076325"/>
                  </a:lnTo>
                  <a:lnTo>
                    <a:pt x="3396577" y="1066800"/>
                  </a:lnTo>
                  <a:close/>
                </a:path>
                <a:path w="4943475" h="1076325">
                  <a:moveTo>
                    <a:pt x="3435858" y="0"/>
                  </a:moveTo>
                  <a:lnTo>
                    <a:pt x="3407283" y="0"/>
                  </a:lnTo>
                  <a:lnTo>
                    <a:pt x="3407283" y="9525"/>
                  </a:lnTo>
                  <a:lnTo>
                    <a:pt x="3435858" y="9525"/>
                  </a:lnTo>
                  <a:lnTo>
                    <a:pt x="3435858" y="0"/>
                  </a:lnTo>
                  <a:close/>
                </a:path>
                <a:path w="4943475" h="1076325">
                  <a:moveTo>
                    <a:pt x="3444163" y="1066800"/>
                  </a:moveTo>
                  <a:lnTo>
                    <a:pt x="3415588" y="1066800"/>
                  </a:lnTo>
                  <a:lnTo>
                    <a:pt x="3415588" y="1076325"/>
                  </a:lnTo>
                  <a:lnTo>
                    <a:pt x="3444163" y="1076325"/>
                  </a:lnTo>
                  <a:lnTo>
                    <a:pt x="3444163" y="1066800"/>
                  </a:lnTo>
                  <a:close/>
                </a:path>
                <a:path w="4943475" h="1076325">
                  <a:moveTo>
                    <a:pt x="3483445" y="0"/>
                  </a:moveTo>
                  <a:lnTo>
                    <a:pt x="3454870" y="0"/>
                  </a:lnTo>
                  <a:lnTo>
                    <a:pt x="3454870" y="9525"/>
                  </a:lnTo>
                  <a:lnTo>
                    <a:pt x="3483445" y="9525"/>
                  </a:lnTo>
                  <a:lnTo>
                    <a:pt x="3483445" y="0"/>
                  </a:lnTo>
                  <a:close/>
                </a:path>
                <a:path w="4943475" h="1076325">
                  <a:moveTo>
                    <a:pt x="3491750" y="1066800"/>
                  </a:moveTo>
                  <a:lnTo>
                    <a:pt x="3463175" y="1066800"/>
                  </a:lnTo>
                  <a:lnTo>
                    <a:pt x="3463175" y="1076325"/>
                  </a:lnTo>
                  <a:lnTo>
                    <a:pt x="3491750" y="1076325"/>
                  </a:lnTo>
                  <a:lnTo>
                    <a:pt x="3491750" y="1066800"/>
                  </a:lnTo>
                  <a:close/>
                </a:path>
                <a:path w="4943475" h="1076325">
                  <a:moveTo>
                    <a:pt x="3531031" y="0"/>
                  </a:moveTo>
                  <a:lnTo>
                    <a:pt x="3502456" y="0"/>
                  </a:lnTo>
                  <a:lnTo>
                    <a:pt x="3502456" y="9525"/>
                  </a:lnTo>
                  <a:lnTo>
                    <a:pt x="3531031" y="9525"/>
                  </a:lnTo>
                  <a:lnTo>
                    <a:pt x="3531031" y="0"/>
                  </a:lnTo>
                  <a:close/>
                </a:path>
                <a:path w="4943475" h="1076325">
                  <a:moveTo>
                    <a:pt x="3539337" y="1066800"/>
                  </a:moveTo>
                  <a:lnTo>
                    <a:pt x="3510762" y="1066800"/>
                  </a:lnTo>
                  <a:lnTo>
                    <a:pt x="3510762" y="1076325"/>
                  </a:lnTo>
                  <a:lnTo>
                    <a:pt x="3539337" y="1076325"/>
                  </a:lnTo>
                  <a:lnTo>
                    <a:pt x="3539337" y="1066800"/>
                  </a:lnTo>
                  <a:close/>
                </a:path>
                <a:path w="4943475" h="1076325">
                  <a:moveTo>
                    <a:pt x="3578618" y="0"/>
                  </a:moveTo>
                  <a:lnTo>
                    <a:pt x="3550043" y="0"/>
                  </a:lnTo>
                  <a:lnTo>
                    <a:pt x="3550043" y="9525"/>
                  </a:lnTo>
                  <a:lnTo>
                    <a:pt x="3578618" y="9525"/>
                  </a:lnTo>
                  <a:lnTo>
                    <a:pt x="3578618" y="0"/>
                  </a:lnTo>
                  <a:close/>
                </a:path>
                <a:path w="4943475" h="1076325">
                  <a:moveTo>
                    <a:pt x="3586924" y="1066800"/>
                  </a:moveTo>
                  <a:lnTo>
                    <a:pt x="3558349" y="1066800"/>
                  </a:lnTo>
                  <a:lnTo>
                    <a:pt x="3558349" y="1076325"/>
                  </a:lnTo>
                  <a:lnTo>
                    <a:pt x="3586924" y="1076325"/>
                  </a:lnTo>
                  <a:lnTo>
                    <a:pt x="3586924" y="1066800"/>
                  </a:lnTo>
                  <a:close/>
                </a:path>
                <a:path w="4943475" h="1076325">
                  <a:moveTo>
                    <a:pt x="3626205" y="0"/>
                  </a:moveTo>
                  <a:lnTo>
                    <a:pt x="3597630" y="0"/>
                  </a:lnTo>
                  <a:lnTo>
                    <a:pt x="3597630" y="9525"/>
                  </a:lnTo>
                  <a:lnTo>
                    <a:pt x="3626205" y="9525"/>
                  </a:lnTo>
                  <a:lnTo>
                    <a:pt x="3626205" y="0"/>
                  </a:lnTo>
                  <a:close/>
                </a:path>
                <a:path w="4943475" h="1076325">
                  <a:moveTo>
                    <a:pt x="3634511" y="1066800"/>
                  </a:moveTo>
                  <a:lnTo>
                    <a:pt x="3605936" y="1066800"/>
                  </a:lnTo>
                  <a:lnTo>
                    <a:pt x="3605936" y="1076325"/>
                  </a:lnTo>
                  <a:lnTo>
                    <a:pt x="3634511" y="1076325"/>
                  </a:lnTo>
                  <a:lnTo>
                    <a:pt x="3634511" y="1066800"/>
                  </a:lnTo>
                  <a:close/>
                </a:path>
                <a:path w="4943475" h="1076325">
                  <a:moveTo>
                    <a:pt x="3673792" y="0"/>
                  </a:moveTo>
                  <a:lnTo>
                    <a:pt x="3645217" y="0"/>
                  </a:lnTo>
                  <a:lnTo>
                    <a:pt x="3645217" y="9525"/>
                  </a:lnTo>
                  <a:lnTo>
                    <a:pt x="3673792" y="9525"/>
                  </a:lnTo>
                  <a:lnTo>
                    <a:pt x="3673792" y="0"/>
                  </a:lnTo>
                  <a:close/>
                </a:path>
                <a:path w="4943475" h="1076325">
                  <a:moveTo>
                    <a:pt x="3682098" y="1066800"/>
                  </a:moveTo>
                  <a:lnTo>
                    <a:pt x="3653523" y="1066800"/>
                  </a:lnTo>
                  <a:lnTo>
                    <a:pt x="3653523" y="1076325"/>
                  </a:lnTo>
                  <a:lnTo>
                    <a:pt x="3682098" y="1076325"/>
                  </a:lnTo>
                  <a:lnTo>
                    <a:pt x="3682098" y="1066800"/>
                  </a:lnTo>
                  <a:close/>
                </a:path>
                <a:path w="4943475" h="1076325">
                  <a:moveTo>
                    <a:pt x="3721379" y="0"/>
                  </a:moveTo>
                  <a:lnTo>
                    <a:pt x="3692804" y="0"/>
                  </a:lnTo>
                  <a:lnTo>
                    <a:pt x="3692804" y="9525"/>
                  </a:lnTo>
                  <a:lnTo>
                    <a:pt x="3721379" y="9525"/>
                  </a:lnTo>
                  <a:lnTo>
                    <a:pt x="3721379" y="0"/>
                  </a:lnTo>
                  <a:close/>
                </a:path>
                <a:path w="4943475" h="1076325">
                  <a:moveTo>
                    <a:pt x="3729685" y="1066800"/>
                  </a:moveTo>
                  <a:lnTo>
                    <a:pt x="3701110" y="1066800"/>
                  </a:lnTo>
                  <a:lnTo>
                    <a:pt x="3701110" y="1076325"/>
                  </a:lnTo>
                  <a:lnTo>
                    <a:pt x="3729685" y="1076325"/>
                  </a:lnTo>
                  <a:lnTo>
                    <a:pt x="3729685" y="1066800"/>
                  </a:lnTo>
                  <a:close/>
                </a:path>
                <a:path w="4943475" h="1076325">
                  <a:moveTo>
                    <a:pt x="3768966" y="0"/>
                  </a:moveTo>
                  <a:lnTo>
                    <a:pt x="3740391" y="0"/>
                  </a:lnTo>
                  <a:lnTo>
                    <a:pt x="3740391" y="9525"/>
                  </a:lnTo>
                  <a:lnTo>
                    <a:pt x="3768966" y="9525"/>
                  </a:lnTo>
                  <a:lnTo>
                    <a:pt x="3768966" y="0"/>
                  </a:lnTo>
                  <a:close/>
                </a:path>
                <a:path w="4943475" h="1076325">
                  <a:moveTo>
                    <a:pt x="3777272" y="1066800"/>
                  </a:moveTo>
                  <a:lnTo>
                    <a:pt x="3748697" y="1066800"/>
                  </a:lnTo>
                  <a:lnTo>
                    <a:pt x="3748697" y="1076325"/>
                  </a:lnTo>
                  <a:lnTo>
                    <a:pt x="3777272" y="1076325"/>
                  </a:lnTo>
                  <a:lnTo>
                    <a:pt x="3777272" y="1066800"/>
                  </a:lnTo>
                  <a:close/>
                </a:path>
                <a:path w="4943475" h="1076325">
                  <a:moveTo>
                    <a:pt x="3816553" y="0"/>
                  </a:moveTo>
                  <a:lnTo>
                    <a:pt x="3787978" y="0"/>
                  </a:lnTo>
                  <a:lnTo>
                    <a:pt x="3787978" y="9525"/>
                  </a:lnTo>
                  <a:lnTo>
                    <a:pt x="3816553" y="9525"/>
                  </a:lnTo>
                  <a:lnTo>
                    <a:pt x="3816553" y="0"/>
                  </a:lnTo>
                  <a:close/>
                </a:path>
                <a:path w="4943475" h="1076325">
                  <a:moveTo>
                    <a:pt x="3824859" y="1066800"/>
                  </a:moveTo>
                  <a:lnTo>
                    <a:pt x="3796284" y="1066800"/>
                  </a:lnTo>
                  <a:lnTo>
                    <a:pt x="3796284" y="1076325"/>
                  </a:lnTo>
                  <a:lnTo>
                    <a:pt x="3824859" y="1076325"/>
                  </a:lnTo>
                  <a:lnTo>
                    <a:pt x="3824859" y="1066800"/>
                  </a:lnTo>
                  <a:close/>
                </a:path>
                <a:path w="4943475" h="1076325">
                  <a:moveTo>
                    <a:pt x="3864140" y="0"/>
                  </a:moveTo>
                  <a:lnTo>
                    <a:pt x="3835565" y="0"/>
                  </a:lnTo>
                  <a:lnTo>
                    <a:pt x="3835565" y="9525"/>
                  </a:lnTo>
                  <a:lnTo>
                    <a:pt x="3864140" y="9525"/>
                  </a:lnTo>
                  <a:lnTo>
                    <a:pt x="3864140" y="0"/>
                  </a:lnTo>
                  <a:close/>
                </a:path>
                <a:path w="4943475" h="1076325">
                  <a:moveTo>
                    <a:pt x="3872446" y="1066800"/>
                  </a:moveTo>
                  <a:lnTo>
                    <a:pt x="3843871" y="1066800"/>
                  </a:lnTo>
                  <a:lnTo>
                    <a:pt x="3843871" y="1076325"/>
                  </a:lnTo>
                  <a:lnTo>
                    <a:pt x="3872446" y="1076325"/>
                  </a:lnTo>
                  <a:lnTo>
                    <a:pt x="3872446" y="1066800"/>
                  </a:lnTo>
                  <a:close/>
                </a:path>
                <a:path w="4943475" h="1076325">
                  <a:moveTo>
                    <a:pt x="3911727" y="0"/>
                  </a:moveTo>
                  <a:lnTo>
                    <a:pt x="3883152" y="0"/>
                  </a:lnTo>
                  <a:lnTo>
                    <a:pt x="3883152" y="9525"/>
                  </a:lnTo>
                  <a:lnTo>
                    <a:pt x="3911727" y="9525"/>
                  </a:lnTo>
                  <a:lnTo>
                    <a:pt x="3911727" y="0"/>
                  </a:lnTo>
                  <a:close/>
                </a:path>
                <a:path w="4943475" h="1076325">
                  <a:moveTo>
                    <a:pt x="3920032" y="1066800"/>
                  </a:moveTo>
                  <a:lnTo>
                    <a:pt x="3891457" y="1066800"/>
                  </a:lnTo>
                  <a:lnTo>
                    <a:pt x="3891457" y="1076325"/>
                  </a:lnTo>
                  <a:lnTo>
                    <a:pt x="3920032" y="1076325"/>
                  </a:lnTo>
                  <a:lnTo>
                    <a:pt x="3920032" y="1066800"/>
                  </a:lnTo>
                  <a:close/>
                </a:path>
                <a:path w="4943475" h="1076325">
                  <a:moveTo>
                    <a:pt x="3959314" y="0"/>
                  </a:moveTo>
                  <a:lnTo>
                    <a:pt x="3930739" y="0"/>
                  </a:lnTo>
                  <a:lnTo>
                    <a:pt x="3930739" y="9525"/>
                  </a:lnTo>
                  <a:lnTo>
                    <a:pt x="3959314" y="9525"/>
                  </a:lnTo>
                  <a:lnTo>
                    <a:pt x="3959314" y="0"/>
                  </a:lnTo>
                  <a:close/>
                </a:path>
                <a:path w="4943475" h="1076325">
                  <a:moveTo>
                    <a:pt x="3967619" y="1066800"/>
                  </a:moveTo>
                  <a:lnTo>
                    <a:pt x="3939044" y="1066800"/>
                  </a:lnTo>
                  <a:lnTo>
                    <a:pt x="3939044" y="1076325"/>
                  </a:lnTo>
                  <a:lnTo>
                    <a:pt x="3967619" y="1076325"/>
                  </a:lnTo>
                  <a:lnTo>
                    <a:pt x="3967619" y="1066800"/>
                  </a:lnTo>
                  <a:close/>
                </a:path>
                <a:path w="4943475" h="1076325">
                  <a:moveTo>
                    <a:pt x="4006900" y="0"/>
                  </a:moveTo>
                  <a:lnTo>
                    <a:pt x="3978325" y="0"/>
                  </a:lnTo>
                  <a:lnTo>
                    <a:pt x="3978325" y="9525"/>
                  </a:lnTo>
                  <a:lnTo>
                    <a:pt x="4006900" y="9525"/>
                  </a:lnTo>
                  <a:lnTo>
                    <a:pt x="4006900" y="0"/>
                  </a:lnTo>
                  <a:close/>
                </a:path>
                <a:path w="4943475" h="1076325">
                  <a:moveTo>
                    <a:pt x="4015206" y="1066800"/>
                  </a:moveTo>
                  <a:lnTo>
                    <a:pt x="3986631" y="1066800"/>
                  </a:lnTo>
                  <a:lnTo>
                    <a:pt x="3986631" y="1076325"/>
                  </a:lnTo>
                  <a:lnTo>
                    <a:pt x="4015206" y="1076325"/>
                  </a:lnTo>
                  <a:lnTo>
                    <a:pt x="4015206" y="1066800"/>
                  </a:lnTo>
                  <a:close/>
                </a:path>
                <a:path w="4943475" h="1076325">
                  <a:moveTo>
                    <a:pt x="4054487" y="0"/>
                  </a:moveTo>
                  <a:lnTo>
                    <a:pt x="4025912" y="0"/>
                  </a:lnTo>
                  <a:lnTo>
                    <a:pt x="4025912" y="9525"/>
                  </a:lnTo>
                  <a:lnTo>
                    <a:pt x="4054487" y="9525"/>
                  </a:lnTo>
                  <a:lnTo>
                    <a:pt x="4054487" y="0"/>
                  </a:lnTo>
                  <a:close/>
                </a:path>
                <a:path w="4943475" h="1076325">
                  <a:moveTo>
                    <a:pt x="4062793" y="1066800"/>
                  </a:moveTo>
                  <a:lnTo>
                    <a:pt x="4034218" y="1066800"/>
                  </a:lnTo>
                  <a:lnTo>
                    <a:pt x="4034218" y="1076325"/>
                  </a:lnTo>
                  <a:lnTo>
                    <a:pt x="4062793" y="1076325"/>
                  </a:lnTo>
                  <a:lnTo>
                    <a:pt x="4062793" y="1066800"/>
                  </a:lnTo>
                  <a:close/>
                </a:path>
                <a:path w="4943475" h="1076325">
                  <a:moveTo>
                    <a:pt x="4102074" y="0"/>
                  </a:moveTo>
                  <a:lnTo>
                    <a:pt x="4073499" y="0"/>
                  </a:lnTo>
                  <a:lnTo>
                    <a:pt x="4073499" y="9525"/>
                  </a:lnTo>
                  <a:lnTo>
                    <a:pt x="4102074" y="9525"/>
                  </a:lnTo>
                  <a:lnTo>
                    <a:pt x="4102074" y="0"/>
                  </a:lnTo>
                  <a:close/>
                </a:path>
                <a:path w="4943475" h="1076325">
                  <a:moveTo>
                    <a:pt x="4110380" y="1066800"/>
                  </a:moveTo>
                  <a:lnTo>
                    <a:pt x="4081805" y="1066800"/>
                  </a:lnTo>
                  <a:lnTo>
                    <a:pt x="4081805" y="1076325"/>
                  </a:lnTo>
                  <a:lnTo>
                    <a:pt x="4110380" y="1076325"/>
                  </a:lnTo>
                  <a:lnTo>
                    <a:pt x="4110380" y="1066800"/>
                  </a:lnTo>
                  <a:close/>
                </a:path>
                <a:path w="4943475" h="1076325">
                  <a:moveTo>
                    <a:pt x="4149661" y="0"/>
                  </a:moveTo>
                  <a:lnTo>
                    <a:pt x="4121086" y="0"/>
                  </a:lnTo>
                  <a:lnTo>
                    <a:pt x="4121086" y="9525"/>
                  </a:lnTo>
                  <a:lnTo>
                    <a:pt x="4149661" y="9525"/>
                  </a:lnTo>
                  <a:lnTo>
                    <a:pt x="4149661" y="0"/>
                  </a:lnTo>
                  <a:close/>
                </a:path>
                <a:path w="4943475" h="1076325">
                  <a:moveTo>
                    <a:pt x="4157967" y="1066800"/>
                  </a:moveTo>
                  <a:lnTo>
                    <a:pt x="4129392" y="1066800"/>
                  </a:lnTo>
                  <a:lnTo>
                    <a:pt x="4129392" y="1076325"/>
                  </a:lnTo>
                  <a:lnTo>
                    <a:pt x="4157967" y="1076325"/>
                  </a:lnTo>
                  <a:lnTo>
                    <a:pt x="4157967" y="1066800"/>
                  </a:lnTo>
                  <a:close/>
                </a:path>
                <a:path w="4943475" h="1076325">
                  <a:moveTo>
                    <a:pt x="4197248" y="0"/>
                  </a:moveTo>
                  <a:lnTo>
                    <a:pt x="4168673" y="0"/>
                  </a:lnTo>
                  <a:lnTo>
                    <a:pt x="4168673" y="9525"/>
                  </a:lnTo>
                  <a:lnTo>
                    <a:pt x="4197248" y="9525"/>
                  </a:lnTo>
                  <a:lnTo>
                    <a:pt x="4197248" y="0"/>
                  </a:lnTo>
                  <a:close/>
                </a:path>
                <a:path w="4943475" h="1076325">
                  <a:moveTo>
                    <a:pt x="4205554" y="1066800"/>
                  </a:moveTo>
                  <a:lnTo>
                    <a:pt x="4176979" y="1066800"/>
                  </a:lnTo>
                  <a:lnTo>
                    <a:pt x="4176979" y="1076325"/>
                  </a:lnTo>
                  <a:lnTo>
                    <a:pt x="4205554" y="1076325"/>
                  </a:lnTo>
                  <a:lnTo>
                    <a:pt x="4205554" y="1066800"/>
                  </a:lnTo>
                  <a:close/>
                </a:path>
                <a:path w="4943475" h="1076325">
                  <a:moveTo>
                    <a:pt x="4244835" y="0"/>
                  </a:moveTo>
                  <a:lnTo>
                    <a:pt x="4216260" y="0"/>
                  </a:lnTo>
                  <a:lnTo>
                    <a:pt x="4216260" y="9525"/>
                  </a:lnTo>
                  <a:lnTo>
                    <a:pt x="4244835" y="9525"/>
                  </a:lnTo>
                  <a:lnTo>
                    <a:pt x="4244835" y="0"/>
                  </a:lnTo>
                  <a:close/>
                </a:path>
                <a:path w="4943475" h="1076325">
                  <a:moveTo>
                    <a:pt x="4253141" y="1066800"/>
                  </a:moveTo>
                  <a:lnTo>
                    <a:pt x="4224566" y="1066800"/>
                  </a:lnTo>
                  <a:lnTo>
                    <a:pt x="4224566" y="1076325"/>
                  </a:lnTo>
                  <a:lnTo>
                    <a:pt x="4253141" y="1076325"/>
                  </a:lnTo>
                  <a:lnTo>
                    <a:pt x="4253141" y="1066800"/>
                  </a:lnTo>
                  <a:close/>
                </a:path>
                <a:path w="4943475" h="1076325">
                  <a:moveTo>
                    <a:pt x="4292422" y="0"/>
                  </a:moveTo>
                  <a:lnTo>
                    <a:pt x="4263847" y="0"/>
                  </a:lnTo>
                  <a:lnTo>
                    <a:pt x="4263847" y="9525"/>
                  </a:lnTo>
                  <a:lnTo>
                    <a:pt x="4292422" y="9525"/>
                  </a:lnTo>
                  <a:lnTo>
                    <a:pt x="4292422" y="0"/>
                  </a:lnTo>
                  <a:close/>
                </a:path>
                <a:path w="4943475" h="1076325">
                  <a:moveTo>
                    <a:pt x="4300728" y="1066800"/>
                  </a:moveTo>
                  <a:lnTo>
                    <a:pt x="4272153" y="1066800"/>
                  </a:lnTo>
                  <a:lnTo>
                    <a:pt x="4272153" y="1076325"/>
                  </a:lnTo>
                  <a:lnTo>
                    <a:pt x="4300728" y="1076325"/>
                  </a:lnTo>
                  <a:lnTo>
                    <a:pt x="4300728" y="1066800"/>
                  </a:lnTo>
                  <a:close/>
                </a:path>
                <a:path w="4943475" h="1076325">
                  <a:moveTo>
                    <a:pt x="4340009" y="0"/>
                  </a:moveTo>
                  <a:lnTo>
                    <a:pt x="4311434" y="0"/>
                  </a:lnTo>
                  <a:lnTo>
                    <a:pt x="4311434" y="9525"/>
                  </a:lnTo>
                  <a:lnTo>
                    <a:pt x="4340009" y="9525"/>
                  </a:lnTo>
                  <a:lnTo>
                    <a:pt x="4340009" y="0"/>
                  </a:lnTo>
                  <a:close/>
                </a:path>
                <a:path w="4943475" h="1076325">
                  <a:moveTo>
                    <a:pt x="4348315" y="1066800"/>
                  </a:moveTo>
                  <a:lnTo>
                    <a:pt x="4319740" y="1066800"/>
                  </a:lnTo>
                  <a:lnTo>
                    <a:pt x="4319740" y="1076325"/>
                  </a:lnTo>
                  <a:lnTo>
                    <a:pt x="4348315" y="1076325"/>
                  </a:lnTo>
                  <a:lnTo>
                    <a:pt x="4348315" y="1066800"/>
                  </a:lnTo>
                  <a:close/>
                </a:path>
                <a:path w="4943475" h="1076325">
                  <a:moveTo>
                    <a:pt x="4387596" y="0"/>
                  </a:moveTo>
                  <a:lnTo>
                    <a:pt x="4359021" y="0"/>
                  </a:lnTo>
                  <a:lnTo>
                    <a:pt x="4359021" y="9525"/>
                  </a:lnTo>
                  <a:lnTo>
                    <a:pt x="4387596" y="9525"/>
                  </a:lnTo>
                  <a:lnTo>
                    <a:pt x="4387596" y="0"/>
                  </a:lnTo>
                  <a:close/>
                </a:path>
                <a:path w="4943475" h="1076325">
                  <a:moveTo>
                    <a:pt x="4395902" y="1066800"/>
                  </a:moveTo>
                  <a:lnTo>
                    <a:pt x="4367327" y="1066800"/>
                  </a:lnTo>
                  <a:lnTo>
                    <a:pt x="4367327" y="1076325"/>
                  </a:lnTo>
                  <a:lnTo>
                    <a:pt x="4395902" y="1076325"/>
                  </a:lnTo>
                  <a:lnTo>
                    <a:pt x="4395902" y="1066800"/>
                  </a:lnTo>
                  <a:close/>
                </a:path>
                <a:path w="4943475" h="1076325">
                  <a:moveTo>
                    <a:pt x="4435183" y="0"/>
                  </a:moveTo>
                  <a:lnTo>
                    <a:pt x="4406608" y="0"/>
                  </a:lnTo>
                  <a:lnTo>
                    <a:pt x="4406608" y="9525"/>
                  </a:lnTo>
                  <a:lnTo>
                    <a:pt x="4435183" y="9525"/>
                  </a:lnTo>
                  <a:lnTo>
                    <a:pt x="4435183" y="0"/>
                  </a:lnTo>
                  <a:close/>
                </a:path>
                <a:path w="4943475" h="1076325">
                  <a:moveTo>
                    <a:pt x="4443488" y="1066800"/>
                  </a:moveTo>
                  <a:lnTo>
                    <a:pt x="4414913" y="1066800"/>
                  </a:lnTo>
                  <a:lnTo>
                    <a:pt x="4414913" y="1076325"/>
                  </a:lnTo>
                  <a:lnTo>
                    <a:pt x="4443488" y="1076325"/>
                  </a:lnTo>
                  <a:lnTo>
                    <a:pt x="4443488" y="1066800"/>
                  </a:lnTo>
                  <a:close/>
                </a:path>
                <a:path w="4943475" h="1076325">
                  <a:moveTo>
                    <a:pt x="4482770" y="0"/>
                  </a:moveTo>
                  <a:lnTo>
                    <a:pt x="4454195" y="0"/>
                  </a:lnTo>
                  <a:lnTo>
                    <a:pt x="4454195" y="9525"/>
                  </a:lnTo>
                  <a:lnTo>
                    <a:pt x="4482770" y="9525"/>
                  </a:lnTo>
                  <a:lnTo>
                    <a:pt x="4482770" y="0"/>
                  </a:lnTo>
                  <a:close/>
                </a:path>
                <a:path w="4943475" h="1076325">
                  <a:moveTo>
                    <a:pt x="4491075" y="1066800"/>
                  </a:moveTo>
                  <a:lnTo>
                    <a:pt x="4462500" y="1066800"/>
                  </a:lnTo>
                  <a:lnTo>
                    <a:pt x="4462500" y="1076325"/>
                  </a:lnTo>
                  <a:lnTo>
                    <a:pt x="4491075" y="1076325"/>
                  </a:lnTo>
                  <a:lnTo>
                    <a:pt x="4491075" y="1066800"/>
                  </a:lnTo>
                  <a:close/>
                </a:path>
                <a:path w="4943475" h="1076325">
                  <a:moveTo>
                    <a:pt x="4530356" y="0"/>
                  </a:moveTo>
                  <a:lnTo>
                    <a:pt x="4501781" y="0"/>
                  </a:lnTo>
                  <a:lnTo>
                    <a:pt x="4501781" y="9525"/>
                  </a:lnTo>
                  <a:lnTo>
                    <a:pt x="4530356" y="9525"/>
                  </a:lnTo>
                  <a:lnTo>
                    <a:pt x="4530356" y="0"/>
                  </a:lnTo>
                  <a:close/>
                </a:path>
                <a:path w="4943475" h="1076325">
                  <a:moveTo>
                    <a:pt x="4538662" y="1066800"/>
                  </a:moveTo>
                  <a:lnTo>
                    <a:pt x="4510087" y="1066800"/>
                  </a:lnTo>
                  <a:lnTo>
                    <a:pt x="4510087" y="1076325"/>
                  </a:lnTo>
                  <a:lnTo>
                    <a:pt x="4538662" y="1076325"/>
                  </a:lnTo>
                  <a:lnTo>
                    <a:pt x="4538662" y="1066800"/>
                  </a:lnTo>
                  <a:close/>
                </a:path>
                <a:path w="4943475" h="1076325">
                  <a:moveTo>
                    <a:pt x="4577943" y="0"/>
                  </a:moveTo>
                  <a:lnTo>
                    <a:pt x="4549368" y="0"/>
                  </a:lnTo>
                  <a:lnTo>
                    <a:pt x="4549368" y="9525"/>
                  </a:lnTo>
                  <a:lnTo>
                    <a:pt x="4577943" y="9525"/>
                  </a:lnTo>
                  <a:lnTo>
                    <a:pt x="4577943" y="0"/>
                  </a:lnTo>
                  <a:close/>
                </a:path>
                <a:path w="4943475" h="1076325">
                  <a:moveTo>
                    <a:pt x="4586249" y="1066800"/>
                  </a:moveTo>
                  <a:lnTo>
                    <a:pt x="4557674" y="1066800"/>
                  </a:lnTo>
                  <a:lnTo>
                    <a:pt x="4557674" y="1076325"/>
                  </a:lnTo>
                  <a:lnTo>
                    <a:pt x="4586249" y="1076325"/>
                  </a:lnTo>
                  <a:lnTo>
                    <a:pt x="4586249" y="1066800"/>
                  </a:lnTo>
                  <a:close/>
                </a:path>
                <a:path w="4943475" h="1076325">
                  <a:moveTo>
                    <a:pt x="4625530" y="0"/>
                  </a:moveTo>
                  <a:lnTo>
                    <a:pt x="4596955" y="0"/>
                  </a:lnTo>
                  <a:lnTo>
                    <a:pt x="4596955" y="9525"/>
                  </a:lnTo>
                  <a:lnTo>
                    <a:pt x="4625530" y="9525"/>
                  </a:lnTo>
                  <a:lnTo>
                    <a:pt x="4625530" y="0"/>
                  </a:lnTo>
                  <a:close/>
                </a:path>
                <a:path w="4943475" h="1076325">
                  <a:moveTo>
                    <a:pt x="4633836" y="1066800"/>
                  </a:moveTo>
                  <a:lnTo>
                    <a:pt x="4605261" y="1066800"/>
                  </a:lnTo>
                  <a:lnTo>
                    <a:pt x="4605261" y="1076325"/>
                  </a:lnTo>
                  <a:lnTo>
                    <a:pt x="4633836" y="1076325"/>
                  </a:lnTo>
                  <a:lnTo>
                    <a:pt x="4633836" y="1066800"/>
                  </a:lnTo>
                  <a:close/>
                </a:path>
                <a:path w="4943475" h="1076325">
                  <a:moveTo>
                    <a:pt x="4673117" y="0"/>
                  </a:moveTo>
                  <a:lnTo>
                    <a:pt x="4644542" y="0"/>
                  </a:lnTo>
                  <a:lnTo>
                    <a:pt x="4644542" y="9525"/>
                  </a:lnTo>
                  <a:lnTo>
                    <a:pt x="4673117" y="9525"/>
                  </a:lnTo>
                  <a:lnTo>
                    <a:pt x="4673117" y="0"/>
                  </a:lnTo>
                  <a:close/>
                </a:path>
                <a:path w="4943475" h="1076325">
                  <a:moveTo>
                    <a:pt x="4681423" y="1066800"/>
                  </a:moveTo>
                  <a:lnTo>
                    <a:pt x="4652848" y="1066800"/>
                  </a:lnTo>
                  <a:lnTo>
                    <a:pt x="4652848" y="1076325"/>
                  </a:lnTo>
                  <a:lnTo>
                    <a:pt x="4681423" y="1076325"/>
                  </a:lnTo>
                  <a:lnTo>
                    <a:pt x="4681423" y="1066800"/>
                  </a:lnTo>
                  <a:close/>
                </a:path>
                <a:path w="4943475" h="1076325">
                  <a:moveTo>
                    <a:pt x="4720704" y="0"/>
                  </a:moveTo>
                  <a:lnTo>
                    <a:pt x="4692129" y="0"/>
                  </a:lnTo>
                  <a:lnTo>
                    <a:pt x="4692129" y="9525"/>
                  </a:lnTo>
                  <a:lnTo>
                    <a:pt x="4720704" y="9525"/>
                  </a:lnTo>
                  <a:lnTo>
                    <a:pt x="4720704" y="0"/>
                  </a:lnTo>
                  <a:close/>
                </a:path>
                <a:path w="4943475" h="1076325">
                  <a:moveTo>
                    <a:pt x="4729010" y="1066800"/>
                  </a:moveTo>
                  <a:lnTo>
                    <a:pt x="4700435" y="1066800"/>
                  </a:lnTo>
                  <a:lnTo>
                    <a:pt x="4700435" y="1076325"/>
                  </a:lnTo>
                  <a:lnTo>
                    <a:pt x="4729010" y="1076325"/>
                  </a:lnTo>
                  <a:lnTo>
                    <a:pt x="4729010" y="1066800"/>
                  </a:lnTo>
                  <a:close/>
                </a:path>
                <a:path w="4943475" h="1076325">
                  <a:moveTo>
                    <a:pt x="4768291" y="0"/>
                  </a:moveTo>
                  <a:lnTo>
                    <a:pt x="4739716" y="0"/>
                  </a:lnTo>
                  <a:lnTo>
                    <a:pt x="4739716" y="9525"/>
                  </a:lnTo>
                  <a:lnTo>
                    <a:pt x="4768291" y="9525"/>
                  </a:lnTo>
                  <a:lnTo>
                    <a:pt x="4768291" y="0"/>
                  </a:lnTo>
                  <a:close/>
                </a:path>
                <a:path w="4943475" h="1076325">
                  <a:moveTo>
                    <a:pt x="4776597" y="1066800"/>
                  </a:moveTo>
                  <a:lnTo>
                    <a:pt x="4748022" y="1066800"/>
                  </a:lnTo>
                  <a:lnTo>
                    <a:pt x="4748022" y="1076325"/>
                  </a:lnTo>
                  <a:lnTo>
                    <a:pt x="4776597" y="1076325"/>
                  </a:lnTo>
                  <a:lnTo>
                    <a:pt x="4776597" y="1066800"/>
                  </a:lnTo>
                  <a:close/>
                </a:path>
                <a:path w="4943475" h="1076325">
                  <a:moveTo>
                    <a:pt x="4815878" y="0"/>
                  </a:moveTo>
                  <a:lnTo>
                    <a:pt x="4787303" y="0"/>
                  </a:lnTo>
                  <a:lnTo>
                    <a:pt x="4787303" y="9525"/>
                  </a:lnTo>
                  <a:lnTo>
                    <a:pt x="4815878" y="9525"/>
                  </a:lnTo>
                  <a:lnTo>
                    <a:pt x="4815878" y="0"/>
                  </a:lnTo>
                  <a:close/>
                </a:path>
                <a:path w="4943475" h="1076325">
                  <a:moveTo>
                    <a:pt x="4824184" y="1066800"/>
                  </a:moveTo>
                  <a:lnTo>
                    <a:pt x="4795609" y="1066800"/>
                  </a:lnTo>
                  <a:lnTo>
                    <a:pt x="4795609" y="1076325"/>
                  </a:lnTo>
                  <a:lnTo>
                    <a:pt x="4824184" y="1076325"/>
                  </a:lnTo>
                  <a:lnTo>
                    <a:pt x="4824184" y="1066800"/>
                  </a:lnTo>
                  <a:close/>
                </a:path>
                <a:path w="4943475" h="1076325">
                  <a:moveTo>
                    <a:pt x="4863465" y="0"/>
                  </a:moveTo>
                  <a:lnTo>
                    <a:pt x="4834890" y="0"/>
                  </a:lnTo>
                  <a:lnTo>
                    <a:pt x="4834890" y="9525"/>
                  </a:lnTo>
                  <a:lnTo>
                    <a:pt x="4863465" y="9525"/>
                  </a:lnTo>
                  <a:lnTo>
                    <a:pt x="4863465" y="0"/>
                  </a:lnTo>
                  <a:close/>
                </a:path>
                <a:path w="4943475" h="1076325">
                  <a:moveTo>
                    <a:pt x="4871555" y="1076121"/>
                  </a:moveTo>
                  <a:lnTo>
                    <a:pt x="4871021" y="1066622"/>
                  </a:lnTo>
                  <a:lnTo>
                    <a:pt x="4867275" y="1066800"/>
                  </a:lnTo>
                  <a:lnTo>
                    <a:pt x="4843196" y="1066800"/>
                  </a:lnTo>
                  <a:lnTo>
                    <a:pt x="4843196" y="1076325"/>
                  </a:lnTo>
                  <a:lnTo>
                    <a:pt x="4867275" y="1076325"/>
                  </a:lnTo>
                  <a:lnTo>
                    <a:pt x="4871555" y="1076121"/>
                  </a:lnTo>
                  <a:close/>
                </a:path>
                <a:path w="4943475" h="1076325">
                  <a:moveTo>
                    <a:pt x="4908766" y="12319"/>
                  </a:moveTo>
                  <a:lnTo>
                    <a:pt x="4903241" y="9017"/>
                  </a:lnTo>
                  <a:lnTo>
                    <a:pt x="4896447" y="5803"/>
                  </a:lnTo>
                  <a:lnTo>
                    <a:pt x="4889373" y="3263"/>
                  </a:lnTo>
                  <a:lnTo>
                    <a:pt x="4882070" y="1435"/>
                  </a:lnTo>
                  <a:lnTo>
                    <a:pt x="4880216" y="10782"/>
                  </a:lnTo>
                  <a:lnTo>
                    <a:pt x="4886350" y="12319"/>
                  </a:lnTo>
                  <a:lnTo>
                    <a:pt x="4892802" y="14605"/>
                  </a:lnTo>
                  <a:lnTo>
                    <a:pt x="4898745" y="17411"/>
                  </a:lnTo>
                  <a:lnTo>
                    <a:pt x="4903584" y="20307"/>
                  </a:lnTo>
                  <a:lnTo>
                    <a:pt x="4908766" y="12319"/>
                  </a:lnTo>
                  <a:close/>
                </a:path>
                <a:path w="4943475" h="1076325">
                  <a:moveTo>
                    <a:pt x="4915586" y="1059078"/>
                  </a:moveTo>
                  <a:lnTo>
                    <a:pt x="4915459" y="1058926"/>
                  </a:lnTo>
                  <a:lnTo>
                    <a:pt x="4909540" y="1051712"/>
                  </a:lnTo>
                  <a:lnTo>
                    <a:pt x="4904333" y="1055585"/>
                  </a:lnTo>
                  <a:lnTo>
                    <a:pt x="4898745" y="1058926"/>
                  </a:lnTo>
                  <a:lnTo>
                    <a:pt x="4892802" y="1061732"/>
                  </a:lnTo>
                  <a:lnTo>
                    <a:pt x="4887430" y="1063650"/>
                  </a:lnTo>
                  <a:lnTo>
                    <a:pt x="4890313" y="1072730"/>
                  </a:lnTo>
                  <a:lnTo>
                    <a:pt x="4896434" y="1070533"/>
                  </a:lnTo>
                  <a:lnTo>
                    <a:pt x="4903241" y="1067320"/>
                  </a:lnTo>
                  <a:lnTo>
                    <a:pt x="4909617" y="1063498"/>
                  </a:lnTo>
                  <a:lnTo>
                    <a:pt x="4915586" y="1059078"/>
                  </a:lnTo>
                  <a:close/>
                </a:path>
                <a:path w="4943475" h="1076325">
                  <a:moveTo>
                    <a:pt x="4938446" y="49161"/>
                  </a:moveTo>
                  <a:lnTo>
                    <a:pt x="4923447" y="24841"/>
                  </a:lnTo>
                  <a:lnTo>
                    <a:pt x="4916424" y="31254"/>
                  </a:lnTo>
                  <a:lnTo>
                    <a:pt x="4918786" y="33858"/>
                  </a:lnTo>
                  <a:lnTo>
                    <a:pt x="4922723" y="39154"/>
                  </a:lnTo>
                  <a:lnTo>
                    <a:pt x="4926076" y="44742"/>
                  </a:lnTo>
                  <a:lnTo>
                    <a:pt x="4928882" y="50685"/>
                  </a:lnTo>
                  <a:lnTo>
                    <a:pt x="4929543" y="52539"/>
                  </a:lnTo>
                  <a:lnTo>
                    <a:pt x="4938446" y="49161"/>
                  </a:lnTo>
                  <a:close/>
                </a:path>
                <a:path w="4943475" h="1076325">
                  <a:moveTo>
                    <a:pt x="4941036" y="1018933"/>
                  </a:moveTo>
                  <a:lnTo>
                    <a:pt x="4931816" y="1016584"/>
                  </a:lnTo>
                  <a:lnTo>
                    <a:pt x="4931105" y="1019454"/>
                  </a:lnTo>
                  <a:lnTo>
                    <a:pt x="4928882" y="1025652"/>
                  </a:lnTo>
                  <a:lnTo>
                    <a:pt x="4926076" y="1031595"/>
                  </a:lnTo>
                  <a:lnTo>
                    <a:pt x="4922723" y="1037183"/>
                  </a:lnTo>
                  <a:lnTo>
                    <a:pt x="4921097" y="1039368"/>
                  </a:lnTo>
                  <a:lnTo>
                    <a:pt x="4928794" y="1044981"/>
                  </a:lnTo>
                  <a:lnTo>
                    <a:pt x="4930648" y="1042466"/>
                  </a:lnTo>
                  <a:lnTo>
                    <a:pt x="4934470" y="1036091"/>
                  </a:lnTo>
                  <a:lnTo>
                    <a:pt x="4937684" y="1029296"/>
                  </a:lnTo>
                  <a:lnTo>
                    <a:pt x="4940224" y="1022223"/>
                  </a:lnTo>
                  <a:lnTo>
                    <a:pt x="4941036" y="1018933"/>
                  </a:lnTo>
                  <a:close/>
                </a:path>
                <a:path w="4943475" h="1076325">
                  <a:moveTo>
                    <a:pt x="4943475" y="971804"/>
                  </a:moveTo>
                  <a:lnTo>
                    <a:pt x="4933950" y="971804"/>
                  </a:lnTo>
                  <a:lnTo>
                    <a:pt x="4933950" y="1000366"/>
                  </a:lnTo>
                  <a:lnTo>
                    <a:pt x="4943475" y="1000366"/>
                  </a:lnTo>
                  <a:lnTo>
                    <a:pt x="4943475" y="971804"/>
                  </a:lnTo>
                  <a:close/>
                </a:path>
                <a:path w="4943475" h="1076325">
                  <a:moveTo>
                    <a:pt x="4943475" y="924217"/>
                  </a:moveTo>
                  <a:lnTo>
                    <a:pt x="4933950" y="924217"/>
                  </a:lnTo>
                  <a:lnTo>
                    <a:pt x="4933950" y="952792"/>
                  </a:lnTo>
                  <a:lnTo>
                    <a:pt x="4943475" y="952792"/>
                  </a:lnTo>
                  <a:lnTo>
                    <a:pt x="4943475" y="924217"/>
                  </a:lnTo>
                  <a:close/>
                </a:path>
                <a:path w="4943475" h="1076325">
                  <a:moveTo>
                    <a:pt x="4943475" y="876630"/>
                  </a:moveTo>
                  <a:lnTo>
                    <a:pt x="4933950" y="876630"/>
                  </a:lnTo>
                  <a:lnTo>
                    <a:pt x="4933950" y="905205"/>
                  </a:lnTo>
                  <a:lnTo>
                    <a:pt x="4943475" y="905205"/>
                  </a:lnTo>
                  <a:lnTo>
                    <a:pt x="4943475" y="876630"/>
                  </a:lnTo>
                  <a:close/>
                </a:path>
                <a:path w="4943475" h="1076325">
                  <a:moveTo>
                    <a:pt x="4943475" y="829043"/>
                  </a:moveTo>
                  <a:lnTo>
                    <a:pt x="4933950" y="829043"/>
                  </a:lnTo>
                  <a:lnTo>
                    <a:pt x="4933950" y="857618"/>
                  </a:lnTo>
                  <a:lnTo>
                    <a:pt x="4943475" y="857618"/>
                  </a:lnTo>
                  <a:lnTo>
                    <a:pt x="4943475" y="829043"/>
                  </a:lnTo>
                  <a:close/>
                </a:path>
                <a:path w="4943475" h="1076325">
                  <a:moveTo>
                    <a:pt x="4943475" y="781456"/>
                  </a:moveTo>
                  <a:lnTo>
                    <a:pt x="4933950" y="781456"/>
                  </a:lnTo>
                  <a:lnTo>
                    <a:pt x="4933950" y="810031"/>
                  </a:lnTo>
                  <a:lnTo>
                    <a:pt x="4943475" y="810031"/>
                  </a:lnTo>
                  <a:lnTo>
                    <a:pt x="4943475" y="781456"/>
                  </a:lnTo>
                  <a:close/>
                </a:path>
                <a:path w="4943475" h="1076325">
                  <a:moveTo>
                    <a:pt x="4943475" y="733869"/>
                  </a:moveTo>
                  <a:lnTo>
                    <a:pt x="4933950" y="733869"/>
                  </a:lnTo>
                  <a:lnTo>
                    <a:pt x="4933950" y="762444"/>
                  </a:lnTo>
                  <a:lnTo>
                    <a:pt x="4943475" y="762444"/>
                  </a:lnTo>
                  <a:lnTo>
                    <a:pt x="4943475" y="733869"/>
                  </a:lnTo>
                  <a:close/>
                </a:path>
                <a:path w="4943475" h="1076325">
                  <a:moveTo>
                    <a:pt x="4943475" y="686282"/>
                  </a:moveTo>
                  <a:lnTo>
                    <a:pt x="4933950" y="686282"/>
                  </a:lnTo>
                  <a:lnTo>
                    <a:pt x="4933950" y="714857"/>
                  </a:lnTo>
                  <a:lnTo>
                    <a:pt x="4943475" y="714857"/>
                  </a:lnTo>
                  <a:lnTo>
                    <a:pt x="4943475" y="686282"/>
                  </a:lnTo>
                  <a:close/>
                </a:path>
                <a:path w="4943475" h="1076325">
                  <a:moveTo>
                    <a:pt x="4943475" y="638695"/>
                  </a:moveTo>
                  <a:lnTo>
                    <a:pt x="4933950" y="638695"/>
                  </a:lnTo>
                  <a:lnTo>
                    <a:pt x="4933950" y="667270"/>
                  </a:lnTo>
                  <a:lnTo>
                    <a:pt x="4943475" y="667270"/>
                  </a:lnTo>
                  <a:lnTo>
                    <a:pt x="4943475" y="638695"/>
                  </a:lnTo>
                  <a:close/>
                </a:path>
                <a:path w="4943475" h="1076325">
                  <a:moveTo>
                    <a:pt x="4943475" y="591108"/>
                  </a:moveTo>
                  <a:lnTo>
                    <a:pt x="4933950" y="591108"/>
                  </a:lnTo>
                  <a:lnTo>
                    <a:pt x="4933950" y="619683"/>
                  </a:lnTo>
                  <a:lnTo>
                    <a:pt x="4943475" y="619683"/>
                  </a:lnTo>
                  <a:lnTo>
                    <a:pt x="4943475" y="591108"/>
                  </a:lnTo>
                  <a:close/>
                </a:path>
                <a:path w="4943475" h="1076325">
                  <a:moveTo>
                    <a:pt x="4943475" y="543521"/>
                  </a:moveTo>
                  <a:lnTo>
                    <a:pt x="4933950" y="543521"/>
                  </a:lnTo>
                  <a:lnTo>
                    <a:pt x="4933950" y="572096"/>
                  </a:lnTo>
                  <a:lnTo>
                    <a:pt x="4943475" y="572096"/>
                  </a:lnTo>
                  <a:lnTo>
                    <a:pt x="4943475" y="543521"/>
                  </a:lnTo>
                  <a:close/>
                </a:path>
                <a:path w="4943475" h="1076325">
                  <a:moveTo>
                    <a:pt x="4943475" y="495935"/>
                  </a:moveTo>
                  <a:lnTo>
                    <a:pt x="4933950" y="495935"/>
                  </a:lnTo>
                  <a:lnTo>
                    <a:pt x="4933950" y="524510"/>
                  </a:lnTo>
                  <a:lnTo>
                    <a:pt x="4943475" y="524510"/>
                  </a:lnTo>
                  <a:lnTo>
                    <a:pt x="4943475" y="495935"/>
                  </a:lnTo>
                  <a:close/>
                </a:path>
                <a:path w="4943475" h="1076325">
                  <a:moveTo>
                    <a:pt x="4943475" y="448348"/>
                  </a:moveTo>
                  <a:lnTo>
                    <a:pt x="4933950" y="448348"/>
                  </a:lnTo>
                  <a:lnTo>
                    <a:pt x="4933950" y="476923"/>
                  </a:lnTo>
                  <a:lnTo>
                    <a:pt x="4943475" y="476923"/>
                  </a:lnTo>
                  <a:lnTo>
                    <a:pt x="4943475" y="448348"/>
                  </a:lnTo>
                  <a:close/>
                </a:path>
                <a:path w="4943475" h="1076325">
                  <a:moveTo>
                    <a:pt x="4943475" y="400761"/>
                  </a:moveTo>
                  <a:lnTo>
                    <a:pt x="4933950" y="400761"/>
                  </a:lnTo>
                  <a:lnTo>
                    <a:pt x="4933950" y="429336"/>
                  </a:lnTo>
                  <a:lnTo>
                    <a:pt x="4943475" y="429336"/>
                  </a:lnTo>
                  <a:lnTo>
                    <a:pt x="4943475" y="400761"/>
                  </a:lnTo>
                  <a:close/>
                </a:path>
                <a:path w="4943475" h="1076325">
                  <a:moveTo>
                    <a:pt x="4943475" y="353174"/>
                  </a:moveTo>
                  <a:lnTo>
                    <a:pt x="4933950" y="353174"/>
                  </a:lnTo>
                  <a:lnTo>
                    <a:pt x="4933950" y="381749"/>
                  </a:lnTo>
                  <a:lnTo>
                    <a:pt x="4943475" y="381749"/>
                  </a:lnTo>
                  <a:lnTo>
                    <a:pt x="4943475" y="353174"/>
                  </a:lnTo>
                  <a:close/>
                </a:path>
                <a:path w="4943475" h="1076325">
                  <a:moveTo>
                    <a:pt x="4943475" y="305587"/>
                  </a:moveTo>
                  <a:lnTo>
                    <a:pt x="4933950" y="305587"/>
                  </a:lnTo>
                  <a:lnTo>
                    <a:pt x="4933950" y="334162"/>
                  </a:lnTo>
                  <a:lnTo>
                    <a:pt x="4943475" y="334162"/>
                  </a:lnTo>
                  <a:lnTo>
                    <a:pt x="4943475" y="305587"/>
                  </a:lnTo>
                  <a:close/>
                </a:path>
                <a:path w="4943475" h="1076325">
                  <a:moveTo>
                    <a:pt x="4943475" y="258000"/>
                  </a:moveTo>
                  <a:lnTo>
                    <a:pt x="4933950" y="258000"/>
                  </a:lnTo>
                  <a:lnTo>
                    <a:pt x="4933950" y="286575"/>
                  </a:lnTo>
                  <a:lnTo>
                    <a:pt x="4943475" y="286575"/>
                  </a:lnTo>
                  <a:lnTo>
                    <a:pt x="4943475" y="258000"/>
                  </a:lnTo>
                  <a:close/>
                </a:path>
                <a:path w="4943475" h="1076325">
                  <a:moveTo>
                    <a:pt x="4943475" y="210413"/>
                  </a:moveTo>
                  <a:lnTo>
                    <a:pt x="4933950" y="210413"/>
                  </a:lnTo>
                  <a:lnTo>
                    <a:pt x="4933950" y="238988"/>
                  </a:lnTo>
                  <a:lnTo>
                    <a:pt x="4943475" y="238988"/>
                  </a:lnTo>
                  <a:lnTo>
                    <a:pt x="4943475" y="210413"/>
                  </a:lnTo>
                  <a:close/>
                </a:path>
                <a:path w="4943475" h="1076325">
                  <a:moveTo>
                    <a:pt x="4943475" y="162826"/>
                  </a:moveTo>
                  <a:lnTo>
                    <a:pt x="4933950" y="162826"/>
                  </a:lnTo>
                  <a:lnTo>
                    <a:pt x="4933950" y="191401"/>
                  </a:lnTo>
                  <a:lnTo>
                    <a:pt x="4943475" y="191401"/>
                  </a:lnTo>
                  <a:lnTo>
                    <a:pt x="4943475" y="162826"/>
                  </a:lnTo>
                  <a:close/>
                </a:path>
                <a:path w="4943475" h="1076325">
                  <a:moveTo>
                    <a:pt x="4943475" y="115239"/>
                  </a:moveTo>
                  <a:lnTo>
                    <a:pt x="4933950" y="115239"/>
                  </a:lnTo>
                  <a:lnTo>
                    <a:pt x="4933950" y="143814"/>
                  </a:lnTo>
                  <a:lnTo>
                    <a:pt x="4943475" y="143814"/>
                  </a:lnTo>
                  <a:lnTo>
                    <a:pt x="4943475" y="115239"/>
                  </a:lnTo>
                  <a:close/>
                </a:path>
                <a:path w="4943475" h="1076325">
                  <a:moveTo>
                    <a:pt x="4943475" y="76200"/>
                  </a:moveTo>
                  <a:lnTo>
                    <a:pt x="4943132" y="69011"/>
                  </a:lnTo>
                  <a:lnTo>
                    <a:pt x="4943018" y="67983"/>
                  </a:lnTo>
                  <a:lnTo>
                    <a:pt x="4933543" y="69011"/>
                  </a:lnTo>
                  <a:lnTo>
                    <a:pt x="4933632" y="69634"/>
                  </a:lnTo>
                  <a:lnTo>
                    <a:pt x="4933950" y="76200"/>
                  </a:lnTo>
                  <a:lnTo>
                    <a:pt x="4933950" y="96227"/>
                  </a:lnTo>
                  <a:lnTo>
                    <a:pt x="4943475" y="96227"/>
                  </a:lnTo>
                  <a:lnTo>
                    <a:pt x="4943475" y="76200"/>
                  </a:lnTo>
                  <a:close/>
                </a:path>
              </a:pathLst>
            </a:custGeom>
            <a:solidFill>
              <a:srgbClr val="E4DED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2" name="object 22"/>
          <p:cNvGrpSpPr/>
          <p:nvPr/>
        </p:nvGrpSpPr>
        <p:grpSpPr>
          <a:xfrm>
            <a:off x="990599" y="4852987"/>
            <a:ext cx="4695825" cy="671830"/>
            <a:chOff x="990599" y="4852987"/>
            <a:chExt cx="4695825" cy="671830"/>
          </a:xfrm>
        </p:grpSpPr>
        <p:sp>
          <p:nvSpPr>
            <p:cNvPr id="23" name="object 23"/>
            <p:cNvSpPr/>
            <p:nvPr/>
          </p:nvSpPr>
          <p:spPr>
            <a:xfrm>
              <a:off x="995362" y="5119687"/>
              <a:ext cx="4686300" cy="400050"/>
            </a:xfrm>
            <a:custGeom>
              <a:avLst/>
              <a:gdLst/>
              <a:ahLst/>
              <a:cxnLst/>
              <a:rect l="l" t="t" r="r" b="b"/>
              <a:pathLst>
                <a:path w="4686300" h="400050">
                  <a:moveTo>
                    <a:pt x="4649120" y="400049"/>
                  </a:moveTo>
                  <a:lnTo>
                    <a:pt x="37178" y="400049"/>
                  </a:lnTo>
                  <a:lnTo>
                    <a:pt x="31710" y="398961"/>
                  </a:lnTo>
                  <a:lnTo>
                    <a:pt x="1087" y="368337"/>
                  </a:lnTo>
                  <a:lnTo>
                    <a:pt x="0" y="362870"/>
                  </a:lnTo>
                  <a:lnTo>
                    <a:pt x="0" y="357187"/>
                  </a:lnTo>
                  <a:lnTo>
                    <a:pt x="0" y="0"/>
                  </a:lnTo>
                  <a:lnTo>
                    <a:pt x="4649120" y="0"/>
                  </a:lnTo>
                  <a:lnTo>
                    <a:pt x="4654587" y="1087"/>
                  </a:lnTo>
                  <a:lnTo>
                    <a:pt x="4685211" y="31710"/>
                  </a:lnTo>
                  <a:lnTo>
                    <a:pt x="4686299" y="37178"/>
                  </a:lnTo>
                  <a:lnTo>
                    <a:pt x="4686299" y="362870"/>
                  </a:lnTo>
                  <a:lnTo>
                    <a:pt x="4665089" y="394611"/>
                  </a:lnTo>
                  <a:lnTo>
                    <a:pt x="4654587" y="398961"/>
                  </a:lnTo>
                  <a:lnTo>
                    <a:pt x="4649120" y="4000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995362" y="5119687"/>
              <a:ext cx="4686300" cy="400050"/>
            </a:xfrm>
            <a:custGeom>
              <a:avLst/>
              <a:gdLst/>
              <a:ahLst/>
              <a:cxnLst/>
              <a:rect l="l" t="t" r="r" b="b"/>
              <a:pathLst>
                <a:path w="4686300" h="400050">
                  <a:moveTo>
                    <a:pt x="0" y="357187"/>
                  </a:moveTo>
                  <a:lnTo>
                    <a:pt x="0" y="0"/>
                  </a:lnTo>
                  <a:lnTo>
                    <a:pt x="4643437" y="0"/>
                  </a:lnTo>
                  <a:lnTo>
                    <a:pt x="4649120" y="0"/>
                  </a:lnTo>
                  <a:lnTo>
                    <a:pt x="4680861" y="21207"/>
                  </a:lnTo>
                  <a:lnTo>
                    <a:pt x="4683035" y="26458"/>
                  </a:lnTo>
                  <a:lnTo>
                    <a:pt x="4685211" y="31710"/>
                  </a:lnTo>
                  <a:lnTo>
                    <a:pt x="4686299" y="37178"/>
                  </a:lnTo>
                  <a:lnTo>
                    <a:pt x="4686299" y="42862"/>
                  </a:lnTo>
                  <a:lnTo>
                    <a:pt x="4686299" y="357187"/>
                  </a:lnTo>
                  <a:lnTo>
                    <a:pt x="4686299" y="362870"/>
                  </a:lnTo>
                  <a:lnTo>
                    <a:pt x="4685211" y="368337"/>
                  </a:lnTo>
                  <a:lnTo>
                    <a:pt x="4683035" y="373589"/>
                  </a:lnTo>
                  <a:lnTo>
                    <a:pt x="4680861" y="378840"/>
                  </a:lnTo>
                  <a:lnTo>
                    <a:pt x="4649120" y="400049"/>
                  </a:lnTo>
                  <a:lnTo>
                    <a:pt x="4643437" y="400049"/>
                  </a:lnTo>
                  <a:lnTo>
                    <a:pt x="42862" y="400049"/>
                  </a:lnTo>
                  <a:lnTo>
                    <a:pt x="8534" y="383476"/>
                  </a:lnTo>
                  <a:lnTo>
                    <a:pt x="3262" y="373589"/>
                  </a:lnTo>
                  <a:lnTo>
                    <a:pt x="1087" y="368337"/>
                  </a:lnTo>
                  <a:lnTo>
                    <a:pt x="0" y="362870"/>
                  </a:lnTo>
                  <a:lnTo>
                    <a:pt x="0" y="357187"/>
                  </a:lnTo>
                  <a:close/>
                </a:path>
              </a:pathLst>
            </a:custGeom>
            <a:ln w="9524">
              <a:solidFill>
                <a:srgbClr val="E7E9F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1423987" y="5214937"/>
              <a:ext cx="4143375" cy="209550"/>
            </a:xfrm>
            <a:custGeom>
              <a:avLst/>
              <a:gdLst/>
              <a:ahLst/>
              <a:cxnLst/>
              <a:rect l="l" t="t" r="r" b="b"/>
              <a:pathLst>
                <a:path w="4143375" h="209550">
                  <a:moveTo>
                    <a:pt x="4122719" y="209549"/>
                  </a:moveTo>
                  <a:lnTo>
                    <a:pt x="20654" y="209549"/>
                  </a:lnTo>
                  <a:lnTo>
                    <a:pt x="17617" y="208945"/>
                  </a:lnTo>
                  <a:lnTo>
                    <a:pt x="0" y="188894"/>
                  </a:lnTo>
                  <a:lnTo>
                    <a:pt x="0" y="185737"/>
                  </a:lnTo>
                  <a:lnTo>
                    <a:pt x="0" y="20654"/>
                  </a:lnTo>
                  <a:lnTo>
                    <a:pt x="20654" y="0"/>
                  </a:lnTo>
                  <a:lnTo>
                    <a:pt x="4122719" y="0"/>
                  </a:lnTo>
                  <a:lnTo>
                    <a:pt x="4143374" y="20654"/>
                  </a:lnTo>
                  <a:lnTo>
                    <a:pt x="4143374" y="188894"/>
                  </a:lnTo>
                  <a:lnTo>
                    <a:pt x="4125756" y="208945"/>
                  </a:lnTo>
                  <a:lnTo>
                    <a:pt x="4122719" y="2095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1423987" y="5214937"/>
              <a:ext cx="4143375" cy="209550"/>
            </a:xfrm>
            <a:custGeom>
              <a:avLst/>
              <a:gdLst/>
              <a:ahLst/>
              <a:cxnLst/>
              <a:rect l="l" t="t" r="r" b="b"/>
              <a:pathLst>
                <a:path w="4143375" h="209550">
                  <a:moveTo>
                    <a:pt x="0" y="185737"/>
                  </a:moveTo>
                  <a:lnTo>
                    <a:pt x="0" y="23812"/>
                  </a:lnTo>
                  <a:lnTo>
                    <a:pt x="0" y="20654"/>
                  </a:lnTo>
                  <a:lnTo>
                    <a:pt x="604" y="17616"/>
                  </a:lnTo>
                  <a:lnTo>
                    <a:pt x="1812" y="14699"/>
                  </a:lnTo>
                  <a:lnTo>
                    <a:pt x="3021" y="11782"/>
                  </a:lnTo>
                  <a:lnTo>
                    <a:pt x="4741" y="9207"/>
                  </a:lnTo>
                  <a:lnTo>
                    <a:pt x="6974" y="6974"/>
                  </a:lnTo>
                  <a:lnTo>
                    <a:pt x="9207" y="4741"/>
                  </a:lnTo>
                  <a:lnTo>
                    <a:pt x="11782" y="3020"/>
                  </a:lnTo>
                  <a:lnTo>
                    <a:pt x="14699" y="1812"/>
                  </a:lnTo>
                  <a:lnTo>
                    <a:pt x="17617" y="604"/>
                  </a:lnTo>
                  <a:lnTo>
                    <a:pt x="20654" y="0"/>
                  </a:lnTo>
                  <a:lnTo>
                    <a:pt x="23812" y="0"/>
                  </a:lnTo>
                  <a:lnTo>
                    <a:pt x="4119562" y="0"/>
                  </a:lnTo>
                  <a:lnTo>
                    <a:pt x="4122719" y="0"/>
                  </a:lnTo>
                  <a:lnTo>
                    <a:pt x="4125756" y="604"/>
                  </a:lnTo>
                  <a:lnTo>
                    <a:pt x="4128673" y="1812"/>
                  </a:lnTo>
                  <a:lnTo>
                    <a:pt x="4131591" y="3020"/>
                  </a:lnTo>
                  <a:lnTo>
                    <a:pt x="4134166" y="4741"/>
                  </a:lnTo>
                  <a:lnTo>
                    <a:pt x="4136399" y="6974"/>
                  </a:lnTo>
                  <a:lnTo>
                    <a:pt x="4138632" y="9207"/>
                  </a:lnTo>
                  <a:lnTo>
                    <a:pt x="4140352" y="11782"/>
                  </a:lnTo>
                  <a:lnTo>
                    <a:pt x="4141560" y="14699"/>
                  </a:lnTo>
                  <a:lnTo>
                    <a:pt x="4142769" y="17616"/>
                  </a:lnTo>
                  <a:lnTo>
                    <a:pt x="4143374" y="20654"/>
                  </a:lnTo>
                  <a:lnTo>
                    <a:pt x="4143374" y="23812"/>
                  </a:lnTo>
                  <a:lnTo>
                    <a:pt x="4143374" y="185737"/>
                  </a:lnTo>
                  <a:lnTo>
                    <a:pt x="4143374" y="188894"/>
                  </a:lnTo>
                  <a:lnTo>
                    <a:pt x="4142769" y="191932"/>
                  </a:lnTo>
                  <a:lnTo>
                    <a:pt x="4141560" y="194849"/>
                  </a:lnTo>
                  <a:lnTo>
                    <a:pt x="4140352" y="197765"/>
                  </a:lnTo>
                  <a:lnTo>
                    <a:pt x="4128673" y="207736"/>
                  </a:lnTo>
                  <a:lnTo>
                    <a:pt x="4125756" y="208945"/>
                  </a:lnTo>
                  <a:lnTo>
                    <a:pt x="4122719" y="209549"/>
                  </a:lnTo>
                  <a:lnTo>
                    <a:pt x="4119562" y="209549"/>
                  </a:lnTo>
                  <a:lnTo>
                    <a:pt x="23812" y="209549"/>
                  </a:lnTo>
                  <a:lnTo>
                    <a:pt x="20654" y="209549"/>
                  </a:lnTo>
                  <a:lnTo>
                    <a:pt x="17617" y="208945"/>
                  </a:lnTo>
                  <a:lnTo>
                    <a:pt x="14699" y="207736"/>
                  </a:lnTo>
                  <a:lnTo>
                    <a:pt x="11782" y="206528"/>
                  </a:lnTo>
                  <a:lnTo>
                    <a:pt x="0" y="188894"/>
                  </a:lnTo>
                  <a:lnTo>
                    <a:pt x="0" y="185737"/>
                  </a:lnTo>
                  <a:close/>
                </a:path>
              </a:pathLst>
            </a:custGeom>
            <a:ln w="9524">
              <a:solidFill>
                <a:srgbClr val="797E9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995349" y="4852987"/>
              <a:ext cx="1514475" cy="271780"/>
            </a:xfrm>
            <a:custGeom>
              <a:avLst/>
              <a:gdLst/>
              <a:ahLst/>
              <a:cxnLst/>
              <a:rect l="l" t="t" r="r" b="b"/>
              <a:pathLst>
                <a:path w="1514475" h="271779">
                  <a:moveTo>
                    <a:pt x="428625" y="37185"/>
                  </a:moveTo>
                  <a:lnTo>
                    <a:pt x="407428" y="5448"/>
                  </a:lnTo>
                  <a:lnTo>
                    <a:pt x="391452" y="0"/>
                  </a:lnTo>
                  <a:lnTo>
                    <a:pt x="37185" y="0"/>
                  </a:lnTo>
                  <a:lnTo>
                    <a:pt x="5448" y="21209"/>
                  </a:lnTo>
                  <a:lnTo>
                    <a:pt x="0" y="37185"/>
                  </a:lnTo>
                  <a:lnTo>
                    <a:pt x="0" y="266700"/>
                  </a:lnTo>
                  <a:lnTo>
                    <a:pt x="428625" y="266700"/>
                  </a:lnTo>
                  <a:lnTo>
                    <a:pt x="428625" y="37185"/>
                  </a:lnTo>
                  <a:close/>
                </a:path>
                <a:path w="1514475" h="271779">
                  <a:moveTo>
                    <a:pt x="885825" y="37185"/>
                  </a:moveTo>
                  <a:lnTo>
                    <a:pt x="864628" y="5448"/>
                  </a:lnTo>
                  <a:lnTo>
                    <a:pt x="848652" y="0"/>
                  </a:lnTo>
                  <a:lnTo>
                    <a:pt x="494385" y="0"/>
                  </a:lnTo>
                  <a:lnTo>
                    <a:pt x="462648" y="21209"/>
                  </a:lnTo>
                  <a:lnTo>
                    <a:pt x="457200" y="37185"/>
                  </a:lnTo>
                  <a:lnTo>
                    <a:pt x="457200" y="271462"/>
                  </a:lnTo>
                  <a:lnTo>
                    <a:pt x="885825" y="271462"/>
                  </a:lnTo>
                  <a:lnTo>
                    <a:pt x="885825" y="37185"/>
                  </a:lnTo>
                  <a:close/>
                </a:path>
                <a:path w="1514475" h="271779">
                  <a:moveTo>
                    <a:pt x="1514475" y="37185"/>
                  </a:moveTo>
                  <a:lnTo>
                    <a:pt x="1493278" y="5448"/>
                  </a:lnTo>
                  <a:lnTo>
                    <a:pt x="1477302" y="0"/>
                  </a:lnTo>
                  <a:lnTo>
                    <a:pt x="951585" y="0"/>
                  </a:lnTo>
                  <a:lnTo>
                    <a:pt x="919848" y="21209"/>
                  </a:lnTo>
                  <a:lnTo>
                    <a:pt x="914400" y="37185"/>
                  </a:lnTo>
                  <a:lnTo>
                    <a:pt x="914400" y="271462"/>
                  </a:lnTo>
                  <a:lnTo>
                    <a:pt x="1514475" y="271462"/>
                  </a:lnTo>
                  <a:lnTo>
                    <a:pt x="1514475" y="3718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/>
          <p:cNvSpPr txBox="1"/>
          <p:nvPr/>
        </p:nvSpPr>
        <p:spPr>
          <a:xfrm>
            <a:off x="977900" y="4664075"/>
            <a:ext cx="962660" cy="1282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650" spc="-30" b="1">
                <a:solidFill>
                  <a:srgbClr val="797E94"/>
                </a:solidFill>
                <a:latin typeface="Cambria"/>
                <a:cs typeface="Cambria"/>
              </a:rPr>
              <a:t>S</a:t>
            </a:r>
            <a:r>
              <a:rPr dirty="0" sz="650" spc="-40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650" spc="-70" b="1">
                <a:solidFill>
                  <a:srgbClr val="797E94"/>
                </a:solidFill>
                <a:latin typeface="Cambria"/>
                <a:cs typeface="Cambria"/>
              </a:rPr>
              <a:t>K</a:t>
            </a:r>
            <a:r>
              <a:rPr dirty="0" sz="650" spc="-40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650" spc="-55" b="1">
                <a:solidFill>
                  <a:srgbClr val="797E94"/>
                </a:solidFill>
                <a:latin typeface="Cambria"/>
                <a:cs typeface="Cambria"/>
              </a:rPr>
              <a:t>E</a:t>
            </a:r>
            <a:r>
              <a:rPr dirty="0" sz="650" spc="-40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650" spc="-85" b="1">
                <a:solidFill>
                  <a:srgbClr val="797E94"/>
                </a:solidFill>
                <a:latin typeface="Cambria"/>
                <a:cs typeface="Cambria"/>
              </a:rPr>
              <a:t>T</a:t>
            </a:r>
            <a:r>
              <a:rPr dirty="0" sz="650" spc="-45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650" spc="-25" b="1">
                <a:solidFill>
                  <a:srgbClr val="797E94"/>
                </a:solidFill>
                <a:latin typeface="Cambria"/>
                <a:cs typeface="Cambria"/>
              </a:rPr>
              <a:t>C</a:t>
            </a:r>
            <a:r>
              <a:rPr dirty="0" sz="650" spc="-40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650" b="1">
                <a:solidFill>
                  <a:srgbClr val="797E94"/>
                </a:solidFill>
                <a:latin typeface="Cambria"/>
                <a:cs typeface="Cambria"/>
              </a:rPr>
              <a:t>H</a:t>
            </a:r>
            <a:r>
              <a:rPr dirty="0" sz="650" spc="215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650" b="1">
                <a:solidFill>
                  <a:srgbClr val="797E94"/>
                </a:solidFill>
                <a:latin typeface="Cambria"/>
                <a:cs typeface="Cambria"/>
              </a:rPr>
              <a:t>·</a:t>
            </a:r>
            <a:r>
              <a:rPr dirty="0" sz="650" spc="215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650" spc="-55" b="1">
                <a:solidFill>
                  <a:srgbClr val="797E94"/>
                </a:solidFill>
                <a:latin typeface="Cambria"/>
                <a:cs typeface="Cambria"/>
              </a:rPr>
              <a:t>R</a:t>
            </a:r>
            <a:r>
              <a:rPr dirty="0" sz="650" spc="-35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650" spc="-55" b="1">
                <a:solidFill>
                  <a:srgbClr val="797E94"/>
                </a:solidFill>
                <a:latin typeface="Cambria"/>
                <a:cs typeface="Cambria"/>
              </a:rPr>
              <a:t>E</a:t>
            </a:r>
            <a:r>
              <a:rPr dirty="0" sz="650" spc="-40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650" b="1">
                <a:solidFill>
                  <a:srgbClr val="797E94"/>
                </a:solidFill>
                <a:latin typeface="Cambria"/>
                <a:cs typeface="Cambria"/>
              </a:rPr>
              <a:t>N</a:t>
            </a:r>
            <a:r>
              <a:rPr dirty="0" sz="650" spc="-40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650" spc="-45" b="1">
                <a:solidFill>
                  <a:srgbClr val="797E94"/>
                </a:solidFill>
                <a:latin typeface="Cambria"/>
                <a:cs typeface="Cambria"/>
              </a:rPr>
              <a:t>D</a:t>
            </a:r>
            <a:r>
              <a:rPr dirty="0" sz="650" spc="-40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650" spc="-55" b="1">
                <a:solidFill>
                  <a:srgbClr val="797E94"/>
                </a:solidFill>
                <a:latin typeface="Cambria"/>
                <a:cs typeface="Cambria"/>
              </a:rPr>
              <a:t>E</a:t>
            </a:r>
            <a:r>
              <a:rPr dirty="0" sz="650" spc="-35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650" spc="-55" b="1">
                <a:solidFill>
                  <a:srgbClr val="797E94"/>
                </a:solidFill>
                <a:latin typeface="Cambria"/>
                <a:cs typeface="Cambria"/>
              </a:rPr>
              <a:t>R</a:t>
            </a:r>
            <a:r>
              <a:rPr dirty="0" sz="650" spc="-40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650" spc="-55" b="1">
                <a:solidFill>
                  <a:srgbClr val="797E94"/>
                </a:solidFill>
                <a:latin typeface="Cambria"/>
                <a:cs typeface="Cambria"/>
              </a:rPr>
              <a:t>E</a:t>
            </a:r>
            <a:r>
              <a:rPr dirty="0" sz="650" spc="-40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650" spc="-50" b="1">
                <a:solidFill>
                  <a:srgbClr val="797E94"/>
                </a:solidFill>
                <a:latin typeface="Cambria"/>
                <a:cs typeface="Cambria"/>
              </a:rPr>
              <a:t>D</a:t>
            </a:r>
            <a:endParaRPr sz="650">
              <a:latin typeface="Cambria"/>
              <a:cs typeface="Cambria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6200774" y="1514475"/>
            <a:ext cx="5305425" cy="4429125"/>
            <a:chOff x="6200774" y="1514475"/>
            <a:chExt cx="5305425" cy="4429125"/>
          </a:xfrm>
        </p:grpSpPr>
        <p:pic>
          <p:nvPicPr>
            <p:cNvPr id="30" name="object 3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10299" y="1552574"/>
              <a:ext cx="5286374" cy="4381499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6217838" y="1514475"/>
              <a:ext cx="5271770" cy="90805"/>
            </a:xfrm>
            <a:custGeom>
              <a:avLst/>
              <a:gdLst/>
              <a:ahLst/>
              <a:cxnLst/>
              <a:rect l="l" t="t" r="r" b="b"/>
              <a:pathLst>
                <a:path w="5271770" h="90805">
                  <a:moveTo>
                    <a:pt x="5634" y="90790"/>
                  </a:moveTo>
                  <a:lnTo>
                    <a:pt x="0" y="68253"/>
                  </a:lnTo>
                  <a:lnTo>
                    <a:pt x="5388" y="59250"/>
                  </a:lnTo>
                  <a:lnTo>
                    <a:pt x="13153" y="48794"/>
                  </a:lnTo>
                  <a:lnTo>
                    <a:pt x="42187" y="22452"/>
                  </a:lnTo>
                  <a:lnTo>
                    <a:pt x="77634" y="5709"/>
                  </a:lnTo>
                  <a:lnTo>
                    <a:pt x="116286" y="0"/>
                  </a:lnTo>
                  <a:lnTo>
                    <a:pt x="5155011" y="0"/>
                  </a:lnTo>
                  <a:lnTo>
                    <a:pt x="5193661" y="5709"/>
                  </a:lnTo>
                  <a:lnTo>
                    <a:pt x="5229108" y="22452"/>
                  </a:lnTo>
                  <a:lnTo>
                    <a:pt x="5248249" y="38099"/>
                  </a:lnTo>
                  <a:lnTo>
                    <a:pt x="116286" y="38099"/>
                  </a:lnTo>
                  <a:lnTo>
                    <a:pt x="104088" y="38553"/>
                  </a:lnTo>
                  <a:lnTo>
                    <a:pt x="57855" y="49359"/>
                  </a:lnTo>
                  <a:lnTo>
                    <a:pt x="20519" y="72953"/>
                  </a:lnTo>
                  <a:lnTo>
                    <a:pt x="7098" y="88403"/>
                  </a:lnTo>
                  <a:lnTo>
                    <a:pt x="5634" y="90790"/>
                  </a:lnTo>
                  <a:close/>
                </a:path>
                <a:path w="5271770" h="90805">
                  <a:moveTo>
                    <a:pt x="5265663" y="90790"/>
                  </a:moveTo>
                  <a:lnTo>
                    <a:pt x="5233525" y="59683"/>
                  </a:lnTo>
                  <a:lnTo>
                    <a:pt x="5190900" y="42178"/>
                  </a:lnTo>
                  <a:lnTo>
                    <a:pt x="5155011" y="38099"/>
                  </a:lnTo>
                  <a:lnTo>
                    <a:pt x="5248249" y="38099"/>
                  </a:lnTo>
                  <a:lnTo>
                    <a:pt x="5249303" y="39057"/>
                  </a:lnTo>
                  <a:lnTo>
                    <a:pt x="5258143" y="48794"/>
                  </a:lnTo>
                  <a:lnTo>
                    <a:pt x="5265907" y="59250"/>
                  </a:lnTo>
                  <a:lnTo>
                    <a:pt x="5271296" y="68253"/>
                  </a:lnTo>
                  <a:lnTo>
                    <a:pt x="5265663" y="90790"/>
                  </a:lnTo>
                  <a:close/>
                </a:path>
              </a:pathLst>
            </a:custGeom>
            <a:solidFill>
              <a:srgbClr val="FF6A5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6200762" y="1582457"/>
              <a:ext cx="5305425" cy="4361180"/>
            </a:xfrm>
            <a:custGeom>
              <a:avLst/>
              <a:gdLst/>
              <a:ahLst/>
              <a:cxnLst/>
              <a:rect l="l" t="t" r="r" b="b"/>
              <a:pathLst>
                <a:path w="5305425" h="4361180">
                  <a:moveTo>
                    <a:pt x="5305425" y="65366"/>
                  </a:moveTo>
                  <a:lnTo>
                    <a:pt x="5299722" y="26720"/>
                  </a:lnTo>
                  <a:lnTo>
                    <a:pt x="5288204" y="0"/>
                  </a:lnTo>
                  <a:lnTo>
                    <a:pt x="5282565" y="22542"/>
                  </a:lnTo>
                  <a:lnTo>
                    <a:pt x="5286476" y="28917"/>
                  </a:lnTo>
                  <a:lnTo>
                    <a:pt x="5290604" y="37769"/>
                  </a:lnTo>
                  <a:lnTo>
                    <a:pt x="5293550" y="46786"/>
                  </a:lnTo>
                  <a:lnTo>
                    <a:pt x="5295316" y="55994"/>
                  </a:lnTo>
                  <a:lnTo>
                    <a:pt x="5295900" y="65366"/>
                  </a:lnTo>
                  <a:lnTo>
                    <a:pt x="5295900" y="4227792"/>
                  </a:lnTo>
                  <a:lnTo>
                    <a:pt x="5286476" y="4275188"/>
                  </a:lnTo>
                  <a:lnTo>
                    <a:pt x="5259133" y="4315803"/>
                  </a:lnTo>
                  <a:lnTo>
                    <a:pt x="5219458" y="4342193"/>
                  </a:lnTo>
                  <a:lnTo>
                    <a:pt x="5184521" y="4350994"/>
                  </a:lnTo>
                  <a:lnTo>
                    <a:pt x="5185041" y="4350994"/>
                  </a:lnTo>
                  <a:lnTo>
                    <a:pt x="5172075" y="4351617"/>
                  </a:lnTo>
                  <a:lnTo>
                    <a:pt x="133350" y="4351617"/>
                  </a:lnTo>
                  <a:lnTo>
                    <a:pt x="120396" y="4350994"/>
                  </a:lnTo>
                  <a:lnTo>
                    <a:pt x="120904" y="4350994"/>
                  </a:lnTo>
                  <a:lnTo>
                    <a:pt x="109194" y="4349267"/>
                  </a:lnTo>
                  <a:lnTo>
                    <a:pt x="64554" y="4330776"/>
                  </a:lnTo>
                  <a:lnTo>
                    <a:pt x="46278" y="4315815"/>
                  </a:lnTo>
                  <a:lnTo>
                    <a:pt x="37592" y="4306316"/>
                  </a:lnTo>
                  <a:lnTo>
                    <a:pt x="14833" y="4263682"/>
                  </a:lnTo>
                  <a:lnTo>
                    <a:pt x="9525" y="4227792"/>
                  </a:lnTo>
                  <a:lnTo>
                    <a:pt x="9525" y="65366"/>
                  </a:lnTo>
                  <a:lnTo>
                    <a:pt x="22872" y="22542"/>
                  </a:lnTo>
                  <a:lnTo>
                    <a:pt x="17233" y="0"/>
                  </a:lnTo>
                  <a:lnTo>
                    <a:pt x="2540" y="39357"/>
                  </a:lnTo>
                  <a:lnTo>
                    <a:pt x="0" y="65366"/>
                  </a:lnTo>
                  <a:lnTo>
                    <a:pt x="0" y="4227792"/>
                  </a:lnTo>
                  <a:lnTo>
                    <a:pt x="5715" y="4266450"/>
                  </a:lnTo>
                  <a:lnTo>
                    <a:pt x="22453" y="4301896"/>
                  </a:lnTo>
                  <a:lnTo>
                    <a:pt x="39103" y="4322051"/>
                  </a:lnTo>
                  <a:lnTo>
                    <a:pt x="39509" y="4322508"/>
                  </a:lnTo>
                  <a:lnTo>
                    <a:pt x="48806" y="4330928"/>
                  </a:lnTo>
                  <a:lnTo>
                    <a:pt x="82321" y="4350994"/>
                  </a:lnTo>
                  <a:lnTo>
                    <a:pt x="120218" y="4360519"/>
                  </a:lnTo>
                  <a:lnTo>
                    <a:pt x="133350" y="4361142"/>
                  </a:lnTo>
                  <a:lnTo>
                    <a:pt x="5172075" y="4361142"/>
                  </a:lnTo>
                  <a:lnTo>
                    <a:pt x="5185219" y="4360519"/>
                  </a:lnTo>
                  <a:lnTo>
                    <a:pt x="5198097" y="4358614"/>
                  </a:lnTo>
                  <a:lnTo>
                    <a:pt x="5210734" y="4355439"/>
                  </a:lnTo>
                  <a:lnTo>
                    <a:pt x="5221363" y="4351617"/>
                  </a:lnTo>
                  <a:lnTo>
                    <a:pt x="5223116" y="4350994"/>
                  </a:lnTo>
                  <a:lnTo>
                    <a:pt x="5235003" y="4345381"/>
                  </a:lnTo>
                  <a:lnTo>
                    <a:pt x="5246179" y="4338701"/>
                  </a:lnTo>
                  <a:lnTo>
                    <a:pt x="5256631" y="4330928"/>
                  </a:lnTo>
                  <a:lnTo>
                    <a:pt x="5265864" y="4322546"/>
                  </a:lnTo>
                  <a:lnTo>
                    <a:pt x="5266372" y="4322089"/>
                  </a:lnTo>
                  <a:lnTo>
                    <a:pt x="5289664" y="4290720"/>
                  </a:lnTo>
                  <a:lnTo>
                    <a:pt x="5302897" y="4253814"/>
                  </a:lnTo>
                  <a:lnTo>
                    <a:pt x="5305425" y="4227792"/>
                  </a:lnTo>
                  <a:lnTo>
                    <a:pt x="5305425" y="65366"/>
                  </a:lnTo>
                  <a:close/>
                </a:path>
              </a:pathLst>
            </a:custGeom>
            <a:solidFill>
              <a:srgbClr val="E4DE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6381748" y="1724024"/>
              <a:ext cx="1685925" cy="247650"/>
            </a:xfrm>
            <a:custGeom>
              <a:avLst/>
              <a:gdLst/>
              <a:ahLst/>
              <a:cxnLst/>
              <a:rect l="l" t="t" r="r" b="b"/>
              <a:pathLst>
                <a:path w="1685925" h="247650">
                  <a:moveTo>
                    <a:pt x="1570230" y="247649"/>
                  </a:moveTo>
                  <a:lnTo>
                    <a:pt x="115694" y="247649"/>
                  </a:lnTo>
                  <a:lnTo>
                    <a:pt x="107642" y="246856"/>
                  </a:lnTo>
                  <a:lnTo>
                    <a:pt x="68926" y="235112"/>
                  </a:lnTo>
                  <a:lnTo>
                    <a:pt x="30518" y="205633"/>
                  </a:lnTo>
                  <a:lnTo>
                    <a:pt x="6314" y="163699"/>
                  </a:lnTo>
                  <a:lnTo>
                    <a:pt x="0" y="131955"/>
                  </a:lnTo>
                  <a:lnTo>
                    <a:pt x="0" y="123824"/>
                  </a:lnTo>
                  <a:lnTo>
                    <a:pt x="0" y="115694"/>
                  </a:lnTo>
                  <a:lnTo>
                    <a:pt x="12536" y="68927"/>
                  </a:lnTo>
                  <a:lnTo>
                    <a:pt x="42016" y="30518"/>
                  </a:lnTo>
                  <a:lnTo>
                    <a:pt x="83950" y="6314"/>
                  </a:lnTo>
                  <a:lnTo>
                    <a:pt x="115694" y="0"/>
                  </a:lnTo>
                  <a:lnTo>
                    <a:pt x="1570230" y="0"/>
                  </a:lnTo>
                  <a:lnTo>
                    <a:pt x="1616996" y="12536"/>
                  </a:lnTo>
                  <a:lnTo>
                    <a:pt x="1655406" y="42016"/>
                  </a:lnTo>
                  <a:lnTo>
                    <a:pt x="1679610" y="83950"/>
                  </a:lnTo>
                  <a:lnTo>
                    <a:pt x="1685924" y="115694"/>
                  </a:lnTo>
                  <a:lnTo>
                    <a:pt x="1685924" y="131955"/>
                  </a:lnTo>
                  <a:lnTo>
                    <a:pt x="1673387" y="178722"/>
                  </a:lnTo>
                  <a:lnTo>
                    <a:pt x="1643908" y="217131"/>
                  </a:lnTo>
                  <a:lnTo>
                    <a:pt x="1601973" y="241335"/>
                  </a:lnTo>
                  <a:lnTo>
                    <a:pt x="1578282" y="246856"/>
                  </a:lnTo>
                  <a:lnTo>
                    <a:pt x="1570230" y="247649"/>
                  </a:lnTo>
                  <a:close/>
                </a:path>
              </a:pathLst>
            </a:custGeom>
            <a:solidFill>
              <a:srgbClr val="FFE7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6386511" y="2319337"/>
              <a:ext cx="4933950" cy="1771650"/>
            </a:xfrm>
            <a:custGeom>
              <a:avLst/>
              <a:gdLst/>
              <a:ahLst/>
              <a:cxnLst/>
              <a:rect l="l" t="t" r="r" b="b"/>
              <a:pathLst>
                <a:path w="4933950" h="1771650">
                  <a:moveTo>
                    <a:pt x="4849404" y="1771649"/>
                  </a:moveTo>
                  <a:lnTo>
                    <a:pt x="84545" y="1771649"/>
                  </a:lnTo>
                  <a:lnTo>
                    <a:pt x="78661" y="1771069"/>
                  </a:lnTo>
                  <a:lnTo>
                    <a:pt x="35275" y="1753098"/>
                  </a:lnTo>
                  <a:lnTo>
                    <a:pt x="9161" y="1721279"/>
                  </a:lnTo>
                  <a:lnTo>
                    <a:pt x="0" y="1687103"/>
                  </a:lnTo>
                  <a:lnTo>
                    <a:pt x="0" y="1681162"/>
                  </a:lnTo>
                  <a:lnTo>
                    <a:pt x="0" y="84545"/>
                  </a:lnTo>
                  <a:lnTo>
                    <a:pt x="11948" y="45155"/>
                  </a:lnTo>
                  <a:lnTo>
                    <a:pt x="45155" y="11948"/>
                  </a:lnTo>
                  <a:lnTo>
                    <a:pt x="84545" y="0"/>
                  </a:lnTo>
                  <a:lnTo>
                    <a:pt x="4849404" y="0"/>
                  </a:lnTo>
                  <a:lnTo>
                    <a:pt x="4888793" y="11948"/>
                  </a:lnTo>
                  <a:lnTo>
                    <a:pt x="4922000" y="45154"/>
                  </a:lnTo>
                  <a:lnTo>
                    <a:pt x="4933949" y="84545"/>
                  </a:lnTo>
                  <a:lnTo>
                    <a:pt x="4933949" y="1687103"/>
                  </a:lnTo>
                  <a:lnTo>
                    <a:pt x="4922000" y="1726493"/>
                  </a:lnTo>
                  <a:lnTo>
                    <a:pt x="4888793" y="1759700"/>
                  </a:lnTo>
                  <a:lnTo>
                    <a:pt x="4855288" y="1771069"/>
                  </a:lnTo>
                  <a:lnTo>
                    <a:pt x="4849404" y="1771649"/>
                  </a:lnTo>
                  <a:close/>
                </a:path>
              </a:pathLst>
            </a:custGeom>
            <a:solidFill>
              <a:srgbClr val="1B1F3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6386511" y="2319337"/>
              <a:ext cx="4933950" cy="1771650"/>
            </a:xfrm>
            <a:custGeom>
              <a:avLst/>
              <a:gdLst/>
              <a:ahLst/>
              <a:cxnLst/>
              <a:rect l="l" t="t" r="r" b="b"/>
              <a:pathLst>
                <a:path w="4933950" h="1771650">
                  <a:moveTo>
                    <a:pt x="0" y="1681162"/>
                  </a:moveTo>
                  <a:lnTo>
                    <a:pt x="0" y="90487"/>
                  </a:lnTo>
                  <a:lnTo>
                    <a:pt x="0" y="84545"/>
                  </a:lnTo>
                  <a:lnTo>
                    <a:pt x="579" y="78661"/>
                  </a:lnTo>
                  <a:lnTo>
                    <a:pt x="1738" y="72834"/>
                  </a:lnTo>
                  <a:lnTo>
                    <a:pt x="2898" y="67006"/>
                  </a:lnTo>
                  <a:lnTo>
                    <a:pt x="4614" y="61348"/>
                  </a:lnTo>
                  <a:lnTo>
                    <a:pt x="6887" y="55859"/>
                  </a:lnTo>
                  <a:lnTo>
                    <a:pt x="9161" y="50369"/>
                  </a:lnTo>
                  <a:lnTo>
                    <a:pt x="11948" y="45155"/>
                  </a:lnTo>
                  <a:lnTo>
                    <a:pt x="15249" y="40215"/>
                  </a:lnTo>
                  <a:lnTo>
                    <a:pt x="18550" y="35274"/>
                  </a:lnTo>
                  <a:lnTo>
                    <a:pt x="22302" y="30704"/>
                  </a:lnTo>
                  <a:lnTo>
                    <a:pt x="26503" y="26502"/>
                  </a:lnTo>
                  <a:lnTo>
                    <a:pt x="30704" y="22301"/>
                  </a:lnTo>
                  <a:lnTo>
                    <a:pt x="35275" y="18550"/>
                  </a:lnTo>
                  <a:lnTo>
                    <a:pt x="40215" y="15249"/>
                  </a:lnTo>
                  <a:lnTo>
                    <a:pt x="45155" y="11948"/>
                  </a:lnTo>
                  <a:lnTo>
                    <a:pt x="50370" y="9161"/>
                  </a:lnTo>
                  <a:lnTo>
                    <a:pt x="55859" y="6887"/>
                  </a:lnTo>
                  <a:lnTo>
                    <a:pt x="61348" y="4614"/>
                  </a:lnTo>
                  <a:lnTo>
                    <a:pt x="67006" y="2897"/>
                  </a:lnTo>
                  <a:lnTo>
                    <a:pt x="72834" y="1738"/>
                  </a:lnTo>
                  <a:lnTo>
                    <a:pt x="78661" y="579"/>
                  </a:lnTo>
                  <a:lnTo>
                    <a:pt x="84545" y="0"/>
                  </a:lnTo>
                  <a:lnTo>
                    <a:pt x="90488" y="0"/>
                  </a:lnTo>
                  <a:lnTo>
                    <a:pt x="4843462" y="0"/>
                  </a:lnTo>
                  <a:lnTo>
                    <a:pt x="4849404" y="0"/>
                  </a:lnTo>
                  <a:lnTo>
                    <a:pt x="4855288" y="579"/>
                  </a:lnTo>
                  <a:lnTo>
                    <a:pt x="4861115" y="1738"/>
                  </a:lnTo>
                  <a:lnTo>
                    <a:pt x="4866941" y="2897"/>
                  </a:lnTo>
                  <a:lnTo>
                    <a:pt x="4903246" y="22301"/>
                  </a:lnTo>
                  <a:lnTo>
                    <a:pt x="4907447" y="26502"/>
                  </a:lnTo>
                  <a:lnTo>
                    <a:pt x="4911648" y="30704"/>
                  </a:lnTo>
                  <a:lnTo>
                    <a:pt x="4927061" y="55858"/>
                  </a:lnTo>
                  <a:lnTo>
                    <a:pt x="4929334" y="61348"/>
                  </a:lnTo>
                  <a:lnTo>
                    <a:pt x="4931051" y="67006"/>
                  </a:lnTo>
                  <a:lnTo>
                    <a:pt x="4932210" y="72834"/>
                  </a:lnTo>
                  <a:lnTo>
                    <a:pt x="4933370" y="78661"/>
                  </a:lnTo>
                  <a:lnTo>
                    <a:pt x="4933949" y="84545"/>
                  </a:lnTo>
                  <a:lnTo>
                    <a:pt x="4933950" y="90487"/>
                  </a:lnTo>
                  <a:lnTo>
                    <a:pt x="4933950" y="1681162"/>
                  </a:lnTo>
                  <a:lnTo>
                    <a:pt x="4933949" y="1687103"/>
                  </a:lnTo>
                  <a:lnTo>
                    <a:pt x="4933370" y="1692988"/>
                  </a:lnTo>
                  <a:lnTo>
                    <a:pt x="4932210" y="1698815"/>
                  </a:lnTo>
                  <a:lnTo>
                    <a:pt x="4931051" y="1704642"/>
                  </a:lnTo>
                  <a:lnTo>
                    <a:pt x="4911648" y="1740945"/>
                  </a:lnTo>
                  <a:lnTo>
                    <a:pt x="4893734" y="1756399"/>
                  </a:lnTo>
                  <a:lnTo>
                    <a:pt x="4888793" y="1759700"/>
                  </a:lnTo>
                  <a:lnTo>
                    <a:pt x="4849404" y="1771649"/>
                  </a:lnTo>
                  <a:lnTo>
                    <a:pt x="4843462" y="1771649"/>
                  </a:lnTo>
                  <a:lnTo>
                    <a:pt x="90488" y="1771649"/>
                  </a:lnTo>
                  <a:lnTo>
                    <a:pt x="55859" y="1764761"/>
                  </a:lnTo>
                  <a:lnTo>
                    <a:pt x="50370" y="1762487"/>
                  </a:lnTo>
                  <a:lnTo>
                    <a:pt x="45155" y="1759700"/>
                  </a:lnTo>
                  <a:lnTo>
                    <a:pt x="40215" y="1756399"/>
                  </a:lnTo>
                  <a:lnTo>
                    <a:pt x="35275" y="1753098"/>
                  </a:lnTo>
                  <a:lnTo>
                    <a:pt x="30704" y="1749347"/>
                  </a:lnTo>
                  <a:lnTo>
                    <a:pt x="26503" y="1745146"/>
                  </a:lnTo>
                  <a:lnTo>
                    <a:pt x="22302" y="1740945"/>
                  </a:lnTo>
                  <a:lnTo>
                    <a:pt x="2898" y="1704642"/>
                  </a:lnTo>
                  <a:lnTo>
                    <a:pt x="1738" y="1698815"/>
                  </a:lnTo>
                  <a:lnTo>
                    <a:pt x="579" y="1692988"/>
                  </a:lnTo>
                  <a:lnTo>
                    <a:pt x="0" y="1687103"/>
                  </a:lnTo>
                  <a:lnTo>
                    <a:pt x="0" y="1681162"/>
                  </a:lnTo>
                  <a:close/>
                </a:path>
              </a:pathLst>
            </a:custGeom>
            <a:ln w="9524">
              <a:solidFill>
                <a:srgbClr val="292E5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6381748" y="4181474"/>
              <a:ext cx="647700" cy="190500"/>
            </a:xfrm>
            <a:custGeom>
              <a:avLst/>
              <a:gdLst/>
              <a:ahLst/>
              <a:cxnLst/>
              <a:rect l="l" t="t" r="r" b="b"/>
              <a:pathLst>
                <a:path w="647700" h="190500">
                  <a:moveTo>
                    <a:pt x="614651" y="190499"/>
                  </a:moveTo>
                  <a:lnTo>
                    <a:pt x="33047" y="190499"/>
                  </a:lnTo>
                  <a:lnTo>
                    <a:pt x="28187" y="189532"/>
                  </a:lnTo>
                  <a:lnTo>
                    <a:pt x="966" y="162311"/>
                  </a:lnTo>
                  <a:lnTo>
                    <a:pt x="0" y="157452"/>
                  </a:lnTo>
                  <a:lnTo>
                    <a:pt x="0" y="15239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614651" y="0"/>
                  </a:lnTo>
                  <a:lnTo>
                    <a:pt x="646732" y="28187"/>
                  </a:lnTo>
                  <a:lnTo>
                    <a:pt x="647699" y="33047"/>
                  </a:lnTo>
                  <a:lnTo>
                    <a:pt x="647699" y="157452"/>
                  </a:lnTo>
                  <a:lnTo>
                    <a:pt x="619511" y="189532"/>
                  </a:lnTo>
                  <a:lnTo>
                    <a:pt x="614651" y="190499"/>
                  </a:lnTo>
                  <a:close/>
                </a:path>
              </a:pathLst>
            </a:custGeom>
            <a:solidFill>
              <a:srgbClr val="FFE7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6381749" y="4457699"/>
              <a:ext cx="4943475" cy="962025"/>
            </a:xfrm>
            <a:custGeom>
              <a:avLst/>
              <a:gdLst/>
              <a:ahLst/>
              <a:cxnLst/>
              <a:rect l="l" t="t" r="r" b="b"/>
              <a:pathLst>
                <a:path w="4943475" h="962025">
                  <a:moveTo>
                    <a:pt x="4867274" y="962024"/>
                  </a:moveTo>
                  <a:lnTo>
                    <a:pt x="76199" y="962024"/>
                  </a:lnTo>
                  <a:lnTo>
                    <a:pt x="68693" y="961662"/>
                  </a:lnTo>
                  <a:lnTo>
                    <a:pt x="27882" y="944757"/>
                  </a:lnTo>
                  <a:lnTo>
                    <a:pt x="3261" y="907910"/>
                  </a:lnTo>
                  <a:lnTo>
                    <a:pt x="0" y="885824"/>
                  </a:lnTo>
                  <a:lnTo>
                    <a:pt x="0" y="76199"/>
                  </a:lnTo>
                  <a:lnTo>
                    <a:pt x="12829" y="33856"/>
                  </a:lnTo>
                  <a:lnTo>
                    <a:pt x="47038" y="5799"/>
                  </a:lnTo>
                  <a:lnTo>
                    <a:pt x="76199" y="0"/>
                  </a:lnTo>
                  <a:lnTo>
                    <a:pt x="4867274" y="0"/>
                  </a:lnTo>
                  <a:lnTo>
                    <a:pt x="4909615" y="12829"/>
                  </a:lnTo>
                  <a:lnTo>
                    <a:pt x="4937672" y="47038"/>
                  </a:lnTo>
                  <a:lnTo>
                    <a:pt x="4943474" y="76199"/>
                  </a:lnTo>
                  <a:lnTo>
                    <a:pt x="4943474" y="885824"/>
                  </a:lnTo>
                  <a:lnTo>
                    <a:pt x="4930643" y="928166"/>
                  </a:lnTo>
                  <a:lnTo>
                    <a:pt x="4896433" y="956223"/>
                  </a:lnTo>
                  <a:lnTo>
                    <a:pt x="4867274" y="962024"/>
                  </a:lnTo>
                  <a:close/>
                </a:path>
              </a:pathLst>
            </a:custGeom>
            <a:solidFill>
              <a:srgbClr val="F4EF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6381737" y="4457700"/>
              <a:ext cx="4943475" cy="962025"/>
            </a:xfrm>
            <a:custGeom>
              <a:avLst/>
              <a:gdLst/>
              <a:ahLst/>
              <a:cxnLst/>
              <a:rect l="l" t="t" r="r" b="b"/>
              <a:pathLst>
                <a:path w="4943475" h="962025">
                  <a:moveTo>
                    <a:pt x="9525" y="842556"/>
                  </a:moveTo>
                  <a:lnTo>
                    <a:pt x="0" y="842556"/>
                  </a:lnTo>
                  <a:lnTo>
                    <a:pt x="0" y="871131"/>
                  </a:lnTo>
                  <a:lnTo>
                    <a:pt x="9525" y="871131"/>
                  </a:lnTo>
                  <a:lnTo>
                    <a:pt x="9525" y="842556"/>
                  </a:lnTo>
                  <a:close/>
                </a:path>
                <a:path w="4943475" h="962025">
                  <a:moveTo>
                    <a:pt x="9525" y="794931"/>
                  </a:moveTo>
                  <a:lnTo>
                    <a:pt x="0" y="794931"/>
                  </a:lnTo>
                  <a:lnTo>
                    <a:pt x="0" y="823506"/>
                  </a:lnTo>
                  <a:lnTo>
                    <a:pt x="9525" y="823506"/>
                  </a:lnTo>
                  <a:lnTo>
                    <a:pt x="9525" y="794931"/>
                  </a:lnTo>
                  <a:close/>
                </a:path>
                <a:path w="4943475" h="962025">
                  <a:moveTo>
                    <a:pt x="9525" y="747306"/>
                  </a:moveTo>
                  <a:lnTo>
                    <a:pt x="0" y="747306"/>
                  </a:lnTo>
                  <a:lnTo>
                    <a:pt x="0" y="775881"/>
                  </a:lnTo>
                  <a:lnTo>
                    <a:pt x="9525" y="775881"/>
                  </a:lnTo>
                  <a:lnTo>
                    <a:pt x="9525" y="747306"/>
                  </a:lnTo>
                  <a:close/>
                </a:path>
                <a:path w="4943475" h="962025">
                  <a:moveTo>
                    <a:pt x="9525" y="699681"/>
                  </a:moveTo>
                  <a:lnTo>
                    <a:pt x="0" y="699681"/>
                  </a:lnTo>
                  <a:lnTo>
                    <a:pt x="0" y="728256"/>
                  </a:lnTo>
                  <a:lnTo>
                    <a:pt x="9525" y="728256"/>
                  </a:lnTo>
                  <a:lnTo>
                    <a:pt x="9525" y="699681"/>
                  </a:lnTo>
                  <a:close/>
                </a:path>
                <a:path w="4943475" h="962025">
                  <a:moveTo>
                    <a:pt x="9525" y="652056"/>
                  </a:moveTo>
                  <a:lnTo>
                    <a:pt x="0" y="652056"/>
                  </a:lnTo>
                  <a:lnTo>
                    <a:pt x="0" y="680631"/>
                  </a:lnTo>
                  <a:lnTo>
                    <a:pt x="9525" y="680631"/>
                  </a:lnTo>
                  <a:lnTo>
                    <a:pt x="9525" y="652056"/>
                  </a:lnTo>
                  <a:close/>
                </a:path>
                <a:path w="4943475" h="962025">
                  <a:moveTo>
                    <a:pt x="9525" y="604431"/>
                  </a:moveTo>
                  <a:lnTo>
                    <a:pt x="0" y="604431"/>
                  </a:lnTo>
                  <a:lnTo>
                    <a:pt x="0" y="633006"/>
                  </a:lnTo>
                  <a:lnTo>
                    <a:pt x="9525" y="633006"/>
                  </a:lnTo>
                  <a:lnTo>
                    <a:pt x="9525" y="604431"/>
                  </a:lnTo>
                  <a:close/>
                </a:path>
                <a:path w="4943475" h="962025">
                  <a:moveTo>
                    <a:pt x="9525" y="556806"/>
                  </a:moveTo>
                  <a:lnTo>
                    <a:pt x="0" y="556806"/>
                  </a:lnTo>
                  <a:lnTo>
                    <a:pt x="0" y="585381"/>
                  </a:lnTo>
                  <a:lnTo>
                    <a:pt x="9525" y="585381"/>
                  </a:lnTo>
                  <a:lnTo>
                    <a:pt x="9525" y="556806"/>
                  </a:lnTo>
                  <a:close/>
                </a:path>
                <a:path w="4943475" h="962025">
                  <a:moveTo>
                    <a:pt x="9525" y="509181"/>
                  </a:moveTo>
                  <a:lnTo>
                    <a:pt x="0" y="509181"/>
                  </a:lnTo>
                  <a:lnTo>
                    <a:pt x="0" y="537756"/>
                  </a:lnTo>
                  <a:lnTo>
                    <a:pt x="9525" y="537756"/>
                  </a:lnTo>
                  <a:lnTo>
                    <a:pt x="9525" y="509181"/>
                  </a:lnTo>
                  <a:close/>
                </a:path>
                <a:path w="4943475" h="962025">
                  <a:moveTo>
                    <a:pt x="9525" y="461556"/>
                  </a:moveTo>
                  <a:lnTo>
                    <a:pt x="0" y="461556"/>
                  </a:lnTo>
                  <a:lnTo>
                    <a:pt x="0" y="490131"/>
                  </a:lnTo>
                  <a:lnTo>
                    <a:pt x="9525" y="490131"/>
                  </a:lnTo>
                  <a:lnTo>
                    <a:pt x="9525" y="461556"/>
                  </a:lnTo>
                  <a:close/>
                </a:path>
                <a:path w="4943475" h="962025">
                  <a:moveTo>
                    <a:pt x="9525" y="413931"/>
                  </a:moveTo>
                  <a:lnTo>
                    <a:pt x="0" y="413931"/>
                  </a:lnTo>
                  <a:lnTo>
                    <a:pt x="0" y="442506"/>
                  </a:lnTo>
                  <a:lnTo>
                    <a:pt x="9525" y="442506"/>
                  </a:lnTo>
                  <a:lnTo>
                    <a:pt x="9525" y="413931"/>
                  </a:lnTo>
                  <a:close/>
                </a:path>
                <a:path w="4943475" h="962025">
                  <a:moveTo>
                    <a:pt x="9525" y="366306"/>
                  </a:moveTo>
                  <a:lnTo>
                    <a:pt x="0" y="366306"/>
                  </a:lnTo>
                  <a:lnTo>
                    <a:pt x="0" y="394881"/>
                  </a:lnTo>
                  <a:lnTo>
                    <a:pt x="9525" y="394881"/>
                  </a:lnTo>
                  <a:lnTo>
                    <a:pt x="9525" y="366306"/>
                  </a:lnTo>
                  <a:close/>
                </a:path>
                <a:path w="4943475" h="962025">
                  <a:moveTo>
                    <a:pt x="9525" y="318681"/>
                  </a:moveTo>
                  <a:lnTo>
                    <a:pt x="0" y="318681"/>
                  </a:lnTo>
                  <a:lnTo>
                    <a:pt x="0" y="347256"/>
                  </a:lnTo>
                  <a:lnTo>
                    <a:pt x="9525" y="347256"/>
                  </a:lnTo>
                  <a:lnTo>
                    <a:pt x="9525" y="318681"/>
                  </a:lnTo>
                  <a:close/>
                </a:path>
                <a:path w="4943475" h="962025">
                  <a:moveTo>
                    <a:pt x="9525" y="271056"/>
                  </a:moveTo>
                  <a:lnTo>
                    <a:pt x="0" y="271056"/>
                  </a:lnTo>
                  <a:lnTo>
                    <a:pt x="0" y="299631"/>
                  </a:lnTo>
                  <a:lnTo>
                    <a:pt x="9525" y="299631"/>
                  </a:lnTo>
                  <a:lnTo>
                    <a:pt x="9525" y="271056"/>
                  </a:lnTo>
                  <a:close/>
                </a:path>
                <a:path w="4943475" h="962025">
                  <a:moveTo>
                    <a:pt x="9525" y="223431"/>
                  </a:moveTo>
                  <a:lnTo>
                    <a:pt x="0" y="223431"/>
                  </a:lnTo>
                  <a:lnTo>
                    <a:pt x="0" y="252006"/>
                  </a:lnTo>
                  <a:lnTo>
                    <a:pt x="9525" y="252006"/>
                  </a:lnTo>
                  <a:lnTo>
                    <a:pt x="9525" y="223431"/>
                  </a:lnTo>
                  <a:close/>
                </a:path>
                <a:path w="4943475" h="962025">
                  <a:moveTo>
                    <a:pt x="9525" y="175806"/>
                  </a:moveTo>
                  <a:lnTo>
                    <a:pt x="0" y="175806"/>
                  </a:lnTo>
                  <a:lnTo>
                    <a:pt x="0" y="204381"/>
                  </a:lnTo>
                  <a:lnTo>
                    <a:pt x="9525" y="204381"/>
                  </a:lnTo>
                  <a:lnTo>
                    <a:pt x="9525" y="175806"/>
                  </a:lnTo>
                  <a:close/>
                </a:path>
                <a:path w="4943475" h="962025">
                  <a:moveTo>
                    <a:pt x="9525" y="128181"/>
                  </a:moveTo>
                  <a:lnTo>
                    <a:pt x="0" y="128181"/>
                  </a:lnTo>
                  <a:lnTo>
                    <a:pt x="0" y="156756"/>
                  </a:lnTo>
                  <a:lnTo>
                    <a:pt x="9525" y="156756"/>
                  </a:lnTo>
                  <a:lnTo>
                    <a:pt x="9525" y="128181"/>
                  </a:lnTo>
                  <a:close/>
                </a:path>
                <a:path w="4943475" h="962025">
                  <a:moveTo>
                    <a:pt x="9525" y="80556"/>
                  </a:moveTo>
                  <a:lnTo>
                    <a:pt x="0" y="80556"/>
                  </a:lnTo>
                  <a:lnTo>
                    <a:pt x="0" y="109131"/>
                  </a:lnTo>
                  <a:lnTo>
                    <a:pt x="9525" y="109131"/>
                  </a:lnTo>
                  <a:lnTo>
                    <a:pt x="9525" y="80556"/>
                  </a:lnTo>
                  <a:close/>
                </a:path>
                <a:path w="4943475" h="962025">
                  <a:moveTo>
                    <a:pt x="15760" y="913803"/>
                  </a:moveTo>
                  <a:lnTo>
                    <a:pt x="9728" y="889965"/>
                  </a:lnTo>
                  <a:lnTo>
                    <a:pt x="9702" y="889457"/>
                  </a:lnTo>
                  <a:lnTo>
                    <a:pt x="203" y="889965"/>
                  </a:lnTo>
                  <a:lnTo>
                    <a:pt x="317" y="892403"/>
                  </a:lnTo>
                  <a:lnTo>
                    <a:pt x="368" y="893343"/>
                  </a:lnTo>
                  <a:lnTo>
                    <a:pt x="1460" y="900696"/>
                  </a:lnTo>
                  <a:lnTo>
                    <a:pt x="3263" y="907923"/>
                  </a:lnTo>
                  <a:lnTo>
                    <a:pt x="5803" y="914996"/>
                  </a:lnTo>
                  <a:lnTo>
                    <a:pt x="7124" y="917790"/>
                  </a:lnTo>
                  <a:lnTo>
                    <a:pt x="15760" y="913803"/>
                  </a:lnTo>
                  <a:close/>
                </a:path>
                <a:path w="4943475" h="962025">
                  <a:moveTo>
                    <a:pt x="20027" y="40246"/>
                  </a:moveTo>
                  <a:lnTo>
                    <a:pt x="12065" y="35153"/>
                  </a:lnTo>
                  <a:lnTo>
                    <a:pt x="9017" y="40246"/>
                  </a:lnTo>
                  <a:lnTo>
                    <a:pt x="5803" y="47040"/>
                  </a:lnTo>
                  <a:lnTo>
                    <a:pt x="3263" y="54114"/>
                  </a:lnTo>
                  <a:lnTo>
                    <a:pt x="1460" y="61341"/>
                  </a:lnTo>
                  <a:lnTo>
                    <a:pt x="1371" y="61912"/>
                  </a:lnTo>
                  <a:lnTo>
                    <a:pt x="10718" y="63703"/>
                  </a:lnTo>
                  <a:lnTo>
                    <a:pt x="10795" y="63195"/>
                  </a:lnTo>
                  <a:lnTo>
                    <a:pt x="12382" y="56883"/>
                  </a:lnTo>
                  <a:lnTo>
                    <a:pt x="14605" y="50685"/>
                  </a:lnTo>
                  <a:lnTo>
                    <a:pt x="17411" y="44742"/>
                  </a:lnTo>
                  <a:lnTo>
                    <a:pt x="20027" y="40246"/>
                  </a:lnTo>
                  <a:close/>
                </a:path>
                <a:path w="4943475" h="962025">
                  <a:moveTo>
                    <a:pt x="43980" y="944168"/>
                  </a:moveTo>
                  <a:lnTo>
                    <a:pt x="39154" y="941285"/>
                  </a:lnTo>
                  <a:lnTo>
                    <a:pt x="33934" y="937399"/>
                  </a:lnTo>
                  <a:lnTo>
                    <a:pt x="29057" y="932980"/>
                  </a:lnTo>
                  <a:lnTo>
                    <a:pt x="24574" y="928027"/>
                  </a:lnTo>
                  <a:lnTo>
                    <a:pt x="17195" y="934046"/>
                  </a:lnTo>
                  <a:lnTo>
                    <a:pt x="22326" y="939711"/>
                  </a:lnTo>
                  <a:lnTo>
                    <a:pt x="27889" y="944765"/>
                  </a:lnTo>
                  <a:lnTo>
                    <a:pt x="33858" y="949198"/>
                  </a:lnTo>
                  <a:lnTo>
                    <a:pt x="39382" y="952500"/>
                  </a:lnTo>
                  <a:lnTo>
                    <a:pt x="43980" y="944168"/>
                  </a:lnTo>
                  <a:close/>
                </a:path>
                <a:path w="4943475" h="962025">
                  <a:moveTo>
                    <a:pt x="52146" y="14084"/>
                  </a:moveTo>
                  <a:lnTo>
                    <a:pt x="48704" y="5207"/>
                  </a:lnTo>
                  <a:lnTo>
                    <a:pt x="47040" y="5803"/>
                  </a:lnTo>
                  <a:lnTo>
                    <a:pt x="40246" y="9017"/>
                  </a:lnTo>
                  <a:lnTo>
                    <a:pt x="33858" y="12839"/>
                  </a:lnTo>
                  <a:lnTo>
                    <a:pt x="27889" y="17272"/>
                  </a:lnTo>
                  <a:lnTo>
                    <a:pt x="24498" y="20358"/>
                  </a:lnTo>
                  <a:lnTo>
                    <a:pt x="30962" y="27343"/>
                  </a:lnTo>
                  <a:lnTo>
                    <a:pt x="33934" y="24638"/>
                  </a:lnTo>
                  <a:lnTo>
                    <a:pt x="39154" y="20751"/>
                  </a:lnTo>
                  <a:lnTo>
                    <a:pt x="44742" y="17411"/>
                  </a:lnTo>
                  <a:lnTo>
                    <a:pt x="50685" y="14605"/>
                  </a:lnTo>
                  <a:lnTo>
                    <a:pt x="52146" y="14084"/>
                  </a:lnTo>
                  <a:close/>
                </a:path>
                <a:path w="4943475" h="962025">
                  <a:moveTo>
                    <a:pt x="85458" y="952500"/>
                  </a:moveTo>
                  <a:lnTo>
                    <a:pt x="76200" y="952500"/>
                  </a:lnTo>
                  <a:lnTo>
                    <a:pt x="69634" y="952195"/>
                  </a:lnTo>
                  <a:lnTo>
                    <a:pt x="63195" y="951242"/>
                  </a:lnTo>
                  <a:lnTo>
                    <a:pt x="59702" y="950353"/>
                  </a:lnTo>
                  <a:lnTo>
                    <a:pt x="57340" y="959573"/>
                  </a:lnTo>
                  <a:lnTo>
                    <a:pt x="61341" y="960577"/>
                  </a:lnTo>
                  <a:lnTo>
                    <a:pt x="68694" y="961669"/>
                  </a:lnTo>
                  <a:lnTo>
                    <a:pt x="76200" y="962025"/>
                  </a:lnTo>
                  <a:lnTo>
                    <a:pt x="85458" y="962025"/>
                  </a:lnTo>
                  <a:lnTo>
                    <a:pt x="85458" y="952500"/>
                  </a:lnTo>
                  <a:close/>
                </a:path>
                <a:path w="4943475" h="962025">
                  <a:moveTo>
                    <a:pt x="104775" y="0"/>
                  </a:moveTo>
                  <a:lnTo>
                    <a:pt x="76200" y="0"/>
                  </a:lnTo>
                  <a:lnTo>
                    <a:pt x="68694" y="368"/>
                  </a:lnTo>
                  <a:lnTo>
                    <a:pt x="67576" y="533"/>
                  </a:lnTo>
                  <a:lnTo>
                    <a:pt x="68656" y="9994"/>
                  </a:lnTo>
                  <a:lnTo>
                    <a:pt x="69634" y="9842"/>
                  </a:lnTo>
                  <a:lnTo>
                    <a:pt x="76200" y="9525"/>
                  </a:lnTo>
                  <a:lnTo>
                    <a:pt x="104775" y="9525"/>
                  </a:lnTo>
                  <a:lnTo>
                    <a:pt x="104775" y="0"/>
                  </a:lnTo>
                  <a:close/>
                </a:path>
                <a:path w="4943475" h="962025">
                  <a:moveTo>
                    <a:pt x="133083" y="952500"/>
                  </a:moveTo>
                  <a:lnTo>
                    <a:pt x="104508" y="952500"/>
                  </a:lnTo>
                  <a:lnTo>
                    <a:pt x="104508" y="962025"/>
                  </a:lnTo>
                  <a:lnTo>
                    <a:pt x="133083" y="962025"/>
                  </a:lnTo>
                  <a:lnTo>
                    <a:pt x="133083" y="952500"/>
                  </a:lnTo>
                  <a:close/>
                </a:path>
                <a:path w="4943475" h="962025">
                  <a:moveTo>
                    <a:pt x="152400" y="0"/>
                  </a:moveTo>
                  <a:lnTo>
                    <a:pt x="123825" y="0"/>
                  </a:lnTo>
                  <a:lnTo>
                    <a:pt x="123825" y="9525"/>
                  </a:lnTo>
                  <a:lnTo>
                    <a:pt x="152400" y="9525"/>
                  </a:lnTo>
                  <a:lnTo>
                    <a:pt x="152400" y="0"/>
                  </a:lnTo>
                  <a:close/>
                </a:path>
                <a:path w="4943475" h="962025">
                  <a:moveTo>
                    <a:pt x="180708" y="952500"/>
                  </a:moveTo>
                  <a:lnTo>
                    <a:pt x="152133" y="952500"/>
                  </a:lnTo>
                  <a:lnTo>
                    <a:pt x="152133" y="962025"/>
                  </a:lnTo>
                  <a:lnTo>
                    <a:pt x="180708" y="962025"/>
                  </a:lnTo>
                  <a:lnTo>
                    <a:pt x="180708" y="952500"/>
                  </a:lnTo>
                  <a:close/>
                </a:path>
                <a:path w="4943475" h="962025">
                  <a:moveTo>
                    <a:pt x="200025" y="0"/>
                  </a:moveTo>
                  <a:lnTo>
                    <a:pt x="171450" y="0"/>
                  </a:lnTo>
                  <a:lnTo>
                    <a:pt x="171450" y="9525"/>
                  </a:lnTo>
                  <a:lnTo>
                    <a:pt x="200025" y="9525"/>
                  </a:lnTo>
                  <a:lnTo>
                    <a:pt x="200025" y="0"/>
                  </a:lnTo>
                  <a:close/>
                </a:path>
                <a:path w="4943475" h="962025">
                  <a:moveTo>
                    <a:pt x="228333" y="952500"/>
                  </a:moveTo>
                  <a:lnTo>
                    <a:pt x="199758" y="952500"/>
                  </a:lnTo>
                  <a:lnTo>
                    <a:pt x="199758" y="962025"/>
                  </a:lnTo>
                  <a:lnTo>
                    <a:pt x="228333" y="962025"/>
                  </a:lnTo>
                  <a:lnTo>
                    <a:pt x="228333" y="952500"/>
                  </a:lnTo>
                  <a:close/>
                </a:path>
                <a:path w="4943475" h="962025">
                  <a:moveTo>
                    <a:pt x="247650" y="0"/>
                  </a:moveTo>
                  <a:lnTo>
                    <a:pt x="219075" y="0"/>
                  </a:lnTo>
                  <a:lnTo>
                    <a:pt x="219075" y="9525"/>
                  </a:lnTo>
                  <a:lnTo>
                    <a:pt x="247650" y="9525"/>
                  </a:lnTo>
                  <a:lnTo>
                    <a:pt x="247650" y="0"/>
                  </a:lnTo>
                  <a:close/>
                </a:path>
                <a:path w="4943475" h="962025">
                  <a:moveTo>
                    <a:pt x="275958" y="952500"/>
                  </a:moveTo>
                  <a:lnTo>
                    <a:pt x="247383" y="952500"/>
                  </a:lnTo>
                  <a:lnTo>
                    <a:pt x="247383" y="962025"/>
                  </a:lnTo>
                  <a:lnTo>
                    <a:pt x="275958" y="962025"/>
                  </a:lnTo>
                  <a:lnTo>
                    <a:pt x="275958" y="952500"/>
                  </a:lnTo>
                  <a:close/>
                </a:path>
                <a:path w="4943475" h="962025">
                  <a:moveTo>
                    <a:pt x="295275" y="0"/>
                  </a:moveTo>
                  <a:lnTo>
                    <a:pt x="266700" y="0"/>
                  </a:lnTo>
                  <a:lnTo>
                    <a:pt x="266700" y="9525"/>
                  </a:lnTo>
                  <a:lnTo>
                    <a:pt x="295275" y="9525"/>
                  </a:lnTo>
                  <a:lnTo>
                    <a:pt x="295275" y="0"/>
                  </a:lnTo>
                  <a:close/>
                </a:path>
                <a:path w="4943475" h="962025">
                  <a:moveTo>
                    <a:pt x="323583" y="952500"/>
                  </a:moveTo>
                  <a:lnTo>
                    <a:pt x="295008" y="952500"/>
                  </a:lnTo>
                  <a:lnTo>
                    <a:pt x="295008" y="962025"/>
                  </a:lnTo>
                  <a:lnTo>
                    <a:pt x="323583" y="962025"/>
                  </a:lnTo>
                  <a:lnTo>
                    <a:pt x="323583" y="952500"/>
                  </a:lnTo>
                  <a:close/>
                </a:path>
                <a:path w="4943475" h="962025">
                  <a:moveTo>
                    <a:pt x="342900" y="0"/>
                  </a:moveTo>
                  <a:lnTo>
                    <a:pt x="314325" y="0"/>
                  </a:lnTo>
                  <a:lnTo>
                    <a:pt x="314325" y="9525"/>
                  </a:lnTo>
                  <a:lnTo>
                    <a:pt x="342900" y="9525"/>
                  </a:lnTo>
                  <a:lnTo>
                    <a:pt x="342900" y="0"/>
                  </a:lnTo>
                  <a:close/>
                </a:path>
                <a:path w="4943475" h="962025">
                  <a:moveTo>
                    <a:pt x="371208" y="952500"/>
                  </a:moveTo>
                  <a:lnTo>
                    <a:pt x="342633" y="952500"/>
                  </a:lnTo>
                  <a:lnTo>
                    <a:pt x="342633" y="962025"/>
                  </a:lnTo>
                  <a:lnTo>
                    <a:pt x="371208" y="962025"/>
                  </a:lnTo>
                  <a:lnTo>
                    <a:pt x="371208" y="952500"/>
                  </a:lnTo>
                  <a:close/>
                </a:path>
                <a:path w="4943475" h="962025">
                  <a:moveTo>
                    <a:pt x="390525" y="0"/>
                  </a:moveTo>
                  <a:lnTo>
                    <a:pt x="361950" y="0"/>
                  </a:lnTo>
                  <a:lnTo>
                    <a:pt x="361950" y="9525"/>
                  </a:lnTo>
                  <a:lnTo>
                    <a:pt x="390525" y="9525"/>
                  </a:lnTo>
                  <a:lnTo>
                    <a:pt x="390525" y="0"/>
                  </a:lnTo>
                  <a:close/>
                </a:path>
                <a:path w="4943475" h="962025">
                  <a:moveTo>
                    <a:pt x="418833" y="952500"/>
                  </a:moveTo>
                  <a:lnTo>
                    <a:pt x="390258" y="952500"/>
                  </a:lnTo>
                  <a:lnTo>
                    <a:pt x="390258" y="962025"/>
                  </a:lnTo>
                  <a:lnTo>
                    <a:pt x="418833" y="962025"/>
                  </a:lnTo>
                  <a:lnTo>
                    <a:pt x="418833" y="952500"/>
                  </a:lnTo>
                  <a:close/>
                </a:path>
                <a:path w="4943475" h="962025">
                  <a:moveTo>
                    <a:pt x="438150" y="0"/>
                  </a:moveTo>
                  <a:lnTo>
                    <a:pt x="409575" y="0"/>
                  </a:lnTo>
                  <a:lnTo>
                    <a:pt x="409575" y="9525"/>
                  </a:lnTo>
                  <a:lnTo>
                    <a:pt x="438150" y="9525"/>
                  </a:lnTo>
                  <a:lnTo>
                    <a:pt x="438150" y="0"/>
                  </a:lnTo>
                  <a:close/>
                </a:path>
                <a:path w="4943475" h="962025">
                  <a:moveTo>
                    <a:pt x="466458" y="952500"/>
                  </a:moveTo>
                  <a:lnTo>
                    <a:pt x="437883" y="952500"/>
                  </a:lnTo>
                  <a:lnTo>
                    <a:pt x="437883" y="962025"/>
                  </a:lnTo>
                  <a:lnTo>
                    <a:pt x="466458" y="962025"/>
                  </a:lnTo>
                  <a:lnTo>
                    <a:pt x="466458" y="952500"/>
                  </a:lnTo>
                  <a:close/>
                </a:path>
                <a:path w="4943475" h="962025">
                  <a:moveTo>
                    <a:pt x="485775" y="0"/>
                  </a:moveTo>
                  <a:lnTo>
                    <a:pt x="457200" y="0"/>
                  </a:lnTo>
                  <a:lnTo>
                    <a:pt x="457200" y="9525"/>
                  </a:lnTo>
                  <a:lnTo>
                    <a:pt x="485775" y="9525"/>
                  </a:lnTo>
                  <a:lnTo>
                    <a:pt x="485775" y="0"/>
                  </a:lnTo>
                  <a:close/>
                </a:path>
                <a:path w="4943475" h="962025">
                  <a:moveTo>
                    <a:pt x="514083" y="952500"/>
                  </a:moveTo>
                  <a:lnTo>
                    <a:pt x="485508" y="952500"/>
                  </a:lnTo>
                  <a:lnTo>
                    <a:pt x="485508" y="962025"/>
                  </a:lnTo>
                  <a:lnTo>
                    <a:pt x="514083" y="962025"/>
                  </a:lnTo>
                  <a:lnTo>
                    <a:pt x="514083" y="952500"/>
                  </a:lnTo>
                  <a:close/>
                </a:path>
                <a:path w="4943475" h="962025">
                  <a:moveTo>
                    <a:pt x="533400" y="0"/>
                  </a:moveTo>
                  <a:lnTo>
                    <a:pt x="504825" y="0"/>
                  </a:lnTo>
                  <a:lnTo>
                    <a:pt x="504825" y="9525"/>
                  </a:lnTo>
                  <a:lnTo>
                    <a:pt x="533400" y="9525"/>
                  </a:lnTo>
                  <a:lnTo>
                    <a:pt x="533400" y="0"/>
                  </a:lnTo>
                  <a:close/>
                </a:path>
                <a:path w="4943475" h="962025">
                  <a:moveTo>
                    <a:pt x="561708" y="952500"/>
                  </a:moveTo>
                  <a:lnTo>
                    <a:pt x="533133" y="952500"/>
                  </a:lnTo>
                  <a:lnTo>
                    <a:pt x="533133" y="962025"/>
                  </a:lnTo>
                  <a:lnTo>
                    <a:pt x="561708" y="962025"/>
                  </a:lnTo>
                  <a:lnTo>
                    <a:pt x="561708" y="952500"/>
                  </a:lnTo>
                  <a:close/>
                </a:path>
                <a:path w="4943475" h="962025">
                  <a:moveTo>
                    <a:pt x="581025" y="0"/>
                  </a:moveTo>
                  <a:lnTo>
                    <a:pt x="552450" y="0"/>
                  </a:lnTo>
                  <a:lnTo>
                    <a:pt x="552450" y="9525"/>
                  </a:lnTo>
                  <a:lnTo>
                    <a:pt x="581025" y="9525"/>
                  </a:lnTo>
                  <a:lnTo>
                    <a:pt x="581025" y="0"/>
                  </a:lnTo>
                  <a:close/>
                </a:path>
                <a:path w="4943475" h="962025">
                  <a:moveTo>
                    <a:pt x="609333" y="952500"/>
                  </a:moveTo>
                  <a:lnTo>
                    <a:pt x="580758" y="952500"/>
                  </a:lnTo>
                  <a:lnTo>
                    <a:pt x="580758" y="962025"/>
                  </a:lnTo>
                  <a:lnTo>
                    <a:pt x="609333" y="962025"/>
                  </a:lnTo>
                  <a:lnTo>
                    <a:pt x="609333" y="952500"/>
                  </a:lnTo>
                  <a:close/>
                </a:path>
                <a:path w="4943475" h="962025">
                  <a:moveTo>
                    <a:pt x="628650" y="0"/>
                  </a:moveTo>
                  <a:lnTo>
                    <a:pt x="600075" y="0"/>
                  </a:lnTo>
                  <a:lnTo>
                    <a:pt x="600075" y="9525"/>
                  </a:lnTo>
                  <a:lnTo>
                    <a:pt x="628650" y="9525"/>
                  </a:lnTo>
                  <a:lnTo>
                    <a:pt x="628650" y="0"/>
                  </a:lnTo>
                  <a:close/>
                </a:path>
                <a:path w="4943475" h="962025">
                  <a:moveTo>
                    <a:pt x="656958" y="952500"/>
                  </a:moveTo>
                  <a:lnTo>
                    <a:pt x="628383" y="952500"/>
                  </a:lnTo>
                  <a:lnTo>
                    <a:pt x="628383" y="962025"/>
                  </a:lnTo>
                  <a:lnTo>
                    <a:pt x="656958" y="962025"/>
                  </a:lnTo>
                  <a:lnTo>
                    <a:pt x="656958" y="952500"/>
                  </a:lnTo>
                  <a:close/>
                </a:path>
                <a:path w="4943475" h="962025">
                  <a:moveTo>
                    <a:pt x="676275" y="0"/>
                  </a:moveTo>
                  <a:lnTo>
                    <a:pt x="647700" y="0"/>
                  </a:lnTo>
                  <a:lnTo>
                    <a:pt x="647700" y="9525"/>
                  </a:lnTo>
                  <a:lnTo>
                    <a:pt x="676275" y="9525"/>
                  </a:lnTo>
                  <a:lnTo>
                    <a:pt x="676275" y="0"/>
                  </a:lnTo>
                  <a:close/>
                </a:path>
                <a:path w="4943475" h="962025">
                  <a:moveTo>
                    <a:pt x="704583" y="952500"/>
                  </a:moveTo>
                  <a:lnTo>
                    <a:pt x="676008" y="952500"/>
                  </a:lnTo>
                  <a:lnTo>
                    <a:pt x="676008" y="962025"/>
                  </a:lnTo>
                  <a:lnTo>
                    <a:pt x="704583" y="962025"/>
                  </a:lnTo>
                  <a:lnTo>
                    <a:pt x="704583" y="952500"/>
                  </a:lnTo>
                  <a:close/>
                </a:path>
                <a:path w="4943475" h="962025">
                  <a:moveTo>
                    <a:pt x="723900" y="0"/>
                  </a:moveTo>
                  <a:lnTo>
                    <a:pt x="695325" y="0"/>
                  </a:lnTo>
                  <a:lnTo>
                    <a:pt x="695325" y="9525"/>
                  </a:lnTo>
                  <a:lnTo>
                    <a:pt x="723900" y="9525"/>
                  </a:lnTo>
                  <a:lnTo>
                    <a:pt x="723900" y="0"/>
                  </a:lnTo>
                  <a:close/>
                </a:path>
                <a:path w="4943475" h="962025">
                  <a:moveTo>
                    <a:pt x="752208" y="952500"/>
                  </a:moveTo>
                  <a:lnTo>
                    <a:pt x="723633" y="952500"/>
                  </a:lnTo>
                  <a:lnTo>
                    <a:pt x="723633" y="962025"/>
                  </a:lnTo>
                  <a:lnTo>
                    <a:pt x="752208" y="962025"/>
                  </a:lnTo>
                  <a:lnTo>
                    <a:pt x="752208" y="952500"/>
                  </a:lnTo>
                  <a:close/>
                </a:path>
                <a:path w="4943475" h="962025">
                  <a:moveTo>
                    <a:pt x="771525" y="0"/>
                  </a:moveTo>
                  <a:lnTo>
                    <a:pt x="742950" y="0"/>
                  </a:lnTo>
                  <a:lnTo>
                    <a:pt x="742950" y="9525"/>
                  </a:lnTo>
                  <a:lnTo>
                    <a:pt x="771525" y="9525"/>
                  </a:lnTo>
                  <a:lnTo>
                    <a:pt x="771525" y="0"/>
                  </a:lnTo>
                  <a:close/>
                </a:path>
                <a:path w="4943475" h="962025">
                  <a:moveTo>
                    <a:pt x="799833" y="952500"/>
                  </a:moveTo>
                  <a:lnTo>
                    <a:pt x="771258" y="952500"/>
                  </a:lnTo>
                  <a:lnTo>
                    <a:pt x="771258" y="962025"/>
                  </a:lnTo>
                  <a:lnTo>
                    <a:pt x="799833" y="962025"/>
                  </a:lnTo>
                  <a:lnTo>
                    <a:pt x="799833" y="952500"/>
                  </a:lnTo>
                  <a:close/>
                </a:path>
                <a:path w="4943475" h="962025">
                  <a:moveTo>
                    <a:pt x="819150" y="0"/>
                  </a:moveTo>
                  <a:lnTo>
                    <a:pt x="790575" y="0"/>
                  </a:lnTo>
                  <a:lnTo>
                    <a:pt x="790575" y="9525"/>
                  </a:lnTo>
                  <a:lnTo>
                    <a:pt x="819150" y="9525"/>
                  </a:lnTo>
                  <a:lnTo>
                    <a:pt x="819150" y="0"/>
                  </a:lnTo>
                  <a:close/>
                </a:path>
                <a:path w="4943475" h="962025">
                  <a:moveTo>
                    <a:pt x="847458" y="952500"/>
                  </a:moveTo>
                  <a:lnTo>
                    <a:pt x="818883" y="952500"/>
                  </a:lnTo>
                  <a:lnTo>
                    <a:pt x="818883" y="962025"/>
                  </a:lnTo>
                  <a:lnTo>
                    <a:pt x="847458" y="962025"/>
                  </a:lnTo>
                  <a:lnTo>
                    <a:pt x="847458" y="952500"/>
                  </a:lnTo>
                  <a:close/>
                </a:path>
                <a:path w="4943475" h="962025">
                  <a:moveTo>
                    <a:pt x="866775" y="0"/>
                  </a:moveTo>
                  <a:lnTo>
                    <a:pt x="838200" y="0"/>
                  </a:lnTo>
                  <a:lnTo>
                    <a:pt x="838200" y="9525"/>
                  </a:lnTo>
                  <a:lnTo>
                    <a:pt x="866775" y="9525"/>
                  </a:lnTo>
                  <a:lnTo>
                    <a:pt x="866775" y="0"/>
                  </a:lnTo>
                  <a:close/>
                </a:path>
                <a:path w="4943475" h="962025">
                  <a:moveTo>
                    <a:pt x="895083" y="952500"/>
                  </a:moveTo>
                  <a:lnTo>
                    <a:pt x="866508" y="952500"/>
                  </a:lnTo>
                  <a:lnTo>
                    <a:pt x="866508" y="962025"/>
                  </a:lnTo>
                  <a:lnTo>
                    <a:pt x="895083" y="962025"/>
                  </a:lnTo>
                  <a:lnTo>
                    <a:pt x="895083" y="952500"/>
                  </a:lnTo>
                  <a:close/>
                </a:path>
                <a:path w="4943475" h="962025">
                  <a:moveTo>
                    <a:pt x="914400" y="0"/>
                  </a:moveTo>
                  <a:lnTo>
                    <a:pt x="885825" y="0"/>
                  </a:lnTo>
                  <a:lnTo>
                    <a:pt x="885825" y="9525"/>
                  </a:lnTo>
                  <a:lnTo>
                    <a:pt x="914400" y="9525"/>
                  </a:lnTo>
                  <a:lnTo>
                    <a:pt x="914400" y="0"/>
                  </a:lnTo>
                  <a:close/>
                </a:path>
                <a:path w="4943475" h="962025">
                  <a:moveTo>
                    <a:pt x="942708" y="952500"/>
                  </a:moveTo>
                  <a:lnTo>
                    <a:pt x="914133" y="952500"/>
                  </a:lnTo>
                  <a:lnTo>
                    <a:pt x="914133" y="962025"/>
                  </a:lnTo>
                  <a:lnTo>
                    <a:pt x="942708" y="962025"/>
                  </a:lnTo>
                  <a:lnTo>
                    <a:pt x="942708" y="952500"/>
                  </a:lnTo>
                  <a:close/>
                </a:path>
                <a:path w="4943475" h="962025">
                  <a:moveTo>
                    <a:pt x="962025" y="0"/>
                  </a:moveTo>
                  <a:lnTo>
                    <a:pt x="933450" y="0"/>
                  </a:lnTo>
                  <a:lnTo>
                    <a:pt x="933450" y="9525"/>
                  </a:lnTo>
                  <a:lnTo>
                    <a:pt x="962025" y="9525"/>
                  </a:lnTo>
                  <a:lnTo>
                    <a:pt x="962025" y="0"/>
                  </a:lnTo>
                  <a:close/>
                </a:path>
                <a:path w="4943475" h="962025">
                  <a:moveTo>
                    <a:pt x="990333" y="952500"/>
                  </a:moveTo>
                  <a:lnTo>
                    <a:pt x="961758" y="952500"/>
                  </a:lnTo>
                  <a:lnTo>
                    <a:pt x="961758" y="962025"/>
                  </a:lnTo>
                  <a:lnTo>
                    <a:pt x="990333" y="962025"/>
                  </a:lnTo>
                  <a:lnTo>
                    <a:pt x="990333" y="952500"/>
                  </a:lnTo>
                  <a:close/>
                </a:path>
                <a:path w="4943475" h="962025">
                  <a:moveTo>
                    <a:pt x="1009650" y="0"/>
                  </a:moveTo>
                  <a:lnTo>
                    <a:pt x="981075" y="0"/>
                  </a:lnTo>
                  <a:lnTo>
                    <a:pt x="981075" y="9525"/>
                  </a:lnTo>
                  <a:lnTo>
                    <a:pt x="1009650" y="9525"/>
                  </a:lnTo>
                  <a:lnTo>
                    <a:pt x="1009650" y="0"/>
                  </a:lnTo>
                  <a:close/>
                </a:path>
                <a:path w="4943475" h="962025">
                  <a:moveTo>
                    <a:pt x="1037958" y="952500"/>
                  </a:moveTo>
                  <a:lnTo>
                    <a:pt x="1009383" y="952500"/>
                  </a:lnTo>
                  <a:lnTo>
                    <a:pt x="1009383" y="962025"/>
                  </a:lnTo>
                  <a:lnTo>
                    <a:pt x="1037958" y="962025"/>
                  </a:lnTo>
                  <a:lnTo>
                    <a:pt x="1037958" y="952500"/>
                  </a:lnTo>
                  <a:close/>
                </a:path>
                <a:path w="4943475" h="962025">
                  <a:moveTo>
                    <a:pt x="1057275" y="0"/>
                  </a:moveTo>
                  <a:lnTo>
                    <a:pt x="1028700" y="0"/>
                  </a:lnTo>
                  <a:lnTo>
                    <a:pt x="1028700" y="9525"/>
                  </a:lnTo>
                  <a:lnTo>
                    <a:pt x="1057275" y="9525"/>
                  </a:lnTo>
                  <a:lnTo>
                    <a:pt x="1057275" y="0"/>
                  </a:lnTo>
                  <a:close/>
                </a:path>
                <a:path w="4943475" h="962025">
                  <a:moveTo>
                    <a:pt x="1085583" y="952500"/>
                  </a:moveTo>
                  <a:lnTo>
                    <a:pt x="1057008" y="952500"/>
                  </a:lnTo>
                  <a:lnTo>
                    <a:pt x="1057008" y="962025"/>
                  </a:lnTo>
                  <a:lnTo>
                    <a:pt x="1085583" y="962025"/>
                  </a:lnTo>
                  <a:lnTo>
                    <a:pt x="1085583" y="952500"/>
                  </a:lnTo>
                  <a:close/>
                </a:path>
                <a:path w="4943475" h="962025">
                  <a:moveTo>
                    <a:pt x="1104900" y="0"/>
                  </a:moveTo>
                  <a:lnTo>
                    <a:pt x="1076325" y="0"/>
                  </a:lnTo>
                  <a:lnTo>
                    <a:pt x="1076325" y="9525"/>
                  </a:lnTo>
                  <a:lnTo>
                    <a:pt x="1104900" y="9525"/>
                  </a:lnTo>
                  <a:lnTo>
                    <a:pt x="1104900" y="0"/>
                  </a:lnTo>
                  <a:close/>
                </a:path>
                <a:path w="4943475" h="962025">
                  <a:moveTo>
                    <a:pt x="1133208" y="952500"/>
                  </a:moveTo>
                  <a:lnTo>
                    <a:pt x="1104633" y="952500"/>
                  </a:lnTo>
                  <a:lnTo>
                    <a:pt x="1104633" y="962025"/>
                  </a:lnTo>
                  <a:lnTo>
                    <a:pt x="1133208" y="962025"/>
                  </a:lnTo>
                  <a:lnTo>
                    <a:pt x="1133208" y="952500"/>
                  </a:lnTo>
                  <a:close/>
                </a:path>
                <a:path w="4943475" h="962025">
                  <a:moveTo>
                    <a:pt x="1152525" y="0"/>
                  </a:moveTo>
                  <a:lnTo>
                    <a:pt x="1123950" y="0"/>
                  </a:lnTo>
                  <a:lnTo>
                    <a:pt x="1123950" y="9525"/>
                  </a:lnTo>
                  <a:lnTo>
                    <a:pt x="1152525" y="9525"/>
                  </a:lnTo>
                  <a:lnTo>
                    <a:pt x="1152525" y="0"/>
                  </a:lnTo>
                  <a:close/>
                </a:path>
                <a:path w="4943475" h="962025">
                  <a:moveTo>
                    <a:pt x="1180833" y="952500"/>
                  </a:moveTo>
                  <a:lnTo>
                    <a:pt x="1152258" y="952500"/>
                  </a:lnTo>
                  <a:lnTo>
                    <a:pt x="1152258" y="962025"/>
                  </a:lnTo>
                  <a:lnTo>
                    <a:pt x="1180833" y="962025"/>
                  </a:lnTo>
                  <a:lnTo>
                    <a:pt x="1180833" y="952500"/>
                  </a:lnTo>
                  <a:close/>
                </a:path>
                <a:path w="4943475" h="962025">
                  <a:moveTo>
                    <a:pt x="1200150" y="0"/>
                  </a:moveTo>
                  <a:lnTo>
                    <a:pt x="1171575" y="0"/>
                  </a:lnTo>
                  <a:lnTo>
                    <a:pt x="1171575" y="9525"/>
                  </a:lnTo>
                  <a:lnTo>
                    <a:pt x="1200150" y="9525"/>
                  </a:lnTo>
                  <a:lnTo>
                    <a:pt x="1200150" y="0"/>
                  </a:lnTo>
                  <a:close/>
                </a:path>
                <a:path w="4943475" h="962025">
                  <a:moveTo>
                    <a:pt x="1228458" y="952500"/>
                  </a:moveTo>
                  <a:lnTo>
                    <a:pt x="1199883" y="952500"/>
                  </a:lnTo>
                  <a:lnTo>
                    <a:pt x="1199883" y="962025"/>
                  </a:lnTo>
                  <a:lnTo>
                    <a:pt x="1228458" y="962025"/>
                  </a:lnTo>
                  <a:lnTo>
                    <a:pt x="1228458" y="952500"/>
                  </a:lnTo>
                  <a:close/>
                </a:path>
                <a:path w="4943475" h="962025">
                  <a:moveTo>
                    <a:pt x="1247775" y="0"/>
                  </a:moveTo>
                  <a:lnTo>
                    <a:pt x="1219200" y="0"/>
                  </a:lnTo>
                  <a:lnTo>
                    <a:pt x="1219200" y="9525"/>
                  </a:lnTo>
                  <a:lnTo>
                    <a:pt x="1247775" y="9525"/>
                  </a:lnTo>
                  <a:lnTo>
                    <a:pt x="1247775" y="0"/>
                  </a:lnTo>
                  <a:close/>
                </a:path>
                <a:path w="4943475" h="962025">
                  <a:moveTo>
                    <a:pt x="1276083" y="952500"/>
                  </a:moveTo>
                  <a:lnTo>
                    <a:pt x="1247508" y="952500"/>
                  </a:lnTo>
                  <a:lnTo>
                    <a:pt x="1247508" y="962025"/>
                  </a:lnTo>
                  <a:lnTo>
                    <a:pt x="1276083" y="962025"/>
                  </a:lnTo>
                  <a:lnTo>
                    <a:pt x="1276083" y="952500"/>
                  </a:lnTo>
                  <a:close/>
                </a:path>
                <a:path w="4943475" h="962025">
                  <a:moveTo>
                    <a:pt x="1295400" y="0"/>
                  </a:moveTo>
                  <a:lnTo>
                    <a:pt x="1266825" y="0"/>
                  </a:lnTo>
                  <a:lnTo>
                    <a:pt x="1266825" y="9525"/>
                  </a:lnTo>
                  <a:lnTo>
                    <a:pt x="1295400" y="9525"/>
                  </a:lnTo>
                  <a:lnTo>
                    <a:pt x="1295400" y="0"/>
                  </a:lnTo>
                  <a:close/>
                </a:path>
                <a:path w="4943475" h="962025">
                  <a:moveTo>
                    <a:pt x="1323708" y="952500"/>
                  </a:moveTo>
                  <a:lnTo>
                    <a:pt x="1295133" y="952500"/>
                  </a:lnTo>
                  <a:lnTo>
                    <a:pt x="1295133" y="962025"/>
                  </a:lnTo>
                  <a:lnTo>
                    <a:pt x="1323708" y="962025"/>
                  </a:lnTo>
                  <a:lnTo>
                    <a:pt x="1323708" y="952500"/>
                  </a:lnTo>
                  <a:close/>
                </a:path>
                <a:path w="4943475" h="962025">
                  <a:moveTo>
                    <a:pt x="1343025" y="0"/>
                  </a:moveTo>
                  <a:lnTo>
                    <a:pt x="1314450" y="0"/>
                  </a:lnTo>
                  <a:lnTo>
                    <a:pt x="1314450" y="9525"/>
                  </a:lnTo>
                  <a:lnTo>
                    <a:pt x="1343025" y="9525"/>
                  </a:lnTo>
                  <a:lnTo>
                    <a:pt x="1343025" y="0"/>
                  </a:lnTo>
                  <a:close/>
                </a:path>
                <a:path w="4943475" h="962025">
                  <a:moveTo>
                    <a:pt x="1371333" y="952500"/>
                  </a:moveTo>
                  <a:lnTo>
                    <a:pt x="1342758" y="952500"/>
                  </a:lnTo>
                  <a:lnTo>
                    <a:pt x="1342758" y="962025"/>
                  </a:lnTo>
                  <a:lnTo>
                    <a:pt x="1371333" y="962025"/>
                  </a:lnTo>
                  <a:lnTo>
                    <a:pt x="1371333" y="952500"/>
                  </a:lnTo>
                  <a:close/>
                </a:path>
                <a:path w="4943475" h="962025">
                  <a:moveTo>
                    <a:pt x="1390650" y="0"/>
                  </a:moveTo>
                  <a:lnTo>
                    <a:pt x="1362075" y="0"/>
                  </a:lnTo>
                  <a:lnTo>
                    <a:pt x="1362075" y="9525"/>
                  </a:lnTo>
                  <a:lnTo>
                    <a:pt x="1390650" y="9525"/>
                  </a:lnTo>
                  <a:lnTo>
                    <a:pt x="1390650" y="0"/>
                  </a:lnTo>
                  <a:close/>
                </a:path>
                <a:path w="4943475" h="962025">
                  <a:moveTo>
                    <a:pt x="1418958" y="952500"/>
                  </a:moveTo>
                  <a:lnTo>
                    <a:pt x="1390383" y="952500"/>
                  </a:lnTo>
                  <a:lnTo>
                    <a:pt x="1390383" y="962025"/>
                  </a:lnTo>
                  <a:lnTo>
                    <a:pt x="1418958" y="962025"/>
                  </a:lnTo>
                  <a:lnTo>
                    <a:pt x="1418958" y="952500"/>
                  </a:lnTo>
                  <a:close/>
                </a:path>
                <a:path w="4943475" h="962025">
                  <a:moveTo>
                    <a:pt x="1438275" y="0"/>
                  </a:moveTo>
                  <a:lnTo>
                    <a:pt x="1409700" y="0"/>
                  </a:lnTo>
                  <a:lnTo>
                    <a:pt x="1409700" y="9525"/>
                  </a:lnTo>
                  <a:lnTo>
                    <a:pt x="1438275" y="9525"/>
                  </a:lnTo>
                  <a:lnTo>
                    <a:pt x="1438275" y="0"/>
                  </a:lnTo>
                  <a:close/>
                </a:path>
                <a:path w="4943475" h="962025">
                  <a:moveTo>
                    <a:pt x="1466583" y="952500"/>
                  </a:moveTo>
                  <a:lnTo>
                    <a:pt x="1438008" y="952500"/>
                  </a:lnTo>
                  <a:lnTo>
                    <a:pt x="1438008" y="962025"/>
                  </a:lnTo>
                  <a:lnTo>
                    <a:pt x="1466583" y="962025"/>
                  </a:lnTo>
                  <a:lnTo>
                    <a:pt x="1466583" y="952500"/>
                  </a:lnTo>
                  <a:close/>
                </a:path>
                <a:path w="4943475" h="962025">
                  <a:moveTo>
                    <a:pt x="1485900" y="0"/>
                  </a:moveTo>
                  <a:lnTo>
                    <a:pt x="1457325" y="0"/>
                  </a:lnTo>
                  <a:lnTo>
                    <a:pt x="1457325" y="9525"/>
                  </a:lnTo>
                  <a:lnTo>
                    <a:pt x="1485900" y="9525"/>
                  </a:lnTo>
                  <a:lnTo>
                    <a:pt x="1485900" y="0"/>
                  </a:lnTo>
                  <a:close/>
                </a:path>
                <a:path w="4943475" h="962025">
                  <a:moveTo>
                    <a:pt x="1514208" y="952500"/>
                  </a:moveTo>
                  <a:lnTo>
                    <a:pt x="1485633" y="952500"/>
                  </a:lnTo>
                  <a:lnTo>
                    <a:pt x="1485633" y="962025"/>
                  </a:lnTo>
                  <a:lnTo>
                    <a:pt x="1514208" y="962025"/>
                  </a:lnTo>
                  <a:lnTo>
                    <a:pt x="1514208" y="952500"/>
                  </a:lnTo>
                  <a:close/>
                </a:path>
                <a:path w="4943475" h="962025">
                  <a:moveTo>
                    <a:pt x="1533525" y="0"/>
                  </a:moveTo>
                  <a:lnTo>
                    <a:pt x="1504950" y="0"/>
                  </a:lnTo>
                  <a:lnTo>
                    <a:pt x="1504950" y="9525"/>
                  </a:lnTo>
                  <a:lnTo>
                    <a:pt x="1533525" y="9525"/>
                  </a:lnTo>
                  <a:lnTo>
                    <a:pt x="1533525" y="0"/>
                  </a:lnTo>
                  <a:close/>
                </a:path>
                <a:path w="4943475" h="962025">
                  <a:moveTo>
                    <a:pt x="1561833" y="952500"/>
                  </a:moveTo>
                  <a:lnTo>
                    <a:pt x="1533258" y="952500"/>
                  </a:lnTo>
                  <a:lnTo>
                    <a:pt x="1533258" y="962025"/>
                  </a:lnTo>
                  <a:lnTo>
                    <a:pt x="1561833" y="962025"/>
                  </a:lnTo>
                  <a:lnTo>
                    <a:pt x="1561833" y="952500"/>
                  </a:lnTo>
                  <a:close/>
                </a:path>
                <a:path w="4943475" h="962025">
                  <a:moveTo>
                    <a:pt x="1581150" y="0"/>
                  </a:moveTo>
                  <a:lnTo>
                    <a:pt x="1552575" y="0"/>
                  </a:lnTo>
                  <a:lnTo>
                    <a:pt x="1552575" y="9525"/>
                  </a:lnTo>
                  <a:lnTo>
                    <a:pt x="1581150" y="9525"/>
                  </a:lnTo>
                  <a:lnTo>
                    <a:pt x="1581150" y="0"/>
                  </a:lnTo>
                  <a:close/>
                </a:path>
                <a:path w="4943475" h="962025">
                  <a:moveTo>
                    <a:pt x="1609458" y="952500"/>
                  </a:moveTo>
                  <a:lnTo>
                    <a:pt x="1580883" y="952500"/>
                  </a:lnTo>
                  <a:lnTo>
                    <a:pt x="1580883" y="962025"/>
                  </a:lnTo>
                  <a:lnTo>
                    <a:pt x="1609458" y="962025"/>
                  </a:lnTo>
                  <a:lnTo>
                    <a:pt x="1609458" y="952500"/>
                  </a:lnTo>
                  <a:close/>
                </a:path>
                <a:path w="4943475" h="962025">
                  <a:moveTo>
                    <a:pt x="1628775" y="0"/>
                  </a:moveTo>
                  <a:lnTo>
                    <a:pt x="1600200" y="0"/>
                  </a:lnTo>
                  <a:lnTo>
                    <a:pt x="1600200" y="9525"/>
                  </a:lnTo>
                  <a:lnTo>
                    <a:pt x="1628775" y="9525"/>
                  </a:lnTo>
                  <a:lnTo>
                    <a:pt x="1628775" y="0"/>
                  </a:lnTo>
                  <a:close/>
                </a:path>
                <a:path w="4943475" h="962025">
                  <a:moveTo>
                    <a:pt x="1657083" y="952500"/>
                  </a:moveTo>
                  <a:lnTo>
                    <a:pt x="1628508" y="952500"/>
                  </a:lnTo>
                  <a:lnTo>
                    <a:pt x="1628508" y="962025"/>
                  </a:lnTo>
                  <a:lnTo>
                    <a:pt x="1657083" y="962025"/>
                  </a:lnTo>
                  <a:lnTo>
                    <a:pt x="1657083" y="952500"/>
                  </a:lnTo>
                  <a:close/>
                </a:path>
                <a:path w="4943475" h="962025">
                  <a:moveTo>
                    <a:pt x="1676400" y="0"/>
                  </a:moveTo>
                  <a:lnTo>
                    <a:pt x="1647825" y="0"/>
                  </a:lnTo>
                  <a:lnTo>
                    <a:pt x="1647825" y="9525"/>
                  </a:lnTo>
                  <a:lnTo>
                    <a:pt x="1676400" y="9525"/>
                  </a:lnTo>
                  <a:lnTo>
                    <a:pt x="1676400" y="0"/>
                  </a:lnTo>
                  <a:close/>
                </a:path>
                <a:path w="4943475" h="962025">
                  <a:moveTo>
                    <a:pt x="1704708" y="952500"/>
                  </a:moveTo>
                  <a:lnTo>
                    <a:pt x="1676133" y="952500"/>
                  </a:lnTo>
                  <a:lnTo>
                    <a:pt x="1676133" y="962025"/>
                  </a:lnTo>
                  <a:lnTo>
                    <a:pt x="1704708" y="962025"/>
                  </a:lnTo>
                  <a:lnTo>
                    <a:pt x="1704708" y="952500"/>
                  </a:lnTo>
                  <a:close/>
                </a:path>
                <a:path w="4943475" h="962025">
                  <a:moveTo>
                    <a:pt x="1724025" y="0"/>
                  </a:moveTo>
                  <a:lnTo>
                    <a:pt x="1695450" y="0"/>
                  </a:lnTo>
                  <a:lnTo>
                    <a:pt x="1695450" y="9525"/>
                  </a:lnTo>
                  <a:lnTo>
                    <a:pt x="1724025" y="9525"/>
                  </a:lnTo>
                  <a:lnTo>
                    <a:pt x="1724025" y="0"/>
                  </a:lnTo>
                  <a:close/>
                </a:path>
                <a:path w="4943475" h="962025">
                  <a:moveTo>
                    <a:pt x="1752333" y="952500"/>
                  </a:moveTo>
                  <a:lnTo>
                    <a:pt x="1723758" y="952500"/>
                  </a:lnTo>
                  <a:lnTo>
                    <a:pt x="1723758" y="962025"/>
                  </a:lnTo>
                  <a:lnTo>
                    <a:pt x="1752333" y="962025"/>
                  </a:lnTo>
                  <a:lnTo>
                    <a:pt x="1752333" y="952500"/>
                  </a:lnTo>
                  <a:close/>
                </a:path>
                <a:path w="4943475" h="962025">
                  <a:moveTo>
                    <a:pt x="1771650" y="0"/>
                  </a:moveTo>
                  <a:lnTo>
                    <a:pt x="1743075" y="0"/>
                  </a:lnTo>
                  <a:lnTo>
                    <a:pt x="1743075" y="9525"/>
                  </a:lnTo>
                  <a:lnTo>
                    <a:pt x="1771650" y="9525"/>
                  </a:lnTo>
                  <a:lnTo>
                    <a:pt x="1771650" y="0"/>
                  </a:lnTo>
                  <a:close/>
                </a:path>
                <a:path w="4943475" h="962025">
                  <a:moveTo>
                    <a:pt x="1799958" y="952500"/>
                  </a:moveTo>
                  <a:lnTo>
                    <a:pt x="1771383" y="952500"/>
                  </a:lnTo>
                  <a:lnTo>
                    <a:pt x="1771383" y="962025"/>
                  </a:lnTo>
                  <a:lnTo>
                    <a:pt x="1799958" y="962025"/>
                  </a:lnTo>
                  <a:lnTo>
                    <a:pt x="1799958" y="952500"/>
                  </a:lnTo>
                  <a:close/>
                </a:path>
                <a:path w="4943475" h="962025">
                  <a:moveTo>
                    <a:pt x="1819275" y="0"/>
                  </a:moveTo>
                  <a:lnTo>
                    <a:pt x="1790700" y="0"/>
                  </a:lnTo>
                  <a:lnTo>
                    <a:pt x="1790700" y="9525"/>
                  </a:lnTo>
                  <a:lnTo>
                    <a:pt x="1819275" y="9525"/>
                  </a:lnTo>
                  <a:lnTo>
                    <a:pt x="1819275" y="0"/>
                  </a:lnTo>
                  <a:close/>
                </a:path>
                <a:path w="4943475" h="962025">
                  <a:moveTo>
                    <a:pt x="1847583" y="952500"/>
                  </a:moveTo>
                  <a:lnTo>
                    <a:pt x="1819008" y="952500"/>
                  </a:lnTo>
                  <a:lnTo>
                    <a:pt x="1819008" y="962025"/>
                  </a:lnTo>
                  <a:lnTo>
                    <a:pt x="1847583" y="962025"/>
                  </a:lnTo>
                  <a:lnTo>
                    <a:pt x="1847583" y="952500"/>
                  </a:lnTo>
                  <a:close/>
                </a:path>
                <a:path w="4943475" h="962025">
                  <a:moveTo>
                    <a:pt x="1866900" y="0"/>
                  </a:moveTo>
                  <a:lnTo>
                    <a:pt x="1838325" y="0"/>
                  </a:lnTo>
                  <a:lnTo>
                    <a:pt x="1838325" y="9525"/>
                  </a:lnTo>
                  <a:lnTo>
                    <a:pt x="1866900" y="9525"/>
                  </a:lnTo>
                  <a:lnTo>
                    <a:pt x="1866900" y="0"/>
                  </a:lnTo>
                  <a:close/>
                </a:path>
                <a:path w="4943475" h="962025">
                  <a:moveTo>
                    <a:pt x="1895208" y="952500"/>
                  </a:moveTo>
                  <a:lnTo>
                    <a:pt x="1866633" y="952500"/>
                  </a:lnTo>
                  <a:lnTo>
                    <a:pt x="1866633" y="962025"/>
                  </a:lnTo>
                  <a:lnTo>
                    <a:pt x="1895208" y="962025"/>
                  </a:lnTo>
                  <a:lnTo>
                    <a:pt x="1895208" y="952500"/>
                  </a:lnTo>
                  <a:close/>
                </a:path>
                <a:path w="4943475" h="962025">
                  <a:moveTo>
                    <a:pt x="1914525" y="0"/>
                  </a:moveTo>
                  <a:lnTo>
                    <a:pt x="1885950" y="0"/>
                  </a:lnTo>
                  <a:lnTo>
                    <a:pt x="1885950" y="9525"/>
                  </a:lnTo>
                  <a:lnTo>
                    <a:pt x="1914525" y="9525"/>
                  </a:lnTo>
                  <a:lnTo>
                    <a:pt x="1914525" y="0"/>
                  </a:lnTo>
                  <a:close/>
                </a:path>
                <a:path w="4943475" h="962025">
                  <a:moveTo>
                    <a:pt x="1942833" y="952500"/>
                  </a:moveTo>
                  <a:lnTo>
                    <a:pt x="1914258" y="952500"/>
                  </a:lnTo>
                  <a:lnTo>
                    <a:pt x="1914258" y="962025"/>
                  </a:lnTo>
                  <a:lnTo>
                    <a:pt x="1942833" y="962025"/>
                  </a:lnTo>
                  <a:lnTo>
                    <a:pt x="1942833" y="952500"/>
                  </a:lnTo>
                  <a:close/>
                </a:path>
                <a:path w="4943475" h="962025">
                  <a:moveTo>
                    <a:pt x="1962150" y="0"/>
                  </a:moveTo>
                  <a:lnTo>
                    <a:pt x="1933575" y="0"/>
                  </a:lnTo>
                  <a:lnTo>
                    <a:pt x="1933575" y="9525"/>
                  </a:lnTo>
                  <a:lnTo>
                    <a:pt x="1962150" y="9525"/>
                  </a:lnTo>
                  <a:lnTo>
                    <a:pt x="1962150" y="0"/>
                  </a:lnTo>
                  <a:close/>
                </a:path>
                <a:path w="4943475" h="962025">
                  <a:moveTo>
                    <a:pt x="1990458" y="952500"/>
                  </a:moveTo>
                  <a:lnTo>
                    <a:pt x="1961883" y="952500"/>
                  </a:lnTo>
                  <a:lnTo>
                    <a:pt x="1961883" y="962025"/>
                  </a:lnTo>
                  <a:lnTo>
                    <a:pt x="1990458" y="962025"/>
                  </a:lnTo>
                  <a:lnTo>
                    <a:pt x="1990458" y="952500"/>
                  </a:lnTo>
                  <a:close/>
                </a:path>
                <a:path w="4943475" h="962025">
                  <a:moveTo>
                    <a:pt x="2009775" y="0"/>
                  </a:moveTo>
                  <a:lnTo>
                    <a:pt x="1981200" y="0"/>
                  </a:lnTo>
                  <a:lnTo>
                    <a:pt x="1981200" y="9525"/>
                  </a:lnTo>
                  <a:lnTo>
                    <a:pt x="2009775" y="9525"/>
                  </a:lnTo>
                  <a:lnTo>
                    <a:pt x="2009775" y="0"/>
                  </a:lnTo>
                  <a:close/>
                </a:path>
                <a:path w="4943475" h="962025">
                  <a:moveTo>
                    <a:pt x="2038083" y="952500"/>
                  </a:moveTo>
                  <a:lnTo>
                    <a:pt x="2009508" y="952500"/>
                  </a:lnTo>
                  <a:lnTo>
                    <a:pt x="2009508" y="962025"/>
                  </a:lnTo>
                  <a:lnTo>
                    <a:pt x="2038083" y="962025"/>
                  </a:lnTo>
                  <a:lnTo>
                    <a:pt x="2038083" y="952500"/>
                  </a:lnTo>
                  <a:close/>
                </a:path>
                <a:path w="4943475" h="962025">
                  <a:moveTo>
                    <a:pt x="2057400" y="0"/>
                  </a:moveTo>
                  <a:lnTo>
                    <a:pt x="2028825" y="0"/>
                  </a:lnTo>
                  <a:lnTo>
                    <a:pt x="2028825" y="9525"/>
                  </a:lnTo>
                  <a:lnTo>
                    <a:pt x="2057400" y="9525"/>
                  </a:lnTo>
                  <a:lnTo>
                    <a:pt x="2057400" y="0"/>
                  </a:lnTo>
                  <a:close/>
                </a:path>
                <a:path w="4943475" h="962025">
                  <a:moveTo>
                    <a:pt x="2085708" y="952500"/>
                  </a:moveTo>
                  <a:lnTo>
                    <a:pt x="2057133" y="952500"/>
                  </a:lnTo>
                  <a:lnTo>
                    <a:pt x="2057133" y="962025"/>
                  </a:lnTo>
                  <a:lnTo>
                    <a:pt x="2085708" y="962025"/>
                  </a:lnTo>
                  <a:lnTo>
                    <a:pt x="2085708" y="952500"/>
                  </a:lnTo>
                  <a:close/>
                </a:path>
                <a:path w="4943475" h="962025">
                  <a:moveTo>
                    <a:pt x="2105025" y="0"/>
                  </a:moveTo>
                  <a:lnTo>
                    <a:pt x="2076450" y="0"/>
                  </a:lnTo>
                  <a:lnTo>
                    <a:pt x="2076450" y="9525"/>
                  </a:lnTo>
                  <a:lnTo>
                    <a:pt x="2105025" y="9525"/>
                  </a:lnTo>
                  <a:lnTo>
                    <a:pt x="2105025" y="0"/>
                  </a:lnTo>
                  <a:close/>
                </a:path>
                <a:path w="4943475" h="962025">
                  <a:moveTo>
                    <a:pt x="2133333" y="952500"/>
                  </a:moveTo>
                  <a:lnTo>
                    <a:pt x="2104758" y="952500"/>
                  </a:lnTo>
                  <a:lnTo>
                    <a:pt x="2104758" y="962025"/>
                  </a:lnTo>
                  <a:lnTo>
                    <a:pt x="2133333" y="962025"/>
                  </a:lnTo>
                  <a:lnTo>
                    <a:pt x="2133333" y="952500"/>
                  </a:lnTo>
                  <a:close/>
                </a:path>
                <a:path w="4943475" h="962025">
                  <a:moveTo>
                    <a:pt x="2152650" y="0"/>
                  </a:moveTo>
                  <a:lnTo>
                    <a:pt x="2124075" y="0"/>
                  </a:lnTo>
                  <a:lnTo>
                    <a:pt x="2124075" y="9525"/>
                  </a:lnTo>
                  <a:lnTo>
                    <a:pt x="2152650" y="9525"/>
                  </a:lnTo>
                  <a:lnTo>
                    <a:pt x="2152650" y="0"/>
                  </a:lnTo>
                  <a:close/>
                </a:path>
                <a:path w="4943475" h="962025">
                  <a:moveTo>
                    <a:pt x="2180958" y="952500"/>
                  </a:moveTo>
                  <a:lnTo>
                    <a:pt x="2152383" y="952500"/>
                  </a:lnTo>
                  <a:lnTo>
                    <a:pt x="2152383" y="962025"/>
                  </a:lnTo>
                  <a:lnTo>
                    <a:pt x="2180958" y="962025"/>
                  </a:lnTo>
                  <a:lnTo>
                    <a:pt x="2180958" y="952500"/>
                  </a:lnTo>
                  <a:close/>
                </a:path>
                <a:path w="4943475" h="962025">
                  <a:moveTo>
                    <a:pt x="2200275" y="0"/>
                  </a:moveTo>
                  <a:lnTo>
                    <a:pt x="2171700" y="0"/>
                  </a:lnTo>
                  <a:lnTo>
                    <a:pt x="2171700" y="9525"/>
                  </a:lnTo>
                  <a:lnTo>
                    <a:pt x="2200275" y="9525"/>
                  </a:lnTo>
                  <a:lnTo>
                    <a:pt x="2200275" y="0"/>
                  </a:lnTo>
                  <a:close/>
                </a:path>
                <a:path w="4943475" h="962025">
                  <a:moveTo>
                    <a:pt x="2228583" y="952500"/>
                  </a:moveTo>
                  <a:lnTo>
                    <a:pt x="2200008" y="952500"/>
                  </a:lnTo>
                  <a:lnTo>
                    <a:pt x="2200008" y="962025"/>
                  </a:lnTo>
                  <a:lnTo>
                    <a:pt x="2228583" y="962025"/>
                  </a:lnTo>
                  <a:lnTo>
                    <a:pt x="2228583" y="952500"/>
                  </a:lnTo>
                  <a:close/>
                </a:path>
                <a:path w="4943475" h="962025">
                  <a:moveTo>
                    <a:pt x="2247900" y="0"/>
                  </a:moveTo>
                  <a:lnTo>
                    <a:pt x="2219325" y="0"/>
                  </a:lnTo>
                  <a:lnTo>
                    <a:pt x="2219325" y="9525"/>
                  </a:lnTo>
                  <a:lnTo>
                    <a:pt x="2247900" y="9525"/>
                  </a:lnTo>
                  <a:lnTo>
                    <a:pt x="2247900" y="0"/>
                  </a:lnTo>
                  <a:close/>
                </a:path>
                <a:path w="4943475" h="962025">
                  <a:moveTo>
                    <a:pt x="2276208" y="952500"/>
                  </a:moveTo>
                  <a:lnTo>
                    <a:pt x="2247633" y="952500"/>
                  </a:lnTo>
                  <a:lnTo>
                    <a:pt x="2247633" y="962025"/>
                  </a:lnTo>
                  <a:lnTo>
                    <a:pt x="2276208" y="962025"/>
                  </a:lnTo>
                  <a:lnTo>
                    <a:pt x="2276208" y="952500"/>
                  </a:lnTo>
                  <a:close/>
                </a:path>
                <a:path w="4943475" h="962025">
                  <a:moveTo>
                    <a:pt x="2295525" y="0"/>
                  </a:moveTo>
                  <a:lnTo>
                    <a:pt x="2266950" y="0"/>
                  </a:lnTo>
                  <a:lnTo>
                    <a:pt x="2266950" y="9525"/>
                  </a:lnTo>
                  <a:lnTo>
                    <a:pt x="2295525" y="9525"/>
                  </a:lnTo>
                  <a:lnTo>
                    <a:pt x="2295525" y="0"/>
                  </a:lnTo>
                  <a:close/>
                </a:path>
                <a:path w="4943475" h="962025">
                  <a:moveTo>
                    <a:pt x="2323833" y="952500"/>
                  </a:moveTo>
                  <a:lnTo>
                    <a:pt x="2295258" y="952500"/>
                  </a:lnTo>
                  <a:lnTo>
                    <a:pt x="2295258" y="962025"/>
                  </a:lnTo>
                  <a:lnTo>
                    <a:pt x="2323833" y="962025"/>
                  </a:lnTo>
                  <a:lnTo>
                    <a:pt x="2323833" y="952500"/>
                  </a:lnTo>
                  <a:close/>
                </a:path>
                <a:path w="4943475" h="962025">
                  <a:moveTo>
                    <a:pt x="2343150" y="0"/>
                  </a:moveTo>
                  <a:lnTo>
                    <a:pt x="2314575" y="0"/>
                  </a:lnTo>
                  <a:lnTo>
                    <a:pt x="2314575" y="9525"/>
                  </a:lnTo>
                  <a:lnTo>
                    <a:pt x="2343150" y="9525"/>
                  </a:lnTo>
                  <a:lnTo>
                    <a:pt x="2343150" y="0"/>
                  </a:lnTo>
                  <a:close/>
                </a:path>
                <a:path w="4943475" h="962025">
                  <a:moveTo>
                    <a:pt x="2371458" y="952500"/>
                  </a:moveTo>
                  <a:lnTo>
                    <a:pt x="2342883" y="952500"/>
                  </a:lnTo>
                  <a:lnTo>
                    <a:pt x="2342883" y="962025"/>
                  </a:lnTo>
                  <a:lnTo>
                    <a:pt x="2371458" y="962025"/>
                  </a:lnTo>
                  <a:lnTo>
                    <a:pt x="2371458" y="952500"/>
                  </a:lnTo>
                  <a:close/>
                </a:path>
                <a:path w="4943475" h="962025">
                  <a:moveTo>
                    <a:pt x="2390775" y="0"/>
                  </a:moveTo>
                  <a:lnTo>
                    <a:pt x="2362200" y="0"/>
                  </a:lnTo>
                  <a:lnTo>
                    <a:pt x="2362200" y="9525"/>
                  </a:lnTo>
                  <a:lnTo>
                    <a:pt x="2390775" y="9525"/>
                  </a:lnTo>
                  <a:lnTo>
                    <a:pt x="2390775" y="0"/>
                  </a:lnTo>
                  <a:close/>
                </a:path>
                <a:path w="4943475" h="962025">
                  <a:moveTo>
                    <a:pt x="2419083" y="952500"/>
                  </a:moveTo>
                  <a:lnTo>
                    <a:pt x="2390508" y="952500"/>
                  </a:lnTo>
                  <a:lnTo>
                    <a:pt x="2390508" y="962025"/>
                  </a:lnTo>
                  <a:lnTo>
                    <a:pt x="2419083" y="962025"/>
                  </a:lnTo>
                  <a:lnTo>
                    <a:pt x="2419083" y="952500"/>
                  </a:lnTo>
                  <a:close/>
                </a:path>
                <a:path w="4943475" h="962025">
                  <a:moveTo>
                    <a:pt x="2438400" y="0"/>
                  </a:moveTo>
                  <a:lnTo>
                    <a:pt x="2409825" y="0"/>
                  </a:lnTo>
                  <a:lnTo>
                    <a:pt x="2409825" y="9525"/>
                  </a:lnTo>
                  <a:lnTo>
                    <a:pt x="2438400" y="9525"/>
                  </a:lnTo>
                  <a:lnTo>
                    <a:pt x="2438400" y="0"/>
                  </a:lnTo>
                  <a:close/>
                </a:path>
                <a:path w="4943475" h="962025">
                  <a:moveTo>
                    <a:pt x="2466708" y="952500"/>
                  </a:moveTo>
                  <a:lnTo>
                    <a:pt x="2438133" y="952500"/>
                  </a:lnTo>
                  <a:lnTo>
                    <a:pt x="2438133" y="962025"/>
                  </a:lnTo>
                  <a:lnTo>
                    <a:pt x="2466708" y="962025"/>
                  </a:lnTo>
                  <a:lnTo>
                    <a:pt x="2466708" y="952500"/>
                  </a:lnTo>
                  <a:close/>
                </a:path>
                <a:path w="4943475" h="962025">
                  <a:moveTo>
                    <a:pt x="2486025" y="0"/>
                  </a:moveTo>
                  <a:lnTo>
                    <a:pt x="2457450" y="0"/>
                  </a:lnTo>
                  <a:lnTo>
                    <a:pt x="2457450" y="9525"/>
                  </a:lnTo>
                  <a:lnTo>
                    <a:pt x="2486025" y="9525"/>
                  </a:lnTo>
                  <a:lnTo>
                    <a:pt x="2486025" y="0"/>
                  </a:lnTo>
                  <a:close/>
                </a:path>
                <a:path w="4943475" h="962025">
                  <a:moveTo>
                    <a:pt x="2514333" y="952500"/>
                  </a:moveTo>
                  <a:lnTo>
                    <a:pt x="2485758" y="952500"/>
                  </a:lnTo>
                  <a:lnTo>
                    <a:pt x="2485758" y="962025"/>
                  </a:lnTo>
                  <a:lnTo>
                    <a:pt x="2514333" y="962025"/>
                  </a:lnTo>
                  <a:lnTo>
                    <a:pt x="2514333" y="952500"/>
                  </a:lnTo>
                  <a:close/>
                </a:path>
                <a:path w="4943475" h="962025">
                  <a:moveTo>
                    <a:pt x="2533650" y="0"/>
                  </a:moveTo>
                  <a:lnTo>
                    <a:pt x="2505075" y="0"/>
                  </a:lnTo>
                  <a:lnTo>
                    <a:pt x="2505075" y="9525"/>
                  </a:lnTo>
                  <a:lnTo>
                    <a:pt x="2533650" y="9525"/>
                  </a:lnTo>
                  <a:lnTo>
                    <a:pt x="2533650" y="0"/>
                  </a:lnTo>
                  <a:close/>
                </a:path>
                <a:path w="4943475" h="962025">
                  <a:moveTo>
                    <a:pt x="2561958" y="952500"/>
                  </a:moveTo>
                  <a:lnTo>
                    <a:pt x="2533383" y="952500"/>
                  </a:lnTo>
                  <a:lnTo>
                    <a:pt x="2533383" y="962025"/>
                  </a:lnTo>
                  <a:lnTo>
                    <a:pt x="2561958" y="962025"/>
                  </a:lnTo>
                  <a:lnTo>
                    <a:pt x="2561958" y="952500"/>
                  </a:lnTo>
                  <a:close/>
                </a:path>
                <a:path w="4943475" h="962025">
                  <a:moveTo>
                    <a:pt x="2581275" y="0"/>
                  </a:moveTo>
                  <a:lnTo>
                    <a:pt x="2552700" y="0"/>
                  </a:lnTo>
                  <a:lnTo>
                    <a:pt x="2552700" y="9525"/>
                  </a:lnTo>
                  <a:lnTo>
                    <a:pt x="2581275" y="9525"/>
                  </a:lnTo>
                  <a:lnTo>
                    <a:pt x="2581275" y="0"/>
                  </a:lnTo>
                  <a:close/>
                </a:path>
                <a:path w="4943475" h="962025">
                  <a:moveTo>
                    <a:pt x="2609583" y="952500"/>
                  </a:moveTo>
                  <a:lnTo>
                    <a:pt x="2581008" y="952500"/>
                  </a:lnTo>
                  <a:lnTo>
                    <a:pt x="2581008" y="962025"/>
                  </a:lnTo>
                  <a:lnTo>
                    <a:pt x="2609583" y="962025"/>
                  </a:lnTo>
                  <a:lnTo>
                    <a:pt x="2609583" y="952500"/>
                  </a:lnTo>
                  <a:close/>
                </a:path>
                <a:path w="4943475" h="962025">
                  <a:moveTo>
                    <a:pt x="2628900" y="0"/>
                  </a:moveTo>
                  <a:lnTo>
                    <a:pt x="2600325" y="0"/>
                  </a:lnTo>
                  <a:lnTo>
                    <a:pt x="2600325" y="9525"/>
                  </a:lnTo>
                  <a:lnTo>
                    <a:pt x="2628900" y="9525"/>
                  </a:lnTo>
                  <a:lnTo>
                    <a:pt x="2628900" y="0"/>
                  </a:lnTo>
                  <a:close/>
                </a:path>
                <a:path w="4943475" h="962025">
                  <a:moveTo>
                    <a:pt x="2657208" y="952500"/>
                  </a:moveTo>
                  <a:lnTo>
                    <a:pt x="2628633" y="952500"/>
                  </a:lnTo>
                  <a:lnTo>
                    <a:pt x="2628633" y="962025"/>
                  </a:lnTo>
                  <a:lnTo>
                    <a:pt x="2657208" y="962025"/>
                  </a:lnTo>
                  <a:lnTo>
                    <a:pt x="2657208" y="952500"/>
                  </a:lnTo>
                  <a:close/>
                </a:path>
                <a:path w="4943475" h="962025">
                  <a:moveTo>
                    <a:pt x="2676525" y="0"/>
                  </a:moveTo>
                  <a:lnTo>
                    <a:pt x="2647950" y="0"/>
                  </a:lnTo>
                  <a:lnTo>
                    <a:pt x="2647950" y="9525"/>
                  </a:lnTo>
                  <a:lnTo>
                    <a:pt x="2676525" y="9525"/>
                  </a:lnTo>
                  <a:lnTo>
                    <a:pt x="2676525" y="0"/>
                  </a:lnTo>
                  <a:close/>
                </a:path>
                <a:path w="4943475" h="962025">
                  <a:moveTo>
                    <a:pt x="2704833" y="952500"/>
                  </a:moveTo>
                  <a:lnTo>
                    <a:pt x="2676258" y="952500"/>
                  </a:lnTo>
                  <a:lnTo>
                    <a:pt x="2676258" y="962025"/>
                  </a:lnTo>
                  <a:lnTo>
                    <a:pt x="2704833" y="962025"/>
                  </a:lnTo>
                  <a:lnTo>
                    <a:pt x="2704833" y="952500"/>
                  </a:lnTo>
                  <a:close/>
                </a:path>
                <a:path w="4943475" h="962025">
                  <a:moveTo>
                    <a:pt x="2724150" y="0"/>
                  </a:moveTo>
                  <a:lnTo>
                    <a:pt x="2695575" y="0"/>
                  </a:lnTo>
                  <a:lnTo>
                    <a:pt x="2695575" y="9525"/>
                  </a:lnTo>
                  <a:lnTo>
                    <a:pt x="2724150" y="9525"/>
                  </a:lnTo>
                  <a:lnTo>
                    <a:pt x="2724150" y="0"/>
                  </a:lnTo>
                  <a:close/>
                </a:path>
                <a:path w="4943475" h="962025">
                  <a:moveTo>
                    <a:pt x="2752458" y="952500"/>
                  </a:moveTo>
                  <a:lnTo>
                    <a:pt x="2723883" y="952500"/>
                  </a:lnTo>
                  <a:lnTo>
                    <a:pt x="2723883" y="962025"/>
                  </a:lnTo>
                  <a:lnTo>
                    <a:pt x="2752458" y="962025"/>
                  </a:lnTo>
                  <a:lnTo>
                    <a:pt x="2752458" y="952500"/>
                  </a:lnTo>
                  <a:close/>
                </a:path>
                <a:path w="4943475" h="962025">
                  <a:moveTo>
                    <a:pt x="2771775" y="0"/>
                  </a:moveTo>
                  <a:lnTo>
                    <a:pt x="2743200" y="0"/>
                  </a:lnTo>
                  <a:lnTo>
                    <a:pt x="2743200" y="9525"/>
                  </a:lnTo>
                  <a:lnTo>
                    <a:pt x="2771775" y="9525"/>
                  </a:lnTo>
                  <a:lnTo>
                    <a:pt x="2771775" y="0"/>
                  </a:lnTo>
                  <a:close/>
                </a:path>
                <a:path w="4943475" h="962025">
                  <a:moveTo>
                    <a:pt x="2800083" y="952500"/>
                  </a:moveTo>
                  <a:lnTo>
                    <a:pt x="2771508" y="952500"/>
                  </a:lnTo>
                  <a:lnTo>
                    <a:pt x="2771508" y="962025"/>
                  </a:lnTo>
                  <a:lnTo>
                    <a:pt x="2800083" y="962025"/>
                  </a:lnTo>
                  <a:lnTo>
                    <a:pt x="2800083" y="952500"/>
                  </a:lnTo>
                  <a:close/>
                </a:path>
                <a:path w="4943475" h="962025">
                  <a:moveTo>
                    <a:pt x="2819400" y="0"/>
                  </a:moveTo>
                  <a:lnTo>
                    <a:pt x="2790825" y="0"/>
                  </a:lnTo>
                  <a:lnTo>
                    <a:pt x="2790825" y="9525"/>
                  </a:lnTo>
                  <a:lnTo>
                    <a:pt x="2819400" y="9525"/>
                  </a:lnTo>
                  <a:lnTo>
                    <a:pt x="2819400" y="0"/>
                  </a:lnTo>
                  <a:close/>
                </a:path>
                <a:path w="4943475" h="962025">
                  <a:moveTo>
                    <a:pt x="2847708" y="952500"/>
                  </a:moveTo>
                  <a:lnTo>
                    <a:pt x="2819133" y="952500"/>
                  </a:lnTo>
                  <a:lnTo>
                    <a:pt x="2819133" y="962025"/>
                  </a:lnTo>
                  <a:lnTo>
                    <a:pt x="2847708" y="962025"/>
                  </a:lnTo>
                  <a:lnTo>
                    <a:pt x="2847708" y="952500"/>
                  </a:lnTo>
                  <a:close/>
                </a:path>
                <a:path w="4943475" h="962025">
                  <a:moveTo>
                    <a:pt x="2867025" y="0"/>
                  </a:moveTo>
                  <a:lnTo>
                    <a:pt x="2838450" y="0"/>
                  </a:lnTo>
                  <a:lnTo>
                    <a:pt x="2838450" y="9525"/>
                  </a:lnTo>
                  <a:lnTo>
                    <a:pt x="2867025" y="9525"/>
                  </a:lnTo>
                  <a:lnTo>
                    <a:pt x="2867025" y="0"/>
                  </a:lnTo>
                  <a:close/>
                </a:path>
                <a:path w="4943475" h="962025">
                  <a:moveTo>
                    <a:pt x="2895333" y="952500"/>
                  </a:moveTo>
                  <a:lnTo>
                    <a:pt x="2866758" y="952500"/>
                  </a:lnTo>
                  <a:lnTo>
                    <a:pt x="2866758" y="962025"/>
                  </a:lnTo>
                  <a:lnTo>
                    <a:pt x="2895333" y="962025"/>
                  </a:lnTo>
                  <a:lnTo>
                    <a:pt x="2895333" y="952500"/>
                  </a:lnTo>
                  <a:close/>
                </a:path>
                <a:path w="4943475" h="962025">
                  <a:moveTo>
                    <a:pt x="2914650" y="0"/>
                  </a:moveTo>
                  <a:lnTo>
                    <a:pt x="2886075" y="0"/>
                  </a:lnTo>
                  <a:lnTo>
                    <a:pt x="2886075" y="9525"/>
                  </a:lnTo>
                  <a:lnTo>
                    <a:pt x="2914650" y="9525"/>
                  </a:lnTo>
                  <a:lnTo>
                    <a:pt x="2914650" y="0"/>
                  </a:lnTo>
                  <a:close/>
                </a:path>
                <a:path w="4943475" h="962025">
                  <a:moveTo>
                    <a:pt x="2942958" y="952500"/>
                  </a:moveTo>
                  <a:lnTo>
                    <a:pt x="2914383" y="952500"/>
                  </a:lnTo>
                  <a:lnTo>
                    <a:pt x="2914383" y="962025"/>
                  </a:lnTo>
                  <a:lnTo>
                    <a:pt x="2942958" y="962025"/>
                  </a:lnTo>
                  <a:lnTo>
                    <a:pt x="2942958" y="952500"/>
                  </a:lnTo>
                  <a:close/>
                </a:path>
                <a:path w="4943475" h="962025">
                  <a:moveTo>
                    <a:pt x="2962275" y="0"/>
                  </a:moveTo>
                  <a:lnTo>
                    <a:pt x="2933700" y="0"/>
                  </a:lnTo>
                  <a:lnTo>
                    <a:pt x="2933700" y="9525"/>
                  </a:lnTo>
                  <a:lnTo>
                    <a:pt x="2962275" y="9525"/>
                  </a:lnTo>
                  <a:lnTo>
                    <a:pt x="2962275" y="0"/>
                  </a:lnTo>
                  <a:close/>
                </a:path>
                <a:path w="4943475" h="962025">
                  <a:moveTo>
                    <a:pt x="2990583" y="952500"/>
                  </a:moveTo>
                  <a:lnTo>
                    <a:pt x="2962008" y="952500"/>
                  </a:lnTo>
                  <a:lnTo>
                    <a:pt x="2962008" y="962025"/>
                  </a:lnTo>
                  <a:lnTo>
                    <a:pt x="2990583" y="962025"/>
                  </a:lnTo>
                  <a:lnTo>
                    <a:pt x="2990583" y="952500"/>
                  </a:lnTo>
                  <a:close/>
                </a:path>
                <a:path w="4943475" h="962025">
                  <a:moveTo>
                    <a:pt x="3009900" y="0"/>
                  </a:moveTo>
                  <a:lnTo>
                    <a:pt x="2981325" y="0"/>
                  </a:lnTo>
                  <a:lnTo>
                    <a:pt x="2981325" y="9525"/>
                  </a:lnTo>
                  <a:lnTo>
                    <a:pt x="3009900" y="9525"/>
                  </a:lnTo>
                  <a:lnTo>
                    <a:pt x="3009900" y="0"/>
                  </a:lnTo>
                  <a:close/>
                </a:path>
                <a:path w="4943475" h="962025">
                  <a:moveTo>
                    <a:pt x="3038208" y="952500"/>
                  </a:moveTo>
                  <a:lnTo>
                    <a:pt x="3009633" y="952500"/>
                  </a:lnTo>
                  <a:lnTo>
                    <a:pt x="3009633" y="962025"/>
                  </a:lnTo>
                  <a:lnTo>
                    <a:pt x="3038208" y="962025"/>
                  </a:lnTo>
                  <a:lnTo>
                    <a:pt x="3038208" y="952500"/>
                  </a:lnTo>
                  <a:close/>
                </a:path>
                <a:path w="4943475" h="962025">
                  <a:moveTo>
                    <a:pt x="3057525" y="0"/>
                  </a:moveTo>
                  <a:lnTo>
                    <a:pt x="3028950" y="0"/>
                  </a:lnTo>
                  <a:lnTo>
                    <a:pt x="3028950" y="9525"/>
                  </a:lnTo>
                  <a:lnTo>
                    <a:pt x="3057525" y="9525"/>
                  </a:lnTo>
                  <a:lnTo>
                    <a:pt x="3057525" y="0"/>
                  </a:lnTo>
                  <a:close/>
                </a:path>
                <a:path w="4943475" h="962025">
                  <a:moveTo>
                    <a:pt x="3085833" y="952500"/>
                  </a:moveTo>
                  <a:lnTo>
                    <a:pt x="3057258" y="952500"/>
                  </a:lnTo>
                  <a:lnTo>
                    <a:pt x="3057258" y="962025"/>
                  </a:lnTo>
                  <a:lnTo>
                    <a:pt x="3085833" y="962025"/>
                  </a:lnTo>
                  <a:lnTo>
                    <a:pt x="3085833" y="952500"/>
                  </a:lnTo>
                  <a:close/>
                </a:path>
                <a:path w="4943475" h="962025">
                  <a:moveTo>
                    <a:pt x="3105150" y="0"/>
                  </a:moveTo>
                  <a:lnTo>
                    <a:pt x="3076575" y="0"/>
                  </a:lnTo>
                  <a:lnTo>
                    <a:pt x="3076575" y="9525"/>
                  </a:lnTo>
                  <a:lnTo>
                    <a:pt x="3105150" y="9525"/>
                  </a:lnTo>
                  <a:lnTo>
                    <a:pt x="3105150" y="0"/>
                  </a:lnTo>
                  <a:close/>
                </a:path>
                <a:path w="4943475" h="962025">
                  <a:moveTo>
                    <a:pt x="3133458" y="952500"/>
                  </a:moveTo>
                  <a:lnTo>
                    <a:pt x="3104883" y="952500"/>
                  </a:lnTo>
                  <a:lnTo>
                    <a:pt x="3104883" y="962025"/>
                  </a:lnTo>
                  <a:lnTo>
                    <a:pt x="3133458" y="962025"/>
                  </a:lnTo>
                  <a:lnTo>
                    <a:pt x="3133458" y="952500"/>
                  </a:lnTo>
                  <a:close/>
                </a:path>
                <a:path w="4943475" h="962025">
                  <a:moveTo>
                    <a:pt x="3152775" y="0"/>
                  </a:moveTo>
                  <a:lnTo>
                    <a:pt x="3124200" y="0"/>
                  </a:lnTo>
                  <a:lnTo>
                    <a:pt x="3124200" y="9525"/>
                  </a:lnTo>
                  <a:lnTo>
                    <a:pt x="3152775" y="9525"/>
                  </a:lnTo>
                  <a:lnTo>
                    <a:pt x="3152775" y="0"/>
                  </a:lnTo>
                  <a:close/>
                </a:path>
                <a:path w="4943475" h="962025">
                  <a:moveTo>
                    <a:pt x="3181083" y="952500"/>
                  </a:moveTo>
                  <a:lnTo>
                    <a:pt x="3152508" y="952500"/>
                  </a:lnTo>
                  <a:lnTo>
                    <a:pt x="3152508" y="962025"/>
                  </a:lnTo>
                  <a:lnTo>
                    <a:pt x="3181083" y="962025"/>
                  </a:lnTo>
                  <a:lnTo>
                    <a:pt x="3181083" y="952500"/>
                  </a:lnTo>
                  <a:close/>
                </a:path>
                <a:path w="4943475" h="962025">
                  <a:moveTo>
                    <a:pt x="3200400" y="0"/>
                  </a:moveTo>
                  <a:lnTo>
                    <a:pt x="3171825" y="0"/>
                  </a:lnTo>
                  <a:lnTo>
                    <a:pt x="3171825" y="9525"/>
                  </a:lnTo>
                  <a:lnTo>
                    <a:pt x="3200400" y="9525"/>
                  </a:lnTo>
                  <a:lnTo>
                    <a:pt x="3200400" y="0"/>
                  </a:lnTo>
                  <a:close/>
                </a:path>
                <a:path w="4943475" h="962025">
                  <a:moveTo>
                    <a:pt x="3228708" y="952500"/>
                  </a:moveTo>
                  <a:lnTo>
                    <a:pt x="3200133" y="952500"/>
                  </a:lnTo>
                  <a:lnTo>
                    <a:pt x="3200133" y="962025"/>
                  </a:lnTo>
                  <a:lnTo>
                    <a:pt x="3228708" y="962025"/>
                  </a:lnTo>
                  <a:lnTo>
                    <a:pt x="3228708" y="952500"/>
                  </a:lnTo>
                  <a:close/>
                </a:path>
                <a:path w="4943475" h="962025">
                  <a:moveTo>
                    <a:pt x="3248025" y="0"/>
                  </a:moveTo>
                  <a:lnTo>
                    <a:pt x="3219450" y="0"/>
                  </a:lnTo>
                  <a:lnTo>
                    <a:pt x="3219450" y="9525"/>
                  </a:lnTo>
                  <a:lnTo>
                    <a:pt x="3248025" y="9525"/>
                  </a:lnTo>
                  <a:lnTo>
                    <a:pt x="3248025" y="0"/>
                  </a:lnTo>
                  <a:close/>
                </a:path>
                <a:path w="4943475" h="962025">
                  <a:moveTo>
                    <a:pt x="3276333" y="952500"/>
                  </a:moveTo>
                  <a:lnTo>
                    <a:pt x="3247758" y="952500"/>
                  </a:lnTo>
                  <a:lnTo>
                    <a:pt x="3247758" y="962025"/>
                  </a:lnTo>
                  <a:lnTo>
                    <a:pt x="3276333" y="962025"/>
                  </a:lnTo>
                  <a:lnTo>
                    <a:pt x="3276333" y="952500"/>
                  </a:lnTo>
                  <a:close/>
                </a:path>
                <a:path w="4943475" h="962025">
                  <a:moveTo>
                    <a:pt x="3295650" y="0"/>
                  </a:moveTo>
                  <a:lnTo>
                    <a:pt x="3267075" y="0"/>
                  </a:lnTo>
                  <a:lnTo>
                    <a:pt x="3267075" y="9525"/>
                  </a:lnTo>
                  <a:lnTo>
                    <a:pt x="3295650" y="9525"/>
                  </a:lnTo>
                  <a:lnTo>
                    <a:pt x="3295650" y="0"/>
                  </a:lnTo>
                  <a:close/>
                </a:path>
                <a:path w="4943475" h="962025">
                  <a:moveTo>
                    <a:pt x="3323958" y="952500"/>
                  </a:moveTo>
                  <a:lnTo>
                    <a:pt x="3295383" y="952500"/>
                  </a:lnTo>
                  <a:lnTo>
                    <a:pt x="3295383" y="962025"/>
                  </a:lnTo>
                  <a:lnTo>
                    <a:pt x="3323958" y="962025"/>
                  </a:lnTo>
                  <a:lnTo>
                    <a:pt x="3323958" y="952500"/>
                  </a:lnTo>
                  <a:close/>
                </a:path>
                <a:path w="4943475" h="962025">
                  <a:moveTo>
                    <a:pt x="3343275" y="0"/>
                  </a:moveTo>
                  <a:lnTo>
                    <a:pt x="3314700" y="0"/>
                  </a:lnTo>
                  <a:lnTo>
                    <a:pt x="3314700" y="9525"/>
                  </a:lnTo>
                  <a:lnTo>
                    <a:pt x="3343275" y="9525"/>
                  </a:lnTo>
                  <a:lnTo>
                    <a:pt x="3343275" y="0"/>
                  </a:lnTo>
                  <a:close/>
                </a:path>
                <a:path w="4943475" h="962025">
                  <a:moveTo>
                    <a:pt x="3371583" y="952500"/>
                  </a:moveTo>
                  <a:lnTo>
                    <a:pt x="3343008" y="952500"/>
                  </a:lnTo>
                  <a:lnTo>
                    <a:pt x="3343008" y="962025"/>
                  </a:lnTo>
                  <a:lnTo>
                    <a:pt x="3371583" y="962025"/>
                  </a:lnTo>
                  <a:lnTo>
                    <a:pt x="3371583" y="952500"/>
                  </a:lnTo>
                  <a:close/>
                </a:path>
                <a:path w="4943475" h="962025">
                  <a:moveTo>
                    <a:pt x="3390900" y="0"/>
                  </a:moveTo>
                  <a:lnTo>
                    <a:pt x="3362325" y="0"/>
                  </a:lnTo>
                  <a:lnTo>
                    <a:pt x="3362325" y="9525"/>
                  </a:lnTo>
                  <a:lnTo>
                    <a:pt x="3390900" y="9525"/>
                  </a:lnTo>
                  <a:lnTo>
                    <a:pt x="3390900" y="0"/>
                  </a:lnTo>
                  <a:close/>
                </a:path>
                <a:path w="4943475" h="962025">
                  <a:moveTo>
                    <a:pt x="3419208" y="952500"/>
                  </a:moveTo>
                  <a:lnTo>
                    <a:pt x="3390633" y="952500"/>
                  </a:lnTo>
                  <a:lnTo>
                    <a:pt x="3390633" y="962025"/>
                  </a:lnTo>
                  <a:lnTo>
                    <a:pt x="3419208" y="962025"/>
                  </a:lnTo>
                  <a:lnTo>
                    <a:pt x="3419208" y="952500"/>
                  </a:lnTo>
                  <a:close/>
                </a:path>
                <a:path w="4943475" h="962025">
                  <a:moveTo>
                    <a:pt x="3438525" y="0"/>
                  </a:moveTo>
                  <a:lnTo>
                    <a:pt x="3409950" y="0"/>
                  </a:lnTo>
                  <a:lnTo>
                    <a:pt x="3409950" y="9525"/>
                  </a:lnTo>
                  <a:lnTo>
                    <a:pt x="3438525" y="9525"/>
                  </a:lnTo>
                  <a:lnTo>
                    <a:pt x="3438525" y="0"/>
                  </a:lnTo>
                  <a:close/>
                </a:path>
                <a:path w="4943475" h="962025">
                  <a:moveTo>
                    <a:pt x="3466833" y="952500"/>
                  </a:moveTo>
                  <a:lnTo>
                    <a:pt x="3438258" y="952500"/>
                  </a:lnTo>
                  <a:lnTo>
                    <a:pt x="3438258" y="962025"/>
                  </a:lnTo>
                  <a:lnTo>
                    <a:pt x="3466833" y="962025"/>
                  </a:lnTo>
                  <a:lnTo>
                    <a:pt x="3466833" y="952500"/>
                  </a:lnTo>
                  <a:close/>
                </a:path>
                <a:path w="4943475" h="962025">
                  <a:moveTo>
                    <a:pt x="3486150" y="0"/>
                  </a:moveTo>
                  <a:lnTo>
                    <a:pt x="3457575" y="0"/>
                  </a:lnTo>
                  <a:lnTo>
                    <a:pt x="3457575" y="9525"/>
                  </a:lnTo>
                  <a:lnTo>
                    <a:pt x="3486150" y="9525"/>
                  </a:lnTo>
                  <a:lnTo>
                    <a:pt x="3486150" y="0"/>
                  </a:lnTo>
                  <a:close/>
                </a:path>
                <a:path w="4943475" h="962025">
                  <a:moveTo>
                    <a:pt x="3514458" y="952500"/>
                  </a:moveTo>
                  <a:lnTo>
                    <a:pt x="3485883" y="952500"/>
                  </a:lnTo>
                  <a:lnTo>
                    <a:pt x="3485883" y="962025"/>
                  </a:lnTo>
                  <a:lnTo>
                    <a:pt x="3514458" y="962025"/>
                  </a:lnTo>
                  <a:lnTo>
                    <a:pt x="3514458" y="952500"/>
                  </a:lnTo>
                  <a:close/>
                </a:path>
                <a:path w="4943475" h="962025">
                  <a:moveTo>
                    <a:pt x="3533775" y="0"/>
                  </a:moveTo>
                  <a:lnTo>
                    <a:pt x="3505200" y="0"/>
                  </a:lnTo>
                  <a:lnTo>
                    <a:pt x="3505200" y="9525"/>
                  </a:lnTo>
                  <a:lnTo>
                    <a:pt x="3533775" y="9525"/>
                  </a:lnTo>
                  <a:lnTo>
                    <a:pt x="3533775" y="0"/>
                  </a:lnTo>
                  <a:close/>
                </a:path>
                <a:path w="4943475" h="962025">
                  <a:moveTo>
                    <a:pt x="3562083" y="952500"/>
                  </a:moveTo>
                  <a:lnTo>
                    <a:pt x="3533508" y="952500"/>
                  </a:lnTo>
                  <a:lnTo>
                    <a:pt x="3533508" y="962025"/>
                  </a:lnTo>
                  <a:lnTo>
                    <a:pt x="3562083" y="962025"/>
                  </a:lnTo>
                  <a:lnTo>
                    <a:pt x="3562083" y="952500"/>
                  </a:lnTo>
                  <a:close/>
                </a:path>
                <a:path w="4943475" h="962025">
                  <a:moveTo>
                    <a:pt x="3581400" y="0"/>
                  </a:moveTo>
                  <a:lnTo>
                    <a:pt x="3552825" y="0"/>
                  </a:lnTo>
                  <a:lnTo>
                    <a:pt x="3552825" y="9525"/>
                  </a:lnTo>
                  <a:lnTo>
                    <a:pt x="3581400" y="9525"/>
                  </a:lnTo>
                  <a:lnTo>
                    <a:pt x="3581400" y="0"/>
                  </a:lnTo>
                  <a:close/>
                </a:path>
                <a:path w="4943475" h="962025">
                  <a:moveTo>
                    <a:pt x="3609708" y="952500"/>
                  </a:moveTo>
                  <a:lnTo>
                    <a:pt x="3581133" y="952500"/>
                  </a:lnTo>
                  <a:lnTo>
                    <a:pt x="3581133" y="962025"/>
                  </a:lnTo>
                  <a:lnTo>
                    <a:pt x="3609708" y="962025"/>
                  </a:lnTo>
                  <a:lnTo>
                    <a:pt x="3609708" y="952500"/>
                  </a:lnTo>
                  <a:close/>
                </a:path>
                <a:path w="4943475" h="962025">
                  <a:moveTo>
                    <a:pt x="3629025" y="0"/>
                  </a:moveTo>
                  <a:lnTo>
                    <a:pt x="3600450" y="0"/>
                  </a:lnTo>
                  <a:lnTo>
                    <a:pt x="3600450" y="9525"/>
                  </a:lnTo>
                  <a:lnTo>
                    <a:pt x="3629025" y="9525"/>
                  </a:lnTo>
                  <a:lnTo>
                    <a:pt x="3629025" y="0"/>
                  </a:lnTo>
                  <a:close/>
                </a:path>
                <a:path w="4943475" h="962025">
                  <a:moveTo>
                    <a:pt x="3657333" y="952500"/>
                  </a:moveTo>
                  <a:lnTo>
                    <a:pt x="3628758" y="952500"/>
                  </a:lnTo>
                  <a:lnTo>
                    <a:pt x="3628758" y="962025"/>
                  </a:lnTo>
                  <a:lnTo>
                    <a:pt x="3657333" y="962025"/>
                  </a:lnTo>
                  <a:lnTo>
                    <a:pt x="3657333" y="952500"/>
                  </a:lnTo>
                  <a:close/>
                </a:path>
                <a:path w="4943475" h="962025">
                  <a:moveTo>
                    <a:pt x="3676650" y="0"/>
                  </a:moveTo>
                  <a:lnTo>
                    <a:pt x="3648075" y="0"/>
                  </a:lnTo>
                  <a:lnTo>
                    <a:pt x="3648075" y="9525"/>
                  </a:lnTo>
                  <a:lnTo>
                    <a:pt x="3676650" y="9525"/>
                  </a:lnTo>
                  <a:lnTo>
                    <a:pt x="3676650" y="0"/>
                  </a:lnTo>
                  <a:close/>
                </a:path>
                <a:path w="4943475" h="962025">
                  <a:moveTo>
                    <a:pt x="3704958" y="952500"/>
                  </a:moveTo>
                  <a:lnTo>
                    <a:pt x="3676383" y="952500"/>
                  </a:lnTo>
                  <a:lnTo>
                    <a:pt x="3676383" y="962025"/>
                  </a:lnTo>
                  <a:lnTo>
                    <a:pt x="3704958" y="962025"/>
                  </a:lnTo>
                  <a:lnTo>
                    <a:pt x="3704958" y="952500"/>
                  </a:lnTo>
                  <a:close/>
                </a:path>
                <a:path w="4943475" h="962025">
                  <a:moveTo>
                    <a:pt x="3724275" y="0"/>
                  </a:moveTo>
                  <a:lnTo>
                    <a:pt x="3695700" y="0"/>
                  </a:lnTo>
                  <a:lnTo>
                    <a:pt x="3695700" y="9525"/>
                  </a:lnTo>
                  <a:lnTo>
                    <a:pt x="3724275" y="9525"/>
                  </a:lnTo>
                  <a:lnTo>
                    <a:pt x="3724275" y="0"/>
                  </a:lnTo>
                  <a:close/>
                </a:path>
                <a:path w="4943475" h="962025">
                  <a:moveTo>
                    <a:pt x="3752583" y="952500"/>
                  </a:moveTo>
                  <a:lnTo>
                    <a:pt x="3724008" y="952500"/>
                  </a:lnTo>
                  <a:lnTo>
                    <a:pt x="3724008" y="962025"/>
                  </a:lnTo>
                  <a:lnTo>
                    <a:pt x="3752583" y="962025"/>
                  </a:lnTo>
                  <a:lnTo>
                    <a:pt x="3752583" y="952500"/>
                  </a:lnTo>
                  <a:close/>
                </a:path>
                <a:path w="4943475" h="962025">
                  <a:moveTo>
                    <a:pt x="3771900" y="0"/>
                  </a:moveTo>
                  <a:lnTo>
                    <a:pt x="3743325" y="0"/>
                  </a:lnTo>
                  <a:lnTo>
                    <a:pt x="3743325" y="9525"/>
                  </a:lnTo>
                  <a:lnTo>
                    <a:pt x="3771900" y="9525"/>
                  </a:lnTo>
                  <a:lnTo>
                    <a:pt x="3771900" y="0"/>
                  </a:lnTo>
                  <a:close/>
                </a:path>
                <a:path w="4943475" h="962025">
                  <a:moveTo>
                    <a:pt x="3800208" y="952500"/>
                  </a:moveTo>
                  <a:lnTo>
                    <a:pt x="3771633" y="952500"/>
                  </a:lnTo>
                  <a:lnTo>
                    <a:pt x="3771633" y="962025"/>
                  </a:lnTo>
                  <a:lnTo>
                    <a:pt x="3800208" y="962025"/>
                  </a:lnTo>
                  <a:lnTo>
                    <a:pt x="3800208" y="952500"/>
                  </a:lnTo>
                  <a:close/>
                </a:path>
                <a:path w="4943475" h="962025">
                  <a:moveTo>
                    <a:pt x="3819525" y="0"/>
                  </a:moveTo>
                  <a:lnTo>
                    <a:pt x="3790950" y="0"/>
                  </a:lnTo>
                  <a:lnTo>
                    <a:pt x="3790950" y="9525"/>
                  </a:lnTo>
                  <a:lnTo>
                    <a:pt x="3819525" y="9525"/>
                  </a:lnTo>
                  <a:lnTo>
                    <a:pt x="3819525" y="0"/>
                  </a:lnTo>
                  <a:close/>
                </a:path>
                <a:path w="4943475" h="962025">
                  <a:moveTo>
                    <a:pt x="3847833" y="952500"/>
                  </a:moveTo>
                  <a:lnTo>
                    <a:pt x="3819258" y="952500"/>
                  </a:lnTo>
                  <a:lnTo>
                    <a:pt x="3819258" y="962025"/>
                  </a:lnTo>
                  <a:lnTo>
                    <a:pt x="3847833" y="962025"/>
                  </a:lnTo>
                  <a:lnTo>
                    <a:pt x="3847833" y="952500"/>
                  </a:lnTo>
                  <a:close/>
                </a:path>
                <a:path w="4943475" h="962025">
                  <a:moveTo>
                    <a:pt x="3867150" y="0"/>
                  </a:moveTo>
                  <a:lnTo>
                    <a:pt x="3838575" y="0"/>
                  </a:lnTo>
                  <a:lnTo>
                    <a:pt x="3838575" y="9525"/>
                  </a:lnTo>
                  <a:lnTo>
                    <a:pt x="3867150" y="9525"/>
                  </a:lnTo>
                  <a:lnTo>
                    <a:pt x="3867150" y="0"/>
                  </a:lnTo>
                  <a:close/>
                </a:path>
                <a:path w="4943475" h="962025">
                  <a:moveTo>
                    <a:pt x="3895458" y="952500"/>
                  </a:moveTo>
                  <a:lnTo>
                    <a:pt x="3866883" y="952500"/>
                  </a:lnTo>
                  <a:lnTo>
                    <a:pt x="3866883" y="962025"/>
                  </a:lnTo>
                  <a:lnTo>
                    <a:pt x="3895458" y="962025"/>
                  </a:lnTo>
                  <a:lnTo>
                    <a:pt x="3895458" y="952500"/>
                  </a:lnTo>
                  <a:close/>
                </a:path>
                <a:path w="4943475" h="962025">
                  <a:moveTo>
                    <a:pt x="3914775" y="0"/>
                  </a:moveTo>
                  <a:lnTo>
                    <a:pt x="3886200" y="0"/>
                  </a:lnTo>
                  <a:lnTo>
                    <a:pt x="3886200" y="9525"/>
                  </a:lnTo>
                  <a:lnTo>
                    <a:pt x="3914775" y="9525"/>
                  </a:lnTo>
                  <a:lnTo>
                    <a:pt x="3914775" y="0"/>
                  </a:lnTo>
                  <a:close/>
                </a:path>
                <a:path w="4943475" h="962025">
                  <a:moveTo>
                    <a:pt x="3943083" y="952500"/>
                  </a:moveTo>
                  <a:lnTo>
                    <a:pt x="3914508" y="952500"/>
                  </a:lnTo>
                  <a:lnTo>
                    <a:pt x="3914508" y="962025"/>
                  </a:lnTo>
                  <a:lnTo>
                    <a:pt x="3943083" y="962025"/>
                  </a:lnTo>
                  <a:lnTo>
                    <a:pt x="3943083" y="952500"/>
                  </a:lnTo>
                  <a:close/>
                </a:path>
                <a:path w="4943475" h="962025">
                  <a:moveTo>
                    <a:pt x="3962400" y="0"/>
                  </a:moveTo>
                  <a:lnTo>
                    <a:pt x="3933825" y="0"/>
                  </a:lnTo>
                  <a:lnTo>
                    <a:pt x="3933825" y="9525"/>
                  </a:lnTo>
                  <a:lnTo>
                    <a:pt x="3962400" y="9525"/>
                  </a:lnTo>
                  <a:lnTo>
                    <a:pt x="3962400" y="0"/>
                  </a:lnTo>
                  <a:close/>
                </a:path>
                <a:path w="4943475" h="962025">
                  <a:moveTo>
                    <a:pt x="3990708" y="952500"/>
                  </a:moveTo>
                  <a:lnTo>
                    <a:pt x="3962133" y="952500"/>
                  </a:lnTo>
                  <a:lnTo>
                    <a:pt x="3962133" y="962025"/>
                  </a:lnTo>
                  <a:lnTo>
                    <a:pt x="3990708" y="962025"/>
                  </a:lnTo>
                  <a:lnTo>
                    <a:pt x="3990708" y="952500"/>
                  </a:lnTo>
                  <a:close/>
                </a:path>
                <a:path w="4943475" h="962025">
                  <a:moveTo>
                    <a:pt x="4010025" y="0"/>
                  </a:moveTo>
                  <a:lnTo>
                    <a:pt x="3981450" y="0"/>
                  </a:lnTo>
                  <a:lnTo>
                    <a:pt x="3981450" y="9525"/>
                  </a:lnTo>
                  <a:lnTo>
                    <a:pt x="4010025" y="9525"/>
                  </a:lnTo>
                  <a:lnTo>
                    <a:pt x="4010025" y="0"/>
                  </a:lnTo>
                  <a:close/>
                </a:path>
                <a:path w="4943475" h="962025">
                  <a:moveTo>
                    <a:pt x="4038333" y="952500"/>
                  </a:moveTo>
                  <a:lnTo>
                    <a:pt x="4009758" y="952500"/>
                  </a:lnTo>
                  <a:lnTo>
                    <a:pt x="4009758" y="962025"/>
                  </a:lnTo>
                  <a:lnTo>
                    <a:pt x="4038333" y="962025"/>
                  </a:lnTo>
                  <a:lnTo>
                    <a:pt x="4038333" y="952500"/>
                  </a:lnTo>
                  <a:close/>
                </a:path>
                <a:path w="4943475" h="962025">
                  <a:moveTo>
                    <a:pt x="4057650" y="0"/>
                  </a:moveTo>
                  <a:lnTo>
                    <a:pt x="4029075" y="0"/>
                  </a:lnTo>
                  <a:lnTo>
                    <a:pt x="4029075" y="9525"/>
                  </a:lnTo>
                  <a:lnTo>
                    <a:pt x="4057650" y="9525"/>
                  </a:lnTo>
                  <a:lnTo>
                    <a:pt x="4057650" y="0"/>
                  </a:lnTo>
                  <a:close/>
                </a:path>
                <a:path w="4943475" h="962025">
                  <a:moveTo>
                    <a:pt x="4085958" y="952500"/>
                  </a:moveTo>
                  <a:lnTo>
                    <a:pt x="4057383" y="952500"/>
                  </a:lnTo>
                  <a:lnTo>
                    <a:pt x="4057383" y="962025"/>
                  </a:lnTo>
                  <a:lnTo>
                    <a:pt x="4085958" y="962025"/>
                  </a:lnTo>
                  <a:lnTo>
                    <a:pt x="4085958" y="952500"/>
                  </a:lnTo>
                  <a:close/>
                </a:path>
                <a:path w="4943475" h="962025">
                  <a:moveTo>
                    <a:pt x="4105275" y="0"/>
                  </a:moveTo>
                  <a:lnTo>
                    <a:pt x="4076700" y="0"/>
                  </a:lnTo>
                  <a:lnTo>
                    <a:pt x="4076700" y="9525"/>
                  </a:lnTo>
                  <a:lnTo>
                    <a:pt x="4105275" y="9525"/>
                  </a:lnTo>
                  <a:lnTo>
                    <a:pt x="4105275" y="0"/>
                  </a:lnTo>
                  <a:close/>
                </a:path>
                <a:path w="4943475" h="962025">
                  <a:moveTo>
                    <a:pt x="4133583" y="952500"/>
                  </a:moveTo>
                  <a:lnTo>
                    <a:pt x="4105008" y="952500"/>
                  </a:lnTo>
                  <a:lnTo>
                    <a:pt x="4105008" y="962025"/>
                  </a:lnTo>
                  <a:lnTo>
                    <a:pt x="4133583" y="962025"/>
                  </a:lnTo>
                  <a:lnTo>
                    <a:pt x="4133583" y="952500"/>
                  </a:lnTo>
                  <a:close/>
                </a:path>
                <a:path w="4943475" h="962025">
                  <a:moveTo>
                    <a:pt x="4152900" y="0"/>
                  </a:moveTo>
                  <a:lnTo>
                    <a:pt x="4124325" y="0"/>
                  </a:lnTo>
                  <a:lnTo>
                    <a:pt x="4124325" y="9525"/>
                  </a:lnTo>
                  <a:lnTo>
                    <a:pt x="4152900" y="9525"/>
                  </a:lnTo>
                  <a:lnTo>
                    <a:pt x="4152900" y="0"/>
                  </a:lnTo>
                  <a:close/>
                </a:path>
                <a:path w="4943475" h="962025">
                  <a:moveTo>
                    <a:pt x="4181208" y="952500"/>
                  </a:moveTo>
                  <a:lnTo>
                    <a:pt x="4152633" y="952500"/>
                  </a:lnTo>
                  <a:lnTo>
                    <a:pt x="4152633" y="962025"/>
                  </a:lnTo>
                  <a:lnTo>
                    <a:pt x="4181208" y="962025"/>
                  </a:lnTo>
                  <a:lnTo>
                    <a:pt x="4181208" y="952500"/>
                  </a:lnTo>
                  <a:close/>
                </a:path>
                <a:path w="4943475" h="962025">
                  <a:moveTo>
                    <a:pt x="4200525" y="0"/>
                  </a:moveTo>
                  <a:lnTo>
                    <a:pt x="4171950" y="0"/>
                  </a:lnTo>
                  <a:lnTo>
                    <a:pt x="4171950" y="9525"/>
                  </a:lnTo>
                  <a:lnTo>
                    <a:pt x="4200525" y="9525"/>
                  </a:lnTo>
                  <a:lnTo>
                    <a:pt x="4200525" y="0"/>
                  </a:lnTo>
                  <a:close/>
                </a:path>
                <a:path w="4943475" h="962025">
                  <a:moveTo>
                    <a:pt x="4228833" y="952500"/>
                  </a:moveTo>
                  <a:lnTo>
                    <a:pt x="4200258" y="952500"/>
                  </a:lnTo>
                  <a:lnTo>
                    <a:pt x="4200258" y="962025"/>
                  </a:lnTo>
                  <a:lnTo>
                    <a:pt x="4228833" y="962025"/>
                  </a:lnTo>
                  <a:lnTo>
                    <a:pt x="4228833" y="952500"/>
                  </a:lnTo>
                  <a:close/>
                </a:path>
                <a:path w="4943475" h="962025">
                  <a:moveTo>
                    <a:pt x="4248150" y="0"/>
                  </a:moveTo>
                  <a:lnTo>
                    <a:pt x="4219575" y="0"/>
                  </a:lnTo>
                  <a:lnTo>
                    <a:pt x="4219575" y="9525"/>
                  </a:lnTo>
                  <a:lnTo>
                    <a:pt x="4248150" y="9525"/>
                  </a:lnTo>
                  <a:lnTo>
                    <a:pt x="4248150" y="0"/>
                  </a:lnTo>
                  <a:close/>
                </a:path>
                <a:path w="4943475" h="962025">
                  <a:moveTo>
                    <a:pt x="4276458" y="952500"/>
                  </a:moveTo>
                  <a:lnTo>
                    <a:pt x="4247883" y="952500"/>
                  </a:lnTo>
                  <a:lnTo>
                    <a:pt x="4247883" y="962025"/>
                  </a:lnTo>
                  <a:lnTo>
                    <a:pt x="4276458" y="962025"/>
                  </a:lnTo>
                  <a:lnTo>
                    <a:pt x="4276458" y="952500"/>
                  </a:lnTo>
                  <a:close/>
                </a:path>
                <a:path w="4943475" h="962025">
                  <a:moveTo>
                    <a:pt x="4295775" y="0"/>
                  </a:moveTo>
                  <a:lnTo>
                    <a:pt x="4267200" y="0"/>
                  </a:lnTo>
                  <a:lnTo>
                    <a:pt x="4267200" y="9525"/>
                  </a:lnTo>
                  <a:lnTo>
                    <a:pt x="4295775" y="9525"/>
                  </a:lnTo>
                  <a:lnTo>
                    <a:pt x="4295775" y="0"/>
                  </a:lnTo>
                  <a:close/>
                </a:path>
                <a:path w="4943475" h="962025">
                  <a:moveTo>
                    <a:pt x="4324083" y="952500"/>
                  </a:moveTo>
                  <a:lnTo>
                    <a:pt x="4295508" y="952500"/>
                  </a:lnTo>
                  <a:lnTo>
                    <a:pt x="4295508" y="962025"/>
                  </a:lnTo>
                  <a:lnTo>
                    <a:pt x="4324083" y="962025"/>
                  </a:lnTo>
                  <a:lnTo>
                    <a:pt x="4324083" y="952500"/>
                  </a:lnTo>
                  <a:close/>
                </a:path>
                <a:path w="4943475" h="962025">
                  <a:moveTo>
                    <a:pt x="4343400" y="0"/>
                  </a:moveTo>
                  <a:lnTo>
                    <a:pt x="4314825" y="0"/>
                  </a:lnTo>
                  <a:lnTo>
                    <a:pt x="4314825" y="9525"/>
                  </a:lnTo>
                  <a:lnTo>
                    <a:pt x="4343400" y="9525"/>
                  </a:lnTo>
                  <a:lnTo>
                    <a:pt x="4343400" y="0"/>
                  </a:lnTo>
                  <a:close/>
                </a:path>
                <a:path w="4943475" h="962025">
                  <a:moveTo>
                    <a:pt x="4371708" y="952500"/>
                  </a:moveTo>
                  <a:lnTo>
                    <a:pt x="4343133" y="952500"/>
                  </a:lnTo>
                  <a:lnTo>
                    <a:pt x="4343133" y="962025"/>
                  </a:lnTo>
                  <a:lnTo>
                    <a:pt x="4371708" y="962025"/>
                  </a:lnTo>
                  <a:lnTo>
                    <a:pt x="4371708" y="952500"/>
                  </a:lnTo>
                  <a:close/>
                </a:path>
                <a:path w="4943475" h="962025">
                  <a:moveTo>
                    <a:pt x="4391025" y="0"/>
                  </a:moveTo>
                  <a:lnTo>
                    <a:pt x="4362450" y="0"/>
                  </a:lnTo>
                  <a:lnTo>
                    <a:pt x="4362450" y="9525"/>
                  </a:lnTo>
                  <a:lnTo>
                    <a:pt x="4391025" y="9525"/>
                  </a:lnTo>
                  <a:lnTo>
                    <a:pt x="4391025" y="0"/>
                  </a:lnTo>
                  <a:close/>
                </a:path>
                <a:path w="4943475" h="962025">
                  <a:moveTo>
                    <a:pt x="4419333" y="952500"/>
                  </a:moveTo>
                  <a:lnTo>
                    <a:pt x="4390758" y="952500"/>
                  </a:lnTo>
                  <a:lnTo>
                    <a:pt x="4390758" y="962025"/>
                  </a:lnTo>
                  <a:lnTo>
                    <a:pt x="4419333" y="962025"/>
                  </a:lnTo>
                  <a:lnTo>
                    <a:pt x="4419333" y="952500"/>
                  </a:lnTo>
                  <a:close/>
                </a:path>
                <a:path w="4943475" h="962025">
                  <a:moveTo>
                    <a:pt x="4438650" y="0"/>
                  </a:moveTo>
                  <a:lnTo>
                    <a:pt x="4410075" y="0"/>
                  </a:lnTo>
                  <a:lnTo>
                    <a:pt x="4410075" y="9525"/>
                  </a:lnTo>
                  <a:lnTo>
                    <a:pt x="4438650" y="9525"/>
                  </a:lnTo>
                  <a:lnTo>
                    <a:pt x="4438650" y="0"/>
                  </a:lnTo>
                  <a:close/>
                </a:path>
                <a:path w="4943475" h="962025">
                  <a:moveTo>
                    <a:pt x="4466958" y="952500"/>
                  </a:moveTo>
                  <a:lnTo>
                    <a:pt x="4438383" y="952500"/>
                  </a:lnTo>
                  <a:lnTo>
                    <a:pt x="4438383" y="962025"/>
                  </a:lnTo>
                  <a:lnTo>
                    <a:pt x="4466958" y="962025"/>
                  </a:lnTo>
                  <a:lnTo>
                    <a:pt x="4466958" y="952500"/>
                  </a:lnTo>
                  <a:close/>
                </a:path>
                <a:path w="4943475" h="962025">
                  <a:moveTo>
                    <a:pt x="4486275" y="0"/>
                  </a:moveTo>
                  <a:lnTo>
                    <a:pt x="4457700" y="0"/>
                  </a:lnTo>
                  <a:lnTo>
                    <a:pt x="4457700" y="9525"/>
                  </a:lnTo>
                  <a:lnTo>
                    <a:pt x="4486275" y="9525"/>
                  </a:lnTo>
                  <a:lnTo>
                    <a:pt x="4486275" y="0"/>
                  </a:lnTo>
                  <a:close/>
                </a:path>
                <a:path w="4943475" h="962025">
                  <a:moveTo>
                    <a:pt x="4514583" y="952500"/>
                  </a:moveTo>
                  <a:lnTo>
                    <a:pt x="4486008" y="952500"/>
                  </a:lnTo>
                  <a:lnTo>
                    <a:pt x="4486008" y="962025"/>
                  </a:lnTo>
                  <a:lnTo>
                    <a:pt x="4514583" y="962025"/>
                  </a:lnTo>
                  <a:lnTo>
                    <a:pt x="4514583" y="952500"/>
                  </a:lnTo>
                  <a:close/>
                </a:path>
                <a:path w="4943475" h="962025">
                  <a:moveTo>
                    <a:pt x="4533900" y="0"/>
                  </a:moveTo>
                  <a:lnTo>
                    <a:pt x="4505325" y="0"/>
                  </a:lnTo>
                  <a:lnTo>
                    <a:pt x="4505325" y="9525"/>
                  </a:lnTo>
                  <a:lnTo>
                    <a:pt x="4533900" y="9525"/>
                  </a:lnTo>
                  <a:lnTo>
                    <a:pt x="4533900" y="0"/>
                  </a:lnTo>
                  <a:close/>
                </a:path>
                <a:path w="4943475" h="962025">
                  <a:moveTo>
                    <a:pt x="4562208" y="952500"/>
                  </a:moveTo>
                  <a:lnTo>
                    <a:pt x="4533633" y="952500"/>
                  </a:lnTo>
                  <a:lnTo>
                    <a:pt x="4533633" y="962025"/>
                  </a:lnTo>
                  <a:lnTo>
                    <a:pt x="4562208" y="962025"/>
                  </a:lnTo>
                  <a:lnTo>
                    <a:pt x="4562208" y="952500"/>
                  </a:lnTo>
                  <a:close/>
                </a:path>
                <a:path w="4943475" h="962025">
                  <a:moveTo>
                    <a:pt x="4581525" y="0"/>
                  </a:moveTo>
                  <a:lnTo>
                    <a:pt x="4552950" y="0"/>
                  </a:lnTo>
                  <a:lnTo>
                    <a:pt x="4552950" y="9525"/>
                  </a:lnTo>
                  <a:lnTo>
                    <a:pt x="4581525" y="9525"/>
                  </a:lnTo>
                  <a:lnTo>
                    <a:pt x="4581525" y="0"/>
                  </a:lnTo>
                  <a:close/>
                </a:path>
                <a:path w="4943475" h="962025">
                  <a:moveTo>
                    <a:pt x="4609833" y="952500"/>
                  </a:moveTo>
                  <a:lnTo>
                    <a:pt x="4581258" y="952500"/>
                  </a:lnTo>
                  <a:lnTo>
                    <a:pt x="4581258" y="962025"/>
                  </a:lnTo>
                  <a:lnTo>
                    <a:pt x="4609833" y="962025"/>
                  </a:lnTo>
                  <a:lnTo>
                    <a:pt x="4609833" y="952500"/>
                  </a:lnTo>
                  <a:close/>
                </a:path>
                <a:path w="4943475" h="962025">
                  <a:moveTo>
                    <a:pt x="4629150" y="0"/>
                  </a:moveTo>
                  <a:lnTo>
                    <a:pt x="4600575" y="0"/>
                  </a:lnTo>
                  <a:lnTo>
                    <a:pt x="4600575" y="9525"/>
                  </a:lnTo>
                  <a:lnTo>
                    <a:pt x="4629150" y="9525"/>
                  </a:lnTo>
                  <a:lnTo>
                    <a:pt x="4629150" y="0"/>
                  </a:lnTo>
                  <a:close/>
                </a:path>
                <a:path w="4943475" h="962025">
                  <a:moveTo>
                    <a:pt x="4657458" y="952500"/>
                  </a:moveTo>
                  <a:lnTo>
                    <a:pt x="4628883" y="952500"/>
                  </a:lnTo>
                  <a:lnTo>
                    <a:pt x="4628883" y="962025"/>
                  </a:lnTo>
                  <a:lnTo>
                    <a:pt x="4657458" y="962025"/>
                  </a:lnTo>
                  <a:lnTo>
                    <a:pt x="4657458" y="952500"/>
                  </a:lnTo>
                  <a:close/>
                </a:path>
                <a:path w="4943475" h="962025">
                  <a:moveTo>
                    <a:pt x="4676775" y="0"/>
                  </a:moveTo>
                  <a:lnTo>
                    <a:pt x="4648200" y="0"/>
                  </a:lnTo>
                  <a:lnTo>
                    <a:pt x="4648200" y="9525"/>
                  </a:lnTo>
                  <a:lnTo>
                    <a:pt x="4676775" y="9525"/>
                  </a:lnTo>
                  <a:lnTo>
                    <a:pt x="4676775" y="0"/>
                  </a:lnTo>
                  <a:close/>
                </a:path>
                <a:path w="4943475" h="962025">
                  <a:moveTo>
                    <a:pt x="4705083" y="952500"/>
                  </a:moveTo>
                  <a:lnTo>
                    <a:pt x="4676508" y="952500"/>
                  </a:lnTo>
                  <a:lnTo>
                    <a:pt x="4676508" y="962025"/>
                  </a:lnTo>
                  <a:lnTo>
                    <a:pt x="4705083" y="962025"/>
                  </a:lnTo>
                  <a:lnTo>
                    <a:pt x="4705083" y="952500"/>
                  </a:lnTo>
                  <a:close/>
                </a:path>
                <a:path w="4943475" h="962025">
                  <a:moveTo>
                    <a:pt x="4724400" y="0"/>
                  </a:moveTo>
                  <a:lnTo>
                    <a:pt x="4695825" y="0"/>
                  </a:lnTo>
                  <a:lnTo>
                    <a:pt x="4695825" y="9525"/>
                  </a:lnTo>
                  <a:lnTo>
                    <a:pt x="4724400" y="9525"/>
                  </a:lnTo>
                  <a:lnTo>
                    <a:pt x="4724400" y="0"/>
                  </a:lnTo>
                  <a:close/>
                </a:path>
                <a:path w="4943475" h="962025">
                  <a:moveTo>
                    <a:pt x="4752708" y="952500"/>
                  </a:moveTo>
                  <a:lnTo>
                    <a:pt x="4724133" y="952500"/>
                  </a:lnTo>
                  <a:lnTo>
                    <a:pt x="4724133" y="962025"/>
                  </a:lnTo>
                  <a:lnTo>
                    <a:pt x="4752708" y="962025"/>
                  </a:lnTo>
                  <a:lnTo>
                    <a:pt x="4752708" y="952500"/>
                  </a:lnTo>
                  <a:close/>
                </a:path>
                <a:path w="4943475" h="962025">
                  <a:moveTo>
                    <a:pt x="4772025" y="0"/>
                  </a:moveTo>
                  <a:lnTo>
                    <a:pt x="4743450" y="0"/>
                  </a:lnTo>
                  <a:lnTo>
                    <a:pt x="4743450" y="9525"/>
                  </a:lnTo>
                  <a:lnTo>
                    <a:pt x="4772025" y="9525"/>
                  </a:lnTo>
                  <a:lnTo>
                    <a:pt x="4772025" y="0"/>
                  </a:lnTo>
                  <a:close/>
                </a:path>
                <a:path w="4943475" h="962025">
                  <a:moveTo>
                    <a:pt x="4800333" y="952500"/>
                  </a:moveTo>
                  <a:lnTo>
                    <a:pt x="4771758" y="952500"/>
                  </a:lnTo>
                  <a:lnTo>
                    <a:pt x="4771758" y="962025"/>
                  </a:lnTo>
                  <a:lnTo>
                    <a:pt x="4800333" y="962025"/>
                  </a:lnTo>
                  <a:lnTo>
                    <a:pt x="4800333" y="952500"/>
                  </a:lnTo>
                  <a:close/>
                </a:path>
                <a:path w="4943475" h="962025">
                  <a:moveTo>
                    <a:pt x="4819650" y="0"/>
                  </a:moveTo>
                  <a:lnTo>
                    <a:pt x="4791075" y="0"/>
                  </a:lnTo>
                  <a:lnTo>
                    <a:pt x="4791075" y="9525"/>
                  </a:lnTo>
                  <a:lnTo>
                    <a:pt x="4819650" y="9525"/>
                  </a:lnTo>
                  <a:lnTo>
                    <a:pt x="4819650" y="0"/>
                  </a:lnTo>
                  <a:close/>
                </a:path>
                <a:path w="4943475" h="962025">
                  <a:moveTo>
                    <a:pt x="4847958" y="952500"/>
                  </a:moveTo>
                  <a:lnTo>
                    <a:pt x="4819383" y="952500"/>
                  </a:lnTo>
                  <a:lnTo>
                    <a:pt x="4819383" y="962025"/>
                  </a:lnTo>
                  <a:lnTo>
                    <a:pt x="4847958" y="962025"/>
                  </a:lnTo>
                  <a:lnTo>
                    <a:pt x="4847958" y="952500"/>
                  </a:lnTo>
                  <a:close/>
                </a:path>
                <a:path w="4943475" h="962025">
                  <a:moveTo>
                    <a:pt x="4867275" y="0"/>
                  </a:moveTo>
                  <a:lnTo>
                    <a:pt x="4838700" y="0"/>
                  </a:lnTo>
                  <a:lnTo>
                    <a:pt x="4838700" y="9525"/>
                  </a:lnTo>
                  <a:lnTo>
                    <a:pt x="4867275" y="9525"/>
                  </a:lnTo>
                  <a:lnTo>
                    <a:pt x="4867275" y="0"/>
                  </a:lnTo>
                  <a:close/>
                </a:path>
                <a:path w="4943475" h="962025">
                  <a:moveTo>
                    <a:pt x="4895050" y="956729"/>
                  </a:moveTo>
                  <a:lnTo>
                    <a:pt x="4891583" y="947864"/>
                  </a:lnTo>
                  <a:lnTo>
                    <a:pt x="4886604" y="949655"/>
                  </a:lnTo>
                  <a:lnTo>
                    <a:pt x="4880292" y="951242"/>
                  </a:lnTo>
                  <a:lnTo>
                    <a:pt x="4873853" y="952195"/>
                  </a:lnTo>
                  <a:lnTo>
                    <a:pt x="4867275" y="952500"/>
                  </a:lnTo>
                  <a:lnTo>
                    <a:pt x="4867008" y="952500"/>
                  </a:lnTo>
                  <a:lnTo>
                    <a:pt x="4867008" y="962025"/>
                  </a:lnTo>
                  <a:lnTo>
                    <a:pt x="4867275" y="962025"/>
                  </a:lnTo>
                  <a:lnTo>
                    <a:pt x="4874780" y="961669"/>
                  </a:lnTo>
                  <a:lnTo>
                    <a:pt x="4882146" y="960577"/>
                  </a:lnTo>
                  <a:lnTo>
                    <a:pt x="4889360" y="958773"/>
                  </a:lnTo>
                  <a:lnTo>
                    <a:pt x="4895050" y="956729"/>
                  </a:lnTo>
                  <a:close/>
                </a:path>
                <a:path w="4943475" h="962025">
                  <a:moveTo>
                    <a:pt x="4911953" y="14566"/>
                  </a:moveTo>
                  <a:lnTo>
                    <a:pt x="4885868" y="2387"/>
                  </a:lnTo>
                  <a:lnTo>
                    <a:pt x="4883543" y="11620"/>
                  </a:lnTo>
                  <a:lnTo>
                    <a:pt x="4886604" y="12382"/>
                  </a:lnTo>
                  <a:lnTo>
                    <a:pt x="4892675" y="14566"/>
                  </a:lnTo>
                  <a:lnTo>
                    <a:pt x="4898745" y="17411"/>
                  </a:lnTo>
                  <a:lnTo>
                    <a:pt x="4904333" y="20751"/>
                  </a:lnTo>
                  <a:lnTo>
                    <a:pt x="4906365" y="22263"/>
                  </a:lnTo>
                  <a:lnTo>
                    <a:pt x="4911953" y="14566"/>
                  </a:lnTo>
                  <a:close/>
                </a:path>
                <a:path w="4943475" h="962025">
                  <a:moveTo>
                    <a:pt x="4931562" y="926642"/>
                  </a:moveTo>
                  <a:lnTo>
                    <a:pt x="4923523" y="921550"/>
                  </a:lnTo>
                  <a:lnTo>
                    <a:pt x="4922723" y="922883"/>
                  </a:lnTo>
                  <a:lnTo>
                    <a:pt x="4918849" y="928103"/>
                  </a:lnTo>
                  <a:lnTo>
                    <a:pt x="4914430" y="932980"/>
                  </a:lnTo>
                  <a:lnTo>
                    <a:pt x="4909553" y="937399"/>
                  </a:lnTo>
                  <a:lnTo>
                    <a:pt x="4906175" y="939914"/>
                  </a:lnTo>
                  <a:lnTo>
                    <a:pt x="4911725" y="947635"/>
                  </a:lnTo>
                  <a:lnTo>
                    <a:pt x="4915598" y="944765"/>
                  </a:lnTo>
                  <a:lnTo>
                    <a:pt x="4921161" y="939711"/>
                  </a:lnTo>
                  <a:lnTo>
                    <a:pt x="4926215" y="934148"/>
                  </a:lnTo>
                  <a:lnTo>
                    <a:pt x="4930686" y="928103"/>
                  </a:lnTo>
                  <a:lnTo>
                    <a:pt x="4931562" y="926642"/>
                  </a:lnTo>
                  <a:close/>
                </a:path>
                <a:path w="4943475" h="962025">
                  <a:moveTo>
                    <a:pt x="4939817" y="53009"/>
                  </a:moveTo>
                  <a:lnTo>
                    <a:pt x="4937684" y="47040"/>
                  </a:lnTo>
                  <a:lnTo>
                    <a:pt x="4934470" y="40246"/>
                  </a:lnTo>
                  <a:lnTo>
                    <a:pt x="4930622" y="33820"/>
                  </a:lnTo>
                  <a:lnTo>
                    <a:pt x="4926114" y="27762"/>
                  </a:lnTo>
                  <a:lnTo>
                    <a:pt x="4918761" y="33820"/>
                  </a:lnTo>
                  <a:lnTo>
                    <a:pt x="4922723" y="39154"/>
                  </a:lnTo>
                  <a:lnTo>
                    <a:pt x="4926076" y="44742"/>
                  </a:lnTo>
                  <a:lnTo>
                    <a:pt x="4928882" y="50685"/>
                  </a:lnTo>
                  <a:lnTo>
                    <a:pt x="4930749" y="55905"/>
                  </a:lnTo>
                  <a:lnTo>
                    <a:pt x="4939817" y="53009"/>
                  </a:lnTo>
                  <a:close/>
                </a:path>
                <a:path w="4943475" h="962025">
                  <a:moveTo>
                    <a:pt x="4943475" y="881202"/>
                  </a:moveTo>
                  <a:lnTo>
                    <a:pt x="4933950" y="881202"/>
                  </a:lnTo>
                  <a:lnTo>
                    <a:pt x="4933950" y="885825"/>
                  </a:lnTo>
                  <a:lnTo>
                    <a:pt x="4933632" y="892403"/>
                  </a:lnTo>
                  <a:lnTo>
                    <a:pt x="4932692" y="898842"/>
                  </a:lnTo>
                  <a:lnTo>
                    <a:pt x="4931105" y="905154"/>
                  </a:lnTo>
                  <a:lnTo>
                    <a:pt x="4930660" y="906373"/>
                  </a:lnTo>
                  <a:lnTo>
                    <a:pt x="4939716" y="909307"/>
                  </a:lnTo>
                  <a:lnTo>
                    <a:pt x="4940224" y="907923"/>
                  </a:lnTo>
                  <a:lnTo>
                    <a:pt x="4942027" y="900696"/>
                  </a:lnTo>
                  <a:lnTo>
                    <a:pt x="4943119" y="893343"/>
                  </a:lnTo>
                  <a:lnTo>
                    <a:pt x="4943157" y="892403"/>
                  </a:lnTo>
                  <a:lnTo>
                    <a:pt x="4943475" y="885825"/>
                  </a:lnTo>
                  <a:lnTo>
                    <a:pt x="4943475" y="881202"/>
                  </a:lnTo>
                  <a:close/>
                </a:path>
                <a:path w="4943475" h="962025">
                  <a:moveTo>
                    <a:pt x="4943475" y="833577"/>
                  </a:moveTo>
                  <a:lnTo>
                    <a:pt x="4933950" y="833577"/>
                  </a:lnTo>
                  <a:lnTo>
                    <a:pt x="4933950" y="862152"/>
                  </a:lnTo>
                  <a:lnTo>
                    <a:pt x="4943475" y="862152"/>
                  </a:lnTo>
                  <a:lnTo>
                    <a:pt x="4943475" y="833577"/>
                  </a:lnTo>
                  <a:close/>
                </a:path>
                <a:path w="4943475" h="962025">
                  <a:moveTo>
                    <a:pt x="4943475" y="785952"/>
                  </a:moveTo>
                  <a:lnTo>
                    <a:pt x="4933950" y="785952"/>
                  </a:lnTo>
                  <a:lnTo>
                    <a:pt x="4933950" y="814527"/>
                  </a:lnTo>
                  <a:lnTo>
                    <a:pt x="4943475" y="814527"/>
                  </a:lnTo>
                  <a:lnTo>
                    <a:pt x="4943475" y="785952"/>
                  </a:lnTo>
                  <a:close/>
                </a:path>
                <a:path w="4943475" h="962025">
                  <a:moveTo>
                    <a:pt x="4943475" y="738327"/>
                  </a:moveTo>
                  <a:lnTo>
                    <a:pt x="4933950" y="738327"/>
                  </a:lnTo>
                  <a:lnTo>
                    <a:pt x="4933950" y="766902"/>
                  </a:lnTo>
                  <a:lnTo>
                    <a:pt x="4943475" y="766902"/>
                  </a:lnTo>
                  <a:lnTo>
                    <a:pt x="4943475" y="738327"/>
                  </a:lnTo>
                  <a:close/>
                </a:path>
                <a:path w="4943475" h="962025">
                  <a:moveTo>
                    <a:pt x="4943475" y="690702"/>
                  </a:moveTo>
                  <a:lnTo>
                    <a:pt x="4933950" y="690702"/>
                  </a:lnTo>
                  <a:lnTo>
                    <a:pt x="4933950" y="719277"/>
                  </a:lnTo>
                  <a:lnTo>
                    <a:pt x="4943475" y="719277"/>
                  </a:lnTo>
                  <a:lnTo>
                    <a:pt x="4943475" y="690702"/>
                  </a:lnTo>
                  <a:close/>
                </a:path>
                <a:path w="4943475" h="962025">
                  <a:moveTo>
                    <a:pt x="4943475" y="643077"/>
                  </a:moveTo>
                  <a:lnTo>
                    <a:pt x="4933950" y="643077"/>
                  </a:lnTo>
                  <a:lnTo>
                    <a:pt x="4933950" y="671652"/>
                  </a:lnTo>
                  <a:lnTo>
                    <a:pt x="4943475" y="671652"/>
                  </a:lnTo>
                  <a:lnTo>
                    <a:pt x="4943475" y="643077"/>
                  </a:lnTo>
                  <a:close/>
                </a:path>
                <a:path w="4943475" h="962025">
                  <a:moveTo>
                    <a:pt x="4943475" y="595452"/>
                  </a:moveTo>
                  <a:lnTo>
                    <a:pt x="4933950" y="595452"/>
                  </a:lnTo>
                  <a:lnTo>
                    <a:pt x="4933950" y="624027"/>
                  </a:lnTo>
                  <a:lnTo>
                    <a:pt x="4943475" y="624027"/>
                  </a:lnTo>
                  <a:lnTo>
                    <a:pt x="4943475" y="595452"/>
                  </a:lnTo>
                  <a:close/>
                </a:path>
                <a:path w="4943475" h="962025">
                  <a:moveTo>
                    <a:pt x="4943475" y="547827"/>
                  </a:moveTo>
                  <a:lnTo>
                    <a:pt x="4933950" y="547827"/>
                  </a:lnTo>
                  <a:lnTo>
                    <a:pt x="4933950" y="576402"/>
                  </a:lnTo>
                  <a:lnTo>
                    <a:pt x="4943475" y="576402"/>
                  </a:lnTo>
                  <a:lnTo>
                    <a:pt x="4943475" y="547827"/>
                  </a:lnTo>
                  <a:close/>
                </a:path>
                <a:path w="4943475" h="962025">
                  <a:moveTo>
                    <a:pt x="4943475" y="500202"/>
                  </a:moveTo>
                  <a:lnTo>
                    <a:pt x="4933950" y="500202"/>
                  </a:lnTo>
                  <a:lnTo>
                    <a:pt x="4933950" y="528777"/>
                  </a:lnTo>
                  <a:lnTo>
                    <a:pt x="4943475" y="528777"/>
                  </a:lnTo>
                  <a:lnTo>
                    <a:pt x="4943475" y="500202"/>
                  </a:lnTo>
                  <a:close/>
                </a:path>
                <a:path w="4943475" h="962025">
                  <a:moveTo>
                    <a:pt x="4943475" y="452577"/>
                  </a:moveTo>
                  <a:lnTo>
                    <a:pt x="4933950" y="452577"/>
                  </a:lnTo>
                  <a:lnTo>
                    <a:pt x="4933950" y="481152"/>
                  </a:lnTo>
                  <a:lnTo>
                    <a:pt x="4943475" y="481152"/>
                  </a:lnTo>
                  <a:lnTo>
                    <a:pt x="4943475" y="452577"/>
                  </a:lnTo>
                  <a:close/>
                </a:path>
                <a:path w="4943475" h="962025">
                  <a:moveTo>
                    <a:pt x="4943475" y="404952"/>
                  </a:moveTo>
                  <a:lnTo>
                    <a:pt x="4933950" y="404952"/>
                  </a:lnTo>
                  <a:lnTo>
                    <a:pt x="4933950" y="433527"/>
                  </a:lnTo>
                  <a:lnTo>
                    <a:pt x="4943475" y="433527"/>
                  </a:lnTo>
                  <a:lnTo>
                    <a:pt x="4943475" y="404952"/>
                  </a:lnTo>
                  <a:close/>
                </a:path>
                <a:path w="4943475" h="962025">
                  <a:moveTo>
                    <a:pt x="4943475" y="357327"/>
                  </a:moveTo>
                  <a:lnTo>
                    <a:pt x="4933950" y="357327"/>
                  </a:lnTo>
                  <a:lnTo>
                    <a:pt x="4933950" y="385902"/>
                  </a:lnTo>
                  <a:lnTo>
                    <a:pt x="4943475" y="385902"/>
                  </a:lnTo>
                  <a:lnTo>
                    <a:pt x="4943475" y="357327"/>
                  </a:lnTo>
                  <a:close/>
                </a:path>
                <a:path w="4943475" h="962025">
                  <a:moveTo>
                    <a:pt x="4943475" y="309702"/>
                  </a:moveTo>
                  <a:lnTo>
                    <a:pt x="4933950" y="309702"/>
                  </a:lnTo>
                  <a:lnTo>
                    <a:pt x="4933950" y="338277"/>
                  </a:lnTo>
                  <a:lnTo>
                    <a:pt x="4943475" y="338277"/>
                  </a:lnTo>
                  <a:lnTo>
                    <a:pt x="4943475" y="309702"/>
                  </a:lnTo>
                  <a:close/>
                </a:path>
                <a:path w="4943475" h="962025">
                  <a:moveTo>
                    <a:pt x="4943475" y="262077"/>
                  </a:moveTo>
                  <a:lnTo>
                    <a:pt x="4933950" y="262077"/>
                  </a:lnTo>
                  <a:lnTo>
                    <a:pt x="4933950" y="290652"/>
                  </a:lnTo>
                  <a:lnTo>
                    <a:pt x="4943475" y="290652"/>
                  </a:lnTo>
                  <a:lnTo>
                    <a:pt x="4943475" y="262077"/>
                  </a:lnTo>
                  <a:close/>
                </a:path>
                <a:path w="4943475" h="962025">
                  <a:moveTo>
                    <a:pt x="4943475" y="214452"/>
                  </a:moveTo>
                  <a:lnTo>
                    <a:pt x="4933950" y="214452"/>
                  </a:lnTo>
                  <a:lnTo>
                    <a:pt x="4933950" y="243027"/>
                  </a:lnTo>
                  <a:lnTo>
                    <a:pt x="4943475" y="243027"/>
                  </a:lnTo>
                  <a:lnTo>
                    <a:pt x="4943475" y="214452"/>
                  </a:lnTo>
                  <a:close/>
                </a:path>
                <a:path w="4943475" h="962025">
                  <a:moveTo>
                    <a:pt x="4943475" y="166827"/>
                  </a:moveTo>
                  <a:lnTo>
                    <a:pt x="4933950" y="166827"/>
                  </a:lnTo>
                  <a:lnTo>
                    <a:pt x="4933950" y="195402"/>
                  </a:lnTo>
                  <a:lnTo>
                    <a:pt x="4943475" y="195402"/>
                  </a:lnTo>
                  <a:lnTo>
                    <a:pt x="4943475" y="166827"/>
                  </a:lnTo>
                  <a:close/>
                </a:path>
                <a:path w="4943475" h="962025">
                  <a:moveTo>
                    <a:pt x="4943475" y="119202"/>
                  </a:moveTo>
                  <a:lnTo>
                    <a:pt x="4933950" y="119202"/>
                  </a:lnTo>
                  <a:lnTo>
                    <a:pt x="4933950" y="147777"/>
                  </a:lnTo>
                  <a:lnTo>
                    <a:pt x="4943475" y="147777"/>
                  </a:lnTo>
                  <a:lnTo>
                    <a:pt x="4943475" y="119202"/>
                  </a:lnTo>
                  <a:close/>
                </a:path>
                <a:path w="4943475" h="962025">
                  <a:moveTo>
                    <a:pt x="4943475" y="76200"/>
                  </a:moveTo>
                  <a:lnTo>
                    <a:pt x="4943272" y="71805"/>
                  </a:lnTo>
                  <a:lnTo>
                    <a:pt x="4933772" y="72351"/>
                  </a:lnTo>
                  <a:lnTo>
                    <a:pt x="4933950" y="76200"/>
                  </a:lnTo>
                  <a:lnTo>
                    <a:pt x="4933950" y="100152"/>
                  </a:lnTo>
                  <a:lnTo>
                    <a:pt x="4943475" y="100152"/>
                  </a:lnTo>
                  <a:lnTo>
                    <a:pt x="4943475" y="76200"/>
                  </a:lnTo>
                  <a:close/>
                </a:path>
              </a:pathLst>
            </a:custGeom>
            <a:solidFill>
              <a:srgbClr val="E4DE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6510336" y="4757737"/>
              <a:ext cx="4686300" cy="352425"/>
            </a:xfrm>
            <a:custGeom>
              <a:avLst/>
              <a:gdLst/>
              <a:ahLst/>
              <a:cxnLst/>
              <a:rect l="l" t="t" r="r" b="b"/>
              <a:pathLst>
                <a:path w="4686300" h="352425">
                  <a:moveTo>
                    <a:pt x="4637353" y="352424"/>
                  </a:moveTo>
                  <a:lnTo>
                    <a:pt x="48948" y="352424"/>
                  </a:lnTo>
                  <a:lnTo>
                    <a:pt x="45540" y="352089"/>
                  </a:lnTo>
                  <a:lnTo>
                    <a:pt x="10740" y="332001"/>
                  </a:lnTo>
                  <a:lnTo>
                    <a:pt x="0" y="303477"/>
                  </a:lnTo>
                  <a:lnTo>
                    <a:pt x="0" y="300037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8" y="0"/>
                  </a:lnTo>
                  <a:lnTo>
                    <a:pt x="4637353" y="0"/>
                  </a:lnTo>
                  <a:lnTo>
                    <a:pt x="4673387" y="17775"/>
                  </a:lnTo>
                  <a:lnTo>
                    <a:pt x="4686300" y="48947"/>
                  </a:lnTo>
                  <a:lnTo>
                    <a:pt x="4686300" y="303477"/>
                  </a:lnTo>
                  <a:lnTo>
                    <a:pt x="4668523" y="339512"/>
                  </a:lnTo>
                  <a:lnTo>
                    <a:pt x="4640758" y="352089"/>
                  </a:lnTo>
                  <a:lnTo>
                    <a:pt x="4637353" y="3524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6510336" y="4757737"/>
              <a:ext cx="4686300" cy="352425"/>
            </a:xfrm>
            <a:custGeom>
              <a:avLst/>
              <a:gdLst/>
              <a:ahLst/>
              <a:cxnLst/>
              <a:rect l="l" t="t" r="r" b="b"/>
              <a:pathLst>
                <a:path w="4686300" h="352425">
                  <a:moveTo>
                    <a:pt x="0" y="300037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5344" y="15343"/>
                  </a:lnTo>
                  <a:lnTo>
                    <a:pt x="17776" y="12911"/>
                  </a:lnTo>
                  <a:lnTo>
                    <a:pt x="42167" y="1006"/>
                  </a:lnTo>
                  <a:lnTo>
                    <a:pt x="45540" y="335"/>
                  </a:lnTo>
                  <a:lnTo>
                    <a:pt x="48948" y="0"/>
                  </a:lnTo>
                  <a:lnTo>
                    <a:pt x="52388" y="0"/>
                  </a:lnTo>
                  <a:lnTo>
                    <a:pt x="4633912" y="0"/>
                  </a:lnTo>
                  <a:lnTo>
                    <a:pt x="4637353" y="0"/>
                  </a:lnTo>
                  <a:lnTo>
                    <a:pt x="4640758" y="335"/>
                  </a:lnTo>
                  <a:lnTo>
                    <a:pt x="4663015" y="8828"/>
                  </a:lnTo>
                  <a:lnTo>
                    <a:pt x="4665876" y="10739"/>
                  </a:lnTo>
                  <a:lnTo>
                    <a:pt x="4685292" y="42166"/>
                  </a:lnTo>
                  <a:lnTo>
                    <a:pt x="4685964" y="45540"/>
                  </a:lnTo>
                  <a:lnTo>
                    <a:pt x="4686300" y="48947"/>
                  </a:lnTo>
                  <a:lnTo>
                    <a:pt x="4686300" y="52387"/>
                  </a:lnTo>
                  <a:lnTo>
                    <a:pt x="4686300" y="300037"/>
                  </a:lnTo>
                  <a:lnTo>
                    <a:pt x="4686300" y="303477"/>
                  </a:lnTo>
                  <a:lnTo>
                    <a:pt x="4685964" y="306884"/>
                  </a:lnTo>
                  <a:lnTo>
                    <a:pt x="4685292" y="310257"/>
                  </a:lnTo>
                  <a:lnTo>
                    <a:pt x="4684621" y="313631"/>
                  </a:lnTo>
                  <a:lnTo>
                    <a:pt x="4663015" y="343595"/>
                  </a:lnTo>
                  <a:lnTo>
                    <a:pt x="4660155" y="345506"/>
                  </a:lnTo>
                  <a:lnTo>
                    <a:pt x="4637353" y="352424"/>
                  </a:lnTo>
                  <a:lnTo>
                    <a:pt x="4633912" y="352424"/>
                  </a:lnTo>
                  <a:lnTo>
                    <a:pt x="52388" y="352424"/>
                  </a:lnTo>
                  <a:lnTo>
                    <a:pt x="48948" y="352424"/>
                  </a:lnTo>
                  <a:lnTo>
                    <a:pt x="45540" y="352089"/>
                  </a:lnTo>
                  <a:lnTo>
                    <a:pt x="15344" y="337080"/>
                  </a:lnTo>
                  <a:lnTo>
                    <a:pt x="12911" y="334648"/>
                  </a:lnTo>
                  <a:lnTo>
                    <a:pt x="0" y="303477"/>
                  </a:lnTo>
                  <a:lnTo>
                    <a:pt x="0" y="300037"/>
                  </a:lnTo>
                  <a:close/>
                </a:path>
              </a:pathLst>
            </a:custGeom>
            <a:ln w="9524">
              <a:solidFill>
                <a:srgbClr val="FFE7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6619874" y="4895849"/>
              <a:ext cx="57150" cy="76200"/>
            </a:xfrm>
            <a:custGeom>
              <a:avLst/>
              <a:gdLst/>
              <a:ahLst/>
              <a:cxnLst/>
              <a:rect l="l" t="t" r="r" b="b"/>
              <a:pathLst>
                <a:path w="57150" h="76200">
                  <a:moveTo>
                    <a:pt x="0" y="76199"/>
                  </a:moveTo>
                  <a:lnTo>
                    <a:pt x="0" y="0"/>
                  </a:lnTo>
                  <a:lnTo>
                    <a:pt x="57149" y="38099"/>
                  </a:lnTo>
                  <a:lnTo>
                    <a:pt x="0" y="76199"/>
                  </a:lnTo>
                  <a:close/>
                </a:path>
              </a:pathLst>
            </a:custGeom>
            <a:solidFill>
              <a:srgbClr val="FF6A5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6638924" y="1771649"/>
              <a:ext cx="9525" cy="152400"/>
            </a:xfrm>
            <a:custGeom>
              <a:avLst/>
              <a:gdLst/>
              <a:ahLst/>
              <a:cxnLst/>
              <a:rect l="l" t="t" r="r" b="b"/>
              <a:pathLst>
                <a:path w="9525" h="152400">
                  <a:moveTo>
                    <a:pt x="9524" y="152399"/>
                  </a:moveTo>
                  <a:lnTo>
                    <a:pt x="0" y="152399"/>
                  </a:lnTo>
                  <a:lnTo>
                    <a:pt x="0" y="0"/>
                  </a:lnTo>
                  <a:lnTo>
                    <a:pt x="9524" y="0"/>
                  </a:lnTo>
                  <a:lnTo>
                    <a:pt x="9524" y="152399"/>
                  </a:lnTo>
                  <a:close/>
                </a:path>
              </a:pathLst>
            </a:custGeom>
            <a:solidFill>
              <a:srgbClr val="FF6A5B">
                <a:alpha val="59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3" name="object 4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264795">
              <a:lnSpc>
                <a:spcPct val="100000"/>
              </a:lnSpc>
              <a:spcBef>
                <a:spcPts val="110"/>
              </a:spcBef>
              <a:tabLst>
                <a:tab pos="518159" algn="l"/>
              </a:tabLst>
            </a:pPr>
            <a:r>
              <a:rPr dirty="0" sz="800" spc="-25">
                <a:solidFill>
                  <a:srgbClr val="FEA49B"/>
                </a:solidFill>
                <a:latin typeface="Cambria"/>
                <a:cs typeface="Cambria"/>
              </a:rPr>
              <a:t>04</a:t>
            </a:r>
            <a:r>
              <a:rPr dirty="0" sz="800">
                <a:solidFill>
                  <a:srgbClr val="FEA49B"/>
                </a:solidFill>
                <a:latin typeface="Cambria"/>
                <a:cs typeface="Cambria"/>
              </a:rPr>
              <a:t>	</a:t>
            </a:r>
            <a:r>
              <a:rPr dirty="0" sz="850" spc="-10"/>
              <a:t>st.expander(label)</a:t>
            </a:r>
            <a:endParaRPr sz="8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65"/>
              </a:spcBef>
            </a:pPr>
            <a:endParaRPr sz="850"/>
          </a:p>
          <a:p>
            <a:pPr marL="160020">
              <a:lnSpc>
                <a:spcPct val="100000"/>
              </a:lnSpc>
              <a:spcBef>
                <a:spcPts val="5"/>
              </a:spcBef>
            </a:pPr>
            <a:r>
              <a:rPr dirty="0" spc="-45">
                <a:latin typeface="Cambria"/>
                <a:cs typeface="Cambria"/>
              </a:rPr>
              <a:t>Collapsible</a:t>
            </a:r>
            <a:r>
              <a:rPr dirty="0" spc="30">
                <a:latin typeface="Cambria"/>
                <a:cs typeface="Cambria"/>
              </a:rPr>
              <a:t> </a:t>
            </a:r>
            <a:r>
              <a:rPr dirty="0" spc="-30">
                <a:latin typeface="Cambria"/>
                <a:cs typeface="Cambria"/>
              </a:rPr>
              <a:t>section.</a:t>
            </a:r>
            <a:r>
              <a:rPr dirty="0" spc="30">
                <a:latin typeface="Cambria"/>
                <a:cs typeface="Cambria"/>
              </a:rPr>
              <a:t> </a:t>
            </a:r>
            <a:r>
              <a:rPr dirty="0" spc="-25" b="0">
                <a:solidFill>
                  <a:srgbClr val="1B1F3A"/>
                </a:solidFill>
                <a:latin typeface="Tahoma"/>
                <a:cs typeface="Tahoma"/>
              </a:rPr>
              <a:t>Hidden</a:t>
            </a:r>
            <a:r>
              <a:rPr dirty="0" spc="-50" b="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pc="-35" b="0">
                <a:solidFill>
                  <a:srgbClr val="1B1F3A"/>
                </a:solidFill>
                <a:latin typeface="Tahoma"/>
                <a:cs typeface="Tahoma"/>
              </a:rPr>
              <a:t>by</a:t>
            </a:r>
            <a:r>
              <a:rPr dirty="0" spc="-50" b="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pc="-30" b="0">
                <a:solidFill>
                  <a:srgbClr val="1B1F3A"/>
                </a:solidFill>
                <a:latin typeface="Tahoma"/>
                <a:cs typeface="Tahoma"/>
              </a:rPr>
              <a:t>default,</a:t>
            </a:r>
            <a:r>
              <a:rPr dirty="0" spc="-55" b="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pc="-40" b="0">
                <a:solidFill>
                  <a:srgbClr val="1B1F3A"/>
                </a:solidFill>
                <a:latin typeface="Tahoma"/>
                <a:cs typeface="Tahoma"/>
              </a:rPr>
              <a:t>expands</a:t>
            </a:r>
            <a:r>
              <a:rPr dirty="0" spc="-50" b="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pc="-10" b="0">
                <a:solidFill>
                  <a:srgbClr val="1B1F3A"/>
                </a:solidFill>
                <a:latin typeface="Tahoma"/>
                <a:cs typeface="Tahoma"/>
              </a:rPr>
              <a:t>on</a:t>
            </a:r>
            <a:r>
              <a:rPr dirty="0" spc="-55" b="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pc="-10" b="0">
                <a:solidFill>
                  <a:srgbClr val="1B1F3A"/>
                </a:solidFill>
                <a:latin typeface="Tahoma"/>
                <a:cs typeface="Tahoma"/>
              </a:rPr>
              <a:t>click.</a:t>
            </a:r>
          </a:p>
          <a:p>
            <a:pPr>
              <a:lnSpc>
                <a:spcPct val="100000"/>
              </a:lnSpc>
              <a:spcBef>
                <a:spcPts val="355"/>
              </a:spcBef>
            </a:pPr>
          </a:p>
          <a:p>
            <a:pPr marL="551180" marR="2654935" indent="-248285">
              <a:lnSpc>
                <a:spcPct val="128899"/>
              </a:lnSpc>
            </a:pPr>
            <a:r>
              <a:rPr dirty="0" sz="800" b="0">
                <a:solidFill>
                  <a:srgbClr val="FF8B7E"/>
                </a:solidFill>
                <a:latin typeface="Courier New"/>
                <a:cs typeface="Courier New"/>
              </a:rPr>
              <a:t>with</a:t>
            </a:r>
            <a:r>
              <a:rPr dirty="0" sz="800" spc="120" b="0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800" b="0">
                <a:solidFill>
                  <a:srgbClr val="E7E9F5"/>
                </a:solidFill>
                <a:latin typeface="Courier New"/>
                <a:cs typeface="Courier New"/>
              </a:rPr>
              <a:t>st.</a:t>
            </a:r>
            <a:r>
              <a:rPr dirty="0" sz="800" b="0">
                <a:solidFill>
                  <a:srgbClr val="FFD580"/>
                </a:solidFill>
                <a:latin typeface="Courier New"/>
                <a:cs typeface="Courier New"/>
              </a:rPr>
              <a:t>expander</a:t>
            </a:r>
            <a:r>
              <a:rPr dirty="0" sz="800" b="0">
                <a:solidFill>
                  <a:srgbClr val="E7E9F5"/>
                </a:solidFill>
                <a:latin typeface="Courier New"/>
                <a:cs typeface="Courier New"/>
              </a:rPr>
              <a:t>(</a:t>
            </a:r>
            <a:r>
              <a:rPr dirty="0" sz="800" b="0">
                <a:solidFill>
                  <a:srgbClr val="B8E886"/>
                </a:solidFill>
                <a:latin typeface="Courier New"/>
                <a:cs typeface="Courier New"/>
              </a:rPr>
              <a:t>"Advanced</a:t>
            </a:r>
            <a:r>
              <a:rPr dirty="0" sz="800" spc="125" b="0">
                <a:solidFill>
                  <a:srgbClr val="B8E886"/>
                </a:solidFill>
                <a:latin typeface="Courier New"/>
                <a:cs typeface="Courier New"/>
              </a:rPr>
              <a:t> </a:t>
            </a:r>
            <a:r>
              <a:rPr dirty="0" sz="800" spc="-10" b="0">
                <a:solidFill>
                  <a:srgbClr val="B8E886"/>
                </a:solidFill>
                <a:latin typeface="Courier New"/>
                <a:cs typeface="Courier New"/>
              </a:rPr>
              <a:t>options"</a:t>
            </a:r>
            <a:r>
              <a:rPr dirty="0" sz="800" spc="-10" b="0">
                <a:solidFill>
                  <a:srgbClr val="E7E9F5"/>
                </a:solidFill>
                <a:latin typeface="Courier New"/>
                <a:cs typeface="Courier New"/>
              </a:rPr>
              <a:t>): </a:t>
            </a:r>
            <a:r>
              <a:rPr dirty="0" sz="800" b="0">
                <a:solidFill>
                  <a:srgbClr val="E7E9F5"/>
                </a:solidFill>
                <a:latin typeface="Courier New"/>
                <a:cs typeface="Courier New"/>
              </a:rPr>
              <a:t>st.</a:t>
            </a:r>
            <a:r>
              <a:rPr dirty="0" sz="800" b="0">
                <a:solidFill>
                  <a:srgbClr val="FFD580"/>
                </a:solidFill>
                <a:latin typeface="Courier New"/>
                <a:cs typeface="Courier New"/>
              </a:rPr>
              <a:t>write</a:t>
            </a:r>
            <a:r>
              <a:rPr dirty="0" sz="800" b="0">
                <a:solidFill>
                  <a:srgbClr val="E7E9F5"/>
                </a:solidFill>
                <a:latin typeface="Courier New"/>
                <a:cs typeface="Courier New"/>
              </a:rPr>
              <a:t>(</a:t>
            </a:r>
            <a:r>
              <a:rPr dirty="0" sz="800" b="0">
                <a:solidFill>
                  <a:srgbClr val="B8E886"/>
                </a:solidFill>
                <a:latin typeface="Courier New"/>
                <a:cs typeface="Courier New"/>
              </a:rPr>
              <a:t>"These</a:t>
            </a:r>
            <a:r>
              <a:rPr dirty="0" sz="800" spc="90" b="0">
                <a:solidFill>
                  <a:srgbClr val="B8E886"/>
                </a:solidFill>
                <a:latin typeface="Courier New"/>
                <a:cs typeface="Courier New"/>
              </a:rPr>
              <a:t> </a:t>
            </a:r>
            <a:r>
              <a:rPr dirty="0" sz="800" b="0">
                <a:solidFill>
                  <a:srgbClr val="B8E886"/>
                </a:solidFill>
                <a:latin typeface="Courier New"/>
                <a:cs typeface="Courier New"/>
              </a:rPr>
              <a:t>are</a:t>
            </a:r>
            <a:r>
              <a:rPr dirty="0" sz="800" spc="90" b="0">
                <a:solidFill>
                  <a:srgbClr val="B8E886"/>
                </a:solidFill>
                <a:latin typeface="Courier New"/>
                <a:cs typeface="Courier New"/>
              </a:rPr>
              <a:t> </a:t>
            </a:r>
            <a:r>
              <a:rPr dirty="0" sz="800" spc="-10" b="0">
                <a:solidFill>
                  <a:srgbClr val="B8E886"/>
                </a:solidFill>
                <a:latin typeface="Courier New"/>
                <a:cs typeface="Courier New"/>
              </a:rPr>
              <a:t>rare."</a:t>
            </a:r>
            <a:r>
              <a:rPr dirty="0" sz="800" spc="-10" b="0">
                <a:solidFill>
                  <a:srgbClr val="E7E9F5"/>
                </a:solidFill>
                <a:latin typeface="Courier New"/>
                <a:cs typeface="Courier New"/>
              </a:rPr>
              <a:t>) </a:t>
            </a:r>
            <a:r>
              <a:rPr dirty="0" sz="800" b="0">
                <a:solidFill>
                  <a:srgbClr val="87D4FF"/>
                </a:solidFill>
                <a:latin typeface="Courier New"/>
                <a:cs typeface="Courier New"/>
              </a:rPr>
              <a:t>threshold</a:t>
            </a:r>
            <a:r>
              <a:rPr dirty="0" sz="800" spc="55" b="0">
                <a:solidFill>
                  <a:srgbClr val="87D4FF"/>
                </a:solidFill>
                <a:latin typeface="Courier New"/>
                <a:cs typeface="Courier New"/>
              </a:rPr>
              <a:t> </a:t>
            </a:r>
            <a:r>
              <a:rPr dirty="0" sz="800" b="0">
                <a:solidFill>
                  <a:srgbClr val="E7E9F5"/>
                </a:solidFill>
                <a:latin typeface="Courier New"/>
                <a:cs typeface="Courier New"/>
              </a:rPr>
              <a:t>=</a:t>
            </a:r>
            <a:r>
              <a:rPr dirty="0" sz="800" spc="55" b="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800" spc="-10" b="0">
                <a:solidFill>
                  <a:srgbClr val="E7E9F5"/>
                </a:solidFill>
                <a:latin typeface="Courier New"/>
                <a:cs typeface="Courier New"/>
              </a:rPr>
              <a:t>st.</a:t>
            </a:r>
            <a:r>
              <a:rPr dirty="0" sz="800" spc="-10" b="0">
                <a:solidFill>
                  <a:srgbClr val="FFD580"/>
                </a:solidFill>
                <a:latin typeface="Courier New"/>
                <a:cs typeface="Courier New"/>
              </a:rPr>
              <a:t>slider</a:t>
            </a:r>
            <a:r>
              <a:rPr dirty="0" sz="800" spc="-10" b="0">
                <a:solidFill>
                  <a:srgbClr val="E7E9F5"/>
                </a:solidFill>
                <a:latin typeface="Courier New"/>
                <a:cs typeface="Courier New"/>
              </a:rPr>
              <a:t>(</a:t>
            </a:r>
            <a:endParaRPr sz="800">
              <a:latin typeface="Courier New"/>
              <a:cs typeface="Courier New"/>
            </a:endParaRPr>
          </a:p>
          <a:p>
            <a:pPr marL="551180" marR="2778760" indent="247650">
              <a:lnSpc>
                <a:spcPts val="1280"/>
              </a:lnSpc>
              <a:spcBef>
                <a:spcPts val="15"/>
              </a:spcBef>
            </a:pPr>
            <a:r>
              <a:rPr dirty="0" sz="800" b="0">
                <a:solidFill>
                  <a:srgbClr val="B8E886"/>
                </a:solidFill>
                <a:latin typeface="Courier New"/>
                <a:cs typeface="Courier New"/>
              </a:rPr>
              <a:t>"Threshold"</a:t>
            </a:r>
            <a:r>
              <a:rPr dirty="0" sz="800" b="0">
                <a:solidFill>
                  <a:srgbClr val="E7E9F5"/>
                </a:solidFill>
                <a:latin typeface="Courier New"/>
                <a:cs typeface="Courier New"/>
              </a:rPr>
              <a:t>,</a:t>
            </a:r>
            <a:r>
              <a:rPr dirty="0" sz="800" spc="70" b="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800" b="0">
                <a:solidFill>
                  <a:srgbClr val="FF8B7E"/>
                </a:solidFill>
                <a:latin typeface="Courier New"/>
                <a:cs typeface="Courier New"/>
              </a:rPr>
              <a:t>0.0</a:t>
            </a:r>
            <a:r>
              <a:rPr dirty="0" sz="800" b="0">
                <a:solidFill>
                  <a:srgbClr val="E7E9F5"/>
                </a:solidFill>
                <a:latin typeface="Courier New"/>
                <a:cs typeface="Courier New"/>
              </a:rPr>
              <a:t>,</a:t>
            </a:r>
            <a:r>
              <a:rPr dirty="0" sz="800" spc="70" b="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800" b="0">
                <a:solidFill>
                  <a:srgbClr val="FF8B7E"/>
                </a:solidFill>
                <a:latin typeface="Courier New"/>
                <a:cs typeface="Courier New"/>
              </a:rPr>
              <a:t>1.0</a:t>
            </a:r>
            <a:r>
              <a:rPr dirty="0" sz="800" b="0">
                <a:solidFill>
                  <a:srgbClr val="E7E9F5"/>
                </a:solidFill>
                <a:latin typeface="Courier New"/>
                <a:cs typeface="Courier New"/>
              </a:rPr>
              <a:t>,</a:t>
            </a:r>
            <a:r>
              <a:rPr dirty="0" sz="800" spc="70" b="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800" spc="-20" b="0">
                <a:solidFill>
                  <a:srgbClr val="FF8B7E"/>
                </a:solidFill>
                <a:latin typeface="Courier New"/>
                <a:cs typeface="Courier New"/>
              </a:rPr>
              <a:t>0.5</a:t>
            </a:r>
            <a:r>
              <a:rPr dirty="0" sz="800" spc="-20" b="0">
                <a:solidFill>
                  <a:srgbClr val="E7E9F5"/>
                </a:solidFill>
                <a:latin typeface="Courier New"/>
                <a:cs typeface="Courier New"/>
              </a:rPr>
              <a:t>) </a:t>
            </a:r>
            <a:r>
              <a:rPr dirty="0" sz="800" b="0">
                <a:solidFill>
                  <a:srgbClr val="87D4FF"/>
                </a:solidFill>
                <a:latin typeface="Courier New"/>
                <a:cs typeface="Courier New"/>
              </a:rPr>
              <a:t>use_cache</a:t>
            </a:r>
            <a:r>
              <a:rPr dirty="0" sz="800" spc="55" b="0">
                <a:solidFill>
                  <a:srgbClr val="87D4FF"/>
                </a:solidFill>
                <a:latin typeface="Courier New"/>
                <a:cs typeface="Courier New"/>
              </a:rPr>
              <a:t> </a:t>
            </a:r>
            <a:r>
              <a:rPr dirty="0" sz="800" b="0">
                <a:solidFill>
                  <a:srgbClr val="E7E9F5"/>
                </a:solidFill>
                <a:latin typeface="Courier New"/>
                <a:cs typeface="Courier New"/>
              </a:rPr>
              <a:t>=</a:t>
            </a:r>
            <a:r>
              <a:rPr dirty="0" sz="800" spc="55" b="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800" spc="-10" b="0">
                <a:solidFill>
                  <a:srgbClr val="E7E9F5"/>
                </a:solidFill>
                <a:latin typeface="Courier New"/>
                <a:cs typeface="Courier New"/>
              </a:rPr>
              <a:t>st.</a:t>
            </a:r>
            <a:r>
              <a:rPr dirty="0" sz="800" spc="-10" b="0">
                <a:solidFill>
                  <a:srgbClr val="FFD580"/>
                </a:solidFill>
                <a:latin typeface="Courier New"/>
                <a:cs typeface="Courier New"/>
              </a:rPr>
              <a:t>checkbox</a:t>
            </a:r>
            <a:r>
              <a:rPr dirty="0" sz="800" spc="-10" b="0">
                <a:solidFill>
                  <a:srgbClr val="E7E9F5"/>
                </a:solidFill>
                <a:latin typeface="Courier New"/>
                <a:cs typeface="Courier New"/>
              </a:rPr>
              <a:t>(</a:t>
            </a:r>
            <a:endParaRPr sz="800">
              <a:latin typeface="Courier New"/>
              <a:cs typeface="Courier New"/>
            </a:endParaRPr>
          </a:p>
          <a:p>
            <a:pPr marL="799465">
              <a:lnSpc>
                <a:spcPct val="100000"/>
              </a:lnSpc>
              <a:spcBef>
                <a:spcPts val="140"/>
              </a:spcBef>
            </a:pPr>
            <a:r>
              <a:rPr dirty="0" sz="800" b="0">
                <a:solidFill>
                  <a:srgbClr val="B8E886"/>
                </a:solidFill>
                <a:latin typeface="Courier New"/>
                <a:cs typeface="Courier New"/>
              </a:rPr>
              <a:t>"Use</a:t>
            </a:r>
            <a:r>
              <a:rPr dirty="0" sz="800" spc="55" b="0">
                <a:solidFill>
                  <a:srgbClr val="B8E886"/>
                </a:solidFill>
                <a:latin typeface="Courier New"/>
                <a:cs typeface="Courier New"/>
              </a:rPr>
              <a:t> </a:t>
            </a:r>
            <a:r>
              <a:rPr dirty="0" sz="800" b="0">
                <a:solidFill>
                  <a:srgbClr val="B8E886"/>
                </a:solidFill>
                <a:latin typeface="Courier New"/>
                <a:cs typeface="Courier New"/>
              </a:rPr>
              <a:t>cache"</a:t>
            </a:r>
            <a:r>
              <a:rPr dirty="0" sz="800" b="0">
                <a:solidFill>
                  <a:srgbClr val="E7E9F5"/>
                </a:solidFill>
                <a:latin typeface="Courier New"/>
                <a:cs typeface="Courier New"/>
              </a:rPr>
              <a:t>,</a:t>
            </a:r>
            <a:r>
              <a:rPr dirty="0" sz="800" spc="60" b="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800" spc="-10" b="0">
                <a:solidFill>
                  <a:srgbClr val="E7E9F5"/>
                </a:solidFill>
                <a:latin typeface="Courier New"/>
                <a:cs typeface="Courier New"/>
              </a:rPr>
              <a:t>value=</a:t>
            </a:r>
            <a:r>
              <a:rPr dirty="0" sz="800" spc="-10" b="0">
                <a:solidFill>
                  <a:srgbClr val="FF8B7E"/>
                </a:solidFill>
                <a:latin typeface="Courier New"/>
                <a:cs typeface="Courier New"/>
              </a:rPr>
              <a:t>True</a:t>
            </a:r>
            <a:r>
              <a:rPr dirty="0" sz="800" spc="-10" b="0">
                <a:solidFill>
                  <a:srgbClr val="E7E9F5"/>
                </a:solidFill>
                <a:latin typeface="Courier New"/>
                <a:cs typeface="Courier New"/>
              </a:rPr>
              <a:t>)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605"/>
              </a:spcBef>
            </a:pPr>
            <a:endParaRPr sz="800">
              <a:latin typeface="Courier New"/>
              <a:cs typeface="Courier New"/>
            </a:endParaRPr>
          </a:p>
          <a:p>
            <a:pPr marL="302895">
              <a:lnSpc>
                <a:spcPct val="100000"/>
              </a:lnSpc>
              <a:spcBef>
                <a:spcPts val="5"/>
              </a:spcBef>
            </a:pPr>
            <a:r>
              <a:rPr dirty="0" sz="800" b="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800" spc="45" b="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b="0" i="1">
                <a:solidFill>
                  <a:srgbClr val="8B8FB4"/>
                </a:solidFill>
                <a:latin typeface="Courier New"/>
                <a:cs typeface="Courier New"/>
              </a:rPr>
              <a:t>Collapsed</a:t>
            </a:r>
            <a:r>
              <a:rPr dirty="0" sz="800" spc="45" b="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b="0" i="1">
                <a:solidFill>
                  <a:srgbClr val="8B8FB4"/>
                </a:solidFill>
                <a:latin typeface="Courier New"/>
                <a:cs typeface="Courier New"/>
              </a:rPr>
              <a:t>by</a:t>
            </a:r>
            <a:r>
              <a:rPr dirty="0" sz="800" spc="45" b="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spc="-10" b="0" i="1">
                <a:solidFill>
                  <a:srgbClr val="8B8FB4"/>
                </a:solidFill>
                <a:latin typeface="Courier New"/>
                <a:cs typeface="Courier New"/>
              </a:rPr>
              <a:t>default.</a:t>
            </a:r>
            <a:endParaRPr sz="800">
              <a:latin typeface="Courier New"/>
              <a:cs typeface="Courier New"/>
            </a:endParaRPr>
          </a:p>
          <a:p>
            <a:pPr marL="302895">
              <a:lnSpc>
                <a:spcPct val="100000"/>
              </a:lnSpc>
              <a:spcBef>
                <a:spcPts val="315"/>
              </a:spcBef>
            </a:pPr>
            <a:r>
              <a:rPr dirty="0" sz="800" b="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800" spc="45" b="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b="0" i="1">
                <a:solidFill>
                  <a:srgbClr val="8B8FB4"/>
                </a:solidFill>
                <a:latin typeface="Courier New"/>
                <a:cs typeface="Courier New"/>
              </a:rPr>
              <a:t>Set</a:t>
            </a:r>
            <a:r>
              <a:rPr dirty="0" sz="800" spc="50" b="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b="0" i="1">
                <a:solidFill>
                  <a:srgbClr val="8B8FB4"/>
                </a:solidFill>
                <a:latin typeface="Courier New"/>
                <a:cs typeface="Courier New"/>
              </a:rPr>
              <a:t>expanded=True</a:t>
            </a:r>
            <a:r>
              <a:rPr dirty="0" sz="800" spc="45" b="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b="0" i="1">
                <a:solidFill>
                  <a:srgbClr val="8B8FB4"/>
                </a:solidFill>
                <a:latin typeface="Courier New"/>
                <a:cs typeface="Courier New"/>
              </a:rPr>
              <a:t>to</a:t>
            </a:r>
            <a:r>
              <a:rPr dirty="0" sz="800" spc="50" b="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b="0" i="1">
                <a:solidFill>
                  <a:srgbClr val="8B8FB4"/>
                </a:solidFill>
                <a:latin typeface="Courier New"/>
                <a:cs typeface="Courier New"/>
              </a:rPr>
              <a:t>open</a:t>
            </a:r>
            <a:r>
              <a:rPr dirty="0" sz="800" spc="45" b="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b="0" i="1">
                <a:solidFill>
                  <a:srgbClr val="8B8FB4"/>
                </a:solidFill>
                <a:latin typeface="Courier New"/>
                <a:cs typeface="Courier New"/>
              </a:rPr>
              <a:t>by</a:t>
            </a:r>
            <a:r>
              <a:rPr dirty="0" sz="800" spc="50" b="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spc="-10" b="0" i="1">
                <a:solidFill>
                  <a:srgbClr val="8B8FB4"/>
                </a:solidFill>
                <a:latin typeface="Courier New"/>
                <a:cs typeface="Courier New"/>
              </a:rPr>
              <a:t>default:</a:t>
            </a:r>
            <a:endParaRPr sz="800">
              <a:latin typeface="Courier New"/>
              <a:cs typeface="Courier New"/>
            </a:endParaRPr>
          </a:p>
          <a:p>
            <a:pPr marL="302895">
              <a:lnSpc>
                <a:spcPct val="100000"/>
              </a:lnSpc>
              <a:spcBef>
                <a:spcPts val="240"/>
              </a:spcBef>
            </a:pPr>
            <a:r>
              <a:rPr dirty="0" sz="800" b="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800" spc="100" b="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b="0" i="1">
                <a:solidFill>
                  <a:srgbClr val="8B8FB4"/>
                </a:solidFill>
                <a:latin typeface="Courier New"/>
                <a:cs typeface="Courier New"/>
              </a:rPr>
              <a:t>st.expander("Help",</a:t>
            </a:r>
            <a:r>
              <a:rPr dirty="0" sz="800" spc="100" b="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spc="-10" b="0" i="1">
                <a:solidFill>
                  <a:srgbClr val="8B8FB4"/>
                </a:solidFill>
                <a:latin typeface="Courier New"/>
                <a:cs typeface="Courier New"/>
              </a:rPr>
              <a:t>expanded=True)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800">
              <a:latin typeface="Courier New"/>
              <a:cs typeface="Courier New"/>
            </a:endParaRPr>
          </a:p>
          <a:p>
            <a:pPr marL="226695">
              <a:lnSpc>
                <a:spcPct val="100000"/>
              </a:lnSpc>
              <a:tabLst>
                <a:tab pos="880110" algn="l"/>
              </a:tabLst>
            </a:pPr>
            <a:r>
              <a:rPr dirty="0" baseline="-11904" sz="1050" spc="-30">
                <a:latin typeface="Cambria"/>
                <a:cs typeface="Cambria"/>
              </a:rPr>
              <a:t>U</a:t>
            </a:r>
            <a:r>
              <a:rPr dirty="0" baseline="-11904" sz="1050" spc="-82">
                <a:latin typeface="Cambria"/>
                <a:cs typeface="Cambria"/>
              </a:rPr>
              <a:t> </a:t>
            </a:r>
            <a:r>
              <a:rPr dirty="0" baseline="-11904" sz="1050" spc="-52">
                <a:latin typeface="Cambria"/>
                <a:cs typeface="Cambria"/>
              </a:rPr>
              <a:t>S</a:t>
            </a:r>
            <a:r>
              <a:rPr dirty="0" baseline="-11904" sz="1050" spc="-82">
                <a:latin typeface="Cambria"/>
                <a:cs typeface="Cambria"/>
              </a:rPr>
              <a:t> </a:t>
            </a:r>
            <a:r>
              <a:rPr dirty="0" baseline="-11904" sz="1050">
                <a:latin typeface="Cambria"/>
                <a:cs typeface="Cambria"/>
              </a:rPr>
              <a:t>E</a:t>
            </a:r>
            <a:r>
              <a:rPr dirty="0" baseline="-11904" sz="1050" spc="254">
                <a:latin typeface="Cambria"/>
                <a:cs typeface="Cambria"/>
              </a:rPr>
              <a:t> </a:t>
            </a:r>
            <a:r>
              <a:rPr dirty="0" baseline="-11904" sz="1050" spc="-60">
                <a:latin typeface="Cambria"/>
                <a:cs typeface="Cambria"/>
              </a:rPr>
              <a:t>W</a:t>
            </a:r>
            <a:r>
              <a:rPr dirty="0" baseline="-11904" sz="1050" spc="-82">
                <a:latin typeface="Cambria"/>
                <a:cs typeface="Cambria"/>
              </a:rPr>
              <a:t> H </a:t>
            </a:r>
            <a:r>
              <a:rPr dirty="0" baseline="-11904" sz="1050" spc="-97">
                <a:latin typeface="Cambria"/>
                <a:cs typeface="Cambria"/>
              </a:rPr>
              <a:t>E</a:t>
            </a:r>
            <a:r>
              <a:rPr dirty="0" baseline="-11904" sz="1050" spc="-82">
                <a:latin typeface="Cambria"/>
                <a:cs typeface="Cambria"/>
              </a:rPr>
              <a:t> </a:t>
            </a:r>
            <a:r>
              <a:rPr dirty="0" baseline="-11904" sz="1050" spc="-75">
                <a:latin typeface="Cambria"/>
                <a:cs typeface="Cambria"/>
              </a:rPr>
              <a:t>N</a:t>
            </a:r>
            <a:r>
              <a:rPr dirty="0" baseline="-11904" sz="1050">
                <a:latin typeface="Cambria"/>
                <a:cs typeface="Cambria"/>
              </a:rPr>
              <a:t>	</a:t>
            </a:r>
            <a:r>
              <a:rPr dirty="0" sz="800" spc="-30" b="0">
                <a:solidFill>
                  <a:srgbClr val="4A4E6A"/>
                </a:solidFill>
                <a:latin typeface="Tahoma"/>
                <a:cs typeface="Tahoma"/>
              </a:rPr>
              <a:t>Advanced/rare</a:t>
            </a:r>
            <a:r>
              <a:rPr dirty="0" sz="800" spc="-40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00" spc="-30" b="0">
                <a:solidFill>
                  <a:srgbClr val="4A4E6A"/>
                </a:solidFill>
                <a:latin typeface="Tahoma"/>
                <a:cs typeface="Tahoma"/>
              </a:rPr>
              <a:t>controls,</a:t>
            </a:r>
            <a:r>
              <a:rPr dirty="0" sz="800" spc="-35" b="0">
                <a:solidFill>
                  <a:srgbClr val="4A4E6A"/>
                </a:solidFill>
                <a:latin typeface="Tahoma"/>
                <a:cs typeface="Tahoma"/>
              </a:rPr>
              <a:t> long</a:t>
            </a:r>
            <a:r>
              <a:rPr dirty="0" sz="800" spc="-40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00" spc="-25" b="0">
                <a:solidFill>
                  <a:srgbClr val="4A4E6A"/>
                </a:solidFill>
                <a:latin typeface="Tahoma"/>
                <a:cs typeface="Tahoma"/>
              </a:rPr>
              <a:t>help</a:t>
            </a:r>
            <a:r>
              <a:rPr dirty="0" sz="800" spc="-35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00" spc="-30" b="0">
                <a:solidFill>
                  <a:srgbClr val="4A4E6A"/>
                </a:solidFill>
                <a:latin typeface="Tahoma"/>
                <a:cs typeface="Tahoma"/>
              </a:rPr>
              <a:t>text,</a:t>
            </a:r>
            <a:r>
              <a:rPr dirty="0" sz="800" spc="-40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00" spc="-35" b="0">
                <a:solidFill>
                  <a:srgbClr val="4A4E6A"/>
                </a:solidFill>
                <a:latin typeface="Tahoma"/>
                <a:cs typeface="Tahoma"/>
              </a:rPr>
              <a:t>reference </a:t>
            </a:r>
            <a:r>
              <a:rPr dirty="0" sz="800" spc="-30" b="0">
                <a:solidFill>
                  <a:srgbClr val="4A4E6A"/>
                </a:solidFill>
                <a:latin typeface="Tahoma"/>
                <a:cs typeface="Tahoma"/>
              </a:rPr>
              <a:t>material.</a:t>
            </a:r>
            <a:r>
              <a:rPr dirty="0" sz="800" spc="-35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00" spc="-40" b="0">
                <a:solidFill>
                  <a:srgbClr val="4A4E6A"/>
                </a:solidFill>
                <a:latin typeface="Tahoma"/>
                <a:cs typeface="Tahoma"/>
              </a:rPr>
              <a:t>Keep </a:t>
            </a:r>
            <a:r>
              <a:rPr dirty="0" sz="800" spc="-20" b="0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800" spc="-35" b="0">
                <a:solidFill>
                  <a:srgbClr val="4A4E6A"/>
                </a:solidFill>
                <a:latin typeface="Tahoma"/>
                <a:cs typeface="Tahoma"/>
              </a:rPr>
              <a:t> main</a:t>
            </a:r>
            <a:r>
              <a:rPr dirty="0" sz="800" spc="-40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00" spc="-45" b="0">
                <a:solidFill>
                  <a:srgbClr val="4A4E6A"/>
                </a:solidFill>
                <a:latin typeface="Tahoma"/>
                <a:cs typeface="Tahoma"/>
              </a:rPr>
              <a:t>page</a:t>
            </a:r>
            <a:r>
              <a:rPr dirty="0" sz="800" spc="-35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00" spc="-10" b="0">
                <a:solidFill>
                  <a:srgbClr val="4A4E6A"/>
                </a:solidFill>
                <a:latin typeface="Tahoma"/>
                <a:cs typeface="Tahoma"/>
              </a:rPr>
              <a:t>clean.</a:t>
            </a:r>
            <a:endParaRPr sz="8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85"/>
              </a:spcBef>
            </a:pPr>
            <a:endParaRPr sz="800">
              <a:latin typeface="Tahoma"/>
              <a:cs typeface="Tahoma"/>
            </a:endParaRPr>
          </a:p>
          <a:p>
            <a:pPr marL="283845">
              <a:lnSpc>
                <a:spcPct val="100000"/>
              </a:lnSpc>
            </a:pPr>
            <a:r>
              <a:rPr dirty="0" sz="650" spc="-30">
                <a:solidFill>
                  <a:srgbClr val="797E94"/>
                </a:solidFill>
                <a:latin typeface="Cambria"/>
                <a:cs typeface="Cambria"/>
              </a:rPr>
              <a:t>S</a:t>
            </a:r>
            <a:r>
              <a:rPr dirty="0" sz="650" spc="-40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650" spc="-70">
                <a:solidFill>
                  <a:srgbClr val="797E94"/>
                </a:solidFill>
                <a:latin typeface="Cambria"/>
                <a:cs typeface="Cambria"/>
              </a:rPr>
              <a:t>K</a:t>
            </a:r>
            <a:r>
              <a:rPr dirty="0" sz="650" spc="-40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650" spc="-55">
                <a:solidFill>
                  <a:srgbClr val="797E94"/>
                </a:solidFill>
                <a:latin typeface="Cambria"/>
                <a:cs typeface="Cambria"/>
              </a:rPr>
              <a:t>E</a:t>
            </a:r>
            <a:r>
              <a:rPr dirty="0" sz="650" spc="-40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650" spc="-85">
                <a:solidFill>
                  <a:srgbClr val="797E94"/>
                </a:solidFill>
                <a:latin typeface="Cambria"/>
                <a:cs typeface="Cambria"/>
              </a:rPr>
              <a:t>T</a:t>
            </a:r>
            <a:r>
              <a:rPr dirty="0" sz="650" spc="-45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650" spc="-25">
                <a:solidFill>
                  <a:srgbClr val="797E94"/>
                </a:solidFill>
                <a:latin typeface="Cambria"/>
                <a:cs typeface="Cambria"/>
              </a:rPr>
              <a:t>C</a:t>
            </a:r>
            <a:r>
              <a:rPr dirty="0" sz="650" spc="-40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650">
                <a:solidFill>
                  <a:srgbClr val="797E94"/>
                </a:solidFill>
                <a:latin typeface="Cambria"/>
                <a:cs typeface="Cambria"/>
              </a:rPr>
              <a:t>H</a:t>
            </a:r>
            <a:r>
              <a:rPr dirty="0" sz="650" spc="215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650">
                <a:solidFill>
                  <a:srgbClr val="797E94"/>
                </a:solidFill>
                <a:latin typeface="Cambria"/>
                <a:cs typeface="Cambria"/>
              </a:rPr>
              <a:t>·</a:t>
            </a:r>
            <a:r>
              <a:rPr dirty="0" sz="650" spc="215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650" spc="-25">
                <a:solidFill>
                  <a:srgbClr val="797E94"/>
                </a:solidFill>
                <a:latin typeface="Cambria"/>
                <a:cs typeface="Cambria"/>
              </a:rPr>
              <a:t>C</a:t>
            </a:r>
            <a:r>
              <a:rPr dirty="0" sz="650" spc="-40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650">
                <a:solidFill>
                  <a:srgbClr val="797E94"/>
                </a:solidFill>
                <a:latin typeface="Cambria"/>
                <a:cs typeface="Cambria"/>
              </a:rPr>
              <a:t>O</a:t>
            </a:r>
            <a:r>
              <a:rPr dirty="0" sz="650" spc="-40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650" spc="-85">
                <a:solidFill>
                  <a:srgbClr val="797E94"/>
                </a:solidFill>
                <a:latin typeface="Cambria"/>
                <a:cs typeface="Cambria"/>
              </a:rPr>
              <a:t>L</a:t>
            </a:r>
            <a:r>
              <a:rPr dirty="0" sz="650" spc="-40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650" spc="-85">
                <a:solidFill>
                  <a:srgbClr val="797E94"/>
                </a:solidFill>
                <a:latin typeface="Cambria"/>
                <a:cs typeface="Cambria"/>
              </a:rPr>
              <a:t>L</a:t>
            </a:r>
            <a:r>
              <a:rPr dirty="0" sz="650" spc="-35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650" spc="-25">
                <a:solidFill>
                  <a:srgbClr val="797E94"/>
                </a:solidFill>
                <a:latin typeface="Cambria"/>
                <a:cs typeface="Cambria"/>
              </a:rPr>
              <a:t>A</a:t>
            </a:r>
            <a:r>
              <a:rPr dirty="0" sz="650" spc="-40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650" spc="-50">
                <a:solidFill>
                  <a:srgbClr val="797E94"/>
                </a:solidFill>
                <a:latin typeface="Cambria"/>
                <a:cs typeface="Cambria"/>
              </a:rPr>
              <a:t>P</a:t>
            </a:r>
            <a:r>
              <a:rPr dirty="0" sz="650" spc="-40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650" spc="-30">
                <a:solidFill>
                  <a:srgbClr val="797E94"/>
                </a:solidFill>
                <a:latin typeface="Cambria"/>
                <a:cs typeface="Cambria"/>
              </a:rPr>
              <a:t>S</a:t>
            </a:r>
            <a:r>
              <a:rPr dirty="0" sz="650" spc="-35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650" spc="-55">
                <a:solidFill>
                  <a:srgbClr val="797E94"/>
                </a:solidFill>
                <a:latin typeface="Cambria"/>
                <a:cs typeface="Cambria"/>
              </a:rPr>
              <a:t>E</a:t>
            </a:r>
            <a:r>
              <a:rPr dirty="0" sz="650" spc="-40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650">
                <a:solidFill>
                  <a:srgbClr val="797E94"/>
                </a:solidFill>
                <a:latin typeface="Cambria"/>
                <a:cs typeface="Cambria"/>
              </a:rPr>
              <a:t>D</a:t>
            </a:r>
            <a:r>
              <a:rPr dirty="0" sz="650" spc="215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650" spc="-60">
                <a:solidFill>
                  <a:srgbClr val="797E94"/>
                </a:solidFill>
                <a:latin typeface="Cambria"/>
                <a:cs typeface="Cambria"/>
              </a:rPr>
              <a:t>(</a:t>
            </a:r>
            <a:r>
              <a:rPr dirty="0" sz="650" spc="-35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650" spc="-45">
                <a:solidFill>
                  <a:srgbClr val="797E94"/>
                </a:solidFill>
                <a:latin typeface="Cambria"/>
                <a:cs typeface="Cambria"/>
              </a:rPr>
              <a:t>D</a:t>
            </a:r>
            <a:r>
              <a:rPr dirty="0" sz="650" spc="-40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650" spc="-55">
                <a:solidFill>
                  <a:srgbClr val="797E94"/>
                </a:solidFill>
                <a:latin typeface="Cambria"/>
                <a:cs typeface="Cambria"/>
              </a:rPr>
              <a:t>E</a:t>
            </a:r>
            <a:r>
              <a:rPr dirty="0" sz="650" spc="-40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650" spc="-10">
                <a:solidFill>
                  <a:srgbClr val="797E94"/>
                </a:solidFill>
                <a:latin typeface="Cambria"/>
                <a:cs typeface="Cambria"/>
              </a:rPr>
              <a:t>FA</a:t>
            </a:r>
            <a:r>
              <a:rPr dirty="0" sz="650" spc="-45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650">
                <a:solidFill>
                  <a:srgbClr val="797E94"/>
                </a:solidFill>
                <a:latin typeface="Cambria"/>
                <a:cs typeface="Cambria"/>
              </a:rPr>
              <a:t>U</a:t>
            </a:r>
            <a:r>
              <a:rPr dirty="0" sz="650" spc="-40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650" spc="-60">
                <a:solidFill>
                  <a:srgbClr val="797E94"/>
                </a:solidFill>
                <a:latin typeface="Cambria"/>
                <a:cs typeface="Cambria"/>
              </a:rPr>
              <a:t>LT</a:t>
            </a:r>
            <a:r>
              <a:rPr dirty="0" sz="650" spc="-40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650" spc="-50">
                <a:solidFill>
                  <a:srgbClr val="797E94"/>
                </a:solidFill>
                <a:latin typeface="Cambria"/>
                <a:cs typeface="Cambria"/>
              </a:rPr>
              <a:t>)</a:t>
            </a:r>
            <a:endParaRPr sz="6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80"/>
              </a:spcBef>
            </a:pPr>
            <a:endParaRPr sz="650">
              <a:latin typeface="Cambria"/>
              <a:cs typeface="Cambria"/>
            </a:endParaRPr>
          </a:p>
          <a:p>
            <a:pPr marL="521970">
              <a:lnSpc>
                <a:spcPct val="100000"/>
              </a:lnSpc>
            </a:pPr>
            <a:r>
              <a:rPr dirty="0" spc="-60">
                <a:solidFill>
                  <a:srgbClr val="1B1F3A"/>
                </a:solidFill>
                <a:latin typeface="Cambria"/>
                <a:cs typeface="Cambria"/>
              </a:rPr>
              <a:t>Advanced</a:t>
            </a:r>
            <a:r>
              <a:rPr dirty="0" spc="-10">
                <a:solidFill>
                  <a:srgbClr val="1B1F3A"/>
                </a:solidFill>
                <a:latin typeface="Cambria"/>
                <a:cs typeface="Cambria"/>
              </a:rPr>
              <a:t> options</a:t>
            </a:r>
          </a:p>
          <a:p>
            <a:pPr>
              <a:lnSpc>
                <a:spcPct val="100000"/>
              </a:lnSpc>
              <a:spcBef>
                <a:spcPts val="340"/>
              </a:spcBef>
            </a:pPr>
          </a:p>
          <a:p>
            <a:pPr algn="ctr">
              <a:lnSpc>
                <a:spcPct val="100000"/>
              </a:lnSpc>
            </a:pPr>
            <a:r>
              <a:rPr dirty="0" sz="750" spc="-45" b="0" i="1">
                <a:solidFill>
                  <a:srgbClr val="797E94"/>
                </a:solidFill>
                <a:latin typeface="Arial"/>
                <a:cs typeface="Arial"/>
              </a:rPr>
              <a:t>click</a:t>
            </a:r>
            <a:r>
              <a:rPr dirty="0" sz="750" spc="-30" b="0" i="1">
                <a:solidFill>
                  <a:srgbClr val="797E94"/>
                </a:solidFill>
                <a:latin typeface="Arial"/>
                <a:cs typeface="Arial"/>
              </a:rPr>
              <a:t> </a:t>
            </a:r>
            <a:r>
              <a:rPr dirty="0" sz="750" spc="-10" b="0" i="1">
                <a:solidFill>
                  <a:srgbClr val="797E94"/>
                </a:solidFill>
                <a:latin typeface="Arial"/>
                <a:cs typeface="Arial"/>
              </a:rPr>
              <a:t>to</a:t>
            </a:r>
            <a:r>
              <a:rPr dirty="0" sz="750" spc="-25" b="0" i="1">
                <a:solidFill>
                  <a:srgbClr val="797E94"/>
                </a:solidFill>
                <a:latin typeface="Arial"/>
                <a:cs typeface="Arial"/>
              </a:rPr>
              <a:t> </a:t>
            </a:r>
            <a:r>
              <a:rPr dirty="0" sz="750" spc="-55" b="0" i="1">
                <a:solidFill>
                  <a:srgbClr val="797E94"/>
                </a:solidFill>
                <a:latin typeface="Arial"/>
                <a:cs typeface="Arial"/>
              </a:rPr>
              <a:t>expand</a:t>
            </a:r>
            <a:r>
              <a:rPr dirty="0" sz="750" spc="-25" b="0" i="1">
                <a:solidFill>
                  <a:srgbClr val="797E94"/>
                </a:solidFill>
                <a:latin typeface="Arial"/>
                <a:cs typeface="Arial"/>
              </a:rPr>
              <a:t> </a:t>
            </a:r>
            <a:r>
              <a:rPr dirty="0" sz="750" spc="-75" b="0" i="1">
                <a:solidFill>
                  <a:srgbClr val="797E94"/>
                </a:solidFill>
                <a:latin typeface="Arial"/>
                <a:cs typeface="Arial"/>
              </a:rPr>
              <a:t>→</a:t>
            </a:r>
            <a:r>
              <a:rPr dirty="0" sz="750" spc="-25" b="0" i="1">
                <a:solidFill>
                  <a:srgbClr val="797E94"/>
                </a:solidFill>
                <a:latin typeface="Arial"/>
                <a:cs typeface="Arial"/>
              </a:rPr>
              <a:t> </a:t>
            </a:r>
            <a:r>
              <a:rPr dirty="0" sz="750" spc="-55" b="0" i="1">
                <a:solidFill>
                  <a:srgbClr val="797E94"/>
                </a:solidFill>
                <a:latin typeface="Arial"/>
                <a:cs typeface="Arial"/>
              </a:rPr>
              <a:t>reveals</a:t>
            </a:r>
            <a:r>
              <a:rPr dirty="0" sz="750" spc="-25" b="0" i="1">
                <a:solidFill>
                  <a:srgbClr val="797E94"/>
                </a:solidFill>
                <a:latin typeface="Arial"/>
                <a:cs typeface="Arial"/>
              </a:rPr>
              <a:t> </a:t>
            </a:r>
            <a:r>
              <a:rPr dirty="0" sz="750" spc="-50" b="0" i="1">
                <a:solidFill>
                  <a:srgbClr val="797E94"/>
                </a:solidFill>
                <a:latin typeface="Arial"/>
                <a:cs typeface="Arial"/>
              </a:rPr>
              <a:t>sliders</a:t>
            </a:r>
            <a:r>
              <a:rPr dirty="0" sz="750" spc="-25" b="0" i="1">
                <a:solidFill>
                  <a:srgbClr val="797E94"/>
                </a:solidFill>
                <a:latin typeface="Arial"/>
                <a:cs typeface="Arial"/>
              </a:rPr>
              <a:t> </a:t>
            </a:r>
            <a:r>
              <a:rPr dirty="0" sz="750" b="0" i="1">
                <a:solidFill>
                  <a:srgbClr val="797E94"/>
                </a:solidFill>
                <a:latin typeface="Arial"/>
                <a:cs typeface="Arial"/>
              </a:rPr>
              <a:t>&amp;</a:t>
            </a:r>
            <a:r>
              <a:rPr dirty="0" sz="750" spc="-25" b="0" i="1">
                <a:solidFill>
                  <a:srgbClr val="797E94"/>
                </a:solidFill>
                <a:latin typeface="Arial"/>
                <a:cs typeface="Arial"/>
              </a:rPr>
              <a:t> </a:t>
            </a:r>
            <a:r>
              <a:rPr dirty="0" sz="750" spc="-10" b="0" i="1">
                <a:solidFill>
                  <a:srgbClr val="797E94"/>
                </a:solidFill>
                <a:latin typeface="Arial"/>
                <a:cs typeface="Arial"/>
              </a:rPr>
              <a:t>checkboxes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685799" y="6019799"/>
            <a:ext cx="10820400" cy="304800"/>
            <a:chOff x="685799" y="6019799"/>
            <a:chExt cx="10820400" cy="304800"/>
          </a:xfrm>
        </p:grpSpPr>
        <p:sp>
          <p:nvSpPr>
            <p:cNvPr id="45" name="object 45"/>
            <p:cNvSpPr/>
            <p:nvPr/>
          </p:nvSpPr>
          <p:spPr>
            <a:xfrm>
              <a:off x="690562" y="6024562"/>
              <a:ext cx="10810875" cy="295275"/>
            </a:xfrm>
            <a:custGeom>
              <a:avLst/>
              <a:gdLst/>
              <a:ahLst/>
              <a:cxnLst/>
              <a:rect l="l" t="t" r="r" b="b"/>
              <a:pathLst>
                <a:path w="10810875" h="295275">
                  <a:moveTo>
                    <a:pt x="10726327" y="295274"/>
                  </a:moveTo>
                  <a:lnTo>
                    <a:pt x="84545" y="295274"/>
                  </a:lnTo>
                  <a:lnTo>
                    <a:pt x="78661" y="294694"/>
                  </a:lnTo>
                  <a:lnTo>
                    <a:pt x="35275" y="276722"/>
                  </a:lnTo>
                  <a:lnTo>
                    <a:pt x="9161" y="244903"/>
                  </a:lnTo>
                  <a:lnTo>
                    <a:pt x="0" y="210728"/>
                  </a:lnTo>
                  <a:lnTo>
                    <a:pt x="0" y="204787"/>
                  </a:lnTo>
                  <a:lnTo>
                    <a:pt x="0" y="84545"/>
                  </a:lnTo>
                  <a:lnTo>
                    <a:pt x="11948" y="45154"/>
                  </a:lnTo>
                  <a:lnTo>
                    <a:pt x="45155" y="11948"/>
                  </a:lnTo>
                  <a:lnTo>
                    <a:pt x="84545" y="0"/>
                  </a:lnTo>
                  <a:lnTo>
                    <a:pt x="10726327" y="0"/>
                  </a:lnTo>
                  <a:lnTo>
                    <a:pt x="10765717" y="11948"/>
                  </a:lnTo>
                  <a:lnTo>
                    <a:pt x="10798924" y="45154"/>
                  </a:lnTo>
                  <a:lnTo>
                    <a:pt x="10810872" y="84545"/>
                  </a:lnTo>
                  <a:lnTo>
                    <a:pt x="10810872" y="210728"/>
                  </a:lnTo>
                  <a:lnTo>
                    <a:pt x="10798924" y="250118"/>
                  </a:lnTo>
                  <a:lnTo>
                    <a:pt x="10765717" y="283325"/>
                  </a:lnTo>
                  <a:lnTo>
                    <a:pt x="10732211" y="294694"/>
                  </a:lnTo>
                  <a:lnTo>
                    <a:pt x="10726327" y="295274"/>
                  </a:lnTo>
                  <a:close/>
                </a:path>
              </a:pathLst>
            </a:custGeom>
            <a:solidFill>
              <a:srgbClr val="FFE7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690562" y="6024562"/>
              <a:ext cx="10810875" cy="295275"/>
            </a:xfrm>
            <a:custGeom>
              <a:avLst/>
              <a:gdLst/>
              <a:ahLst/>
              <a:cxnLst/>
              <a:rect l="l" t="t" r="r" b="b"/>
              <a:pathLst>
                <a:path w="10810875" h="295275">
                  <a:moveTo>
                    <a:pt x="0" y="204787"/>
                  </a:moveTo>
                  <a:lnTo>
                    <a:pt x="0" y="90487"/>
                  </a:lnTo>
                  <a:lnTo>
                    <a:pt x="0" y="84545"/>
                  </a:lnTo>
                  <a:lnTo>
                    <a:pt x="579" y="78661"/>
                  </a:lnTo>
                  <a:lnTo>
                    <a:pt x="1738" y="72833"/>
                  </a:lnTo>
                  <a:lnTo>
                    <a:pt x="2897" y="67006"/>
                  </a:lnTo>
                  <a:lnTo>
                    <a:pt x="4614" y="61347"/>
                  </a:lnTo>
                  <a:lnTo>
                    <a:pt x="6887" y="55858"/>
                  </a:lnTo>
                  <a:lnTo>
                    <a:pt x="9161" y="50369"/>
                  </a:lnTo>
                  <a:lnTo>
                    <a:pt x="35275" y="18550"/>
                  </a:lnTo>
                  <a:lnTo>
                    <a:pt x="72834" y="1738"/>
                  </a:lnTo>
                  <a:lnTo>
                    <a:pt x="84545" y="0"/>
                  </a:lnTo>
                  <a:lnTo>
                    <a:pt x="90487" y="0"/>
                  </a:lnTo>
                  <a:lnTo>
                    <a:pt x="10720386" y="0"/>
                  </a:lnTo>
                  <a:lnTo>
                    <a:pt x="10726327" y="0"/>
                  </a:lnTo>
                  <a:lnTo>
                    <a:pt x="10732211" y="579"/>
                  </a:lnTo>
                  <a:lnTo>
                    <a:pt x="10770657" y="15249"/>
                  </a:lnTo>
                  <a:lnTo>
                    <a:pt x="10798924" y="45154"/>
                  </a:lnTo>
                  <a:lnTo>
                    <a:pt x="10803984" y="55858"/>
                  </a:lnTo>
                  <a:lnTo>
                    <a:pt x="10806258" y="61347"/>
                  </a:lnTo>
                  <a:lnTo>
                    <a:pt x="10810874" y="90487"/>
                  </a:lnTo>
                  <a:lnTo>
                    <a:pt x="10810874" y="204787"/>
                  </a:lnTo>
                  <a:lnTo>
                    <a:pt x="10810872" y="210728"/>
                  </a:lnTo>
                  <a:lnTo>
                    <a:pt x="10810293" y="216612"/>
                  </a:lnTo>
                  <a:lnTo>
                    <a:pt x="10809134" y="222440"/>
                  </a:lnTo>
                  <a:lnTo>
                    <a:pt x="10807975" y="228267"/>
                  </a:lnTo>
                  <a:lnTo>
                    <a:pt x="10788572" y="264569"/>
                  </a:lnTo>
                  <a:lnTo>
                    <a:pt x="10755013" y="288386"/>
                  </a:lnTo>
                  <a:lnTo>
                    <a:pt x="10749524" y="290660"/>
                  </a:lnTo>
                  <a:lnTo>
                    <a:pt x="10720386" y="295274"/>
                  </a:lnTo>
                  <a:lnTo>
                    <a:pt x="90487" y="295274"/>
                  </a:lnTo>
                  <a:lnTo>
                    <a:pt x="55859" y="288386"/>
                  </a:lnTo>
                  <a:lnTo>
                    <a:pt x="50370" y="286112"/>
                  </a:lnTo>
                  <a:lnTo>
                    <a:pt x="18550" y="259998"/>
                  </a:lnTo>
                  <a:lnTo>
                    <a:pt x="1738" y="222440"/>
                  </a:lnTo>
                  <a:lnTo>
                    <a:pt x="0" y="210728"/>
                  </a:lnTo>
                  <a:lnTo>
                    <a:pt x="0" y="204787"/>
                  </a:lnTo>
                  <a:close/>
                </a:path>
              </a:pathLst>
            </a:custGeom>
            <a:ln w="9524">
              <a:solidFill>
                <a:srgbClr val="FFD0C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7" name="object 47"/>
          <p:cNvSpPr txBox="1"/>
          <p:nvPr/>
        </p:nvSpPr>
        <p:spPr>
          <a:xfrm>
            <a:off x="815975" y="6088062"/>
            <a:ext cx="480059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25" b="1">
                <a:solidFill>
                  <a:srgbClr val="FF6A5B"/>
                </a:solidFill>
                <a:latin typeface="Cambria"/>
                <a:cs typeface="Cambria"/>
              </a:rPr>
              <a:t>PAT</a:t>
            </a:r>
            <a:r>
              <a:rPr dirty="0" sz="75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750" spc="-95" b="1">
                <a:solidFill>
                  <a:srgbClr val="FF6A5B"/>
                </a:solidFill>
                <a:latin typeface="Cambria"/>
                <a:cs typeface="Cambria"/>
              </a:rPr>
              <a:t>T</a:t>
            </a:r>
            <a:r>
              <a:rPr dirty="0" sz="750" spc="-45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750" spc="-65" b="1">
                <a:solidFill>
                  <a:srgbClr val="FF6A5B"/>
                </a:solidFill>
                <a:latin typeface="Cambria"/>
                <a:cs typeface="Cambria"/>
              </a:rPr>
              <a:t>E</a:t>
            </a:r>
            <a:r>
              <a:rPr dirty="0" sz="750" spc="-45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750" spc="-60" b="1">
                <a:solidFill>
                  <a:srgbClr val="FF6A5B"/>
                </a:solidFill>
                <a:latin typeface="Cambria"/>
                <a:cs typeface="Cambria"/>
              </a:rPr>
              <a:t>R</a:t>
            </a:r>
            <a:r>
              <a:rPr dirty="0" sz="75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750" spc="-50" b="1">
                <a:solidFill>
                  <a:srgbClr val="FF6A5B"/>
                </a:solidFill>
                <a:latin typeface="Cambria"/>
                <a:cs typeface="Cambria"/>
              </a:rPr>
              <a:t>N</a:t>
            </a:r>
            <a:endParaRPr sz="750">
              <a:latin typeface="Cambria"/>
              <a:cs typeface="Cambria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1398785" y="6088062"/>
            <a:ext cx="5076825" cy="1568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850" spc="-80">
                <a:solidFill>
                  <a:srgbClr val="4A4E6A"/>
                </a:solidFill>
                <a:latin typeface="Tahoma"/>
                <a:cs typeface="Tahoma"/>
              </a:rPr>
              <a:t>Tabs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are </a:t>
            </a:r>
            <a:r>
              <a:rPr dirty="0" sz="850" spc="-30">
                <a:solidFill>
                  <a:srgbClr val="4A4E6A"/>
                </a:solidFill>
                <a:latin typeface="Tahoma"/>
                <a:cs typeface="Tahoma"/>
              </a:rPr>
              <a:t>for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0">
                <a:solidFill>
                  <a:srgbClr val="4A4E6A"/>
                </a:solidFill>
                <a:latin typeface="Tahoma"/>
                <a:cs typeface="Tahoma"/>
              </a:rPr>
              <a:t>switching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65" b="1">
                <a:solidFill>
                  <a:srgbClr val="FF6A5B"/>
                </a:solidFill>
                <a:latin typeface="Cambria"/>
                <a:cs typeface="Cambria"/>
              </a:rPr>
              <a:t>VIEWS</a:t>
            </a:r>
            <a:r>
              <a:rPr dirty="0" sz="850" spc="-65">
                <a:solidFill>
                  <a:srgbClr val="4A4E6A"/>
                </a:solidFill>
                <a:latin typeface="Tahoma"/>
                <a:cs typeface="Tahoma"/>
              </a:rPr>
              <a:t>.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Expanders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 are </a:t>
            </a:r>
            <a:r>
              <a:rPr dirty="0" sz="850" spc="-30">
                <a:solidFill>
                  <a:srgbClr val="4A4E6A"/>
                </a:solidFill>
                <a:latin typeface="Tahoma"/>
                <a:cs typeface="Tahoma"/>
              </a:rPr>
              <a:t>for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0">
                <a:solidFill>
                  <a:srgbClr val="4A4E6A"/>
                </a:solidFill>
                <a:latin typeface="Tahoma"/>
                <a:cs typeface="Tahoma"/>
              </a:rPr>
              <a:t>hiding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90" b="1">
                <a:solidFill>
                  <a:srgbClr val="FF6A5B"/>
                </a:solidFill>
                <a:latin typeface="Cambria"/>
                <a:cs typeface="Cambria"/>
              </a:rPr>
              <a:t>DETAILS</a:t>
            </a:r>
            <a:r>
              <a:rPr dirty="0" sz="850" spc="-90">
                <a:solidFill>
                  <a:srgbClr val="4A4E6A"/>
                </a:solidFill>
                <a:latin typeface="Tahoma"/>
                <a:cs typeface="Tahoma"/>
              </a:rPr>
              <a:t>.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0">
                <a:solidFill>
                  <a:srgbClr val="4A4E6A"/>
                </a:solidFill>
                <a:latin typeface="Tahoma"/>
                <a:cs typeface="Tahoma"/>
              </a:rPr>
              <a:t>Both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0">
                <a:solidFill>
                  <a:srgbClr val="4A4E6A"/>
                </a:solidFill>
                <a:latin typeface="Tahoma"/>
                <a:cs typeface="Tahoma"/>
              </a:rPr>
              <a:t>reduce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0">
                <a:solidFill>
                  <a:srgbClr val="4A4E6A"/>
                </a:solidFill>
                <a:latin typeface="Tahoma"/>
                <a:cs typeface="Tahoma"/>
              </a:rPr>
              <a:t>visual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 clutter, </a:t>
            </a:r>
            <a:r>
              <a:rPr dirty="0" sz="850" spc="-30">
                <a:solidFill>
                  <a:srgbClr val="4A4E6A"/>
                </a:solidFill>
                <a:latin typeface="Tahoma"/>
                <a:cs typeface="Tahoma"/>
              </a:rPr>
              <a:t>but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0">
                <a:solidFill>
                  <a:srgbClr val="4A4E6A"/>
                </a:solidFill>
                <a:latin typeface="Tahoma"/>
                <a:cs typeface="Tahoma"/>
              </a:rPr>
              <a:t>for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5">
                <a:solidFill>
                  <a:srgbClr val="4A4E6A"/>
                </a:solidFill>
                <a:latin typeface="Tahoma"/>
                <a:cs typeface="Tahoma"/>
              </a:rPr>
              <a:t>different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10">
                <a:solidFill>
                  <a:srgbClr val="4A4E6A"/>
                </a:solidFill>
                <a:latin typeface="Tahoma"/>
                <a:cs typeface="Tahoma"/>
              </a:rPr>
              <a:t>reasons.</a:t>
            </a:r>
            <a:endParaRPr sz="850">
              <a:latin typeface="Tahoma"/>
              <a:cs typeface="Tahoma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1123949" y="1771649"/>
            <a:ext cx="9525" cy="152400"/>
          </a:xfrm>
          <a:custGeom>
            <a:avLst/>
            <a:gdLst/>
            <a:ahLst/>
            <a:cxnLst/>
            <a:rect l="l" t="t" r="r" b="b"/>
            <a:pathLst>
              <a:path w="9525" h="152400">
                <a:moveTo>
                  <a:pt x="9524" y="152399"/>
                </a:moveTo>
                <a:lnTo>
                  <a:pt x="0" y="152399"/>
                </a:lnTo>
                <a:lnTo>
                  <a:pt x="0" y="0"/>
                </a:lnTo>
                <a:lnTo>
                  <a:pt x="9524" y="0"/>
                </a:lnTo>
                <a:lnTo>
                  <a:pt x="9524" y="152399"/>
                </a:lnTo>
                <a:close/>
              </a:path>
            </a:pathLst>
          </a:custGeom>
          <a:solidFill>
            <a:srgbClr val="293283">
              <a:alpha val="5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 txBox="1"/>
          <p:nvPr/>
        </p:nvSpPr>
        <p:spPr>
          <a:xfrm>
            <a:off x="854075" y="1754187"/>
            <a:ext cx="3100705" cy="46355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16839">
              <a:lnSpc>
                <a:spcPct val="100000"/>
              </a:lnSpc>
              <a:spcBef>
                <a:spcPts val="110"/>
              </a:spcBef>
              <a:tabLst>
                <a:tab pos="370840" algn="l"/>
              </a:tabLst>
            </a:pPr>
            <a:r>
              <a:rPr dirty="0" sz="800" spc="-25" b="1">
                <a:solidFill>
                  <a:srgbClr val="7D83B3"/>
                </a:solidFill>
                <a:latin typeface="Cambria"/>
                <a:cs typeface="Cambria"/>
              </a:rPr>
              <a:t>03</a:t>
            </a:r>
            <a:r>
              <a:rPr dirty="0" sz="800" b="1">
                <a:solidFill>
                  <a:srgbClr val="7D83B3"/>
                </a:solidFill>
                <a:latin typeface="Cambria"/>
                <a:cs typeface="Cambria"/>
              </a:rPr>
              <a:t>	</a:t>
            </a:r>
            <a:r>
              <a:rPr dirty="0" sz="850" spc="-10" b="1">
                <a:solidFill>
                  <a:srgbClr val="293283"/>
                </a:solidFill>
                <a:latin typeface="Courier New"/>
                <a:cs typeface="Courier New"/>
              </a:rPr>
              <a:t>st.tabs(names)</a:t>
            </a:r>
            <a:endParaRPr sz="8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65"/>
              </a:spcBef>
            </a:pPr>
            <a:endParaRPr sz="8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900" spc="-25">
                <a:solidFill>
                  <a:srgbClr val="1B1F3A"/>
                </a:solidFill>
                <a:latin typeface="Tahoma"/>
                <a:cs typeface="Tahoma"/>
              </a:rPr>
              <a:t>Split</a:t>
            </a:r>
            <a:r>
              <a:rPr dirty="0" sz="900" spc="-6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1B1F3A"/>
                </a:solidFill>
                <a:latin typeface="Tahoma"/>
                <a:cs typeface="Tahoma"/>
              </a:rPr>
              <a:t>content</a:t>
            </a:r>
            <a:r>
              <a:rPr dirty="0" sz="900" spc="-5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1B1F3A"/>
                </a:solidFill>
                <a:latin typeface="Tahoma"/>
                <a:cs typeface="Tahoma"/>
              </a:rPr>
              <a:t>into</a:t>
            </a:r>
            <a:r>
              <a:rPr dirty="0" sz="900" spc="-5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35" b="1">
                <a:solidFill>
                  <a:srgbClr val="293283"/>
                </a:solidFill>
                <a:latin typeface="Cambria"/>
                <a:cs typeface="Cambria"/>
              </a:rPr>
              <a:t>tabbed</a:t>
            </a:r>
            <a:r>
              <a:rPr dirty="0" sz="900" spc="25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900" spc="-45" b="1">
                <a:solidFill>
                  <a:srgbClr val="293283"/>
                </a:solidFill>
                <a:latin typeface="Cambria"/>
                <a:cs typeface="Cambria"/>
              </a:rPr>
              <a:t>sections</a:t>
            </a:r>
            <a:r>
              <a:rPr dirty="0" sz="900" spc="-45">
                <a:solidFill>
                  <a:srgbClr val="1B1F3A"/>
                </a:solidFill>
                <a:latin typeface="Tahoma"/>
                <a:cs typeface="Tahoma"/>
              </a:rPr>
              <a:t>.</a:t>
            </a:r>
            <a:r>
              <a:rPr dirty="0" sz="900" spc="-5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1B1F3A"/>
                </a:solidFill>
                <a:latin typeface="Tahoma"/>
                <a:cs typeface="Tahoma"/>
              </a:rPr>
              <a:t>Only</a:t>
            </a:r>
            <a:r>
              <a:rPr dirty="0" sz="900" spc="-5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20">
                <a:solidFill>
                  <a:srgbClr val="1B1F3A"/>
                </a:solidFill>
                <a:latin typeface="Tahoma"/>
                <a:cs typeface="Tahoma"/>
              </a:rPr>
              <a:t>one</a:t>
            </a:r>
            <a:r>
              <a:rPr dirty="0" sz="900" spc="-6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1B1F3A"/>
                </a:solidFill>
                <a:latin typeface="Tahoma"/>
                <a:cs typeface="Tahoma"/>
              </a:rPr>
              <a:t>tab</a:t>
            </a:r>
            <a:r>
              <a:rPr dirty="0" sz="900" spc="-5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20">
                <a:solidFill>
                  <a:srgbClr val="1B1F3A"/>
                </a:solidFill>
                <a:latin typeface="Tahoma"/>
                <a:cs typeface="Tahoma"/>
              </a:rPr>
              <a:t>visible</a:t>
            </a:r>
            <a:r>
              <a:rPr dirty="0" sz="900" spc="-5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1B1F3A"/>
                </a:solidFill>
                <a:latin typeface="Tahoma"/>
                <a:cs typeface="Tahoma"/>
              </a:rPr>
              <a:t>at</a:t>
            </a:r>
            <a:r>
              <a:rPr dirty="0" sz="900" spc="-6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1B1F3A"/>
                </a:solidFill>
                <a:latin typeface="Tahoma"/>
                <a:cs typeface="Tahoma"/>
              </a:rPr>
              <a:t>a</a:t>
            </a:r>
            <a:r>
              <a:rPr dirty="0" sz="900" spc="-5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20">
                <a:solidFill>
                  <a:srgbClr val="1B1F3A"/>
                </a:solidFill>
                <a:latin typeface="Tahoma"/>
                <a:cs typeface="Tahoma"/>
              </a:rPr>
              <a:t>time.</a:t>
            </a:r>
            <a:endParaRPr sz="900">
              <a:latin typeface="Tahoma"/>
              <a:cs typeface="Tahoma"/>
            </a:endParaRPr>
          </a:p>
        </p:txBody>
      </p:sp>
      <p:sp>
        <p:nvSpPr>
          <p:cNvPr id="52" name="object 5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pc="-45"/>
              <a:t>D</a:t>
            </a:r>
            <a:r>
              <a:rPr dirty="0" spc="-65"/>
              <a:t> </a:t>
            </a:r>
            <a:r>
              <a:rPr dirty="0"/>
              <a:t>AY</a:t>
            </a:r>
            <a:r>
              <a:rPr dirty="0" spc="240"/>
              <a:t> </a:t>
            </a:r>
            <a:r>
              <a:rPr dirty="0" spc="-65"/>
              <a:t>0</a:t>
            </a:r>
            <a:r>
              <a:rPr dirty="0" spc="-45"/>
              <a:t> </a:t>
            </a:r>
            <a:r>
              <a:rPr dirty="0"/>
              <a:t>5</a:t>
            </a:r>
            <a:r>
              <a:rPr dirty="0" spc="265"/>
              <a:t> </a:t>
            </a:r>
            <a:r>
              <a:rPr dirty="0"/>
              <a:t>·</a:t>
            </a:r>
            <a:r>
              <a:rPr dirty="0" spc="260"/>
              <a:t> </a:t>
            </a:r>
            <a:r>
              <a:rPr dirty="0" spc="-40"/>
              <a:t>W</a:t>
            </a:r>
            <a:r>
              <a:rPr dirty="0" spc="-45"/>
              <a:t> </a:t>
            </a:r>
            <a:r>
              <a:rPr dirty="0" spc="-65"/>
              <a:t>I</a:t>
            </a:r>
            <a:r>
              <a:rPr dirty="0" spc="-45"/>
              <a:t> D </a:t>
            </a:r>
            <a:r>
              <a:rPr dirty="0"/>
              <a:t>G</a:t>
            </a:r>
            <a:r>
              <a:rPr dirty="0" spc="-45"/>
              <a:t> </a:t>
            </a:r>
            <a:r>
              <a:rPr dirty="0" spc="-70"/>
              <a:t>E</a:t>
            </a:r>
            <a:r>
              <a:rPr dirty="0" spc="-45"/>
              <a:t> </a:t>
            </a:r>
            <a:r>
              <a:rPr dirty="0" spc="-114"/>
              <a:t>T</a:t>
            </a:r>
            <a:r>
              <a:rPr dirty="0" spc="-50"/>
              <a:t> </a:t>
            </a:r>
            <a:r>
              <a:rPr dirty="0"/>
              <a:t>S</a:t>
            </a:r>
            <a:r>
              <a:rPr dirty="0" spc="265"/>
              <a:t> </a:t>
            </a:r>
            <a:r>
              <a:rPr dirty="0"/>
              <a:t>&amp;</a:t>
            </a:r>
            <a:r>
              <a:rPr dirty="0" spc="265"/>
              <a:t> </a:t>
            </a:r>
            <a:r>
              <a:rPr dirty="0" spc="-100"/>
              <a:t>L</a:t>
            </a:r>
            <a:r>
              <a:rPr dirty="0" spc="-45"/>
              <a:t> </a:t>
            </a:r>
            <a:r>
              <a:rPr dirty="0" spc="-20"/>
              <a:t>AY</a:t>
            </a:r>
            <a:r>
              <a:rPr dirty="0" spc="-80"/>
              <a:t> </a:t>
            </a:r>
            <a:r>
              <a:rPr dirty="0" spc="-10"/>
              <a:t>O</a:t>
            </a:r>
            <a:r>
              <a:rPr dirty="0" spc="-45"/>
              <a:t> </a:t>
            </a:r>
            <a:r>
              <a:rPr dirty="0"/>
              <a:t>U</a:t>
            </a:r>
            <a:r>
              <a:rPr dirty="0" spc="-45"/>
              <a:t> </a:t>
            </a:r>
            <a:r>
              <a:rPr dirty="0" spc="-50"/>
              <a:t>T</a:t>
            </a:r>
          </a:p>
        </p:txBody>
      </p:sp>
      <p:sp>
        <p:nvSpPr>
          <p:cNvPr id="53" name="object 53"/>
          <p:cNvSpPr txBox="1"/>
          <p:nvPr/>
        </p:nvSpPr>
        <p:spPr>
          <a:xfrm>
            <a:off x="11075887" y="6431213"/>
            <a:ext cx="426720" cy="153670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z="800" spc="-30">
                <a:solidFill>
                  <a:srgbClr val="797E94"/>
                </a:solidFill>
                <a:latin typeface="Tahoma"/>
                <a:cs typeface="Tahoma"/>
              </a:rPr>
              <a:t>0</a:t>
            </a:r>
            <a:r>
              <a:rPr dirty="0" sz="800" spc="-120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>
                <a:solidFill>
                  <a:srgbClr val="797E94"/>
                </a:solidFill>
                <a:latin typeface="Tahoma"/>
                <a:cs typeface="Tahoma"/>
              </a:rPr>
              <a:t>8</a:t>
            </a:r>
            <a:r>
              <a:rPr dirty="0" sz="800" spc="204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>
                <a:solidFill>
                  <a:srgbClr val="797E94"/>
                </a:solidFill>
                <a:latin typeface="Tahoma"/>
                <a:cs typeface="Tahoma"/>
              </a:rPr>
              <a:t>/</a:t>
            </a:r>
            <a:r>
              <a:rPr dirty="0" sz="800" spc="204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30">
                <a:solidFill>
                  <a:srgbClr val="797E94"/>
                </a:solidFill>
                <a:latin typeface="Tahoma"/>
                <a:cs typeface="Tahoma"/>
              </a:rPr>
              <a:t>1</a:t>
            </a:r>
            <a:r>
              <a:rPr dirty="0" sz="800" spc="-120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60">
                <a:solidFill>
                  <a:srgbClr val="797E94"/>
                </a:solidFill>
                <a:latin typeface="Tahoma"/>
                <a:cs typeface="Tahoma"/>
              </a:rPr>
              <a:t>5</a:t>
            </a:r>
            <a:endParaRPr sz="800">
              <a:latin typeface="Tahoma"/>
              <a:cs typeface="Tahoma"/>
            </a:endParaRPr>
          </a:p>
        </p:txBody>
      </p:sp>
      <p:graphicFrame>
        <p:nvGraphicFramePr>
          <p:cNvPr id="51" name="object 51"/>
          <p:cNvGraphicFramePr>
            <a:graphicFrameLocks noGrp="1"/>
          </p:cNvGraphicFramePr>
          <p:nvPr/>
        </p:nvGraphicFramePr>
        <p:xfrm>
          <a:off x="990599" y="4848224"/>
          <a:ext cx="4778375" cy="660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7195"/>
                <a:gridCol w="40640"/>
                <a:gridCol w="437514"/>
                <a:gridCol w="608965"/>
                <a:gridCol w="3178175"/>
              </a:tblGrid>
              <a:tr h="260985"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800" spc="-10" b="1">
                          <a:solidFill>
                            <a:srgbClr val="293283"/>
                          </a:solidFill>
                          <a:latin typeface="Cambria"/>
                          <a:cs typeface="Cambria"/>
                        </a:rPr>
                        <a:t>Input</a:t>
                      </a:r>
                      <a:endParaRPr sz="800">
                        <a:latin typeface="Cambria"/>
                        <a:cs typeface="Cambria"/>
                      </a:endParaRPr>
                    </a:p>
                  </a:txBody>
                  <a:tcPr marL="0" marR="0" marB="0" marT="49530">
                    <a:lnL w="28575">
                      <a:solidFill>
                        <a:srgbClr val="E7E9F5"/>
                      </a:solidFill>
                      <a:prstDash val="solid"/>
                    </a:lnL>
                    <a:lnR w="28575">
                      <a:solidFill>
                        <a:srgbClr val="E7E9F5"/>
                      </a:solidFill>
                      <a:prstDash val="solid"/>
                    </a:lnR>
                    <a:lnT w="28575">
                      <a:solidFill>
                        <a:srgbClr val="E7E9F5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E7E9F5"/>
                      </a:solidFill>
                      <a:prstDash val="solid"/>
                    </a:lnL>
                    <a:lnR w="28575">
                      <a:solidFill>
                        <a:srgbClr val="E4DED0"/>
                      </a:solidFill>
                      <a:prstDash val="solid"/>
                    </a:lnR>
                    <a:lnT w="19050">
                      <a:solidFill>
                        <a:srgbClr val="293283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800" spc="-10">
                          <a:solidFill>
                            <a:srgbClr val="797E94"/>
                          </a:solidFill>
                          <a:latin typeface="Tahoma"/>
                          <a:cs typeface="Tahoma"/>
                        </a:rPr>
                        <a:t>Chart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B="0" marT="49530">
                    <a:lnL w="28575">
                      <a:solidFill>
                        <a:srgbClr val="E4DED0"/>
                      </a:solidFill>
                      <a:prstDash val="solid"/>
                    </a:lnL>
                    <a:lnR w="28575">
                      <a:solidFill>
                        <a:srgbClr val="E4DED0"/>
                      </a:solidFill>
                      <a:prstDash val="solid"/>
                    </a:lnR>
                    <a:lnT w="28575">
                      <a:solidFill>
                        <a:srgbClr val="E4DED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800" spc="-50">
                          <a:solidFill>
                            <a:srgbClr val="797E94"/>
                          </a:solidFill>
                          <a:latin typeface="Tahoma"/>
                          <a:cs typeface="Tahoma"/>
                        </a:rPr>
                        <a:t>Raw</a:t>
                      </a:r>
                      <a:r>
                        <a:rPr dirty="0" sz="800" spc="-60">
                          <a:solidFill>
                            <a:srgbClr val="797E9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-20">
                          <a:solidFill>
                            <a:srgbClr val="797E94"/>
                          </a:solidFill>
                          <a:latin typeface="Tahoma"/>
                          <a:cs typeface="Tahoma"/>
                        </a:rPr>
                        <a:t>Data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B="0" marT="49530">
                    <a:lnL w="28575">
                      <a:solidFill>
                        <a:srgbClr val="E4DED0"/>
                      </a:solidFill>
                      <a:prstDash val="solid"/>
                    </a:lnL>
                    <a:lnR w="28575">
                      <a:solidFill>
                        <a:srgbClr val="E4DED0"/>
                      </a:solidFill>
                      <a:prstDash val="solid"/>
                    </a:lnR>
                    <a:lnT w="28575">
                      <a:solidFill>
                        <a:srgbClr val="E4DED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E4DED0"/>
                      </a:solidFill>
                      <a:prstDash val="solid"/>
                    </a:lnL>
                  </a:tcPr>
                </a:tc>
              </a:tr>
              <a:tr h="399415"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03505">
                        <a:lnSpc>
                          <a:spcPct val="100000"/>
                        </a:lnSpc>
                      </a:pPr>
                      <a:r>
                        <a:rPr dirty="0" baseline="3472" sz="1200" b="1">
                          <a:solidFill>
                            <a:srgbClr val="1B1F3A"/>
                          </a:solidFill>
                          <a:latin typeface="Cambria"/>
                          <a:cs typeface="Cambria"/>
                        </a:rPr>
                        <a:t>Name</a:t>
                      </a:r>
                      <a:r>
                        <a:rPr dirty="0" baseline="3472" sz="1200" spc="375" b="1">
                          <a:solidFill>
                            <a:srgbClr val="1B1F3A"/>
                          </a:solidFill>
                          <a:latin typeface="Cambria"/>
                          <a:cs typeface="Cambria"/>
                        </a:rPr>
                        <a:t>  </a:t>
                      </a:r>
                      <a:r>
                        <a:rPr dirty="0" sz="750" spc="-10">
                          <a:solidFill>
                            <a:srgbClr val="1B1F3A"/>
                          </a:solidFill>
                          <a:latin typeface="Tahoma"/>
                          <a:cs typeface="Tahoma"/>
                        </a:rPr>
                        <a:t>Aarav</a:t>
                      </a:r>
                      <a:endParaRPr sz="750">
                        <a:latin typeface="Tahoma"/>
                        <a:cs typeface="Tahoma"/>
                      </a:endParaRPr>
                    </a:p>
                  </a:txBody>
                  <a:tcPr marL="0" marR="0" marB="0" marT="22225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25500" y="530225"/>
            <a:ext cx="268478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20" b="1">
                <a:solidFill>
                  <a:srgbClr val="FF6A5B"/>
                </a:solidFill>
                <a:latin typeface="Cambria"/>
                <a:cs typeface="Cambria"/>
              </a:rPr>
              <a:t>L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30" b="1">
                <a:solidFill>
                  <a:srgbClr val="FF6A5B"/>
                </a:solidFill>
                <a:latin typeface="Cambria"/>
                <a:cs typeface="Cambria"/>
              </a:rPr>
              <a:t>AY</a:t>
            </a:r>
            <a:r>
              <a:rPr dirty="0" sz="900" spc="-7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20" b="1">
                <a:solidFill>
                  <a:srgbClr val="FF6A5B"/>
                </a:solidFill>
                <a:latin typeface="Cambria"/>
                <a:cs typeface="Cambria"/>
              </a:rPr>
              <a:t>O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U </a:t>
            </a:r>
            <a:r>
              <a:rPr dirty="0" sz="900" b="1">
                <a:solidFill>
                  <a:srgbClr val="FF6A5B"/>
                </a:solidFill>
                <a:latin typeface="Cambria"/>
                <a:cs typeface="Cambria"/>
              </a:rPr>
              <a:t>T</a:t>
            </a:r>
            <a:r>
              <a:rPr dirty="0" sz="900" spc="1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80" b="1">
                <a:solidFill>
                  <a:srgbClr val="FF6A5B"/>
                </a:solidFill>
                <a:latin typeface="Cambria"/>
                <a:cs typeface="Cambria"/>
              </a:rPr>
              <a:t>P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105" b="1">
                <a:solidFill>
                  <a:srgbClr val="FF6A5B"/>
                </a:solidFill>
                <a:latin typeface="Cambria"/>
                <a:cs typeface="Cambria"/>
              </a:rPr>
              <a:t>R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75" b="1">
                <a:solidFill>
                  <a:srgbClr val="FF6A5B"/>
                </a:solidFill>
                <a:latin typeface="Cambria"/>
                <a:cs typeface="Cambria"/>
              </a:rPr>
              <a:t>I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b="1">
                <a:solidFill>
                  <a:srgbClr val="FF6A5B"/>
                </a:solidFill>
                <a:latin typeface="Cambria"/>
                <a:cs typeface="Cambria"/>
              </a:rPr>
              <a:t>M</a:t>
            </a:r>
            <a:r>
              <a:rPr dirty="0" sz="900" spc="-5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75" b="1">
                <a:solidFill>
                  <a:srgbClr val="FF6A5B"/>
                </a:solidFill>
                <a:latin typeface="Cambria"/>
                <a:cs typeface="Cambria"/>
              </a:rPr>
              <a:t>I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140" b="1">
                <a:solidFill>
                  <a:srgbClr val="FF6A5B"/>
                </a:solidFill>
                <a:latin typeface="Cambria"/>
                <a:cs typeface="Cambria"/>
              </a:rPr>
              <a:t>T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75" b="1">
                <a:solidFill>
                  <a:srgbClr val="FF6A5B"/>
                </a:solidFill>
                <a:latin typeface="Cambria"/>
                <a:cs typeface="Cambria"/>
              </a:rPr>
              <a:t>I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55" b="1">
                <a:solidFill>
                  <a:srgbClr val="FF6A5B"/>
                </a:solidFill>
                <a:latin typeface="Cambria"/>
                <a:cs typeface="Cambria"/>
              </a:rPr>
              <a:t>V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b="1">
                <a:solidFill>
                  <a:srgbClr val="FF6A5B"/>
                </a:solidFill>
                <a:latin typeface="Cambria"/>
                <a:cs typeface="Cambria"/>
              </a:rPr>
              <a:t>E</a:t>
            </a:r>
            <a:r>
              <a:rPr dirty="0" sz="900" spc="295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95" b="1">
                <a:solidFill>
                  <a:srgbClr val="FF6A5B"/>
                </a:solidFill>
                <a:latin typeface="Cambria"/>
                <a:cs typeface="Cambria"/>
              </a:rPr>
              <a:t>0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b="1">
                <a:solidFill>
                  <a:srgbClr val="FF6A5B"/>
                </a:solidFill>
                <a:latin typeface="Cambria"/>
                <a:cs typeface="Cambria"/>
              </a:rPr>
              <a:t>5</a:t>
            </a:r>
            <a:r>
              <a:rPr dirty="0" sz="900" spc="305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20" b="1">
                <a:solidFill>
                  <a:srgbClr val="FF6A5B"/>
                </a:solidFill>
                <a:latin typeface="Cambria"/>
                <a:cs typeface="Cambria"/>
              </a:rPr>
              <a:t>O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b="1">
                <a:solidFill>
                  <a:srgbClr val="FF6A5B"/>
                </a:solidFill>
                <a:latin typeface="Cambria"/>
                <a:cs typeface="Cambria"/>
              </a:rPr>
              <a:t>F</a:t>
            </a:r>
            <a:r>
              <a:rPr dirty="0" sz="900" spc="305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95" b="1">
                <a:solidFill>
                  <a:srgbClr val="FF6A5B"/>
                </a:solidFill>
                <a:latin typeface="Cambria"/>
                <a:cs typeface="Cambria"/>
              </a:rPr>
              <a:t>0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b="1">
                <a:solidFill>
                  <a:srgbClr val="FF6A5B"/>
                </a:solidFill>
                <a:latin typeface="Cambria"/>
                <a:cs typeface="Cambria"/>
              </a:rPr>
              <a:t>5</a:t>
            </a:r>
            <a:r>
              <a:rPr dirty="0" sz="900" spc="30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b="1">
                <a:solidFill>
                  <a:srgbClr val="FF6A5B"/>
                </a:solidFill>
                <a:latin typeface="Cambria"/>
                <a:cs typeface="Cambria"/>
              </a:rPr>
              <a:t>·</a:t>
            </a:r>
            <a:r>
              <a:rPr dirty="0" sz="900" spc="305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85" b="1">
                <a:solidFill>
                  <a:srgbClr val="FF6A5B"/>
                </a:solidFill>
                <a:latin typeface="Cambria"/>
                <a:cs typeface="Cambria"/>
              </a:rPr>
              <a:t>D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95" b="1">
                <a:solidFill>
                  <a:srgbClr val="FF6A5B"/>
                </a:solidFill>
                <a:latin typeface="Cambria"/>
                <a:cs typeface="Cambria"/>
              </a:rPr>
              <a:t>E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95" b="1">
                <a:solidFill>
                  <a:srgbClr val="FF6A5B"/>
                </a:solidFill>
                <a:latin typeface="Cambria"/>
                <a:cs typeface="Cambria"/>
              </a:rPr>
              <a:t>E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80" b="1">
                <a:solidFill>
                  <a:srgbClr val="FF6A5B"/>
                </a:solidFill>
                <a:latin typeface="Cambria"/>
                <a:cs typeface="Cambria"/>
              </a:rPr>
              <a:t>P</a:t>
            </a:r>
            <a:r>
              <a:rPr dirty="0" sz="900" spc="-6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35" b="1">
                <a:solidFill>
                  <a:srgbClr val="FF6A5B"/>
                </a:solidFill>
                <a:latin typeface="Cambria"/>
                <a:cs typeface="Cambria"/>
              </a:rPr>
              <a:t>-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85" b="1">
                <a:solidFill>
                  <a:srgbClr val="FF6A5B"/>
                </a:solidFill>
                <a:latin typeface="Cambria"/>
                <a:cs typeface="Cambria"/>
              </a:rPr>
              <a:t>D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75" b="1">
                <a:solidFill>
                  <a:srgbClr val="FF6A5B"/>
                </a:solidFill>
                <a:latin typeface="Cambria"/>
                <a:cs typeface="Cambria"/>
              </a:rPr>
              <a:t>I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55" b="1">
                <a:solidFill>
                  <a:srgbClr val="FF6A5B"/>
                </a:solidFill>
                <a:latin typeface="Cambria"/>
                <a:cs typeface="Cambria"/>
              </a:rPr>
              <a:t>V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50" b="1">
                <a:solidFill>
                  <a:srgbClr val="FF6A5B"/>
                </a:solidFill>
                <a:latin typeface="Cambria"/>
                <a:cs typeface="Cambria"/>
              </a:rPr>
              <a:t>E</a:t>
            </a:r>
            <a:endParaRPr sz="9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617521" y="530225"/>
            <a:ext cx="188087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85" b="1">
                <a:solidFill>
                  <a:srgbClr val="797E94"/>
                </a:solidFill>
                <a:latin typeface="Cambria"/>
                <a:cs typeface="Cambria"/>
              </a:rPr>
              <a:t>D</a:t>
            </a:r>
            <a:r>
              <a:rPr dirty="0" sz="900" spc="-60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900" b="1">
                <a:solidFill>
                  <a:srgbClr val="797E94"/>
                </a:solidFill>
                <a:latin typeface="Cambria"/>
                <a:cs typeface="Cambria"/>
              </a:rPr>
              <a:t>AY</a:t>
            </a:r>
            <a:r>
              <a:rPr dirty="0" sz="900" spc="250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900" spc="-95" b="1">
                <a:solidFill>
                  <a:srgbClr val="797E94"/>
                </a:solidFill>
                <a:latin typeface="Cambria"/>
                <a:cs typeface="Cambria"/>
              </a:rPr>
              <a:t>0</a:t>
            </a:r>
            <a:r>
              <a:rPr dirty="0" sz="900" spc="-40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900" b="1">
                <a:solidFill>
                  <a:srgbClr val="797E94"/>
                </a:solidFill>
                <a:latin typeface="Cambria"/>
                <a:cs typeface="Cambria"/>
              </a:rPr>
              <a:t>5</a:t>
            </a:r>
            <a:r>
              <a:rPr dirty="0" sz="900" spc="315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900" b="1">
                <a:solidFill>
                  <a:srgbClr val="797E94"/>
                </a:solidFill>
                <a:latin typeface="Cambria"/>
                <a:cs typeface="Cambria"/>
              </a:rPr>
              <a:t>·</a:t>
            </a:r>
            <a:r>
              <a:rPr dirty="0" sz="900" spc="310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900" spc="-60" b="1">
                <a:solidFill>
                  <a:srgbClr val="797E94"/>
                </a:solidFill>
                <a:latin typeface="Cambria"/>
                <a:cs typeface="Cambria"/>
              </a:rPr>
              <a:t>W</a:t>
            </a:r>
            <a:r>
              <a:rPr dirty="0" sz="900" spc="-40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900" spc="-75" b="1">
                <a:solidFill>
                  <a:srgbClr val="797E94"/>
                </a:solidFill>
                <a:latin typeface="Cambria"/>
                <a:cs typeface="Cambria"/>
              </a:rPr>
              <a:t>I</a:t>
            </a:r>
            <a:r>
              <a:rPr dirty="0" sz="900" spc="-40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900" spc="-85" b="1">
                <a:solidFill>
                  <a:srgbClr val="797E94"/>
                </a:solidFill>
                <a:latin typeface="Cambria"/>
                <a:cs typeface="Cambria"/>
              </a:rPr>
              <a:t>D</a:t>
            </a:r>
            <a:r>
              <a:rPr dirty="0" sz="900" spc="-40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900" spc="-20" b="1">
                <a:solidFill>
                  <a:srgbClr val="797E94"/>
                </a:solidFill>
                <a:latin typeface="Cambria"/>
                <a:cs typeface="Cambria"/>
              </a:rPr>
              <a:t>G</a:t>
            </a:r>
            <a:r>
              <a:rPr dirty="0" sz="900" spc="-40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900" spc="-95" b="1">
                <a:solidFill>
                  <a:srgbClr val="797E94"/>
                </a:solidFill>
                <a:latin typeface="Cambria"/>
                <a:cs typeface="Cambria"/>
              </a:rPr>
              <a:t>E</a:t>
            </a:r>
            <a:r>
              <a:rPr dirty="0" sz="900" spc="-40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900" spc="-135" b="1">
                <a:solidFill>
                  <a:srgbClr val="797E94"/>
                </a:solidFill>
                <a:latin typeface="Cambria"/>
                <a:cs typeface="Cambria"/>
              </a:rPr>
              <a:t>T</a:t>
            </a:r>
            <a:r>
              <a:rPr dirty="0" sz="900" spc="-45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900" b="1">
                <a:solidFill>
                  <a:srgbClr val="797E94"/>
                </a:solidFill>
                <a:latin typeface="Cambria"/>
                <a:cs typeface="Cambria"/>
              </a:rPr>
              <a:t>S</a:t>
            </a:r>
            <a:r>
              <a:rPr dirty="0" sz="900" spc="315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900" b="1">
                <a:solidFill>
                  <a:srgbClr val="797E94"/>
                </a:solidFill>
                <a:latin typeface="Cambria"/>
                <a:cs typeface="Cambria"/>
              </a:rPr>
              <a:t>&amp;</a:t>
            </a:r>
            <a:r>
              <a:rPr dirty="0" sz="900" spc="315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900" spc="-120" b="1">
                <a:solidFill>
                  <a:srgbClr val="797E94"/>
                </a:solidFill>
                <a:latin typeface="Cambria"/>
                <a:cs typeface="Cambria"/>
              </a:rPr>
              <a:t>L</a:t>
            </a:r>
            <a:r>
              <a:rPr dirty="0" sz="900" spc="-40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900" spc="-30" b="1">
                <a:solidFill>
                  <a:srgbClr val="797E94"/>
                </a:solidFill>
                <a:latin typeface="Cambria"/>
                <a:cs typeface="Cambria"/>
              </a:rPr>
              <a:t>AY</a:t>
            </a:r>
            <a:r>
              <a:rPr dirty="0" sz="900" spc="-70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900" spc="-20" b="1">
                <a:solidFill>
                  <a:srgbClr val="797E94"/>
                </a:solidFill>
                <a:latin typeface="Cambria"/>
                <a:cs typeface="Cambria"/>
              </a:rPr>
              <a:t>O</a:t>
            </a:r>
            <a:r>
              <a:rPr dirty="0" sz="900" spc="-40" b="1">
                <a:solidFill>
                  <a:srgbClr val="797E94"/>
                </a:solidFill>
                <a:latin typeface="Cambria"/>
                <a:cs typeface="Cambria"/>
              </a:rPr>
              <a:t> U </a:t>
            </a:r>
            <a:r>
              <a:rPr dirty="0" sz="900" spc="-50" b="1">
                <a:solidFill>
                  <a:srgbClr val="797E94"/>
                </a:solidFill>
                <a:latin typeface="Cambria"/>
                <a:cs typeface="Cambria"/>
              </a:rPr>
              <a:t>T</a:t>
            </a:r>
            <a:endParaRPr sz="900">
              <a:latin typeface="Cambria"/>
              <a:cs typeface="Cambria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673099" y="787400"/>
            <a:ext cx="7804784" cy="345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135">
                <a:solidFill>
                  <a:srgbClr val="FF6A5B"/>
                </a:solidFill>
              </a:rPr>
              <a:t>st.container</a:t>
            </a:r>
            <a:r>
              <a:rPr dirty="0" sz="2100" spc="-30">
                <a:solidFill>
                  <a:srgbClr val="FF6A5B"/>
                </a:solidFill>
              </a:rPr>
              <a:t> </a:t>
            </a:r>
            <a:r>
              <a:rPr dirty="0" sz="2100" spc="-220"/>
              <a:t>+</a:t>
            </a:r>
            <a:r>
              <a:rPr dirty="0" sz="2100" spc="-20"/>
              <a:t> </a:t>
            </a:r>
            <a:r>
              <a:rPr dirty="0" sz="2100" spc="-110">
                <a:solidFill>
                  <a:srgbClr val="FF6A5B"/>
                </a:solidFill>
              </a:rPr>
              <a:t>st.empty</a:t>
            </a:r>
            <a:r>
              <a:rPr dirty="0" sz="2100" spc="-25">
                <a:solidFill>
                  <a:srgbClr val="FF6A5B"/>
                </a:solidFill>
              </a:rPr>
              <a:t> </a:t>
            </a:r>
            <a:r>
              <a:rPr dirty="0" sz="2100" spc="-210"/>
              <a:t>—</a:t>
            </a:r>
            <a:r>
              <a:rPr dirty="0" sz="2100" spc="-25"/>
              <a:t> </a:t>
            </a:r>
            <a:r>
              <a:rPr dirty="0" sz="2100" spc="-160"/>
              <a:t>insert</a:t>
            </a:r>
            <a:r>
              <a:rPr dirty="0" sz="2100" spc="-30"/>
              <a:t> </a:t>
            </a:r>
            <a:r>
              <a:rPr dirty="0" sz="2100" spc="-135"/>
              <a:t>content</a:t>
            </a:r>
            <a:r>
              <a:rPr dirty="0" sz="2100" spc="-25"/>
              <a:t> </a:t>
            </a:r>
            <a:r>
              <a:rPr dirty="0" sz="2100" spc="-160"/>
              <a:t>where</a:t>
            </a:r>
            <a:r>
              <a:rPr dirty="0" sz="2100" spc="-30"/>
              <a:t> </a:t>
            </a:r>
            <a:r>
              <a:rPr dirty="0" sz="2100" spc="-145"/>
              <a:t>you</a:t>
            </a:r>
            <a:r>
              <a:rPr dirty="0" sz="2100" spc="-25"/>
              <a:t> </a:t>
            </a:r>
            <a:r>
              <a:rPr dirty="0" sz="2100" spc="-110"/>
              <a:t>want,</a:t>
            </a:r>
            <a:r>
              <a:rPr dirty="0" sz="2100" spc="-30"/>
              <a:t> </a:t>
            </a:r>
            <a:r>
              <a:rPr dirty="0" sz="2100" spc="-135"/>
              <a:t>update</a:t>
            </a:r>
            <a:r>
              <a:rPr dirty="0" sz="2100" spc="-25"/>
              <a:t> </a:t>
            </a:r>
            <a:r>
              <a:rPr dirty="0" sz="2100" spc="-120"/>
              <a:t>it</a:t>
            </a:r>
            <a:r>
              <a:rPr dirty="0" sz="2100" spc="-30"/>
              <a:t> </a:t>
            </a:r>
            <a:r>
              <a:rPr dirty="0" sz="2100" spc="-80"/>
              <a:t>later.</a:t>
            </a:r>
            <a:endParaRPr sz="2100"/>
          </a:p>
        </p:txBody>
      </p:sp>
      <p:sp>
        <p:nvSpPr>
          <p:cNvPr id="5" name="object 5"/>
          <p:cNvSpPr txBox="1"/>
          <p:nvPr/>
        </p:nvSpPr>
        <p:spPr>
          <a:xfrm>
            <a:off x="673099" y="1182687"/>
            <a:ext cx="8388985" cy="1797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000" spc="-60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100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00" spc="-50">
                <a:solidFill>
                  <a:srgbClr val="4A4E6A"/>
                </a:solidFill>
                <a:latin typeface="Tahoma"/>
                <a:cs typeface="Tahoma"/>
              </a:rPr>
              <a:t>advanced</a:t>
            </a:r>
            <a:r>
              <a:rPr dirty="0" sz="100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00" spc="-35">
                <a:solidFill>
                  <a:srgbClr val="4A4E6A"/>
                </a:solidFill>
                <a:latin typeface="Tahoma"/>
                <a:cs typeface="Tahoma"/>
              </a:rPr>
              <a:t>primitives.</a:t>
            </a:r>
            <a:r>
              <a:rPr dirty="0" sz="100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4A4E6A"/>
                </a:solidFill>
                <a:latin typeface="Tahoma"/>
                <a:cs typeface="Tahoma"/>
              </a:rPr>
              <a:t>Most</a:t>
            </a:r>
            <a:r>
              <a:rPr dirty="0" sz="100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00" spc="-50">
                <a:solidFill>
                  <a:srgbClr val="4A4E6A"/>
                </a:solidFill>
                <a:latin typeface="Tahoma"/>
                <a:cs typeface="Tahoma"/>
              </a:rPr>
              <a:t>apps</a:t>
            </a:r>
            <a:r>
              <a:rPr dirty="0" sz="100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00" spc="-25">
                <a:solidFill>
                  <a:srgbClr val="4A4E6A"/>
                </a:solidFill>
                <a:latin typeface="Tahoma"/>
                <a:cs typeface="Tahoma"/>
              </a:rPr>
              <a:t>won't</a:t>
            </a:r>
            <a:r>
              <a:rPr dirty="0" sz="100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00" spc="-40">
                <a:solidFill>
                  <a:srgbClr val="4A4E6A"/>
                </a:solidFill>
                <a:latin typeface="Tahoma"/>
                <a:cs typeface="Tahoma"/>
              </a:rPr>
              <a:t>need</a:t>
            </a:r>
            <a:r>
              <a:rPr dirty="0" sz="100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00" spc="-45">
                <a:solidFill>
                  <a:srgbClr val="4A4E6A"/>
                </a:solidFill>
                <a:latin typeface="Tahoma"/>
                <a:cs typeface="Tahoma"/>
              </a:rPr>
              <a:t>these</a:t>
            </a:r>
            <a:r>
              <a:rPr dirty="0" sz="100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00" spc="-30">
                <a:solidFill>
                  <a:srgbClr val="4A4E6A"/>
                </a:solidFill>
                <a:latin typeface="Tahoma"/>
                <a:cs typeface="Tahoma"/>
              </a:rPr>
              <a:t>on</a:t>
            </a:r>
            <a:r>
              <a:rPr dirty="0" sz="1000" spc="-70">
                <a:solidFill>
                  <a:srgbClr val="4A4E6A"/>
                </a:solidFill>
                <a:latin typeface="Tahoma"/>
                <a:cs typeface="Tahoma"/>
              </a:rPr>
              <a:t> Day </a:t>
            </a:r>
            <a:r>
              <a:rPr dirty="0" sz="1000" spc="-55">
                <a:solidFill>
                  <a:srgbClr val="4A4E6A"/>
                </a:solidFill>
                <a:latin typeface="Tahoma"/>
                <a:cs typeface="Tahoma"/>
              </a:rPr>
              <a:t>5,</a:t>
            </a:r>
            <a:r>
              <a:rPr dirty="0" sz="100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00" spc="-35">
                <a:solidFill>
                  <a:srgbClr val="4A4E6A"/>
                </a:solidFill>
                <a:latin typeface="Tahoma"/>
                <a:cs typeface="Tahoma"/>
              </a:rPr>
              <a:t>but</a:t>
            </a:r>
            <a:r>
              <a:rPr dirty="0" sz="100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00" spc="-20">
                <a:solidFill>
                  <a:srgbClr val="4A4E6A"/>
                </a:solidFill>
                <a:latin typeface="Tahoma"/>
                <a:cs typeface="Tahoma"/>
              </a:rPr>
              <a:t>you'll</a:t>
            </a:r>
            <a:r>
              <a:rPr dirty="0" sz="100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00" spc="-50">
                <a:solidFill>
                  <a:srgbClr val="4A4E6A"/>
                </a:solidFill>
                <a:latin typeface="Tahoma"/>
                <a:cs typeface="Tahoma"/>
              </a:rPr>
              <a:t>see</a:t>
            </a:r>
            <a:r>
              <a:rPr dirty="0" sz="100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00" spc="-40">
                <a:solidFill>
                  <a:srgbClr val="4A4E6A"/>
                </a:solidFill>
                <a:latin typeface="Tahoma"/>
                <a:cs typeface="Tahoma"/>
              </a:rPr>
              <a:t>them</a:t>
            </a:r>
            <a:r>
              <a:rPr dirty="0" sz="100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00" spc="-25">
                <a:solidFill>
                  <a:srgbClr val="4A4E6A"/>
                </a:solidFill>
                <a:latin typeface="Tahoma"/>
                <a:cs typeface="Tahoma"/>
              </a:rPr>
              <a:t>in</a:t>
            </a:r>
            <a:r>
              <a:rPr dirty="0" sz="100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00" spc="-50">
                <a:solidFill>
                  <a:srgbClr val="4A4E6A"/>
                </a:solidFill>
                <a:latin typeface="Tahoma"/>
                <a:cs typeface="Tahoma"/>
              </a:rPr>
              <a:t>every</a:t>
            </a:r>
            <a:r>
              <a:rPr dirty="0" sz="100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00" spc="-40">
                <a:solidFill>
                  <a:srgbClr val="4A4E6A"/>
                </a:solidFill>
                <a:latin typeface="Tahoma"/>
                <a:cs typeface="Tahoma"/>
              </a:rPr>
              <a:t>chatbot,</a:t>
            </a:r>
            <a:r>
              <a:rPr dirty="0" sz="100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00" spc="-50">
                <a:solidFill>
                  <a:srgbClr val="4A4E6A"/>
                </a:solidFill>
                <a:latin typeface="Tahoma"/>
                <a:cs typeface="Tahoma"/>
              </a:rPr>
              <a:t>progress</a:t>
            </a:r>
            <a:r>
              <a:rPr dirty="0" sz="100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00" spc="-65">
                <a:solidFill>
                  <a:srgbClr val="4A4E6A"/>
                </a:solidFill>
                <a:latin typeface="Tahoma"/>
                <a:cs typeface="Tahoma"/>
              </a:rPr>
              <a:t>bar,</a:t>
            </a:r>
            <a:r>
              <a:rPr dirty="0" sz="100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00" spc="-45">
                <a:solidFill>
                  <a:srgbClr val="4A4E6A"/>
                </a:solidFill>
                <a:latin typeface="Tahoma"/>
                <a:cs typeface="Tahoma"/>
              </a:rPr>
              <a:t>and</a:t>
            </a:r>
            <a:r>
              <a:rPr dirty="0" sz="100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00" spc="-50">
                <a:solidFill>
                  <a:srgbClr val="4A4E6A"/>
                </a:solidFill>
                <a:latin typeface="Tahoma"/>
                <a:cs typeface="Tahoma"/>
              </a:rPr>
              <a:t>streaming-</a:t>
            </a:r>
            <a:r>
              <a:rPr dirty="0" sz="1000" spc="-30">
                <a:solidFill>
                  <a:srgbClr val="4A4E6A"/>
                </a:solidFill>
                <a:latin typeface="Tahoma"/>
                <a:cs typeface="Tahoma"/>
              </a:rPr>
              <a:t>output</a:t>
            </a:r>
            <a:r>
              <a:rPr dirty="0" sz="100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00" spc="-45">
                <a:solidFill>
                  <a:srgbClr val="4A4E6A"/>
                </a:solidFill>
                <a:latin typeface="Tahoma"/>
                <a:cs typeface="Tahoma"/>
              </a:rPr>
              <a:t>app</a:t>
            </a:r>
            <a:r>
              <a:rPr dirty="0" sz="100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00" spc="-35">
                <a:solidFill>
                  <a:srgbClr val="4A4E6A"/>
                </a:solidFill>
                <a:latin typeface="Tahoma"/>
                <a:cs typeface="Tahoma"/>
              </a:rPr>
              <a:t>from</a:t>
            </a:r>
            <a:r>
              <a:rPr dirty="0" sz="100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00" spc="-70">
                <a:solidFill>
                  <a:srgbClr val="4A4E6A"/>
                </a:solidFill>
                <a:latin typeface="Tahoma"/>
                <a:cs typeface="Tahoma"/>
              </a:rPr>
              <a:t>Day </a:t>
            </a:r>
            <a:r>
              <a:rPr dirty="0" sz="1000" spc="-50">
                <a:solidFill>
                  <a:srgbClr val="4A4E6A"/>
                </a:solidFill>
                <a:latin typeface="Tahoma"/>
                <a:cs typeface="Tahoma"/>
              </a:rPr>
              <a:t>12</a:t>
            </a:r>
            <a:r>
              <a:rPr dirty="0" sz="100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4A4E6A"/>
                </a:solidFill>
                <a:latin typeface="Tahoma"/>
                <a:cs typeface="Tahoma"/>
              </a:rPr>
              <a:t>onward.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85799" y="6019799"/>
            <a:ext cx="10820400" cy="304800"/>
            <a:chOff x="685799" y="6019799"/>
            <a:chExt cx="10820400" cy="304800"/>
          </a:xfrm>
        </p:grpSpPr>
        <p:sp>
          <p:nvSpPr>
            <p:cNvPr id="7" name="object 7"/>
            <p:cNvSpPr/>
            <p:nvPr/>
          </p:nvSpPr>
          <p:spPr>
            <a:xfrm>
              <a:off x="690562" y="6024562"/>
              <a:ext cx="10810875" cy="295275"/>
            </a:xfrm>
            <a:custGeom>
              <a:avLst/>
              <a:gdLst/>
              <a:ahLst/>
              <a:cxnLst/>
              <a:rect l="l" t="t" r="r" b="b"/>
              <a:pathLst>
                <a:path w="10810875" h="295275">
                  <a:moveTo>
                    <a:pt x="10726327" y="295274"/>
                  </a:moveTo>
                  <a:lnTo>
                    <a:pt x="84545" y="295274"/>
                  </a:lnTo>
                  <a:lnTo>
                    <a:pt x="78661" y="294694"/>
                  </a:lnTo>
                  <a:lnTo>
                    <a:pt x="35275" y="276722"/>
                  </a:lnTo>
                  <a:lnTo>
                    <a:pt x="9161" y="244903"/>
                  </a:lnTo>
                  <a:lnTo>
                    <a:pt x="0" y="210728"/>
                  </a:lnTo>
                  <a:lnTo>
                    <a:pt x="0" y="204787"/>
                  </a:lnTo>
                  <a:lnTo>
                    <a:pt x="0" y="84545"/>
                  </a:lnTo>
                  <a:lnTo>
                    <a:pt x="11948" y="45154"/>
                  </a:lnTo>
                  <a:lnTo>
                    <a:pt x="45155" y="11948"/>
                  </a:lnTo>
                  <a:lnTo>
                    <a:pt x="84545" y="0"/>
                  </a:lnTo>
                  <a:lnTo>
                    <a:pt x="10726327" y="0"/>
                  </a:lnTo>
                  <a:lnTo>
                    <a:pt x="10765717" y="11948"/>
                  </a:lnTo>
                  <a:lnTo>
                    <a:pt x="10798924" y="45154"/>
                  </a:lnTo>
                  <a:lnTo>
                    <a:pt x="10810872" y="84545"/>
                  </a:lnTo>
                  <a:lnTo>
                    <a:pt x="10810872" y="210728"/>
                  </a:lnTo>
                  <a:lnTo>
                    <a:pt x="10798924" y="250118"/>
                  </a:lnTo>
                  <a:lnTo>
                    <a:pt x="10765717" y="283325"/>
                  </a:lnTo>
                  <a:lnTo>
                    <a:pt x="10732211" y="294694"/>
                  </a:lnTo>
                  <a:lnTo>
                    <a:pt x="10726327" y="295274"/>
                  </a:lnTo>
                  <a:close/>
                </a:path>
              </a:pathLst>
            </a:custGeom>
            <a:solidFill>
              <a:srgbClr val="FFE7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690562" y="6024562"/>
              <a:ext cx="10810875" cy="295275"/>
            </a:xfrm>
            <a:custGeom>
              <a:avLst/>
              <a:gdLst/>
              <a:ahLst/>
              <a:cxnLst/>
              <a:rect l="l" t="t" r="r" b="b"/>
              <a:pathLst>
                <a:path w="10810875" h="295275">
                  <a:moveTo>
                    <a:pt x="0" y="204787"/>
                  </a:moveTo>
                  <a:lnTo>
                    <a:pt x="0" y="90487"/>
                  </a:lnTo>
                  <a:lnTo>
                    <a:pt x="0" y="84545"/>
                  </a:lnTo>
                  <a:lnTo>
                    <a:pt x="579" y="78661"/>
                  </a:lnTo>
                  <a:lnTo>
                    <a:pt x="1738" y="72833"/>
                  </a:lnTo>
                  <a:lnTo>
                    <a:pt x="2897" y="67006"/>
                  </a:lnTo>
                  <a:lnTo>
                    <a:pt x="4614" y="61347"/>
                  </a:lnTo>
                  <a:lnTo>
                    <a:pt x="6887" y="55858"/>
                  </a:lnTo>
                  <a:lnTo>
                    <a:pt x="9161" y="50369"/>
                  </a:lnTo>
                  <a:lnTo>
                    <a:pt x="35275" y="18550"/>
                  </a:lnTo>
                  <a:lnTo>
                    <a:pt x="72834" y="1738"/>
                  </a:lnTo>
                  <a:lnTo>
                    <a:pt x="84545" y="0"/>
                  </a:lnTo>
                  <a:lnTo>
                    <a:pt x="90487" y="0"/>
                  </a:lnTo>
                  <a:lnTo>
                    <a:pt x="10720386" y="0"/>
                  </a:lnTo>
                  <a:lnTo>
                    <a:pt x="10726327" y="0"/>
                  </a:lnTo>
                  <a:lnTo>
                    <a:pt x="10732211" y="579"/>
                  </a:lnTo>
                  <a:lnTo>
                    <a:pt x="10770657" y="15249"/>
                  </a:lnTo>
                  <a:lnTo>
                    <a:pt x="10798924" y="45154"/>
                  </a:lnTo>
                  <a:lnTo>
                    <a:pt x="10803984" y="55858"/>
                  </a:lnTo>
                  <a:lnTo>
                    <a:pt x="10806258" y="61347"/>
                  </a:lnTo>
                  <a:lnTo>
                    <a:pt x="10810874" y="90487"/>
                  </a:lnTo>
                  <a:lnTo>
                    <a:pt x="10810874" y="204787"/>
                  </a:lnTo>
                  <a:lnTo>
                    <a:pt x="10810872" y="210728"/>
                  </a:lnTo>
                  <a:lnTo>
                    <a:pt x="10810293" y="216612"/>
                  </a:lnTo>
                  <a:lnTo>
                    <a:pt x="10809134" y="222440"/>
                  </a:lnTo>
                  <a:lnTo>
                    <a:pt x="10807975" y="228267"/>
                  </a:lnTo>
                  <a:lnTo>
                    <a:pt x="10788572" y="264569"/>
                  </a:lnTo>
                  <a:lnTo>
                    <a:pt x="10755013" y="288386"/>
                  </a:lnTo>
                  <a:lnTo>
                    <a:pt x="10749524" y="290660"/>
                  </a:lnTo>
                  <a:lnTo>
                    <a:pt x="10720386" y="295274"/>
                  </a:lnTo>
                  <a:lnTo>
                    <a:pt x="90487" y="295274"/>
                  </a:lnTo>
                  <a:lnTo>
                    <a:pt x="55859" y="288386"/>
                  </a:lnTo>
                  <a:lnTo>
                    <a:pt x="50370" y="286112"/>
                  </a:lnTo>
                  <a:lnTo>
                    <a:pt x="18550" y="259998"/>
                  </a:lnTo>
                  <a:lnTo>
                    <a:pt x="1738" y="222440"/>
                  </a:lnTo>
                  <a:lnTo>
                    <a:pt x="0" y="210728"/>
                  </a:lnTo>
                  <a:lnTo>
                    <a:pt x="0" y="204787"/>
                  </a:lnTo>
                  <a:close/>
                </a:path>
              </a:pathLst>
            </a:custGeom>
            <a:ln w="9524">
              <a:solidFill>
                <a:srgbClr val="FFD0C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815975" y="6088062"/>
            <a:ext cx="88773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b="1">
                <a:solidFill>
                  <a:srgbClr val="FF6A5B"/>
                </a:solidFill>
                <a:latin typeface="Cambria"/>
                <a:cs typeface="Cambria"/>
              </a:rPr>
              <a:t>TO</a:t>
            </a:r>
            <a:r>
              <a:rPr dirty="0" sz="750" spc="-5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750" b="1">
                <a:solidFill>
                  <a:srgbClr val="FF6A5B"/>
                </a:solidFill>
                <a:latin typeface="Cambria"/>
                <a:cs typeface="Cambria"/>
              </a:rPr>
              <a:t>DAY</a:t>
            </a:r>
            <a:r>
              <a:rPr dirty="0" sz="750" spc="2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750" spc="-10" b="1">
                <a:solidFill>
                  <a:srgbClr val="FF6A5B"/>
                </a:solidFill>
                <a:latin typeface="Cambria"/>
                <a:cs typeface="Cambria"/>
              </a:rPr>
              <a:t>V</a:t>
            </a:r>
            <a:r>
              <a:rPr dirty="0" sz="750" spc="-6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750" b="1">
                <a:solidFill>
                  <a:srgbClr val="FF6A5B"/>
                </a:solidFill>
                <a:latin typeface="Cambria"/>
                <a:cs typeface="Cambria"/>
              </a:rPr>
              <a:t>S</a:t>
            </a:r>
            <a:r>
              <a:rPr dirty="0" sz="750" spc="245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750" spc="-90" b="1">
                <a:solidFill>
                  <a:srgbClr val="FF6A5B"/>
                </a:solidFill>
                <a:latin typeface="Cambria"/>
                <a:cs typeface="Cambria"/>
              </a:rPr>
              <a:t>L</a:t>
            </a:r>
            <a:r>
              <a:rPr dirty="0" sz="750" spc="-5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750" spc="-35" b="1">
                <a:solidFill>
                  <a:srgbClr val="FF6A5B"/>
                </a:solidFill>
                <a:latin typeface="Cambria"/>
                <a:cs typeface="Cambria"/>
              </a:rPr>
              <a:t>AT</a:t>
            </a:r>
            <a:r>
              <a:rPr dirty="0" sz="750" spc="-5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750" spc="-65" b="1">
                <a:solidFill>
                  <a:srgbClr val="FF6A5B"/>
                </a:solidFill>
                <a:latin typeface="Cambria"/>
                <a:cs typeface="Cambria"/>
              </a:rPr>
              <a:t>E</a:t>
            </a:r>
            <a:r>
              <a:rPr dirty="0" sz="750" spc="-50" b="1">
                <a:solidFill>
                  <a:srgbClr val="FF6A5B"/>
                </a:solidFill>
                <a:latin typeface="Cambria"/>
                <a:cs typeface="Cambria"/>
              </a:rPr>
              <a:t> R</a:t>
            </a:r>
            <a:endParaRPr sz="75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06426" y="6088062"/>
            <a:ext cx="7265034" cy="1568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850" spc="-70">
                <a:solidFill>
                  <a:srgbClr val="4A4E6A"/>
                </a:solidFill>
                <a:latin typeface="Tahoma"/>
                <a:cs typeface="Tahoma"/>
              </a:rPr>
              <a:t>You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0">
                <a:solidFill>
                  <a:srgbClr val="4A4E6A"/>
                </a:solidFill>
                <a:latin typeface="Tahoma"/>
                <a:cs typeface="Tahoma"/>
              </a:rPr>
              <a:t>probably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25">
                <a:solidFill>
                  <a:srgbClr val="4A4E6A"/>
                </a:solidFill>
                <a:latin typeface="Tahoma"/>
                <a:cs typeface="Tahoma"/>
              </a:rPr>
              <a:t>won't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 use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0">
                <a:solidFill>
                  <a:srgbClr val="4A4E6A"/>
                </a:solidFill>
                <a:latin typeface="Tahoma"/>
                <a:cs typeface="Tahoma"/>
              </a:rPr>
              <a:t>these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25">
                <a:solidFill>
                  <a:srgbClr val="4A4E6A"/>
                </a:solidFill>
                <a:latin typeface="Tahoma"/>
                <a:cs typeface="Tahoma"/>
              </a:rPr>
              <a:t>in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0">
                <a:solidFill>
                  <a:srgbClr val="4A4E6A"/>
                </a:solidFill>
                <a:latin typeface="Tahoma"/>
                <a:cs typeface="Tahoma"/>
              </a:rPr>
              <a:t>today's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 exercise. </a:t>
            </a:r>
            <a:r>
              <a:rPr dirty="0" sz="850" spc="-35">
                <a:solidFill>
                  <a:srgbClr val="4A4E6A"/>
                </a:solidFill>
                <a:latin typeface="Tahoma"/>
                <a:cs typeface="Tahoma"/>
              </a:rPr>
              <a:t>But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0">
                <a:solidFill>
                  <a:srgbClr val="4A4E6A"/>
                </a:solidFill>
                <a:latin typeface="Tahoma"/>
                <a:cs typeface="Tahoma"/>
              </a:rPr>
              <a:t>you'll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see </a:t>
            </a:r>
            <a:r>
              <a:rPr dirty="0" sz="850" spc="-35">
                <a:solidFill>
                  <a:srgbClr val="4A4E6A"/>
                </a:solidFill>
                <a:latin typeface="Tahoma"/>
                <a:cs typeface="Tahoma"/>
              </a:rPr>
              <a:t>them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55">
                <a:solidFill>
                  <a:srgbClr val="4A4E6A"/>
                </a:solidFill>
                <a:latin typeface="Tahoma"/>
                <a:cs typeface="Tahoma"/>
              </a:rPr>
              <a:t>again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0">
                <a:solidFill>
                  <a:srgbClr val="4A4E6A"/>
                </a:solidFill>
                <a:latin typeface="Tahoma"/>
                <a:cs typeface="Tahoma"/>
              </a:rPr>
              <a:t>on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65" b="1">
                <a:solidFill>
                  <a:srgbClr val="FF6A5B"/>
                </a:solidFill>
                <a:latin typeface="Cambria"/>
                <a:cs typeface="Cambria"/>
              </a:rPr>
              <a:t>Day</a:t>
            </a:r>
            <a:r>
              <a:rPr dirty="0" sz="850" spc="3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850" spc="-70" b="1">
                <a:solidFill>
                  <a:srgbClr val="FF6A5B"/>
                </a:solidFill>
                <a:latin typeface="Cambria"/>
                <a:cs typeface="Cambria"/>
              </a:rPr>
              <a:t>12</a:t>
            </a:r>
            <a:r>
              <a:rPr dirty="0" sz="850" spc="35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850" spc="-75">
                <a:solidFill>
                  <a:srgbClr val="4A4E6A"/>
                </a:solidFill>
                <a:latin typeface="Tahoma"/>
                <a:cs typeface="Tahoma"/>
              </a:rPr>
              <a:t>(AI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0">
                <a:solidFill>
                  <a:srgbClr val="4A4E6A"/>
                </a:solidFill>
                <a:latin typeface="Tahoma"/>
                <a:cs typeface="Tahoma"/>
              </a:rPr>
              <a:t>text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streaming) 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and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65" b="1">
                <a:solidFill>
                  <a:srgbClr val="FF6A5B"/>
                </a:solidFill>
                <a:latin typeface="Cambria"/>
                <a:cs typeface="Cambria"/>
              </a:rPr>
              <a:t>Day</a:t>
            </a:r>
            <a:r>
              <a:rPr dirty="0" sz="850" spc="35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850" spc="-70" b="1">
                <a:solidFill>
                  <a:srgbClr val="FF6A5B"/>
                </a:solidFill>
                <a:latin typeface="Cambria"/>
                <a:cs typeface="Cambria"/>
              </a:rPr>
              <a:t>22</a:t>
            </a:r>
            <a:r>
              <a:rPr dirty="0" sz="850" spc="35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850" spc="-40">
                <a:solidFill>
                  <a:srgbClr val="4A4E6A"/>
                </a:solidFill>
                <a:latin typeface="Tahoma"/>
                <a:cs typeface="Tahoma"/>
              </a:rPr>
              <a:t>(deployment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0">
                <a:solidFill>
                  <a:srgbClr val="4A4E6A"/>
                </a:solidFill>
                <a:latin typeface="Tahoma"/>
                <a:cs typeface="Tahoma"/>
              </a:rPr>
              <a:t>loading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55">
                <a:solidFill>
                  <a:srgbClr val="4A4E6A"/>
                </a:solidFill>
                <a:latin typeface="Tahoma"/>
                <a:cs typeface="Tahoma"/>
              </a:rPr>
              <a:t>states).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0">
                <a:solidFill>
                  <a:srgbClr val="4A4E6A"/>
                </a:solidFill>
                <a:latin typeface="Tahoma"/>
                <a:cs typeface="Tahoma"/>
              </a:rPr>
              <a:t>Bookmark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0">
                <a:solidFill>
                  <a:srgbClr val="4A4E6A"/>
                </a:solidFill>
                <a:latin typeface="Tahoma"/>
                <a:cs typeface="Tahoma"/>
              </a:rPr>
              <a:t>this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10">
                <a:solidFill>
                  <a:srgbClr val="4A4E6A"/>
                </a:solidFill>
                <a:latin typeface="Tahoma"/>
                <a:cs typeface="Tahoma"/>
              </a:rPr>
              <a:t>slide.</a:t>
            </a:r>
            <a:endParaRPr sz="850">
              <a:latin typeface="Tahoma"/>
              <a:cs typeface="Tahom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85799" y="1495425"/>
            <a:ext cx="5305425" cy="4448175"/>
            <a:chOff x="685799" y="1495425"/>
            <a:chExt cx="5305425" cy="4448175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5324" y="1533524"/>
              <a:ext cx="5286374" cy="440054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702863" y="1495425"/>
              <a:ext cx="5271770" cy="90805"/>
            </a:xfrm>
            <a:custGeom>
              <a:avLst/>
              <a:gdLst/>
              <a:ahLst/>
              <a:cxnLst/>
              <a:rect l="l" t="t" r="r" b="b"/>
              <a:pathLst>
                <a:path w="5271770" h="90805">
                  <a:moveTo>
                    <a:pt x="5634" y="90791"/>
                  </a:moveTo>
                  <a:lnTo>
                    <a:pt x="0" y="68254"/>
                  </a:lnTo>
                  <a:lnTo>
                    <a:pt x="5389" y="59250"/>
                  </a:lnTo>
                  <a:lnTo>
                    <a:pt x="13153" y="48794"/>
                  </a:lnTo>
                  <a:lnTo>
                    <a:pt x="42187" y="22452"/>
                  </a:lnTo>
                  <a:lnTo>
                    <a:pt x="77634" y="5709"/>
                  </a:lnTo>
                  <a:lnTo>
                    <a:pt x="116286" y="0"/>
                  </a:lnTo>
                  <a:lnTo>
                    <a:pt x="5155011" y="0"/>
                  </a:lnTo>
                  <a:lnTo>
                    <a:pt x="5193662" y="5709"/>
                  </a:lnTo>
                  <a:lnTo>
                    <a:pt x="5229110" y="22452"/>
                  </a:lnTo>
                  <a:lnTo>
                    <a:pt x="5248249" y="38099"/>
                  </a:lnTo>
                  <a:lnTo>
                    <a:pt x="116286" y="38099"/>
                  </a:lnTo>
                  <a:lnTo>
                    <a:pt x="104088" y="38553"/>
                  </a:lnTo>
                  <a:lnTo>
                    <a:pt x="57856" y="49359"/>
                  </a:lnTo>
                  <a:lnTo>
                    <a:pt x="20520" y="72953"/>
                  </a:lnTo>
                  <a:lnTo>
                    <a:pt x="7099" y="88403"/>
                  </a:lnTo>
                  <a:lnTo>
                    <a:pt x="5634" y="90791"/>
                  </a:lnTo>
                  <a:close/>
                </a:path>
                <a:path w="5271770" h="90805">
                  <a:moveTo>
                    <a:pt x="5265663" y="90791"/>
                  </a:moveTo>
                  <a:lnTo>
                    <a:pt x="5233526" y="59683"/>
                  </a:lnTo>
                  <a:lnTo>
                    <a:pt x="5190901" y="42178"/>
                  </a:lnTo>
                  <a:lnTo>
                    <a:pt x="5155011" y="38099"/>
                  </a:lnTo>
                  <a:lnTo>
                    <a:pt x="5248249" y="38099"/>
                  </a:lnTo>
                  <a:lnTo>
                    <a:pt x="5249303" y="39057"/>
                  </a:lnTo>
                  <a:lnTo>
                    <a:pt x="5258143" y="48794"/>
                  </a:lnTo>
                  <a:lnTo>
                    <a:pt x="5265908" y="59250"/>
                  </a:lnTo>
                  <a:lnTo>
                    <a:pt x="5271296" y="68254"/>
                  </a:lnTo>
                  <a:lnTo>
                    <a:pt x="5265663" y="90791"/>
                  </a:lnTo>
                  <a:close/>
                </a:path>
              </a:pathLst>
            </a:custGeom>
            <a:solidFill>
              <a:srgbClr val="29328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685787" y="1563407"/>
              <a:ext cx="5305425" cy="4380230"/>
            </a:xfrm>
            <a:custGeom>
              <a:avLst/>
              <a:gdLst/>
              <a:ahLst/>
              <a:cxnLst/>
              <a:rect l="l" t="t" r="r" b="b"/>
              <a:pathLst>
                <a:path w="5305425" h="4380230">
                  <a:moveTo>
                    <a:pt x="5305425" y="65366"/>
                  </a:moveTo>
                  <a:lnTo>
                    <a:pt x="5299722" y="26720"/>
                  </a:lnTo>
                  <a:lnTo>
                    <a:pt x="5288204" y="0"/>
                  </a:lnTo>
                  <a:lnTo>
                    <a:pt x="5282565" y="22542"/>
                  </a:lnTo>
                  <a:lnTo>
                    <a:pt x="5286476" y="28917"/>
                  </a:lnTo>
                  <a:lnTo>
                    <a:pt x="5290604" y="37769"/>
                  </a:lnTo>
                  <a:lnTo>
                    <a:pt x="5293550" y="46786"/>
                  </a:lnTo>
                  <a:lnTo>
                    <a:pt x="5295316" y="55994"/>
                  </a:lnTo>
                  <a:lnTo>
                    <a:pt x="5295900" y="65366"/>
                  </a:lnTo>
                  <a:lnTo>
                    <a:pt x="5295900" y="4246842"/>
                  </a:lnTo>
                  <a:lnTo>
                    <a:pt x="5286476" y="4294238"/>
                  </a:lnTo>
                  <a:lnTo>
                    <a:pt x="5259133" y="4334853"/>
                  </a:lnTo>
                  <a:lnTo>
                    <a:pt x="5219471" y="4361243"/>
                  </a:lnTo>
                  <a:lnTo>
                    <a:pt x="5184521" y="4370044"/>
                  </a:lnTo>
                  <a:lnTo>
                    <a:pt x="5185041" y="4370044"/>
                  </a:lnTo>
                  <a:lnTo>
                    <a:pt x="5172075" y="4370667"/>
                  </a:lnTo>
                  <a:lnTo>
                    <a:pt x="133350" y="4370667"/>
                  </a:lnTo>
                  <a:lnTo>
                    <a:pt x="120396" y="4370044"/>
                  </a:lnTo>
                  <a:lnTo>
                    <a:pt x="120904" y="4370044"/>
                  </a:lnTo>
                  <a:lnTo>
                    <a:pt x="109194" y="4368317"/>
                  </a:lnTo>
                  <a:lnTo>
                    <a:pt x="64554" y="4349826"/>
                  </a:lnTo>
                  <a:lnTo>
                    <a:pt x="46291" y="4334865"/>
                  </a:lnTo>
                  <a:lnTo>
                    <a:pt x="37592" y="4325366"/>
                  </a:lnTo>
                  <a:lnTo>
                    <a:pt x="14833" y="4282732"/>
                  </a:lnTo>
                  <a:lnTo>
                    <a:pt x="9525" y="4246842"/>
                  </a:lnTo>
                  <a:lnTo>
                    <a:pt x="9525" y="65366"/>
                  </a:lnTo>
                  <a:lnTo>
                    <a:pt x="22872" y="22542"/>
                  </a:lnTo>
                  <a:lnTo>
                    <a:pt x="17233" y="0"/>
                  </a:lnTo>
                  <a:lnTo>
                    <a:pt x="2540" y="39357"/>
                  </a:lnTo>
                  <a:lnTo>
                    <a:pt x="0" y="65366"/>
                  </a:lnTo>
                  <a:lnTo>
                    <a:pt x="0" y="4246842"/>
                  </a:lnTo>
                  <a:lnTo>
                    <a:pt x="5715" y="4285500"/>
                  </a:lnTo>
                  <a:lnTo>
                    <a:pt x="22453" y="4320946"/>
                  </a:lnTo>
                  <a:lnTo>
                    <a:pt x="39103" y="4341101"/>
                  </a:lnTo>
                  <a:lnTo>
                    <a:pt x="39509" y="4341558"/>
                  </a:lnTo>
                  <a:lnTo>
                    <a:pt x="48806" y="4349978"/>
                  </a:lnTo>
                  <a:lnTo>
                    <a:pt x="82321" y="4370044"/>
                  </a:lnTo>
                  <a:lnTo>
                    <a:pt x="120218" y="4379569"/>
                  </a:lnTo>
                  <a:lnTo>
                    <a:pt x="133350" y="4380192"/>
                  </a:lnTo>
                  <a:lnTo>
                    <a:pt x="5172075" y="4380192"/>
                  </a:lnTo>
                  <a:lnTo>
                    <a:pt x="5185219" y="4379569"/>
                  </a:lnTo>
                  <a:lnTo>
                    <a:pt x="5198097" y="4377664"/>
                  </a:lnTo>
                  <a:lnTo>
                    <a:pt x="5210734" y="4374489"/>
                  </a:lnTo>
                  <a:lnTo>
                    <a:pt x="5221363" y="4370667"/>
                  </a:lnTo>
                  <a:lnTo>
                    <a:pt x="5223116" y="4370044"/>
                  </a:lnTo>
                  <a:lnTo>
                    <a:pt x="5235003" y="4364431"/>
                  </a:lnTo>
                  <a:lnTo>
                    <a:pt x="5246179" y="4357751"/>
                  </a:lnTo>
                  <a:lnTo>
                    <a:pt x="5256631" y="4349978"/>
                  </a:lnTo>
                  <a:lnTo>
                    <a:pt x="5265864" y="4341596"/>
                  </a:lnTo>
                  <a:lnTo>
                    <a:pt x="5266372" y="4341139"/>
                  </a:lnTo>
                  <a:lnTo>
                    <a:pt x="5289664" y="4309770"/>
                  </a:lnTo>
                  <a:lnTo>
                    <a:pt x="5302897" y="4272864"/>
                  </a:lnTo>
                  <a:lnTo>
                    <a:pt x="5305425" y="4246842"/>
                  </a:lnTo>
                  <a:lnTo>
                    <a:pt x="5305425" y="65366"/>
                  </a:lnTo>
                  <a:close/>
                </a:path>
              </a:pathLst>
            </a:custGeom>
            <a:solidFill>
              <a:srgbClr val="E4DE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885824" y="1724024"/>
              <a:ext cx="1543050" cy="266700"/>
            </a:xfrm>
            <a:custGeom>
              <a:avLst/>
              <a:gdLst/>
              <a:ahLst/>
              <a:cxnLst/>
              <a:rect l="l" t="t" r="r" b="b"/>
              <a:pathLst>
                <a:path w="1543050" h="266700">
                  <a:moveTo>
                    <a:pt x="1409699" y="266699"/>
                  </a:moveTo>
                  <a:lnTo>
                    <a:pt x="133349" y="266699"/>
                  </a:lnTo>
                  <a:lnTo>
                    <a:pt x="126798" y="266539"/>
                  </a:lnTo>
                  <a:lnTo>
                    <a:pt x="88432" y="258908"/>
                  </a:lnTo>
                  <a:lnTo>
                    <a:pt x="53906" y="240453"/>
                  </a:lnTo>
                  <a:lnTo>
                    <a:pt x="26246" y="212792"/>
                  </a:lnTo>
                  <a:lnTo>
                    <a:pt x="7791" y="178266"/>
                  </a:lnTo>
                  <a:lnTo>
                    <a:pt x="160" y="139901"/>
                  </a:lnTo>
                  <a:lnTo>
                    <a:pt x="0" y="133349"/>
                  </a:lnTo>
                  <a:lnTo>
                    <a:pt x="160" y="126798"/>
                  </a:lnTo>
                  <a:lnTo>
                    <a:pt x="7791" y="88432"/>
                  </a:lnTo>
                  <a:lnTo>
                    <a:pt x="26246" y="53906"/>
                  </a:lnTo>
                  <a:lnTo>
                    <a:pt x="53906" y="26246"/>
                  </a:lnTo>
                  <a:lnTo>
                    <a:pt x="88432" y="7791"/>
                  </a:lnTo>
                  <a:lnTo>
                    <a:pt x="126798" y="160"/>
                  </a:lnTo>
                  <a:lnTo>
                    <a:pt x="133349" y="0"/>
                  </a:lnTo>
                  <a:lnTo>
                    <a:pt x="1409699" y="0"/>
                  </a:lnTo>
                  <a:lnTo>
                    <a:pt x="1448409" y="5740"/>
                  </a:lnTo>
                  <a:lnTo>
                    <a:pt x="1483784" y="22473"/>
                  </a:lnTo>
                  <a:lnTo>
                    <a:pt x="1512781" y="48752"/>
                  </a:lnTo>
                  <a:lnTo>
                    <a:pt x="1532898" y="82318"/>
                  </a:lnTo>
                  <a:lnTo>
                    <a:pt x="1542409" y="120279"/>
                  </a:lnTo>
                  <a:lnTo>
                    <a:pt x="1543049" y="133349"/>
                  </a:lnTo>
                  <a:lnTo>
                    <a:pt x="1542889" y="139901"/>
                  </a:lnTo>
                  <a:lnTo>
                    <a:pt x="1535258" y="178266"/>
                  </a:lnTo>
                  <a:lnTo>
                    <a:pt x="1516803" y="212792"/>
                  </a:lnTo>
                  <a:lnTo>
                    <a:pt x="1489142" y="240453"/>
                  </a:lnTo>
                  <a:lnTo>
                    <a:pt x="1454616" y="258908"/>
                  </a:lnTo>
                  <a:lnTo>
                    <a:pt x="1416250" y="266539"/>
                  </a:lnTo>
                  <a:lnTo>
                    <a:pt x="1409699" y="266699"/>
                  </a:lnTo>
                  <a:close/>
                </a:path>
              </a:pathLst>
            </a:custGeom>
            <a:solidFill>
              <a:srgbClr val="E7E9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890587" y="2386012"/>
              <a:ext cx="4895850" cy="1933575"/>
            </a:xfrm>
            <a:custGeom>
              <a:avLst/>
              <a:gdLst/>
              <a:ahLst/>
              <a:cxnLst/>
              <a:rect l="l" t="t" r="r" b="b"/>
              <a:pathLst>
                <a:path w="4895850" h="1933575">
                  <a:moveTo>
                    <a:pt x="4811303" y="1933574"/>
                  </a:moveTo>
                  <a:lnTo>
                    <a:pt x="84545" y="1933574"/>
                  </a:lnTo>
                  <a:lnTo>
                    <a:pt x="78661" y="1932995"/>
                  </a:lnTo>
                  <a:lnTo>
                    <a:pt x="35275" y="1915023"/>
                  </a:lnTo>
                  <a:lnTo>
                    <a:pt x="9161" y="1883204"/>
                  </a:lnTo>
                  <a:lnTo>
                    <a:pt x="0" y="1849028"/>
                  </a:lnTo>
                  <a:lnTo>
                    <a:pt x="0" y="1843087"/>
                  </a:lnTo>
                  <a:lnTo>
                    <a:pt x="0" y="84545"/>
                  </a:lnTo>
                  <a:lnTo>
                    <a:pt x="11948" y="45155"/>
                  </a:lnTo>
                  <a:lnTo>
                    <a:pt x="45155" y="11948"/>
                  </a:lnTo>
                  <a:lnTo>
                    <a:pt x="84545" y="0"/>
                  </a:lnTo>
                  <a:lnTo>
                    <a:pt x="4811303" y="0"/>
                  </a:lnTo>
                  <a:lnTo>
                    <a:pt x="4850693" y="11948"/>
                  </a:lnTo>
                  <a:lnTo>
                    <a:pt x="4883899" y="45155"/>
                  </a:lnTo>
                  <a:lnTo>
                    <a:pt x="4895849" y="84545"/>
                  </a:lnTo>
                  <a:lnTo>
                    <a:pt x="4895849" y="1849028"/>
                  </a:lnTo>
                  <a:lnTo>
                    <a:pt x="4883899" y="1888418"/>
                  </a:lnTo>
                  <a:lnTo>
                    <a:pt x="4850693" y="1921625"/>
                  </a:lnTo>
                  <a:lnTo>
                    <a:pt x="4817188" y="1932995"/>
                  </a:lnTo>
                  <a:lnTo>
                    <a:pt x="4811303" y="1933574"/>
                  </a:lnTo>
                  <a:close/>
                </a:path>
              </a:pathLst>
            </a:custGeom>
            <a:solidFill>
              <a:srgbClr val="1B1F3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890587" y="2386012"/>
              <a:ext cx="4895850" cy="1933575"/>
            </a:xfrm>
            <a:custGeom>
              <a:avLst/>
              <a:gdLst/>
              <a:ahLst/>
              <a:cxnLst/>
              <a:rect l="l" t="t" r="r" b="b"/>
              <a:pathLst>
                <a:path w="4895850" h="1933575">
                  <a:moveTo>
                    <a:pt x="0" y="1843087"/>
                  </a:moveTo>
                  <a:lnTo>
                    <a:pt x="0" y="90487"/>
                  </a:lnTo>
                  <a:lnTo>
                    <a:pt x="0" y="84545"/>
                  </a:lnTo>
                  <a:lnTo>
                    <a:pt x="579" y="78661"/>
                  </a:lnTo>
                  <a:lnTo>
                    <a:pt x="15249" y="40215"/>
                  </a:lnTo>
                  <a:lnTo>
                    <a:pt x="26503" y="26503"/>
                  </a:lnTo>
                  <a:lnTo>
                    <a:pt x="30704" y="22301"/>
                  </a:lnTo>
                  <a:lnTo>
                    <a:pt x="67006" y="2897"/>
                  </a:lnTo>
                  <a:lnTo>
                    <a:pt x="72834" y="1738"/>
                  </a:lnTo>
                  <a:lnTo>
                    <a:pt x="78661" y="579"/>
                  </a:lnTo>
                  <a:lnTo>
                    <a:pt x="84545" y="0"/>
                  </a:lnTo>
                  <a:lnTo>
                    <a:pt x="90487" y="0"/>
                  </a:lnTo>
                  <a:lnTo>
                    <a:pt x="4805362" y="0"/>
                  </a:lnTo>
                  <a:lnTo>
                    <a:pt x="4811303" y="0"/>
                  </a:lnTo>
                  <a:lnTo>
                    <a:pt x="4817188" y="579"/>
                  </a:lnTo>
                  <a:lnTo>
                    <a:pt x="4823015" y="1738"/>
                  </a:lnTo>
                  <a:lnTo>
                    <a:pt x="4828842" y="2897"/>
                  </a:lnTo>
                  <a:lnTo>
                    <a:pt x="4865144" y="22301"/>
                  </a:lnTo>
                  <a:lnTo>
                    <a:pt x="4869346" y="26503"/>
                  </a:lnTo>
                  <a:lnTo>
                    <a:pt x="4873547" y="30704"/>
                  </a:lnTo>
                  <a:lnTo>
                    <a:pt x="4892951" y="67006"/>
                  </a:lnTo>
                  <a:lnTo>
                    <a:pt x="4895849" y="84545"/>
                  </a:lnTo>
                  <a:lnTo>
                    <a:pt x="4895849" y="90487"/>
                  </a:lnTo>
                  <a:lnTo>
                    <a:pt x="4895849" y="1843087"/>
                  </a:lnTo>
                  <a:lnTo>
                    <a:pt x="4895849" y="1849028"/>
                  </a:lnTo>
                  <a:lnTo>
                    <a:pt x="4895270" y="1854913"/>
                  </a:lnTo>
                  <a:lnTo>
                    <a:pt x="4880599" y="1893358"/>
                  </a:lnTo>
                  <a:lnTo>
                    <a:pt x="4869346" y="1907071"/>
                  </a:lnTo>
                  <a:lnTo>
                    <a:pt x="4865144" y="1911272"/>
                  </a:lnTo>
                  <a:lnTo>
                    <a:pt x="4828842" y="1930676"/>
                  </a:lnTo>
                  <a:lnTo>
                    <a:pt x="4823015" y="1931835"/>
                  </a:lnTo>
                  <a:lnTo>
                    <a:pt x="4817188" y="1932995"/>
                  </a:lnTo>
                  <a:lnTo>
                    <a:pt x="4811303" y="1933574"/>
                  </a:lnTo>
                  <a:lnTo>
                    <a:pt x="4805362" y="1933574"/>
                  </a:lnTo>
                  <a:lnTo>
                    <a:pt x="90487" y="1933574"/>
                  </a:lnTo>
                  <a:lnTo>
                    <a:pt x="84545" y="1933574"/>
                  </a:lnTo>
                  <a:lnTo>
                    <a:pt x="78661" y="1932995"/>
                  </a:lnTo>
                  <a:lnTo>
                    <a:pt x="72834" y="1931835"/>
                  </a:lnTo>
                  <a:lnTo>
                    <a:pt x="67006" y="1930676"/>
                  </a:lnTo>
                  <a:lnTo>
                    <a:pt x="30704" y="1911272"/>
                  </a:lnTo>
                  <a:lnTo>
                    <a:pt x="15249" y="1893358"/>
                  </a:lnTo>
                  <a:lnTo>
                    <a:pt x="11948" y="1888418"/>
                  </a:lnTo>
                  <a:lnTo>
                    <a:pt x="0" y="1849028"/>
                  </a:lnTo>
                  <a:lnTo>
                    <a:pt x="0" y="1843087"/>
                  </a:lnTo>
                  <a:close/>
                </a:path>
              </a:pathLst>
            </a:custGeom>
            <a:ln w="9524">
              <a:solidFill>
                <a:srgbClr val="292E5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885824" y="4438649"/>
              <a:ext cx="666750" cy="190500"/>
            </a:xfrm>
            <a:custGeom>
              <a:avLst/>
              <a:gdLst/>
              <a:ahLst/>
              <a:cxnLst/>
              <a:rect l="l" t="t" r="r" b="b"/>
              <a:pathLst>
                <a:path w="666750" h="190500">
                  <a:moveTo>
                    <a:pt x="633702" y="190499"/>
                  </a:moveTo>
                  <a:lnTo>
                    <a:pt x="33047" y="190499"/>
                  </a:lnTo>
                  <a:lnTo>
                    <a:pt x="28187" y="189532"/>
                  </a:lnTo>
                  <a:lnTo>
                    <a:pt x="966" y="162312"/>
                  </a:lnTo>
                  <a:lnTo>
                    <a:pt x="0" y="157452"/>
                  </a:lnTo>
                  <a:lnTo>
                    <a:pt x="0" y="15239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633702" y="0"/>
                  </a:lnTo>
                  <a:lnTo>
                    <a:pt x="665783" y="28186"/>
                  </a:lnTo>
                  <a:lnTo>
                    <a:pt x="666749" y="33047"/>
                  </a:lnTo>
                  <a:lnTo>
                    <a:pt x="666749" y="157452"/>
                  </a:lnTo>
                  <a:lnTo>
                    <a:pt x="638562" y="189532"/>
                  </a:lnTo>
                  <a:lnTo>
                    <a:pt x="633702" y="190499"/>
                  </a:lnTo>
                  <a:close/>
                </a:path>
              </a:pathLst>
            </a:custGeom>
            <a:solidFill>
              <a:srgbClr val="E7E9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885824" y="5510212"/>
              <a:ext cx="4905375" cy="0"/>
            </a:xfrm>
            <a:custGeom>
              <a:avLst/>
              <a:gdLst/>
              <a:ahLst/>
              <a:cxnLst/>
              <a:rect l="l" t="t" r="r" b="b"/>
              <a:pathLst>
                <a:path w="4905375" h="0">
                  <a:moveTo>
                    <a:pt x="0" y="0"/>
                  </a:moveTo>
                  <a:lnTo>
                    <a:pt x="4905374" y="0"/>
                  </a:lnTo>
                </a:path>
              </a:pathLst>
            </a:custGeom>
            <a:ln w="9524">
              <a:solidFill>
                <a:srgbClr val="E4DED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1224" y="5654674"/>
              <a:ext cx="82550" cy="101600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1209674" y="1771649"/>
              <a:ext cx="9525" cy="161925"/>
            </a:xfrm>
            <a:custGeom>
              <a:avLst/>
              <a:gdLst/>
              <a:ahLst/>
              <a:cxnLst/>
              <a:rect l="l" t="t" r="r" b="b"/>
              <a:pathLst>
                <a:path w="9525" h="161925">
                  <a:moveTo>
                    <a:pt x="9524" y="161924"/>
                  </a:moveTo>
                  <a:lnTo>
                    <a:pt x="0" y="161924"/>
                  </a:lnTo>
                  <a:lnTo>
                    <a:pt x="0" y="0"/>
                  </a:lnTo>
                  <a:lnTo>
                    <a:pt x="9524" y="0"/>
                  </a:lnTo>
                  <a:lnTo>
                    <a:pt x="9524" y="161924"/>
                  </a:lnTo>
                  <a:close/>
                </a:path>
              </a:pathLst>
            </a:custGeom>
            <a:solidFill>
              <a:srgbClr val="293283">
                <a:alpha val="59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706691" y="1758950"/>
            <a:ext cx="5264150" cy="4008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3370">
              <a:lnSpc>
                <a:spcPct val="100000"/>
              </a:lnSpc>
              <a:spcBef>
                <a:spcPts val="100"/>
              </a:spcBef>
              <a:tabLst>
                <a:tab pos="610235" algn="l"/>
              </a:tabLst>
            </a:pPr>
            <a:r>
              <a:rPr dirty="0" baseline="3472" sz="1200" spc="-37" b="1">
                <a:solidFill>
                  <a:srgbClr val="7D83B3"/>
                </a:solidFill>
                <a:latin typeface="Cambria"/>
                <a:cs typeface="Cambria"/>
              </a:rPr>
              <a:t>05a</a:t>
            </a:r>
            <a:r>
              <a:rPr dirty="0" baseline="3472" sz="1200" b="1">
                <a:solidFill>
                  <a:srgbClr val="7D83B3"/>
                </a:solidFill>
                <a:latin typeface="Cambria"/>
                <a:cs typeface="Cambria"/>
              </a:rPr>
              <a:t>	</a:t>
            </a:r>
            <a:r>
              <a:rPr dirty="0" sz="900" spc="-10" b="1">
                <a:solidFill>
                  <a:srgbClr val="293283"/>
                </a:solidFill>
                <a:latin typeface="Courier New"/>
                <a:cs typeface="Courier New"/>
              </a:rPr>
              <a:t>st.container()</a:t>
            </a: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50"/>
              </a:spcBef>
            </a:pPr>
            <a:endParaRPr sz="900">
              <a:latin typeface="Courier New"/>
              <a:cs typeface="Courier New"/>
            </a:endParaRPr>
          </a:p>
          <a:p>
            <a:pPr marL="179070">
              <a:lnSpc>
                <a:spcPct val="100000"/>
              </a:lnSpc>
            </a:pPr>
            <a:r>
              <a:rPr dirty="0" sz="950" spc="-20">
                <a:solidFill>
                  <a:srgbClr val="1B1F3A"/>
                </a:solidFill>
                <a:latin typeface="Tahoma"/>
                <a:cs typeface="Tahoma"/>
              </a:rPr>
              <a:t>A</a:t>
            </a:r>
            <a:r>
              <a:rPr dirty="0" sz="950" spc="-7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50" spc="-50" b="1">
                <a:solidFill>
                  <a:srgbClr val="293283"/>
                </a:solidFill>
                <a:latin typeface="Cambria"/>
                <a:cs typeface="Cambria"/>
              </a:rPr>
              <a:t>placeholder</a:t>
            </a:r>
            <a:r>
              <a:rPr dirty="0" sz="950" spc="20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950" spc="-35">
                <a:solidFill>
                  <a:srgbClr val="1B1F3A"/>
                </a:solidFill>
                <a:latin typeface="Tahoma"/>
                <a:cs typeface="Tahoma"/>
              </a:rPr>
              <a:t>you</a:t>
            </a:r>
            <a:r>
              <a:rPr dirty="0" sz="950" spc="-6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50" spc="-40">
                <a:solidFill>
                  <a:srgbClr val="1B1F3A"/>
                </a:solidFill>
                <a:latin typeface="Tahoma"/>
                <a:cs typeface="Tahoma"/>
              </a:rPr>
              <a:t>can</a:t>
            </a:r>
            <a:r>
              <a:rPr dirty="0" sz="950" spc="-6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50" spc="-25">
                <a:solidFill>
                  <a:srgbClr val="1B1F3A"/>
                </a:solidFill>
                <a:latin typeface="Tahoma"/>
                <a:cs typeface="Tahoma"/>
              </a:rPr>
              <a:t>insert</a:t>
            </a:r>
            <a:r>
              <a:rPr dirty="0" sz="950" spc="-7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50" spc="-35">
                <a:solidFill>
                  <a:srgbClr val="1B1F3A"/>
                </a:solidFill>
                <a:latin typeface="Tahoma"/>
                <a:cs typeface="Tahoma"/>
              </a:rPr>
              <a:t>widgets</a:t>
            </a:r>
            <a:r>
              <a:rPr dirty="0" sz="950" spc="-6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50" spc="-30">
                <a:solidFill>
                  <a:srgbClr val="1B1F3A"/>
                </a:solidFill>
                <a:latin typeface="Tahoma"/>
                <a:cs typeface="Tahoma"/>
              </a:rPr>
              <a:t>into,</a:t>
            </a:r>
            <a:r>
              <a:rPr dirty="0" sz="950" spc="-6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50" spc="-10">
                <a:solidFill>
                  <a:srgbClr val="1B1F3A"/>
                </a:solidFill>
                <a:latin typeface="Tahoma"/>
                <a:cs typeface="Tahoma"/>
              </a:rPr>
              <a:t>out</a:t>
            </a:r>
            <a:r>
              <a:rPr dirty="0" sz="950" spc="-6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50" spc="-10">
                <a:solidFill>
                  <a:srgbClr val="1B1F3A"/>
                </a:solidFill>
                <a:latin typeface="Tahoma"/>
                <a:cs typeface="Tahoma"/>
              </a:rPr>
              <a:t>of</a:t>
            </a:r>
            <a:r>
              <a:rPr dirty="0" sz="950" spc="-7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50" spc="-10">
                <a:solidFill>
                  <a:srgbClr val="1B1F3A"/>
                </a:solidFill>
                <a:latin typeface="Tahoma"/>
                <a:cs typeface="Tahoma"/>
              </a:rPr>
              <a:t>order.</a:t>
            </a:r>
            <a:endParaRPr sz="9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885"/>
              </a:spcBef>
            </a:pPr>
            <a:endParaRPr sz="950">
              <a:latin typeface="Tahoma"/>
              <a:cs typeface="Tahoma"/>
            </a:endParaRPr>
          </a:p>
          <a:p>
            <a:pPr marL="340995">
              <a:lnSpc>
                <a:spcPct val="100000"/>
              </a:lnSpc>
            </a:pPr>
            <a:r>
              <a:rPr dirty="0" sz="85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850" spc="-4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50" i="1">
                <a:solidFill>
                  <a:srgbClr val="8B8FB4"/>
                </a:solidFill>
                <a:latin typeface="Courier New"/>
                <a:cs typeface="Courier New"/>
              </a:rPr>
              <a:t>Insert</a:t>
            </a:r>
            <a:r>
              <a:rPr dirty="0" sz="850" spc="-4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50" i="1">
                <a:solidFill>
                  <a:srgbClr val="8B8FB4"/>
                </a:solidFill>
                <a:latin typeface="Courier New"/>
                <a:cs typeface="Courier New"/>
              </a:rPr>
              <a:t>a</a:t>
            </a:r>
            <a:r>
              <a:rPr dirty="0" sz="850" spc="-4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50" i="1">
                <a:solidFill>
                  <a:srgbClr val="8B8FB4"/>
                </a:solidFill>
                <a:latin typeface="Courier New"/>
                <a:cs typeface="Courier New"/>
              </a:rPr>
              <a:t>container</a:t>
            </a:r>
            <a:r>
              <a:rPr dirty="0" sz="850" spc="-4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50" i="1">
                <a:solidFill>
                  <a:srgbClr val="8B8FB4"/>
                </a:solidFill>
                <a:latin typeface="Courier New"/>
                <a:cs typeface="Courier New"/>
              </a:rPr>
              <a:t>at</a:t>
            </a:r>
            <a:r>
              <a:rPr dirty="0" sz="850" spc="-4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50" i="1">
                <a:solidFill>
                  <a:srgbClr val="8B8FB4"/>
                </a:solidFill>
                <a:latin typeface="Courier New"/>
                <a:cs typeface="Courier New"/>
              </a:rPr>
              <a:t>a</a:t>
            </a:r>
            <a:r>
              <a:rPr dirty="0" sz="850" spc="-4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50" i="1">
                <a:solidFill>
                  <a:srgbClr val="8B8FB4"/>
                </a:solidFill>
                <a:latin typeface="Courier New"/>
                <a:cs typeface="Courier New"/>
              </a:rPr>
              <a:t>specific</a:t>
            </a:r>
            <a:r>
              <a:rPr dirty="0" sz="850" spc="-4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50" spc="-10" i="1">
                <a:solidFill>
                  <a:srgbClr val="8B8FB4"/>
                </a:solidFill>
                <a:latin typeface="Courier New"/>
                <a:cs typeface="Courier New"/>
              </a:rPr>
              <a:t>position</a:t>
            </a:r>
            <a:endParaRPr sz="850">
              <a:latin typeface="Courier New"/>
              <a:cs typeface="Courier New"/>
            </a:endParaRPr>
          </a:p>
          <a:p>
            <a:pPr marL="340995">
              <a:lnSpc>
                <a:spcPct val="100000"/>
              </a:lnSpc>
              <a:spcBef>
                <a:spcPts val="330"/>
              </a:spcBef>
            </a:pPr>
            <a:r>
              <a:rPr dirty="0" sz="850">
                <a:solidFill>
                  <a:srgbClr val="87D4FF"/>
                </a:solidFill>
                <a:latin typeface="Courier New"/>
                <a:cs typeface="Courier New"/>
              </a:rPr>
              <a:t>holder</a:t>
            </a:r>
            <a:r>
              <a:rPr dirty="0" sz="850" spc="-35">
                <a:solidFill>
                  <a:srgbClr val="87D4FF"/>
                </a:solidFill>
                <a:latin typeface="Courier New"/>
                <a:cs typeface="Courier New"/>
              </a:rPr>
              <a:t> </a:t>
            </a:r>
            <a:r>
              <a:rPr dirty="0" sz="850">
                <a:solidFill>
                  <a:srgbClr val="E7E9F5"/>
                </a:solidFill>
                <a:latin typeface="Courier New"/>
                <a:cs typeface="Courier New"/>
              </a:rPr>
              <a:t>=</a:t>
            </a:r>
            <a:r>
              <a:rPr dirty="0" sz="850" spc="-3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850" spc="-10">
                <a:solidFill>
                  <a:srgbClr val="E7E9F5"/>
                </a:solidFill>
                <a:latin typeface="Courier New"/>
                <a:cs typeface="Courier New"/>
              </a:rPr>
              <a:t>st.</a:t>
            </a:r>
            <a:r>
              <a:rPr dirty="0" sz="850" spc="-10">
                <a:solidFill>
                  <a:srgbClr val="FFD580"/>
                </a:solidFill>
                <a:latin typeface="Courier New"/>
                <a:cs typeface="Courier New"/>
              </a:rPr>
              <a:t>container</a:t>
            </a:r>
            <a:r>
              <a:rPr dirty="0" sz="850" spc="-10">
                <a:solidFill>
                  <a:srgbClr val="E7E9F5"/>
                </a:solidFill>
                <a:latin typeface="Courier New"/>
                <a:cs typeface="Courier New"/>
              </a:rPr>
              <a:t>()</a:t>
            </a:r>
            <a:endParaRPr sz="8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645"/>
              </a:spcBef>
            </a:pPr>
            <a:endParaRPr sz="850">
              <a:latin typeface="Courier New"/>
              <a:cs typeface="Courier New"/>
            </a:endParaRPr>
          </a:p>
          <a:p>
            <a:pPr marL="340995">
              <a:lnSpc>
                <a:spcPct val="100000"/>
              </a:lnSpc>
            </a:pPr>
            <a:r>
              <a:rPr dirty="0" sz="85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850" spc="-4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50" i="1">
                <a:solidFill>
                  <a:srgbClr val="8B8FB4"/>
                </a:solidFill>
                <a:latin typeface="Courier New"/>
                <a:cs typeface="Courier New"/>
              </a:rPr>
              <a:t>...</a:t>
            </a:r>
            <a:r>
              <a:rPr dirty="0" sz="850" spc="-4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50" i="1">
                <a:solidFill>
                  <a:srgbClr val="8B8FB4"/>
                </a:solidFill>
                <a:latin typeface="Courier New"/>
                <a:cs typeface="Courier New"/>
              </a:rPr>
              <a:t>other</a:t>
            </a:r>
            <a:r>
              <a:rPr dirty="0" sz="850" spc="-4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50" i="1">
                <a:solidFill>
                  <a:srgbClr val="8B8FB4"/>
                </a:solidFill>
                <a:latin typeface="Courier New"/>
                <a:cs typeface="Courier New"/>
              </a:rPr>
              <a:t>widgets</a:t>
            </a:r>
            <a:r>
              <a:rPr dirty="0" sz="850" spc="-4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50" i="1">
                <a:solidFill>
                  <a:srgbClr val="8B8FB4"/>
                </a:solidFill>
                <a:latin typeface="Courier New"/>
                <a:cs typeface="Courier New"/>
              </a:rPr>
              <a:t>render</a:t>
            </a:r>
            <a:r>
              <a:rPr dirty="0" sz="850" spc="-4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50" i="1">
                <a:solidFill>
                  <a:srgbClr val="8B8FB4"/>
                </a:solidFill>
                <a:latin typeface="Courier New"/>
                <a:cs typeface="Courier New"/>
              </a:rPr>
              <a:t>here</a:t>
            </a:r>
            <a:r>
              <a:rPr dirty="0" sz="850" spc="-4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50" spc="-25" i="1">
                <a:solidFill>
                  <a:srgbClr val="8B8FB4"/>
                </a:solidFill>
                <a:latin typeface="Courier New"/>
                <a:cs typeface="Courier New"/>
              </a:rPr>
              <a:t>...</a:t>
            </a:r>
            <a:endParaRPr sz="850">
              <a:latin typeface="Courier New"/>
              <a:cs typeface="Courier New"/>
            </a:endParaRPr>
          </a:p>
          <a:p>
            <a:pPr marL="340995">
              <a:lnSpc>
                <a:spcPct val="100000"/>
              </a:lnSpc>
              <a:spcBef>
                <a:spcPts val="330"/>
              </a:spcBef>
            </a:pPr>
            <a:r>
              <a:rPr dirty="0" sz="850" spc="-10">
                <a:solidFill>
                  <a:srgbClr val="E7E9F5"/>
                </a:solidFill>
                <a:latin typeface="Courier New"/>
                <a:cs typeface="Courier New"/>
              </a:rPr>
              <a:t>st.</a:t>
            </a:r>
            <a:r>
              <a:rPr dirty="0" sz="850" spc="-10">
                <a:solidFill>
                  <a:srgbClr val="FFD580"/>
                </a:solidFill>
                <a:latin typeface="Courier New"/>
                <a:cs typeface="Courier New"/>
              </a:rPr>
              <a:t>write</a:t>
            </a:r>
            <a:r>
              <a:rPr dirty="0" sz="850" spc="-10">
                <a:solidFill>
                  <a:srgbClr val="E7E9F5"/>
                </a:solidFill>
                <a:latin typeface="Courier New"/>
                <a:cs typeface="Courier New"/>
              </a:rPr>
              <a:t>(</a:t>
            </a:r>
            <a:r>
              <a:rPr dirty="0" sz="850" spc="-10">
                <a:solidFill>
                  <a:srgbClr val="B8E886"/>
                </a:solidFill>
                <a:latin typeface="Courier New"/>
                <a:cs typeface="Courier New"/>
              </a:rPr>
              <a:t>"This</a:t>
            </a:r>
            <a:r>
              <a:rPr dirty="0" sz="850" spc="-35">
                <a:solidFill>
                  <a:srgbClr val="B8E886"/>
                </a:solidFill>
                <a:latin typeface="Courier New"/>
                <a:cs typeface="Courier New"/>
              </a:rPr>
              <a:t> </a:t>
            </a:r>
            <a:r>
              <a:rPr dirty="0" sz="850">
                <a:solidFill>
                  <a:srgbClr val="B8E886"/>
                </a:solidFill>
                <a:latin typeface="Courier New"/>
                <a:cs typeface="Courier New"/>
              </a:rPr>
              <a:t>renders</a:t>
            </a:r>
            <a:r>
              <a:rPr dirty="0" sz="850" spc="-35">
                <a:solidFill>
                  <a:srgbClr val="B8E886"/>
                </a:solidFill>
                <a:latin typeface="Courier New"/>
                <a:cs typeface="Courier New"/>
              </a:rPr>
              <a:t> </a:t>
            </a:r>
            <a:r>
              <a:rPr dirty="0" sz="850" spc="-10">
                <a:solidFill>
                  <a:srgbClr val="B8E886"/>
                </a:solidFill>
                <a:latin typeface="Courier New"/>
                <a:cs typeface="Courier New"/>
              </a:rPr>
              <a:t>first."</a:t>
            </a:r>
            <a:r>
              <a:rPr dirty="0" sz="850" spc="-10">
                <a:solidFill>
                  <a:srgbClr val="E7E9F5"/>
                </a:solidFill>
                <a:latin typeface="Courier New"/>
                <a:cs typeface="Courier New"/>
              </a:rPr>
              <a:t>)</a:t>
            </a:r>
            <a:endParaRPr sz="8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715"/>
              </a:spcBef>
            </a:pPr>
            <a:endParaRPr sz="850">
              <a:latin typeface="Courier New"/>
              <a:cs typeface="Courier New"/>
            </a:endParaRPr>
          </a:p>
          <a:p>
            <a:pPr marL="340995">
              <a:lnSpc>
                <a:spcPct val="100000"/>
              </a:lnSpc>
            </a:pPr>
            <a:r>
              <a:rPr dirty="0" sz="85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850" spc="-4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50" i="1">
                <a:solidFill>
                  <a:srgbClr val="8B8FB4"/>
                </a:solidFill>
                <a:latin typeface="Courier New"/>
                <a:cs typeface="Courier New"/>
              </a:rPr>
              <a:t>Now</a:t>
            </a:r>
            <a:r>
              <a:rPr dirty="0" sz="850" spc="-4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50" i="1">
                <a:solidFill>
                  <a:srgbClr val="8B8FB4"/>
                </a:solidFill>
                <a:latin typeface="Courier New"/>
                <a:cs typeface="Courier New"/>
              </a:rPr>
              <a:t>insert</a:t>
            </a:r>
            <a:r>
              <a:rPr dirty="0" sz="850" spc="-4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50" i="1">
                <a:solidFill>
                  <a:srgbClr val="8B8FB4"/>
                </a:solidFill>
                <a:latin typeface="Courier New"/>
                <a:cs typeface="Courier New"/>
              </a:rPr>
              <a:t>INTO</a:t>
            </a:r>
            <a:r>
              <a:rPr dirty="0" sz="850" spc="-4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50" i="1">
                <a:solidFill>
                  <a:srgbClr val="8B8FB4"/>
                </a:solidFill>
                <a:latin typeface="Courier New"/>
                <a:cs typeface="Courier New"/>
              </a:rPr>
              <a:t>the</a:t>
            </a:r>
            <a:r>
              <a:rPr dirty="0" sz="850" spc="-4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50" i="1">
                <a:solidFill>
                  <a:srgbClr val="8B8FB4"/>
                </a:solidFill>
                <a:latin typeface="Courier New"/>
                <a:cs typeface="Courier New"/>
              </a:rPr>
              <a:t>container</a:t>
            </a:r>
            <a:r>
              <a:rPr dirty="0" sz="850" spc="-4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50" spc="-10" i="1">
                <a:solidFill>
                  <a:srgbClr val="8B8FB4"/>
                </a:solidFill>
                <a:latin typeface="Courier New"/>
                <a:cs typeface="Courier New"/>
              </a:rPr>
              <a:t>(above)</a:t>
            </a:r>
            <a:endParaRPr sz="850">
              <a:latin typeface="Courier New"/>
              <a:cs typeface="Courier New"/>
            </a:endParaRPr>
          </a:p>
          <a:p>
            <a:pPr marL="340995">
              <a:lnSpc>
                <a:spcPct val="100000"/>
              </a:lnSpc>
              <a:spcBef>
                <a:spcPts val="330"/>
              </a:spcBef>
            </a:pPr>
            <a:r>
              <a:rPr dirty="0" sz="850">
                <a:solidFill>
                  <a:srgbClr val="FF8B7E"/>
                </a:solidFill>
                <a:latin typeface="Courier New"/>
                <a:cs typeface="Courier New"/>
              </a:rPr>
              <a:t>with</a:t>
            </a:r>
            <a:r>
              <a:rPr dirty="0" sz="850" spc="-35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850" spc="-10">
                <a:solidFill>
                  <a:srgbClr val="87D4FF"/>
                </a:solidFill>
                <a:latin typeface="Courier New"/>
                <a:cs typeface="Courier New"/>
              </a:rPr>
              <a:t>holder</a:t>
            </a:r>
            <a:r>
              <a:rPr dirty="0" sz="850" spc="-10">
                <a:solidFill>
                  <a:srgbClr val="E7E9F5"/>
                </a:solidFill>
                <a:latin typeface="Courier New"/>
                <a:cs typeface="Courier New"/>
              </a:rPr>
              <a:t>:</a:t>
            </a:r>
            <a:endParaRPr sz="850">
              <a:latin typeface="Courier New"/>
              <a:cs typeface="Courier New"/>
            </a:endParaRPr>
          </a:p>
          <a:p>
            <a:pPr marL="600710" marR="1861820">
              <a:lnSpc>
                <a:spcPct val="125000"/>
              </a:lnSpc>
              <a:spcBef>
                <a:spcPts val="75"/>
              </a:spcBef>
            </a:pPr>
            <a:r>
              <a:rPr dirty="0" sz="850" spc="-10">
                <a:solidFill>
                  <a:srgbClr val="E7E9F5"/>
                </a:solidFill>
                <a:latin typeface="Courier New"/>
                <a:cs typeface="Courier New"/>
              </a:rPr>
              <a:t>st.</a:t>
            </a:r>
            <a:r>
              <a:rPr dirty="0" sz="850" spc="-10">
                <a:solidFill>
                  <a:srgbClr val="FFD580"/>
                </a:solidFill>
                <a:latin typeface="Courier New"/>
                <a:cs typeface="Courier New"/>
              </a:rPr>
              <a:t>write</a:t>
            </a:r>
            <a:r>
              <a:rPr dirty="0" sz="850" spc="-10">
                <a:solidFill>
                  <a:srgbClr val="E7E9F5"/>
                </a:solidFill>
                <a:latin typeface="Courier New"/>
                <a:cs typeface="Courier New"/>
              </a:rPr>
              <a:t>(</a:t>
            </a:r>
            <a:r>
              <a:rPr dirty="0" sz="850" spc="-10">
                <a:solidFill>
                  <a:srgbClr val="B8E886"/>
                </a:solidFill>
                <a:latin typeface="Courier New"/>
                <a:cs typeface="Courier New"/>
              </a:rPr>
              <a:t>"This</a:t>
            </a:r>
            <a:r>
              <a:rPr dirty="0" sz="850" spc="-40">
                <a:solidFill>
                  <a:srgbClr val="B8E886"/>
                </a:solidFill>
                <a:latin typeface="Courier New"/>
                <a:cs typeface="Courier New"/>
              </a:rPr>
              <a:t> </a:t>
            </a:r>
            <a:r>
              <a:rPr dirty="0" sz="850">
                <a:solidFill>
                  <a:srgbClr val="B8E886"/>
                </a:solidFill>
                <a:latin typeface="Courier New"/>
                <a:cs typeface="Courier New"/>
              </a:rPr>
              <a:t>renders</a:t>
            </a:r>
            <a:r>
              <a:rPr dirty="0" sz="850" spc="-40">
                <a:solidFill>
                  <a:srgbClr val="B8E886"/>
                </a:solidFill>
                <a:latin typeface="Courier New"/>
                <a:cs typeface="Courier New"/>
              </a:rPr>
              <a:t> </a:t>
            </a:r>
            <a:r>
              <a:rPr dirty="0" sz="850">
                <a:solidFill>
                  <a:srgbClr val="B8E886"/>
                </a:solidFill>
                <a:latin typeface="Courier New"/>
                <a:cs typeface="Courier New"/>
              </a:rPr>
              <a:t>ABOVE</a:t>
            </a:r>
            <a:r>
              <a:rPr dirty="0" sz="850" spc="-40">
                <a:solidFill>
                  <a:srgbClr val="B8E886"/>
                </a:solidFill>
                <a:latin typeface="Courier New"/>
                <a:cs typeface="Courier New"/>
              </a:rPr>
              <a:t> </a:t>
            </a:r>
            <a:r>
              <a:rPr dirty="0" sz="850" spc="-10">
                <a:solidFill>
                  <a:srgbClr val="B8E886"/>
                </a:solidFill>
                <a:latin typeface="Courier New"/>
                <a:cs typeface="Courier New"/>
              </a:rPr>
              <a:t>'first'"</a:t>
            </a:r>
            <a:r>
              <a:rPr dirty="0" sz="850" spc="-10">
                <a:solidFill>
                  <a:srgbClr val="E7E9F5"/>
                </a:solidFill>
                <a:latin typeface="Courier New"/>
                <a:cs typeface="Courier New"/>
              </a:rPr>
              <a:t>) st.</a:t>
            </a:r>
            <a:r>
              <a:rPr dirty="0" sz="850" spc="-10">
                <a:solidFill>
                  <a:srgbClr val="FFD580"/>
                </a:solidFill>
                <a:latin typeface="Courier New"/>
                <a:cs typeface="Courier New"/>
              </a:rPr>
              <a:t>write</a:t>
            </a:r>
            <a:r>
              <a:rPr dirty="0" sz="850" spc="-10">
                <a:solidFill>
                  <a:srgbClr val="E7E9F5"/>
                </a:solidFill>
                <a:latin typeface="Courier New"/>
                <a:cs typeface="Courier New"/>
              </a:rPr>
              <a:t>(</a:t>
            </a:r>
            <a:r>
              <a:rPr dirty="0" sz="850" spc="-10">
                <a:solidFill>
                  <a:srgbClr val="B8E886"/>
                </a:solidFill>
                <a:latin typeface="Courier New"/>
                <a:cs typeface="Courier New"/>
              </a:rPr>
              <a:t>"Even</a:t>
            </a:r>
            <a:r>
              <a:rPr dirty="0" sz="850" spc="-45">
                <a:solidFill>
                  <a:srgbClr val="B8E886"/>
                </a:solidFill>
                <a:latin typeface="Courier New"/>
                <a:cs typeface="Courier New"/>
              </a:rPr>
              <a:t> </a:t>
            </a:r>
            <a:r>
              <a:rPr dirty="0" sz="850">
                <a:solidFill>
                  <a:srgbClr val="B8E886"/>
                </a:solidFill>
                <a:latin typeface="Courier New"/>
                <a:cs typeface="Courier New"/>
              </a:rPr>
              <a:t>though</a:t>
            </a:r>
            <a:r>
              <a:rPr dirty="0" sz="850" spc="-40">
                <a:solidFill>
                  <a:srgbClr val="B8E886"/>
                </a:solidFill>
                <a:latin typeface="Courier New"/>
                <a:cs typeface="Courier New"/>
              </a:rPr>
              <a:t> </a:t>
            </a:r>
            <a:r>
              <a:rPr dirty="0" sz="850">
                <a:solidFill>
                  <a:srgbClr val="B8E886"/>
                </a:solidFill>
                <a:latin typeface="Courier New"/>
                <a:cs typeface="Courier New"/>
              </a:rPr>
              <a:t>it's</a:t>
            </a:r>
            <a:r>
              <a:rPr dirty="0" sz="850" spc="-45">
                <a:solidFill>
                  <a:srgbClr val="B8E886"/>
                </a:solidFill>
                <a:latin typeface="Courier New"/>
                <a:cs typeface="Courier New"/>
              </a:rPr>
              <a:t> </a:t>
            </a:r>
            <a:r>
              <a:rPr dirty="0" sz="850">
                <a:solidFill>
                  <a:srgbClr val="B8E886"/>
                </a:solidFill>
                <a:latin typeface="Courier New"/>
                <a:cs typeface="Courier New"/>
              </a:rPr>
              <a:t>defined</a:t>
            </a:r>
            <a:r>
              <a:rPr dirty="0" sz="850" spc="-40">
                <a:solidFill>
                  <a:srgbClr val="B8E886"/>
                </a:solidFill>
                <a:latin typeface="Courier New"/>
                <a:cs typeface="Courier New"/>
              </a:rPr>
              <a:t> </a:t>
            </a:r>
            <a:r>
              <a:rPr dirty="0" sz="850" spc="-10">
                <a:solidFill>
                  <a:srgbClr val="B8E886"/>
                </a:solidFill>
                <a:latin typeface="Courier New"/>
                <a:cs typeface="Courier New"/>
              </a:rPr>
              <a:t>later."</a:t>
            </a:r>
            <a:r>
              <a:rPr dirty="0" sz="850" spc="-10">
                <a:solidFill>
                  <a:srgbClr val="E7E9F5"/>
                </a:solidFill>
                <a:latin typeface="Courier New"/>
                <a:cs typeface="Courier New"/>
              </a:rPr>
              <a:t>)</a:t>
            </a:r>
            <a:endParaRPr sz="8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8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30"/>
              </a:spcBef>
            </a:pPr>
            <a:endParaRPr sz="850">
              <a:latin typeface="Courier New"/>
              <a:cs typeface="Courier New"/>
            </a:endParaRPr>
          </a:p>
          <a:p>
            <a:pPr marL="255270">
              <a:lnSpc>
                <a:spcPct val="100000"/>
              </a:lnSpc>
              <a:tabLst>
                <a:tab pos="927735" algn="l"/>
              </a:tabLst>
            </a:pPr>
            <a:r>
              <a:rPr dirty="0" baseline="11904" sz="1050" spc="-30" b="1">
                <a:solidFill>
                  <a:srgbClr val="293283"/>
                </a:solidFill>
                <a:latin typeface="Cambria"/>
                <a:cs typeface="Cambria"/>
              </a:rPr>
              <a:t>U</a:t>
            </a:r>
            <a:r>
              <a:rPr dirty="0" baseline="11904" sz="1050" spc="-82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baseline="11904" sz="1050" spc="-52" b="1">
                <a:solidFill>
                  <a:srgbClr val="293283"/>
                </a:solidFill>
                <a:latin typeface="Cambria"/>
                <a:cs typeface="Cambria"/>
              </a:rPr>
              <a:t>S</a:t>
            </a:r>
            <a:r>
              <a:rPr dirty="0" baseline="11904" sz="1050" spc="-82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baseline="11904" sz="1050" b="1">
                <a:solidFill>
                  <a:srgbClr val="293283"/>
                </a:solidFill>
                <a:latin typeface="Cambria"/>
                <a:cs typeface="Cambria"/>
              </a:rPr>
              <a:t>E</a:t>
            </a:r>
            <a:r>
              <a:rPr dirty="0" baseline="11904" sz="1050" spc="254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baseline="11904" sz="1050" spc="-60" b="1">
                <a:solidFill>
                  <a:srgbClr val="293283"/>
                </a:solidFill>
                <a:latin typeface="Cambria"/>
                <a:cs typeface="Cambria"/>
              </a:rPr>
              <a:t>W</a:t>
            </a:r>
            <a:r>
              <a:rPr dirty="0" baseline="11904" sz="1050" spc="-82" b="1">
                <a:solidFill>
                  <a:srgbClr val="293283"/>
                </a:solidFill>
                <a:latin typeface="Cambria"/>
                <a:cs typeface="Cambria"/>
              </a:rPr>
              <a:t> H </a:t>
            </a:r>
            <a:r>
              <a:rPr dirty="0" baseline="11904" sz="1050" spc="-97" b="1">
                <a:solidFill>
                  <a:srgbClr val="293283"/>
                </a:solidFill>
                <a:latin typeface="Cambria"/>
                <a:cs typeface="Cambria"/>
              </a:rPr>
              <a:t>E</a:t>
            </a:r>
            <a:r>
              <a:rPr dirty="0" baseline="11904" sz="1050" spc="-82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baseline="11904" sz="1050" spc="-75" b="1">
                <a:solidFill>
                  <a:srgbClr val="293283"/>
                </a:solidFill>
                <a:latin typeface="Cambria"/>
                <a:cs typeface="Cambria"/>
              </a:rPr>
              <a:t>N</a:t>
            </a:r>
            <a:r>
              <a:rPr dirty="0" baseline="11904" sz="1050" b="1">
                <a:solidFill>
                  <a:srgbClr val="293283"/>
                </a:solidFill>
                <a:latin typeface="Cambria"/>
                <a:cs typeface="Cambria"/>
              </a:rPr>
              <a:t>	</a:t>
            </a:r>
            <a:r>
              <a:rPr dirty="0" sz="850" spc="-70">
                <a:solidFill>
                  <a:srgbClr val="4A4E6A"/>
                </a:solidFill>
                <a:latin typeface="Tahoma"/>
                <a:cs typeface="Tahoma"/>
              </a:rPr>
              <a:t>You</a:t>
            </a:r>
            <a:r>
              <a:rPr dirty="0" sz="85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0">
                <a:solidFill>
                  <a:srgbClr val="4A4E6A"/>
                </a:solidFill>
                <a:latin typeface="Tahoma"/>
                <a:cs typeface="Tahoma"/>
              </a:rPr>
              <a:t>need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20">
                <a:solidFill>
                  <a:srgbClr val="4A4E6A"/>
                </a:solidFill>
                <a:latin typeface="Tahoma"/>
                <a:cs typeface="Tahoma"/>
              </a:rPr>
              <a:t>to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5">
                <a:solidFill>
                  <a:srgbClr val="4A4E6A"/>
                </a:solidFill>
                <a:latin typeface="Tahoma"/>
                <a:cs typeface="Tahoma"/>
              </a:rPr>
              <a:t>render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5">
                <a:solidFill>
                  <a:srgbClr val="4A4E6A"/>
                </a:solidFill>
                <a:latin typeface="Tahoma"/>
                <a:cs typeface="Tahoma"/>
              </a:rPr>
              <a:t>content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5">
                <a:solidFill>
                  <a:srgbClr val="4A4E6A"/>
                </a:solidFill>
                <a:latin typeface="Tahoma"/>
                <a:cs typeface="Tahoma"/>
              </a:rPr>
              <a:t>at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 a </a:t>
            </a:r>
            <a:r>
              <a:rPr dirty="0" sz="850" spc="-30">
                <a:solidFill>
                  <a:srgbClr val="4A4E6A"/>
                </a:solidFill>
                <a:latin typeface="Tahoma"/>
                <a:cs typeface="Tahoma"/>
              </a:rPr>
              <a:t>position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5">
                <a:solidFill>
                  <a:srgbClr val="4A4E6A"/>
                </a:solidFill>
                <a:latin typeface="Tahoma"/>
                <a:cs typeface="Tahoma"/>
              </a:rPr>
              <a:t>determined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0">
                <a:solidFill>
                  <a:srgbClr val="4A4E6A"/>
                </a:solidFill>
                <a:latin typeface="Tahoma"/>
                <a:cs typeface="Tahoma"/>
              </a:rPr>
              <a:t>before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0">
                <a:solidFill>
                  <a:srgbClr val="4A4E6A"/>
                </a:solidFill>
                <a:latin typeface="Tahoma"/>
                <a:cs typeface="Tahoma"/>
              </a:rPr>
              <a:t>you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5">
                <a:solidFill>
                  <a:srgbClr val="4A4E6A"/>
                </a:solidFill>
                <a:latin typeface="Tahoma"/>
                <a:cs typeface="Tahoma"/>
              </a:rPr>
              <a:t>know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5">
                <a:solidFill>
                  <a:srgbClr val="4A4E6A"/>
                </a:solidFill>
                <a:latin typeface="Tahoma"/>
                <a:cs typeface="Tahoma"/>
              </a:rPr>
              <a:t>what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0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5">
                <a:solidFill>
                  <a:srgbClr val="4A4E6A"/>
                </a:solidFill>
                <a:latin typeface="Tahoma"/>
                <a:cs typeface="Tahoma"/>
              </a:rPr>
              <a:t>content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25">
                <a:solidFill>
                  <a:srgbClr val="4A4E6A"/>
                </a:solidFill>
                <a:latin typeface="Tahoma"/>
                <a:cs typeface="Tahoma"/>
              </a:rPr>
              <a:t>is.</a:t>
            </a:r>
            <a:endParaRPr sz="850">
              <a:latin typeface="Tahoma"/>
              <a:cs typeface="Tahoma"/>
            </a:endParaRPr>
          </a:p>
          <a:p>
            <a:pPr marL="927735">
              <a:lnSpc>
                <a:spcPct val="100000"/>
              </a:lnSpc>
              <a:spcBef>
                <a:spcPts val="254"/>
              </a:spcBef>
            </a:pP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Rare</a:t>
            </a:r>
            <a:r>
              <a:rPr dirty="0" sz="85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25">
                <a:solidFill>
                  <a:srgbClr val="4A4E6A"/>
                </a:solidFill>
                <a:latin typeface="Tahoma"/>
                <a:cs typeface="Tahoma"/>
              </a:rPr>
              <a:t>in</a:t>
            </a:r>
            <a:r>
              <a:rPr dirty="0" sz="85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0">
                <a:solidFill>
                  <a:srgbClr val="4A4E6A"/>
                </a:solidFill>
                <a:latin typeface="Tahoma"/>
                <a:cs typeface="Tahoma"/>
              </a:rPr>
              <a:t>beginner</a:t>
            </a:r>
            <a:r>
              <a:rPr dirty="0" sz="85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apps,</a:t>
            </a:r>
            <a:r>
              <a:rPr dirty="0" sz="85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5">
                <a:solidFill>
                  <a:srgbClr val="4A4E6A"/>
                </a:solidFill>
                <a:latin typeface="Tahoma"/>
                <a:cs typeface="Tahoma"/>
              </a:rPr>
              <a:t>common</a:t>
            </a:r>
            <a:r>
              <a:rPr dirty="0" sz="85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25">
                <a:solidFill>
                  <a:srgbClr val="4A4E6A"/>
                </a:solidFill>
                <a:latin typeface="Tahoma"/>
                <a:cs typeface="Tahoma"/>
              </a:rPr>
              <a:t>in</a:t>
            </a:r>
            <a:r>
              <a:rPr dirty="0" sz="85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0">
                <a:solidFill>
                  <a:srgbClr val="4A4E6A"/>
                </a:solidFill>
                <a:latin typeface="Tahoma"/>
                <a:cs typeface="Tahoma"/>
              </a:rPr>
              <a:t>chat</a:t>
            </a:r>
            <a:r>
              <a:rPr dirty="0" sz="85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20">
                <a:solidFill>
                  <a:srgbClr val="4A4E6A"/>
                </a:solidFill>
                <a:latin typeface="Tahoma"/>
                <a:cs typeface="Tahoma"/>
              </a:rPr>
              <a:t>UIs.</a:t>
            </a:r>
            <a:endParaRPr sz="85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5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5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5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5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800"/>
              </a:spcBef>
            </a:pPr>
            <a:endParaRPr sz="850">
              <a:latin typeface="Tahoma"/>
              <a:cs typeface="Tahoma"/>
            </a:endParaRPr>
          </a:p>
          <a:p>
            <a:pPr marL="388620">
              <a:lnSpc>
                <a:spcPct val="100000"/>
              </a:lnSpc>
            </a:pPr>
            <a:r>
              <a:rPr dirty="0" sz="750" b="1">
                <a:solidFill>
                  <a:srgbClr val="797E94"/>
                </a:solidFill>
                <a:latin typeface="Cambria"/>
                <a:cs typeface="Cambria"/>
              </a:rPr>
              <a:t>You'll</a:t>
            </a:r>
            <a:r>
              <a:rPr dirty="0" sz="750" spc="80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750" b="1">
                <a:solidFill>
                  <a:srgbClr val="797E94"/>
                </a:solidFill>
                <a:latin typeface="Cambria"/>
                <a:cs typeface="Cambria"/>
              </a:rPr>
              <a:t>meet</a:t>
            </a:r>
            <a:r>
              <a:rPr dirty="0" sz="750" spc="80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750" b="1">
                <a:solidFill>
                  <a:srgbClr val="797E94"/>
                </a:solidFill>
                <a:latin typeface="Cambria"/>
                <a:cs typeface="Cambria"/>
              </a:rPr>
              <a:t>this</a:t>
            </a:r>
            <a:r>
              <a:rPr dirty="0" sz="750" spc="85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750" b="1">
                <a:solidFill>
                  <a:srgbClr val="797E94"/>
                </a:solidFill>
                <a:latin typeface="Cambria"/>
                <a:cs typeface="Cambria"/>
              </a:rPr>
              <a:t>again</a:t>
            </a:r>
            <a:r>
              <a:rPr dirty="0" sz="750" spc="80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750" b="1">
                <a:solidFill>
                  <a:srgbClr val="797E94"/>
                </a:solidFill>
                <a:latin typeface="Cambria"/>
                <a:cs typeface="Cambria"/>
              </a:rPr>
              <a:t>on</a:t>
            </a:r>
            <a:r>
              <a:rPr dirty="0" sz="750" spc="455" b="1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750" b="1">
                <a:solidFill>
                  <a:srgbClr val="293283"/>
                </a:solidFill>
                <a:latin typeface="Cambria"/>
                <a:cs typeface="Cambria"/>
              </a:rPr>
              <a:t>Day</a:t>
            </a:r>
            <a:r>
              <a:rPr dirty="0" sz="750" spc="85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750" b="1">
                <a:solidFill>
                  <a:srgbClr val="293283"/>
                </a:solidFill>
                <a:latin typeface="Cambria"/>
                <a:cs typeface="Cambria"/>
              </a:rPr>
              <a:t>13</a:t>
            </a:r>
            <a:r>
              <a:rPr dirty="0" sz="750" spc="80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750" b="1">
                <a:solidFill>
                  <a:srgbClr val="293283"/>
                </a:solidFill>
                <a:latin typeface="Cambria"/>
                <a:cs typeface="Cambria"/>
              </a:rPr>
              <a:t>·</a:t>
            </a:r>
            <a:r>
              <a:rPr dirty="0" sz="750" spc="80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750" b="1">
                <a:solidFill>
                  <a:srgbClr val="293283"/>
                </a:solidFill>
                <a:latin typeface="Cambria"/>
                <a:cs typeface="Cambria"/>
              </a:rPr>
              <a:t>chat</a:t>
            </a:r>
            <a:r>
              <a:rPr dirty="0" sz="750" spc="85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750" spc="-25" b="1">
                <a:solidFill>
                  <a:srgbClr val="293283"/>
                </a:solidFill>
                <a:latin typeface="Cambria"/>
                <a:cs typeface="Cambria"/>
              </a:rPr>
              <a:t>UIs</a:t>
            </a:r>
            <a:endParaRPr sz="750">
              <a:latin typeface="Cambria"/>
              <a:cs typeface="Cambria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6200774" y="1495425"/>
            <a:ext cx="5305425" cy="4448175"/>
            <a:chOff x="6200774" y="1495425"/>
            <a:chExt cx="5305425" cy="4448175"/>
          </a:xfrm>
        </p:grpSpPr>
        <p:pic>
          <p:nvPicPr>
            <p:cNvPr id="24" name="object 2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10299" y="1533524"/>
              <a:ext cx="5286374" cy="4400549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6217838" y="1495425"/>
              <a:ext cx="5271770" cy="90805"/>
            </a:xfrm>
            <a:custGeom>
              <a:avLst/>
              <a:gdLst/>
              <a:ahLst/>
              <a:cxnLst/>
              <a:rect l="l" t="t" r="r" b="b"/>
              <a:pathLst>
                <a:path w="5271770" h="90805">
                  <a:moveTo>
                    <a:pt x="5634" y="90790"/>
                  </a:moveTo>
                  <a:lnTo>
                    <a:pt x="0" y="68253"/>
                  </a:lnTo>
                  <a:lnTo>
                    <a:pt x="5388" y="59250"/>
                  </a:lnTo>
                  <a:lnTo>
                    <a:pt x="13153" y="48794"/>
                  </a:lnTo>
                  <a:lnTo>
                    <a:pt x="42187" y="22452"/>
                  </a:lnTo>
                  <a:lnTo>
                    <a:pt x="77633" y="5709"/>
                  </a:lnTo>
                  <a:lnTo>
                    <a:pt x="116286" y="0"/>
                  </a:lnTo>
                  <a:lnTo>
                    <a:pt x="5155011" y="0"/>
                  </a:lnTo>
                  <a:lnTo>
                    <a:pt x="5193661" y="5709"/>
                  </a:lnTo>
                  <a:lnTo>
                    <a:pt x="5229108" y="22452"/>
                  </a:lnTo>
                  <a:lnTo>
                    <a:pt x="5248249" y="38099"/>
                  </a:lnTo>
                  <a:lnTo>
                    <a:pt x="116286" y="38099"/>
                  </a:lnTo>
                  <a:lnTo>
                    <a:pt x="104087" y="38553"/>
                  </a:lnTo>
                  <a:lnTo>
                    <a:pt x="57855" y="49359"/>
                  </a:lnTo>
                  <a:lnTo>
                    <a:pt x="20519" y="72953"/>
                  </a:lnTo>
                  <a:lnTo>
                    <a:pt x="7098" y="88403"/>
                  </a:lnTo>
                  <a:lnTo>
                    <a:pt x="5634" y="90790"/>
                  </a:lnTo>
                  <a:close/>
                </a:path>
                <a:path w="5271770" h="90805">
                  <a:moveTo>
                    <a:pt x="5265663" y="90790"/>
                  </a:moveTo>
                  <a:lnTo>
                    <a:pt x="5233525" y="59683"/>
                  </a:lnTo>
                  <a:lnTo>
                    <a:pt x="5190900" y="42178"/>
                  </a:lnTo>
                  <a:lnTo>
                    <a:pt x="5155011" y="38099"/>
                  </a:lnTo>
                  <a:lnTo>
                    <a:pt x="5248249" y="38099"/>
                  </a:lnTo>
                  <a:lnTo>
                    <a:pt x="5249303" y="39057"/>
                  </a:lnTo>
                  <a:lnTo>
                    <a:pt x="5258143" y="48794"/>
                  </a:lnTo>
                  <a:lnTo>
                    <a:pt x="5265907" y="59250"/>
                  </a:lnTo>
                  <a:lnTo>
                    <a:pt x="5271296" y="68253"/>
                  </a:lnTo>
                  <a:lnTo>
                    <a:pt x="5265663" y="90790"/>
                  </a:lnTo>
                  <a:close/>
                </a:path>
              </a:pathLst>
            </a:custGeom>
            <a:solidFill>
              <a:srgbClr val="FF6A5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6200762" y="1563407"/>
              <a:ext cx="5305425" cy="4380230"/>
            </a:xfrm>
            <a:custGeom>
              <a:avLst/>
              <a:gdLst/>
              <a:ahLst/>
              <a:cxnLst/>
              <a:rect l="l" t="t" r="r" b="b"/>
              <a:pathLst>
                <a:path w="5305425" h="4380230">
                  <a:moveTo>
                    <a:pt x="5305425" y="65366"/>
                  </a:moveTo>
                  <a:lnTo>
                    <a:pt x="5299722" y="26720"/>
                  </a:lnTo>
                  <a:lnTo>
                    <a:pt x="5288204" y="0"/>
                  </a:lnTo>
                  <a:lnTo>
                    <a:pt x="5282565" y="22542"/>
                  </a:lnTo>
                  <a:lnTo>
                    <a:pt x="5286476" y="28917"/>
                  </a:lnTo>
                  <a:lnTo>
                    <a:pt x="5290604" y="37769"/>
                  </a:lnTo>
                  <a:lnTo>
                    <a:pt x="5293550" y="46786"/>
                  </a:lnTo>
                  <a:lnTo>
                    <a:pt x="5295316" y="55994"/>
                  </a:lnTo>
                  <a:lnTo>
                    <a:pt x="5295900" y="65366"/>
                  </a:lnTo>
                  <a:lnTo>
                    <a:pt x="5295900" y="4246842"/>
                  </a:lnTo>
                  <a:lnTo>
                    <a:pt x="5286476" y="4294238"/>
                  </a:lnTo>
                  <a:lnTo>
                    <a:pt x="5259133" y="4334853"/>
                  </a:lnTo>
                  <a:lnTo>
                    <a:pt x="5219458" y="4361243"/>
                  </a:lnTo>
                  <a:lnTo>
                    <a:pt x="5184521" y="4370044"/>
                  </a:lnTo>
                  <a:lnTo>
                    <a:pt x="5185041" y="4370044"/>
                  </a:lnTo>
                  <a:lnTo>
                    <a:pt x="5172075" y="4370667"/>
                  </a:lnTo>
                  <a:lnTo>
                    <a:pt x="133350" y="4370667"/>
                  </a:lnTo>
                  <a:lnTo>
                    <a:pt x="120396" y="4370044"/>
                  </a:lnTo>
                  <a:lnTo>
                    <a:pt x="120904" y="4370044"/>
                  </a:lnTo>
                  <a:lnTo>
                    <a:pt x="109194" y="4368317"/>
                  </a:lnTo>
                  <a:lnTo>
                    <a:pt x="64554" y="4349826"/>
                  </a:lnTo>
                  <a:lnTo>
                    <a:pt x="46278" y="4334865"/>
                  </a:lnTo>
                  <a:lnTo>
                    <a:pt x="37592" y="4325366"/>
                  </a:lnTo>
                  <a:lnTo>
                    <a:pt x="14833" y="4282732"/>
                  </a:lnTo>
                  <a:lnTo>
                    <a:pt x="9525" y="4246842"/>
                  </a:lnTo>
                  <a:lnTo>
                    <a:pt x="9525" y="65366"/>
                  </a:lnTo>
                  <a:lnTo>
                    <a:pt x="22872" y="22542"/>
                  </a:lnTo>
                  <a:lnTo>
                    <a:pt x="17233" y="0"/>
                  </a:lnTo>
                  <a:lnTo>
                    <a:pt x="2540" y="39357"/>
                  </a:lnTo>
                  <a:lnTo>
                    <a:pt x="0" y="65366"/>
                  </a:lnTo>
                  <a:lnTo>
                    <a:pt x="0" y="4246842"/>
                  </a:lnTo>
                  <a:lnTo>
                    <a:pt x="5715" y="4285500"/>
                  </a:lnTo>
                  <a:lnTo>
                    <a:pt x="22453" y="4320946"/>
                  </a:lnTo>
                  <a:lnTo>
                    <a:pt x="39103" y="4341101"/>
                  </a:lnTo>
                  <a:lnTo>
                    <a:pt x="39509" y="4341558"/>
                  </a:lnTo>
                  <a:lnTo>
                    <a:pt x="48806" y="4349978"/>
                  </a:lnTo>
                  <a:lnTo>
                    <a:pt x="82321" y="4370044"/>
                  </a:lnTo>
                  <a:lnTo>
                    <a:pt x="120218" y="4379569"/>
                  </a:lnTo>
                  <a:lnTo>
                    <a:pt x="133350" y="4380192"/>
                  </a:lnTo>
                  <a:lnTo>
                    <a:pt x="5172075" y="4380192"/>
                  </a:lnTo>
                  <a:lnTo>
                    <a:pt x="5185219" y="4379569"/>
                  </a:lnTo>
                  <a:lnTo>
                    <a:pt x="5198097" y="4377664"/>
                  </a:lnTo>
                  <a:lnTo>
                    <a:pt x="5210734" y="4374489"/>
                  </a:lnTo>
                  <a:lnTo>
                    <a:pt x="5221363" y="4370667"/>
                  </a:lnTo>
                  <a:lnTo>
                    <a:pt x="5223116" y="4370044"/>
                  </a:lnTo>
                  <a:lnTo>
                    <a:pt x="5235003" y="4364431"/>
                  </a:lnTo>
                  <a:lnTo>
                    <a:pt x="5246179" y="4357751"/>
                  </a:lnTo>
                  <a:lnTo>
                    <a:pt x="5256631" y="4349978"/>
                  </a:lnTo>
                  <a:lnTo>
                    <a:pt x="5265864" y="4341596"/>
                  </a:lnTo>
                  <a:lnTo>
                    <a:pt x="5266372" y="4341139"/>
                  </a:lnTo>
                  <a:lnTo>
                    <a:pt x="5289664" y="4309770"/>
                  </a:lnTo>
                  <a:lnTo>
                    <a:pt x="5302897" y="4272864"/>
                  </a:lnTo>
                  <a:lnTo>
                    <a:pt x="5305425" y="4246842"/>
                  </a:lnTo>
                  <a:lnTo>
                    <a:pt x="5305425" y="65366"/>
                  </a:lnTo>
                  <a:close/>
                </a:path>
              </a:pathLst>
            </a:custGeom>
            <a:solidFill>
              <a:srgbClr val="E4DE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6400799" y="1724024"/>
              <a:ext cx="1257300" cy="266700"/>
            </a:xfrm>
            <a:custGeom>
              <a:avLst/>
              <a:gdLst/>
              <a:ahLst/>
              <a:cxnLst/>
              <a:rect l="l" t="t" r="r" b="b"/>
              <a:pathLst>
                <a:path w="1257300" h="266700">
                  <a:moveTo>
                    <a:pt x="1123949" y="266699"/>
                  </a:moveTo>
                  <a:lnTo>
                    <a:pt x="133349" y="266699"/>
                  </a:lnTo>
                  <a:lnTo>
                    <a:pt x="126798" y="266539"/>
                  </a:lnTo>
                  <a:lnTo>
                    <a:pt x="88432" y="258908"/>
                  </a:lnTo>
                  <a:lnTo>
                    <a:pt x="53906" y="240453"/>
                  </a:lnTo>
                  <a:lnTo>
                    <a:pt x="26245" y="212792"/>
                  </a:lnTo>
                  <a:lnTo>
                    <a:pt x="7791" y="178266"/>
                  </a:lnTo>
                  <a:lnTo>
                    <a:pt x="159" y="139901"/>
                  </a:lnTo>
                  <a:lnTo>
                    <a:pt x="0" y="133349"/>
                  </a:lnTo>
                  <a:lnTo>
                    <a:pt x="159" y="126798"/>
                  </a:lnTo>
                  <a:lnTo>
                    <a:pt x="7791" y="88432"/>
                  </a:lnTo>
                  <a:lnTo>
                    <a:pt x="26245" y="53906"/>
                  </a:lnTo>
                  <a:lnTo>
                    <a:pt x="53906" y="26246"/>
                  </a:lnTo>
                  <a:lnTo>
                    <a:pt x="88432" y="7791"/>
                  </a:lnTo>
                  <a:lnTo>
                    <a:pt x="126798" y="160"/>
                  </a:lnTo>
                  <a:lnTo>
                    <a:pt x="133349" y="0"/>
                  </a:lnTo>
                  <a:lnTo>
                    <a:pt x="1123949" y="0"/>
                  </a:lnTo>
                  <a:lnTo>
                    <a:pt x="1162659" y="5740"/>
                  </a:lnTo>
                  <a:lnTo>
                    <a:pt x="1198034" y="22473"/>
                  </a:lnTo>
                  <a:lnTo>
                    <a:pt x="1227031" y="48752"/>
                  </a:lnTo>
                  <a:lnTo>
                    <a:pt x="1247148" y="82318"/>
                  </a:lnTo>
                  <a:lnTo>
                    <a:pt x="1256658" y="120279"/>
                  </a:lnTo>
                  <a:lnTo>
                    <a:pt x="1257299" y="133349"/>
                  </a:lnTo>
                  <a:lnTo>
                    <a:pt x="1257139" y="139901"/>
                  </a:lnTo>
                  <a:lnTo>
                    <a:pt x="1249507" y="178266"/>
                  </a:lnTo>
                  <a:lnTo>
                    <a:pt x="1231053" y="212792"/>
                  </a:lnTo>
                  <a:lnTo>
                    <a:pt x="1203392" y="240453"/>
                  </a:lnTo>
                  <a:lnTo>
                    <a:pt x="1168866" y="258908"/>
                  </a:lnTo>
                  <a:lnTo>
                    <a:pt x="1130500" y="266539"/>
                  </a:lnTo>
                  <a:lnTo>
                    <a:pt x="1123949" y="266699"/>
                  </a:lnTo>
                  <a:close/>
                </a:path>
              </a:pathLst>
            </a:custGeom>
            <a:solidFill>
              <a:srgbClr val="FFE7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6405562" y="2386012"/>
              <a:ext cx="4895850" cy="2781300"/>
            </a:xfrm>
            <a:custGeom>
              <a:avLst/>
              <a:gdLst/>
              <a:ahLst/>
              <a:cxnLst/>
              <a:rect l="l" t="t" r="r" b="b"/>
              <a:pathLst>
                <a:path w="4895850" h="2781300">
                  <a:moveTo>
                    <a:pt x="4811302" y="2781299"/>
                  </a:moveTo>
                  <a:lnTo>
                    <a:pt x="84545" y="2781299"/>
                  </a:lnTo>
                  <a:lnTo>
                    <a:pt x="78660" y="2780719"/>
                  </a:lnTo>
                  <a:lnTo>
                    <a:pt x="35274" y="2762748"/>
                  </a:lnTo>
                  <a:lnTo>
                    <a:pt x="9161" y="2730929"/>
                  </a:lnTo>
                  <a:lnTo>
                    <a:pt x="0" y="2696753"/>
                  </a:lnTo>
                  <a:lnTo>
                    <a:pt x="0" y="2690812"/>
                  </a:lnTo>
                  <a:lnTo>
                    <a:pt x="0" y="84545"/>
                  </a:lnTo>
                  <a:lnTo>
                    <a:pt x="11948" y="45155"/>
                  </a:lnTo>
                  <a:lnTo>
                    <a:pt x="45154" y="11948"/>
                  </a:lnTo>
                  <a:lnTo>
                    <a:pt x="84545" y="0"/>
                  </a:lnTo>
                  <a:lnTo>
                    <a:pt x="4811302" y="0"/>
                  </a:lnTo>
                  <a:lnTo>
                    <a:pt x="4850691" y="11948"/>
                  </a:lnTo>
                  <a:lnTo>
                    <a:pt x="4883899" y="45155"/>
                  </a:lnTo>
                  <a:lnTo>
                    <a:pt x="4895848" y="84545"/>
                  </a:lnTo>
                  <a:lnTo>
                    <a:pt x="4895848" y="2696753"/>
                  </a:lnTo>
                  <a:lnTo>
                    <a:pt x="4883898" y="2736143"/>
                  </a:lnTo>
                  <a:lnTo>
                    <a:pt x="4850691" y="2769350"/>
                  </a:lnTo>
                  <a:lnTo>
                    <a:pt x="4817185" y="2780719"/>
                  </a:lnTo>
                  <a:lnTo>
                    <a:pt x="4811302" y="2781299"/>
                  </a:lnTo>
                  <a:close/>
                </a:path>
              </a:pathLst>
            </a:custGeom>
            <a:solidFill>
              <a:srgbClr val="1B1F3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6405562" y="2386012"/>
              <a:ext cx="4895850" cy="2781300"/>
            </a:xfrm>
            <a:custGeom>
              <a:avLst/>
              <a:gdLst/>
              <a:ahLst/>
              <a:cxnLst/>
              <a:rect l="l" t="t" r="r" b="b"/>
              <a:pathLst>
                <a:path w="4895850" h="2781300">
                  <a:moveTo>
                    <a:pt x="0" y="2690812"/>
                  </a:moveTo>
                  <a:lnTo>
                    <a:pt x="0" y="90487"/>
                  </a:lnTo>
                  <a:lnTo>
                    <a:pt x="0" y="84545"/>
                  </a:lnTo>
                  <a:lnTo>
                    <a:pt x="579" y="78661"/>
                  </a:lnTo>
                  <a:lnTo>
                    <a:pt x="1738" y="72834"/>
                  </a:lnTo>
                  <a:lnTo>
                    <a:pt x="2896" y="67006"/>
                  </a:lnTo>
                  <a:lnTo>
                    <a:pt x="4613" y="61348"/>
                  </a:lnTo>
                  <a:lnTo>
                    <a:pt x="26502" y="26503"/>
                  </a:lnTo>
                  <a:lnTo>
                    <a:pt x="30703" y="22301"/>
                  </a:lnTo>
                  <a:lnTo>
                    <a:pt x="35274" y="18550"/>
                  </a:lnTo>
                  <a:lnTo>
                    <a:pt x="40214" y="15249"/>
                  </a:lnTo>
                  <a:lnTo>
                    <a:pt x="45154" y="11948"/>
                  </a:lnTo>
                  <a:lnTo>
                    <a:pt x="50369" y="9161"/>
                  </a:lnTo>
                  <a:lnTo>
                    <a:pt x="55858" y="6887"/>
                  </a:lnTo>
                  <a:lnTo>
                    <a:pt x="61347" y="4614"/>
                  </a:lnTo>
                  <a:lnTo>
                    <a:pt x="67005" y="2897"/>
                  </a:lnTo>
                  <a:lnTo>
                    <a:pt x="72833" y="1738"/>
                  </a:lnTo>
                  <a:lnTo>
                    <a:pt x="78660" y="579"/>
                  </a:lnTo>
                  <a:lnTo>
                    <a:pt x="84545" y="0"/>
                  </a:lnTo>
                  <a:lnTo>
                    <a:pt x="90487" y="0"/>
                  </a:lnTo>
                  <a:lnTo>
                    <a:pt x="4805362" y="0"/>
                  </a:lnTo>
                  <a:lnTo>
                    <a:pt x="4811302" y="0"/>
                  </a:lnTo>
                  <a:lnTo>
                    <a:pt x="4817185" y="579"/>
                  </a:lnTo>
                  <a:lnTo>
                    <a:pt x="4855632" y="15249"/>
                  </a:lnTo>
                  <a:lnTo>
                    <a:pt x="4880598" y="40215"/>
                  </a:lnTo>
                  <a:lnTo>
                    <a:pt x="4883899" y="45155"/>
                  </a:lnTo>
                  <a:lnTo>
                    <a:pt x="4894110" y="72834"/>
                  </a:lnTo>
                  <a:lnTo>
                    <a:pt x="4895269" y="78661"/>
                  </a:lnTo>
                  <a:lnTo>
                    <a:pt x="4895848" y="84545"/>
                  </a:lnTo>
                  <a:lnTo>
                    <a:pt x="4895849" y="90487"/>
                  </a:lnTo>
                  <a:lnTo>
                    <a:pt x="4895849" y="2690812"/>
                  </a:lnTo>
                  <a:lnTo>
                    <a:pt x="4895848" y="2696753"/>
                  </a:lnTo>
                  <a:lnTo>
                    <a:pt x="4895269" y="2702637"/>
                  </a:lnTo>
                  <a:lnTo>
                    <a:pt x="4894110" y="2708464"/>
                  </a:lnTo>
                  <a:lnTo>
                    <a:pt x="4892950" y="2714292"/>
                  </a:lnTo>
                  <a:lnTo>
                    <a:pt x="4880597" y="2741084"/>
                  </a:lnTo>
                  <a:lnTo>
                    <a:pt x="4877297" y="2746024"/>
                  </a:lnTo>
                  <a:lnTo>
                    <a:pt x="4845478" y="2772137"/>
                  </a:lnTo>
                  <a:lnTo>
                    <a:pt x="4839989" y="2774411"/>
                  </a:lnTo>
                  <a:lnTo>
                    <a:pt x="4834499" y="2776684"/>
                  </a:lnTo>
                  <a:lnTo>
                    <a:pt x="4828840" y="2778401"/>
                  </a:lnTo>
                  <a:lnTo>
                    <a:pt x="4823014" y="2779560"/>
                  </a:lnTo>
                  <a:lnTo>
                    <a:pt x="4817185" y="2780719"/>
                  </a:lnTo>
                  <a:lnTo>
                    <a:pt x="4811302" y="2781299"/>
                  </a:lnTo>
                  <a:lnTo>
                    <a:pt x="4805362" y="2781299"/>
                  </a:lnTo>
                  <a:lnTo>
                    <a:pt x="90487" y="2781299"/>
                  </a:lnTo>
                  <a:lnTo>
                    <a:pt x="84545" y="2781299"/>
                  </a:lnTo>
                  <a:lnTo>
                    <a:pt x="78660" y="2780719"/>
                  </a:lnTo>
                  <a:lnTo>
                    <a:pt x="72833" y="2779560"/>
                  </a:lnTo>
                  <a:lnTo>
                    <a:pt x="67005" y="2778401"/>
                  </a:lnTo>
                  <a:lnTo>
                    <a:pt x="61347" y="2776684"/>
                  </a:lnTo>
                  <a:lnTo>
                    <a:pt x="55858" y="2774411"/>
                  </a:lnTo>
                  <a:lnTo>
                    <a:pt x="50369" y="2772137"/>
                  </a:lnTo>
                  <a:lnTo>
                    <a:pt x="45154" y="2769350"/>
                  </a:lnTo>
                  <a:lnTo>
                    <a:pt x="40214" y="2766049"/>
                  </a:lnTo>
                  <a:lnTo>
                    <a:pt x="35274" y="2762748"/>
                  </a:lnTo>
                  <a:lnTo>
                    <a:pt x="30703" y="2758997"/>
                  </a:lnTo>
                  <a:lnTo>
                    <a:pt x="26502" y="2754796"/>
                  </a:lnTo>
                  <a:lnTo>
                    <a:pt x="22300" y="2750594"/>
                  </a:lnTo>
                  <a:lnTo>
                    <a:pt x="2896" y="2714292"/>
                  </a:lnTo>
                  <a:lnTo>
                    <a:pt x="1738" y="2708464"/>
                  </a:lnTo>
                  <a:lnTo>
                    <a:pt x="579" y="2702637"/>
                  </a:lnTo>
                  <a:lnTo>
                    <a:pt x="0" y="2696753"/>
                  </a:lnTo>
                  <a:lnTo>
                    <a:pt x="0" y="2690812"/>
                  </a:lnTo>
                  <a:close/>
                </a:path>
              </a:pathLst>
            </a:custGeom>
            <a:ln w="9524">
              <a:solidFill>
                <a:srgbClr val="292E5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6400798" y="5286374"/>
              <a:ext cx="666750" cy="190500"/>
            </a:xfrm>
            <a:custGeom>
              <a:avLst/>
              <a:gdLst/>
              <a:ahLst/>
              <a:cxnLst/>
              <a:rect l="l" t="t" r="r" b="b"/>
              <a:pathLst>
                <a:path w="666750" h="190500">
                  <a:moveTo>
                    <a:pt x="633701" y="190499"/>
                  </a:moveTo>
                  <a:lnTo>
                    <a:pt x="33047" y="190499"/>
                  </a:lnTo>
                  <a:lnTo>
                    <a:pt x="28187" y="189532"/>
                  </a:lnTo>
                  <a:lnTo>
                    <a:pt x="966" y="162312"/>
                  </a:lnTo>
                  <a:lnTo>
                    <a:pt x="0" y="157452"/>
                  </a:lnTo>
                  <a:lnTo>
                    <a:pt x="0" y="15239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633701" y="0"/>
                  </a:lnTo>
                  <a:lnTo>
                    <a:pt x="665782" y="28187"/>
                  </a:lnTo>
                  <a:lnTo>
                    <a:pt x="666749" y="33047"/>
                  </a:lnTo>
                  <a:lnTo>
                    <a:pt x="666749" y="157452"/>
                  </a:lnTo>
                  <a:lnTo>
                    <a:pt x="638562" y="189532"/>
                  </a:lnTo>
                  <a:lnTo>
                    <a:pt x="633701" y="190499"/>
                  </a:lnTo>
                  <a:close/>
                </a:path>
              </a:pathLst>
            </a:custGeom>
            <a:solidFill>
              <a:srgbClr val="FFE7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6400799" y="5510212"/>
              <a:ext cx="4905375" cy="0"/>
            </a:xfrm>
            <a:custGeom>
              <a:avLst/>
              <a:gdLst/>
              <a:ahLst/>
              <a:cxnLst/>
              <a:rect l="l" t="t" r="r" b="b"/>
              <a:pathLst>
                <a:path w="4905375" h="0">
                  <a:moveTo>
                    <a:pt x="0" y="0"/>
                  </a:moveTo>
                  <a:lnTo>
                    <a:pt x="4905374" y="0"/>
                  </a:lnTo>
                </a:path>
              </a:pathLst>
            </a:custGeom>
            <a:ln w="9524">
              <a:solidFill>
                <a:srgbClr val="E4DED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2" name="object 3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26199" y="5654674"/>
              <a:ext cx="82550" cy="101600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6734174" y="1771649"/>
              <a:ext cx="9525" cy="161925"/>
            </a:xfrm>
            <a:custGeom>
              <a:avLst/>
              <a:gdLst/>
              <a:ahLst/>
              <a:cxnLst/>
              <a:rect l="l" t="t" r="r" b="b"/>
              <a:pathLst>
                <a:path w="9525" h="161925">
                  <a:moveTo>
                    <a:pt x="9524" y="161924"/>
                  </a:moveTo>
                  <a:lnTo>
                    <a:pt x="0" y="161924"/>
                  </a:lnTo>
                  <a:lnTo>
                    <a:pt x="0" y="0"/>
                  </a:lnTo>
                  <a:lnTo>
                    <a:pt x="9524" y="0"/>
                  </a:lnTo>
                  <a:lnTo>
                    <a:pt x="9524" y="161924"/>
                  </a:lnTo>
                  <a:close/>
                </a:path>
              </a:pathLst>
            </a:custGeom>
            <a:solidFill>
              <a:srgbClr val="FF6A5B">
                <a:alpha val="59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93370">
              <a:lnSpc>
                <a:spcPct val="100000"/>
              </a:lnSpc>
              <a:spcBef>
                <a:spcPts val="100"/>
              </a:spcBef>
              <a:tabLst>
                <a:tab pos="614680" algn="l"/>
              </a:tabLst>
            </a:pPr>
            <a:r>
              <a:rPr dirty="0" baseline="3472" sz="1200" spc="-37">
                <a:solidFill>
                  <a:srgbClr val="FEA49B"/>
                </a:solidFill>
                <a:latin typeface="Cambria"/>
                <a:cs typeface="Cambria"/>
              </a:rPr>
              <a:t>05b</a:t>
            </a:r>
            <a:r>
              <a:rPr dirty="0" baseline="3472" sz="1200">
                <a:solidFill>
                  <a:srgbClr val="FEA49B"/>
                </a:solidFill>
                <a:latin typeface="Cambria"/>
                <a:cs typeface="Cambria"/>
              </a:rPr>
              <a:t>	</a:t>
            </a:r>
            <a:r>
              <a:rPr dirty="0" sz="900" spc="-10"/>
              <a:t>st.empty()</a:t>
            </a:r>
            <a:endParaRPr sz="9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50"/>
              </a:spcBef>
            </a:pPr>
          </a:p>
          <a:p>
            <a:pPr marL="179070">
              <a:lnSpc>
                <a:spcPct val="100000"/>
              </a:lnSpc>
            </a:pPr>
            <a:r>
              <a:rPr dirty="0" sz="950" spc="-20" b="0">
                <a:solidFill>
                  <a:srgbClr val="1B1F3A"/>
                </a:solidFill>
                <a:latin typeface="Tahoma"/>
                <a:cs typeface="Tahoma"/>
              </a:rPr>
              <a:t>A</a:t>
            </a:r>
            <a:r>
              <a:rPr dirty="0" sz="950" spc="-65" b="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50" spc="-60">
                <a:latin typeface="Cambria"/>
                <a:cs typeface="Cambria"/>
              </a:rPr>
              <a:t>single-</a:t>
            </a:r>
            <a:r>
              <a:rPr dirty="0" sz="950" spc="-45">
                <a:latin typeface="Cambria"/>
                <a:cs typeface="Cambria"/>
              </a:rPr>
              <a:t>slot</a:t>
            </a:r>
            <a:r>
              <a:rPr dirty="0" sz="950" spc="25">
                <a:latin typeface="Cambria"/>
                <a:cs typeface="Cambria"/>
              </a:rPr>
              <a:t> </a:t>
            </a:r>
            <a:r>
              <a:rPr dirty="0" sz="950" spc="-50">
                <a:latin typeface="Cambria"/>
                <a:cs typeface="Cambria"/>
              </a:rPr>
              <a:t>placeholder</a:t>
            </a:r>
            <a:r>
              <a:rPr dirty="0" sz="950" spc="25">
                <a:latin typeface="Cambria"/>
                <a:cs typeface="Cambria"/>
              </a:rPr>
              <a:t> </a:t>
            </a:r>
            <a:r>
              <a:rPr dirty="0" sz="950" spc="-35" b="0">
                <a:solidFill>
                  <a:srgbClr val="1B1F3A"/>
                </a:solidFill>
                <a:latin typeface="Tahoma"/>
                <a:cs typeface="Tahoma"/>
              </a:rPr>
              <a:t>you</a:t>
            </a:r>
            <a:r>
              <a:rPr dirty="0" sz="950" spc="-65" b="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50" spc="-40" b="0">
                <a:solidFill>
                  <a:srgbClr val="1B1F3A"/>
                </a:solidFill>
                <a:latin typeface="Tahoma"/>
                <a:cs typeface="Tahoma"/>
              </a:rPr>
              <a:t>can</a:t>
            </a:r>
            <a:r>
              <a:rPr dirty="0" sz="950" spc="-60" b="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50" spc="-35" b="0">
                <a:solidFill>
                  <a:srgbClr val="1B1F3A"/>
                </a:solidFill>
                <a:latin typeface="Tahoma"/>
                <a:cs typeface="Tahoma"/>
              </a:rPr>
              <a:t>update</a:t>
            </a:r>
            <a:r>
              <a:rPr dirty="0" sz="950" spc="-60" b="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50" spc="-10" b="0">
                <a:solidFill>
                  <a:srgbClr val="1B1F3A"/>
                </a:solidFill>
                <a:latin typeface="Tahoma"/>
                <a:cs typeface="Tahoma"/>
              </a:rPr>
              <a:t>in</a:t>
            </a:r>
            <a:r>
              <a:rPr dirty="0" sz="950" spc="-60" b="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50" spc="-10" b="0">
                <a:solidFill>
                  <a:srgbClr val="1B1F3A"/>
                </a:solidFill>
                <a:latin typeface="Tahoma"/>
                <a:cs typeface="Tahoma"/>
              </a:rPr>
              <a:t>place.</a:t>
            </a:r>
            <a:endParaRPr sz="9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885"/>
              </a:spcBef>
            </a:pPr>
            <a:endParaRPr sz="950">
              <a:latin typeface="Tahoma"/>
              <a:cs typeface="Tahoma"/>
            </a:endParaRPr>
          </a:p>
          <a:p>
            <a:pPr marL="340995">
              <a:lnSpc>
                <a:spcPct val="100000"/>
              </a:lnSpc>
            </a:pPr>
            <a:r>
              <a:rPr dirty="0" sz="850" b="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850" spc="-30" b="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50" b="0" i="1">
                <a:solidFill>
                  <a:srgbClr val="8B8FB4"/>
                </a:solidFill>
                <a:latin typeface="Courier New"/>
                <a:cs typeface="Courier New"/>
              </a:rPr>
              <a:t>Reserve</a:t>
            </a:r>
            <a:r>
              <a:rPr dirty="0" sz="850" spc="-30" b="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50" b="0" i="1">
                <a:solidFill>
                  <a:srgbClr val="8B8FB4"/>
                </a:solidFill>
                <a:latin typeface="Courier New"/>
                <a:cs typeface="Courier New"/>
              </a:rPr>
              <a:t>a</a:t>
            </a:r>
            <a:r>
              <a:rPr dirty="0" sz="850" spc="-30" b="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50" b="0" i="1">
                <a:solidFill>
                  <a:srgbClr val="8B8FB4"/>
                </a:solidFill>
                <a:latin typeface="Courier New"/>
                <a:cs typeface="Courier New"/>
              </a:rPr>
              <a:t>spot</a:t>
            </a:r>
            <a:r>
              <a:rPr dirty="0" sz="850" spc="-30" b="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50" b="0" i="1">
                <a:solidFill>
                  <a:srgbClr val="8B8FB4"/>
                </a:solidFill>
                <a:latin typeface="Courier New"/>
                <a:cs typeface="Courier New"/>
              </a:rPr>
              <a:t>on</a:t>
            </a:r>
            <a:r>
              <a:rPr dirty="0" sz="850" spc="-30" b="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50" b="0" i="1">
                <a:solidFill>
                  <a:srgbClr val="8B8FB4"/>
                </a:solidFill>
                <a:latin typeface="Courier New"/>
                <a:cs typeface="Courier New"/>
              </a:rPr>
              <a:t>the</a:t>
            </a:r>
            <a:r>
              <a:rPr dirty="0" sz="850" spc="-30" b="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50" spc="-20" b="0" i="1">
                <a:solidFill>
                  <a:srgbClr val="8B8FB4"/>
                </a:solidFill>
                <a:latin typeface="Courier New"/>
                <a:cs typeface="Courier New"/>
              </a:rPr>
              <a:t>page</a:t>
            </a:r>
            <a:endParaRPr sz="850">
              <a:latin typeface="Courier New"/>
              <a:cs typeface="Courier New"/>
            </a:endParaRPr>
          </a:p>
          <a:p>
            <a:pPr marL="340995">
              <a:lnSpc>
                <a:spcPct val="100000"/>
              </a:lnSpc>
              <a:spcBef>
                <a:spcPts val="330"/>
              </a:spcBef>
            </a:pPr>
            <a:r>
              <a:rPr dirty="0" sz="850" b="0">
                <a:solidFill>
                  <a:srgbClr val="87D4FF"/>
                </a:solidFill>
                <a:latin typeface="Courier New"/>
                <a:cs typeface="Courier New"/>
              </a:rPr>
              <a:t>status</a:t>
            </a:r>
            <a:r>
              <a:rPr dirty="0" sz="850" spc="-35" b="0">
                <a:solidFill>
                  <a:srgbClr val="87D4FF"/>
                </a:solidFill>
                <a:latin typeface="Courier New"/>
                <a:cs typeface="Courier New"/>
              </a:rPr>
              <a:t> </a:t>
            </a:r>
            <a:r>
              <a:rPr dirty="0" sz="850" b="0">
                <a:solidFill>
                  <a:srgbClr val="E7E9F5"/>
                </a:solidFill>
                <a:latin typeface="Courier New"/>
                <a:cs typeface="Courier New"/>
              </a:rPr>
              <a:t>=</a:t>
            </a:r>
            <a:r>
              <a:rPr dirty="0" sz="850" spc="-30" b="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850" spc="-10" b="0">
                <a:solidFill>
                  <a:srgbClr val="E7E9F5"/>
                </a:solidFill>
                <a:latin typeface="Courier New"/>
                <a:cs typeface="Courier New"/>
              </a:rPr>
              <a:t>st.</a:t>
            </a:r>
            <a:r>
              <a:rPr dirty="0" sz="850" spc="-10" b="0">
                <a:solidFill>
                  <a:srgbClr val="FFD580"/>
                </a:solidFill>
                <a:latin typeface="Courier New"/>
                <a:cs typeface="Courier New"/>
              </a:rPr>
              <a:t>empty</a:t>
            </a:r>
            <a:r>
              <a:rPr dirty="0" sz="850" spc="-10" b="0">
                <a:solidFill>
                  <a:srgbClr val="E7E9F5"/>
                </a:solidFill>
                <a:latin typeface="Courier New"/>
                <a:cs typeface="Courier New"/>
              </a:rPr>
              <a:t>()</a:t>
            </a:r>
            <a:endParaRPr sz="8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645"/>
              </a:spcBef>
            </a:pPr>
            <a:endParaRPr sz="850">
              <a:latin typeface="Courier New"/>
              <a:cs typeface="Courier New"/>
            </a:endParaRPr>
          </a:p>
          <a:p>
            <a:pPr marL="340995">
              <a:lnSpc>
                <a:spcPct val="100000"/>
              </a:lnSpc>
            </a:pPr>
            <a:r>
              <a:rPr dirty="0" sz="850" b="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850" spc="-50" b="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50" b="0" i="1">
                <a:solidFill>
                  <a:srgbClr val="8B8FB4"/>
                </a:solidFill>
                <a:latin typeface="Courier New"/>
                <a:cs typeface="Courier New"/>
              </a:rPr>
              <a:t>Later,</a:t>
            </a:r>
            <a:r>
              <a:rPr dirty="0" sz="850" spc="-50" b="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50" b="0" i="1">
                <a:solidFill>
                  <a:srgbClr val="8B8FB4"/>
                </a:solidFill>
                <a:latin typeface="Courier New"/>
                <a:cs typeface="Courier New"/>
              </a:rPr>
              <a:t>update</a:t>
            </a:r>
            <a:r>
              <a:rPr dirty="0" sz="850" spc="-45" b="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50" b="0" i="1">
                <a:solidFill>
                  <a:srgbClr val="8B8FB4"/>
                </a:solidFill>
                <a:latin typeface="Courier New"/>
                <a:cs typeface="Courier New"/>
              </a:rPr>
              <a:t>it</a:t>
            </a:r>
            <a:r>
              <a:rPr dirty="0" sz="850" spc="-50" b="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50" b="0" i="1">
                <a:solidFill>
                  <a:srgbClr val="8B8FB4"/>
                </a:solidFill>
                <a:latin typeface="Courier New"/>
                <a:cs typeface="Courier New"/>
              </a:rPr>
              <a:t>(replaces</a:t>
            </a:r>
            <a:r>
              <a:rPr dirty="0" sz="850" spc="-45" b="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50" spc="-10" b="0" i="1">
                <a:solidFill>
                  <a:srgbClr val="8B8FB4"/>
                </a:solidFill>
                <a:latin typeface="Courier New"/>
                <a:cs typeface="Courier New"/>
              </a:rPr>
              <a:t>content)</a:t>
            </a:r>
            <a:endParaRPr sz="850">
              <a:latin typeface="Courier New"/>
              <a:cs typeface="Courier New"/>
            </a:endParaRPr>
          </a:p>
          <a:p>
            <a:pPr marL="340995">
              <a:lnSpc>
                <a:spcPct val="100000"/>
              </a:lnSpc>
              <a:spcBef>
                <a:spcPts val="330"/>
              </a:spcBef>
            </a:pPr>
            <a:r>
              <a:rPr dirty="0" sz="850" spc="-10" b="0">
                <a:solidFill>
                  <a:srgbClr val="87D4FF"/>
                </a:solidFill>
                <a:latin typeface="Courier New"/>
                <a:cs typeface="Courier New"/>
              </a:rPr>
              <a:t>status</a:t>
            </a:r>
            <a:r>
              <a:rPr dirty="0" sz="850" spc="-10" b="0">
                <a:solidFill>
                  <a:srgbClr val="E7E9F5"/>
                </a:solidFill>
                <a:latin typeface="Courier New"/>
                <a:cs typeface="Courier New"/>
              </a:rPr>
              <a:t>.</a:t>
            </a:r>
            <a:r>
              <a:rPr dirty="0" sz="850" spc="-10" b="0">
                <a:solidFill>
                  <a:srgbClr val="FFD580"/>
                </a:solidFill>
                <a:latin typeface="Courier New"/>
                <a:cs typeface="Courier New"/>
              </a:rPr>
              <a:t>write</a:t>
            </a:r>
            <a:r>
              <a:rPr dirty="0" sz="850" spc="-10" b="0">
                <a:solidFill>
                  <a:srgbClr val="E7E9F5"/>
                </a:solidFill>
                <a:latin typeface="Courier New"/>
                <a:cs typeface="Courier New"/>
              </a:rPr>
              <a:t>(</a:t>
            </a:r>
            <a:r>
              <a:rPr dirty="0" sz="850" spc="-10" b="0">
                <a:solidFill>
                  <a:srgbClr val="B8E886"/>
                </a:solidFill>
                <a:latin typeface="Courier New"/>
                <a:cs typeface="Courier New"/>
              </a:rPr>
              <a:t>"Loading..."</a:t>
            </a:r>
            <a:r>
              <a:rPr dirty="0" sz="850" spc="-10" b="0">
                <a:solidFill>
                  <a:srgbClr val="E7E9F5"/>
                </a:solidFill>
                <a:latin typeface="Courier New"/>
                <a:cs typeface="Courier New"/>
              </a:rPr>
              <a:t>)</a:t>
            </a:r>
            <a:endParaRPr sz="8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715"/>
              </a:spcBef>
            </a:pPr>
            <a:endParaRPr sz="850">
              <a:latin typeface="Courier New"/>
              <a:cs typeface="Courier New"/>
            </a:endParaRPr>
          </a:p>
          <a:p>
            <a:pPr marL="340995">
              <a:lnSpc>
                <a:spcPct val="100000"/>
              </a:lnSpc>
            </a:pPr>
            <a:r>
              <a:rPr dirty="0" sz="850" b="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850" spc="-45" b="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50" b="0" i="1">
                <a:solidFill>
                  <a:srgbClr val="8B8FB4"/>
                </a:solidFill>
                <a:latin typeface="Courier New"/>
                <a:cs typeface="Courier New"/>
              </a:rPr>
              <a:t>Even</a:t>
            </a:r>
            <a:r>
              <a:rPr dirty="0" sz="850" spc="-40" b="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50" b="0" i="1">
                <a:solidFill>
                  <a:srgbClr val="8B8FB4"/>
                </a:solidFill>
                <a:latin typeface="Courier New"/>
                <a:cs typeface="Courier New"/>
              </a:rPr>
              <a:t>later,</a:t>
            </a:r>
            <a:r>
              <a:rPr dirty="0" sz="850" spc="-45" b="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50" b="0" i="1">
                <a:solidFill>
                  <a:srgbClr val="8B8FB4"/>
                </a:solidFill>
                <a:latin typeface="Courier New"/>
                <a:cs typeface="Courier New"/>
              </a:rPr>
              <a:t>update</a:t>
            </a:r>
            <a:r>
              <a:rPr dirty="0" sz="850" spc="-40" b="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50" spc="-10" b="0" i="1">
                <a:solidFill>
                  <a:srgbClr val="8B8FB4"/>
                </a:solidFill>
                <a:latin typeface="Courier New"/>
                <a:cs typeface="Courier New"/>
              </a:rPr>
              <a:t>again</a:t>
            </a:r>
            <a:endParaRPr sz="850">
              <a:latin typeface="Courier New"/>
              <a:cs typeface="Courier New"/>
            </a:endParaRPr>
          </a:p>
          <a:p>
            <a:pPr marL="340995" marR="3549650">
              <a:lnSpc>
                <a:spcPct val="128699"/>
              </a:lnSpc>
              <a:spcBef>
                <a:spcPts val="40"/>
              </a:spcBef>
            </a:pPr>
            <a:r>
              <a:rPr dirty="0" sz="850" b="0">
                <a:solidFill>
                  <a:srgbClr val="FF8B7E"/>
                </a:solidFill>
                <a:latin typeface="Courier New"/>
                <a:cs typeface="Courier New"/>
              </a:rPr>
              <a:t>import</a:t>
            </a:r>
            <a:r>
              <a:rPr dirty="0" sz="850" spc="-65" b="0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850" spc="-20" b="0">
                <a:solidFill>
                  <a:srgbClr val="E7E9F5"/>
                </a:solidFill>
                <a:latin typeface="Courier New"/>
                <a:cs typeface="Courier New"/>
              </a:rPr>
              <a:t>time </a:t>
            </a:r>
            <a:r>
              <a:rPr dirty="0" sz="850" spc="-10" b="0">
                <a:solidFill>
                  <a:srgbClr val="E7E9F5"/>
                </a:solidFill>
                <a:latin typeface="Courier New"/>
                <a:cs typeface="Courier New"/>
              </a:rPr>
              <a:t>time.</a:t>
            </a:r>
            <a:r>
              <a:rPr dirty="0" sz="850" spc="-10" b="0">
                <a:solidFill>
                  <a:srgbClr val="FFD580"/>
                </a:solidFill>
                <a:latin typeface="Courier New"/>
                <a:cs typeface="Courier New"/>
              </a:rPr>
              <a:t>sleep</a:t>
            </a:r>
            <a:r>
              <a:rPr dirty="0" sz="850" spc="-10" b="0">
                <a:solidFill>
                  <a:srgbClr val="E7E9F5"/>
                </a:solidFill>
                <a:latin typeface="Courier New"/>
                <a:cs typeface="Courier New"/>
              </a:rPr>
              <a:t>(</a:t>
            </a:r>
            <a:r>
              <a:rPr dirty="0" sz="850" spc="-10" b="0">
                <a:solidFill>
                  <a:srgbClr val="FF8B7E"/>
                </a:solidFill>
                <a:latin typeface="Courier New"/>
                <a:cs typeface="Courier New"/>
              </a:rPr>
              <a:t>1</a:t>
            </a:r>
            <a:r>
              <a:rPr dirty="0" sz="850" spc="-10" b="0">
                <a:solidFill>
                  <a:srgbClr val="E7E9F5"/>
                </a:solidFill>
                <a:latin typeface="Courier New"/>
                <a:cs typeface="Courier New"/>
              </a:rPr>
              <a:t>) </a:t>
            </a:r>
            <a:r>
              <a:rPr dirty="0" sz="850" spc="-10" b="0">
                <a:solidFill>
                  <a:srgbClr val="87D4FF"/>
                </a:solidFill>
                <a:latin typeface="Courier New"/>
                <a:cs typeface="Courier New"/>
              </a:rPr>
              <a:t>status</a:t>
            </a:r>
            <a:r>
              <a:rPr dirty="0" sz="850" spc="-10" b="0">
                <a:solidFill>
                  <a:srgbClr val="E7E9F5"/>
                </a:solidFill>
                <a:latin typeface="Courier New"/>
                <a:cs typeface="Courier New"/>
              </a:rPr>
              <a:t>.</a:t>
            </a:r>
            <a:r>
              <a:rPr dirty="0" sz="850" spc="-10" b="0">
                <a:solidFill>
                  <a:srgbClr val="FFD580"/>
                </a:solidFill>
                <a:latin typeface="Courier New"/>
                <a:cs typeface="Courier New"/>
              </a:rPr>
              <a:t>write</a:t>
            </a:r>
            <a:r>
              <a:rPr dirty="0" sz="850" spc="-10" b="0">
                <a:solidFill>
                  <a:srgbClr val="E7E9F5"/>
                </a:solidFill>
                <a:latin typeface="Courier New"/>
                <a:cs typeface="Courier New"/>
              </a:rPr>
              <a:t>(</a:t>
            </a:r>
            <a:r>
              <a:rPr dirty="0" sz="850" spc="-10" b="0">
                <a:solidFill>
                  <a:srgbClr val="B8E886"/>
                </a:solidFill>
                <a:latin typeface="Courier New"/>
                <a:cs typeface="Courier New"/>
              </a:rPr>
              <a:t>"Done!"</a:t>
            </a:r>
            <a:r>
              <a:rPr dirty="0" sz="850" spc="-10" b="0">
                <a:solidFill>
                  <a:srgbClr val="E7E9F5"/>
                </a:solidFill>
                <a:latin typeface="Courier New"/>
                <a:cs typeface="Courier New"/>
              </a:rPr>
              <a:t>)</a:t>
            </a:r>
            <a:endParaRPr sz="8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85"/>
              </a:spcBef>
            </a:pPr>
            <a:endParaRPr sz="850">
              <a:latin typeface="Courier New"/>
              <a:cs typeface="Courier New"/>
            </a:endParaRPr>
          </a:p>
          <a:p>
            <a:pPr marL="340995" marR="2901315">
              <a:lnSpc>
                <a:spcPct val="132400"/>
              </a:lnSpc>
            </a:pPr>
            <a:r>
              <a:rPr dirty="0" sz="850" b="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850" spc="-60" b="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50" b="0" i="1">
                <a:solidFill>
                  <a:srgbClr val="8B8FB4"/>
                </a:solidFill>
                <a:latin typeface="Courier New"/>
                <a:cs typeface="Courier New"/>
              </a:rPr>
              <a:t>Common</a:t>
            </a:r>
            <a:r>
              <a:rPr dirty="0" sz="850" spc="-55" b="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50" b="0" i="1">
                <a:solidFill>
                  <a:srgbClr val="8B8FB4"/>
                </a:solidFill>
                <a:latin typeface="Courier New"/>
                <a:cs typeface="Courier New"/>
              </a:rPr>
              <a:t>pattern:</a:t>
            </a:r>
            <a:r>
              <a:rPr dirty="0" sz="850" spc="-60" b="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50" b="0" i="1">
                <a:solidFill>
                  <a:srgbClr val="8B8FB4"/>
                </a:solidFill>
                <a:latin typeface="Courier New"/>
                <a:cs typeface="Courier New"/>
              </a:rPr>
              <a:t>progress</a:t>
            </a:r>
            <a:r>
              <a:rPr dirty="0" sz="850" spc="-55" b="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50" spc="-20" b="0" i="1">
                <a:solidFill>
                  <a:srgbClr val="8B8FB4"/>
                </a:solidFill>
                <a:latin typeface="Courier New"/>
                <a:cs typeface="Courier New"/>
              </a:rPr>
              <a:t>bars </a:t>
            </a:r>
            <a:r>
              <a:rPr dirty="0" sz="850" b="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850" spc="-20" b="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50" b="0" i="1">
                <a:solidFill>
                  <a:srgbClr val="8B8FB4"/>
                </a:solidFill>
                <a:latin typeface="Courier New"/>
                <a:cs typeface="Courier New"/>
              </a:rPr>
              <a:t>bar</a:t>
            </a:r>
            <a:r>
              <a:rPr dirty="0" sz="850" spc="-15" b="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50" b="0" i="1">
                <a:solidFill>
                  <a:srgbClr val="8B8FB4"/>
                </a:solidFill>
                <a:latin typeface="Courier New"/>
                <a:cs typeface="Courier New"/>
              </a:rPr>
              <a:t>=</a:t>
            </a:r>
            <a:r>
              <a:rPr dirty="0" sz="850" spc="-15" b="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50" spc="-10" b="0" i="1">
                <a:solidFill>
                  <a:srgbClr val="8B8FB4"/>
                </a:solidFill>
                <a:latin typeface="Courier New"/>
                <a:cs typeface="Courier New"/>
              </a:rPr>
              <a:t>st.progress(0)</a:t>
            </a:r>
            <a:endParaRPr sz="850">
              <a:latin typeface="Courier New"/>
              <a:cs typeface="Courier New"/>
            </a:endParaRPr>
          </a:p>
          <a:p>
            <a:pPr marL="340995">
              <a:lnSpc>
                <a:spcPct val="100000"/>
              </a:lnSpc>
              <a:spcBef>
                <a:spcPts val="330"/>
              </a:spcBef>
            </a:pPr>
            <a:r>
              <a:rPr dirty="0" sz="850" b="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850" spc="-20" b="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50" b="0" i="1">
                <a:solidFill>
                  <a:srgbClr val="8B8FB4"/>
                </a:solidFill>
                <a:latin typeface="Courier New"/>
                <a:cs typeface="Courier New"/>
              </a:rPr>
              <a:t>for</a:t>
            </a:r>
            <a:r>
              <a:rPr dirty="0" sz="850" spc="-15" b="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50" b="0" i="1">
                <a:solidFill>
                  <a:srgbClr val="8B8FB4"/>
                </a:solidFill>
                <a:latin typeface="Courier New"/>
                <a:cs typeface="Courier New"/>
              </a:rPr>
              <a:t>i</a:t>
            </a:r>
            <a:r>
              <a:rPr dirty="0" sz="850" spc="-20" b="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50" b="0" i="1">
                <a:solidFill>
                  <a:srgbClr val="8B8FB4"/>
                </a:solidFill>
                <a:latin typeface="Courier New"/>
                <a:cs typeface="Courier New"/>
              </a:rPr>
              <a:t>in</a:t>
            </a:r>
            <a:r>
              <a:rPr dirty="0" sz="850" spc="-15" b="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50" spc="-10" b="0" i="1">
                <a:solidFill>
                  <a:srgbClr val="8B8FB4"/>
                </a:solidFill>
                <a:latin typeface="Courier New"/>
                <a:cs typeface="Courier New"/>
              </a:rPr>
              <a:t>range(100):</a:t>
            </a:r>
            <a:endParaRPr sz="850">
              <a:latin typeface="Courier New"/>
              <a:cs typeface="Courier New"/>
            </a:endParaRPr>
          </a:p>
          <a:p>
            <a:pPr marL="340995">
              <a:lnSpc>
                <a:spcPct val="100000"/>
              </a:lnSpc>
              <a:spcBef>
                <a:spcPts val="254"/>
              </a:spcBef>
              <a:tabLst>
                <a:tab pos="730250" algn="l"/>
              </a:tabLst>
            </a:pPr>
            <a:r>
              <a:rPr dirty="0" sz="850" spc="-50" b="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850" b="0" i="1">
                <a:solidFill>
                  <a:srgbClr val="8B8FB4"/>
                </a:solidFill>
                <a:latin typeface="Courier New"/>
                <a:cs typeface="Courier New"/>
              </a:rPr>
              <a:t>	</a:t>
            </a:r>
            <a:r>
              <a:rPr dirty="0" sz="850" spc="-10" b="0" i="1">
                <a:solidFill>
                  <a:srgbClr val="8B8FB4"/>
                </a:solidFill>
                <a:latin typeface="Courier New"/>
                <a:cs typeface="Courier New"/>
              </a:rPr>
              <a:t>bar.progress(i</a:t>
            </a:r>
            <a:r>
              <a:rPr dirty="0" sz="850" spc="-5" b="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50" b="0" i="1">
                <a:solidFill>
                  <a:srgbClr val="8B8FB4"/>
                </a:solidFill>
                <a:latin typeface="Courier New"/>
                <a:cs typeface="Courier New"/>
              </a:rPr>
              <a:t>+</a:t>
            </a:r>
            <a:r>
              <a:rPr dirty="0" sz="850" spc="-5" b="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50" spc="-25" b="0" i="1">
                <a:solidFill>
                  <a:srgbClr val="8B8FB4"/>
                </a:solidFill>
                <a:latin typeface="Courier New"/>
                <a:cs typeface="Courier New"/>
              </a:rPr>
              <a:t>1)</a:t>
            </a:r>
            <a:endParaRPr sz="8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8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30"/>
              </a:spcBef>
            </a:pPr>
            <a:endParaRPr sz="850">
              <a:latin typeface="Courier New"/>
              <a:cs typeface="Courier New"/>
            </a:endParaRPr>
          </a:p>
          <a:p>
            <a:pPr marL="255270">
              <a:lnSpc>
                <a:spcPct val="100000"/>
              </a:lnSpc>
              <a:tabLst>
                <a:tab pos="927735" algn="l"/>
              </a:tabLst>
            </a:pPr>
            <a:r>
              <a:rPr dirty="0" baseline="11904" sz="1050" spc="-30">
                <a:latin typeface="Cambria"/>
                <a:cs typeface="Cambria"/>
              </a:rPr>
              <a:t>U</a:t>
            </a:r>
            <a:r>
              <a:rPr dirty="0" baseline="11904" sz="1050" spc="-82">
                <a:latin typeface="Cambria"/>
                <a:cs typeface="Cambria"/>
              </a:rPr>
              <a:t> </a:t>
            </a:r>
            <a:r>
              <a:rPr dirty="0" baseline="11904" sz="1050" spc="-52">
                <a:latin typeface="Cambria"/>
                <a:cs typeface="Cambria"/>
              </a:rPr>
              <a:t>S</a:t>
            </a:r>
            <a:r>
              <a:rPr dirty="0" baseline="11904" sz="1050" spc="-82">
                <a:latin typeface="Cambria"/>
                <a:cs typeface="Cambria"/>
              </a:rPr>
              <a:t> </a:t>
            </a:r>
            <a:r>
              <a:rPr dirty="0" baseline="11904" sz="1050">
                <a:latin typeface="Cambria"/>
                <a:cs typeface="Cambria"/>
              </a:rPr>
              <a:t>E</a:t>
            </a:r>
            <a:r>
              <a:rPr dirty="0" baseline="11904" sz="1050" spc="254">
                <a:latin typeface="Cambria"/>
                <a:cs typeface="Cambria"/>
              </a:rPr>
              <a:t> </a:t>
            </a:r>
            <a:r>
              <a:rPr dirty="0" baseline="11904" sz="1050" spc="-60">
                <a:latin typeface="Cambria"/>
                <a:cs typeface="Cambria"/>
              </a:rPr>
              <a:t>W</a:t>
            </a:r>
            <a:r>
              <a:rPr dirty="0" baseline="11904" sz="1050" spc="-82">
                <a:latin typeface="Cambria"/>
                <a:cs typeface="Cambria"/>
              </a:rPr>
              <a:t> H </a:t>
            </a:r>
            <a:r>
              <a:rPr dirty="0" baseline="11904" sz="1050" spc="-97">
                <a:latin typeface="Cambria"/>
                <a:cs typeface="Cambria"/>
              </a:rPr>
              <a:t>E</a:t>
            </a:r>
            <a:r>
              <a:rPr dirty="0" baseline="11904" sz="1050" spc="-82">
                <a:latin typeface="Cambria"/>
                <a:cs typeface="Cambria"/>
              </a:rPr>
              <a:t> </a:t>
            </a:r>
            <a:r>
              <a:rPr dirty="0" baseline="11904" sz="1050" spc="-75">
                <a:latin typeface="Cambria"/>
                <a:cs typeface="Cambria"/>
              </a:rPr>
              <a:t>N</a:t>
            </a:r>
            <a:r>
              <a:rPr dirty="0" baseline="11904" sz="1050">
                <a:latin typeface="Cambria"/>
                <a:cs typeface="Cambria"/>
              </a:rPr>
              <a:t>	</a:t>
            </a:r>
            <a:r>
              <a:rPr dirty="0" sz="850" spc="-50" b="0">
                <a:solidFill>
                  <a:srgbClr val="4A4E6A"/>
                </a:solidFill>
                <a:latin typeface="Tahoma"/>
                <a:cs typeface="Tahoma"/>
              </a:rPr>
              <a:t>Streaming</a:t>
            </a:r>
            <a:r>
              <a:rPr dirty="0" sz="850" spc="-40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5" b="0">
                <a:solidFill>
                  <a:srgbClr val="4A4E6A"/>
                </a:solidFill>
                <a:latin typeface="Tahoma"/>
                <a:cs typeface="Tahoma"/>
              </a:rPr>
              <a:t>output, </a:t>
            </a:r>
            <a:r>
              <a:rPr dirty="0" sz="850" spc="-50" b="0">
                <a:solidFill>
                  <a:srgbClr val="4A4E6A"/>
                </a:solidFill>
                <a:latin typeface="Tahoma"/>
                <a:cs typeface="Tahoma"/>
              </a:rPr>
              <a:t>progress</a:t>
            </a:r>
            <a:r>
              <a:rPr dirty="0" sz="850" spc="-35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50" b="0">
                <a:solidFill>
                  <a:srgbClr val="4A4E6A"/>
                </a:solidFill>
                <a:latin typeface="Tahoma"/>
                <a:cs typeface="Tahoma"/>
              </a:rPr>
              <a:t>bars,</a:t>
            </a:r>
            <a:r>
              <a:rPr dirty="0" sz="850" spc="-35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0" b="0">
                <a:solidFill>
                  <a:srgbClr val="4A4E6A"/>
                </a:solidFill>
                <a:latin typeface="Tahoma"/>
                <a:cs typeface="Tahoma"/>
              </a:rPr>
              <a:t>loading</a:t>
            </a:r>
            <a:r>
              <a:rPr dirty="0" sz="850" spc="-35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5" b="0">
                <a:solidFill>
                  <a:srgbClr val="4A4E6A"/>
                </a:solidFill>
                <a:latin typeface="Tahoma"/>
                <a:cs typeface="Tahoma"/>
              </a:rPr>
              <a:t>spinners,</a:t>
            </a:r>
            <a:r>
              <a:rPr dirty="0" sz="850" spc="-35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0" b="0">
                <a:solidFill>
                  <a:srgbClr val="4A4E6A"/>
                </a:solidFill>
                <a:latin typeface="Tahoma"/>
                <a:cs typeface="Tahoma"/>
              </a:rPr>
              <a:t>chat</a:t>
            </a:r>
            <a:r>
              <a:rPr dirty="0" sz="850" spc="-35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55" b="0">
                <a:solidFill>
                  <a:srgbClr val="4A4E6A"/>
                </a:solidFill>
                <a:latin typeface="Tahoma"/>
                <a:cs typeface="Tahoma"/>
              </a:rPr>
              <a:t>messages</a:t>
            </a:r>
            <a:r>
              <a:rPr dirty="0" sz="850" spc="-35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0" b="0">
                <a:solidFill>
                  <a:srgbClr val="4A4E6A"/>
                </a:solidFill>
                <a:latin typeface="Tahoma"/>
                <a:cs typeface="Tahoma"/>
              </a:rPr>
              <a:t>that</a:t>
            </a:r>
            <a:r>
              <a:rPr dirty="0" sz="850" spc="-35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5" b="0">
                <a:solidFill>
                  <a:srgbClr val="4A4E6A"/>
                </a:solidFill>
                <a:latin typeface="Tahoma"/>
                <a:cs typeface="Tahoma"/>
              </a:rPr>
              <a:t>appear</a:t>
            </a:r>
            <a:r>
              <a:rPr dirty="0" sz="850" spc="-35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0" b="0">
                <a:solidFill>
                  <a:srgbClr val="4A4E6A"/>
                </a:solidFill>
                <a:latin typeface="Tahoma"/>
                <a:cs typeface="Tahoma"/>
              </a:rPr>
              <a:t>over</a:t>
            </a:r>
            <a:r>
              <a:rPr dirty="0" sz="850" spc="-35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10" b="0">
                <a:solidFill>
                  <a:srgbClr val="4A4E6A"/>
                </a:solidFill>
                <a:latin typeface="Tahoma"/>
                <a:cs typeface="Tahoma"/>
              </a:rPr>
              <a:t>time.</a:t>
            </a:r>
            <a:endParaRPr sz="8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30"/>
              </a:spcBef>
            </a:pPr>
            <a:endParaRPr sz="850">
              <a:latin typeface="Tahoma"/>
              <a:cs typeface="Tahoma"/>
            </a:endParaRPr>
          </a:p>
          <a:p>
            <a:pPr marL="388620">
              <a:lnSpc>
                <a:spcPct val="100000"/>
              </a:lnSpc>
            </a:pPr>
            <a:r>
              <a:rPr dirty="0" sz="750">
                <a:solidFill>
                  <a:srgbClr val="797E94"/>
                </a:solidFill>
                <a:latin typeface="Cambria"/>
                <a:cs typeface="Cambria"/>
              </a:rPr>
              <a:t>You'll</a:t>
            </a:r>
            <a:r>
              <a:rPr dirty="0" sz="750" spc="75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750">
                <a:solidFill>
                  <a:srgbClr val="797E94"/>
                </a:solidFill>
                <a:latin typeface="Cambria"/>
                <a:cs typeface="Cambria"/>
              </a:rPr>
              <a:t>meet</a:t>
            </a:r>
            <a:r>
              <a:rPr dirty="0" sz="750" spc="80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750">
                <a:solidFill>
                  <a:srgbClr val="797E94"/>
                </a:solidFill>
                <a:latin typeface="Cambria"/>
                <a:cs typeface="Cambria"/>
              </a:rPr>
              <a:t>this</a:t>
            </a:r>
            <a:r>
              <a:rPr dirty="0" sz="750" spc="80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750">
                <a:solidFill>
                  <a:srgbClr val="797E94"/>
                </a:solidFill>
                <a:latin typeface="Cambria"/>
                <a:cs typeface="Cambria"/>
              </a:rPr>
              <a:t>again</a:t>
            </a:r>
            <a:r>
              <a:rPr dirty="0" sz="750" spc="75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750">
                <a:solidFill>
                  <a:srgbClr val="797E94"/>
                </a:solidFill>
                <a:latin typeface="Cambria"/>
                <a:cs typeface="Cambria"/>
              </a:rPr>
              <a:t>on</a:t>
            </a:r>
            <a:r>
              <a:rPr dirty="0" sz="750" spc="445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750">
                <a:latin typeface="Cambria"/>
                <a:cs typeface="Cambria"/>
              </a:rPr>
              <a:t>Day</a:t>
            </a:r>
            <a:r>
              <a:rPr dirty="0" sz="750" spc="80">
                <a:latin typeface="Cambria"/>
                <a:cs typeface="Cambria"/>
              </a:rPr>
              <a:t> </a:t>
            </a:r>
            <a:r>
              <a:rPr dirty="0" sz="750">
                <a:latin typeface="Cambria"/>
                <a:cs typeface="Cambria"/>
              </a:rPr>
              <a:t>12</a:t>
            </a:r>
            <a:r>
              <a:rPr dirty="0" sz="750" spc="75">
                <a:latin typeface="Cambria"/>
                <a:cs typeface="Cambria"/>
              </a:rPr>
              <a:t> </a:t>
            </a:r>
            <a:r>
              <a:rPr dirty="0" sz="750">
                <a:latin typeface="Cambria"/>
                <a:cs typeface="Cambria"/>
              </a:rPr>
              <a:t>·</a:t>
            </a:r>
            <a:r>
              <a:rPr dirty="0" sz="750" spc="80">
                <a:latin typeface="Cambria"/>
                <a:cs typeface="Cambria"/>
              </a:rPr>
              <a:t> </a:t>
            </a:r>
            <a:r>
              <a:rPr dirty="0" sz="750">
                <a:latin typeface="Cambria"/>
                <a:cs typeface="Cambria"/>
              </a:rPr>
              <a:t>AI</a:t>
            </a:r>
            <a:r>
              <a:rPr dirty="0" sz="750" spc="80">
                <a:latin typeface="Cambria"/>
                <a:cs typeface="Cambria"/>
              </a:rPr>
              <a:t> </a:t>
            </a:r>
            <a:r>
              <a:rPr dirty="0" sz="750">
                <a:latin typeface="Cambria"/>
                <a:cs typeface="Cambria"/>
              </a:rPr>
              <a:t>streaming</a:t>
            </a:r>
            <a:r>
              <a:rPr dirty="0" sz="750" spc="445">
                <a:latin typeface="Cambria"/>
                <a:cs typeface="Cambria"/>
              </a:rPr>
              <a:t> </a:t>
            </a:r>
            <a:r>
              <a:rPr dirty="0" sz="750">
                <a:solidFill>
                  <a:srgbClr val="797E94"/>
                </a:solidFill>
                <a:latin typeface="Cambria"/>
                <a:cs typeface="Cambria"/>
              </a:rPr>
              <a:t>·</a:t>
            </a:r>
            <a:r>
              <a:rPr dirty="0" sz="750" spc="440">
                <a:solidFill>
                  <a:srgbClr val="797E94"/>
                </a:solidFill>
                <a:latin typeface="Cambria"/>
                <a:cs typeface="Cambria"/>
              </a:rPr>
              <a:t> </a:t>
            </a:r>
            <a:r>
              <a:rPr dirty="0" sz="750">
                <a:latin typeface="Cambria"/>
                <a:cs typeface="Cambria"/>
              </a:rPr>
              <a:t>Day</a:t>
            </a:r>
            <a:r>
              <a:rPr dirty="0" sz="750" spc="80">
                <a:latin typeface="Cambria"/>
                <a:cs typeface="Cambria"/>
              </a:rPr>
              <a:t> </a:t>
            </a:r>
            <a:r>
              <a:rPr dirty="0" sz="750">
                <a:latin typeface="Cambria"/>
                <a:cs typeface="Cambria"/>
              </a:rPr>
              <a:t>22</a:t>
            </a:r>
            <a:r>
              <a:rPr dirty="0" sz="750" spc="80">
                <a:latin typeface="Cambria"/>
                <a:cs typeface="Cambria"/>
              </a:rPr>
              <a:t> </a:t>
            </a:r>
            <a:r>
              <a:rPr dirty="0" sz="750">
                <a:latin typeface="Cambria"/>
                <a:cs typeface="Cambria"/>
              </a:rPr>
              <a:t>·</a:t>
            </a:r>
            <a:r>
              <a:rPr dirty="0" sz="750" spc="75">
                <a:latin typeface="Cambria"/>
                <a:cs typeface="Cambria"/>
              </a:rPr>
              <a:t> </a:t>
            </a:r>
            <a:r>
              <a:rPr dirty="0" sz="750">
                <a:latin typeface="Cambria"/>
                <a:cs typeface="Cambria"/>
              </a:rPr>
              <a:t>loading</a:t>
            </a:r>
            <a:r>
              <a:rPr dirty="0" sz="750" spc="80">
                <a:latin typeface="Cambria"/>
                <a:cs typeface="Cambria"/>
              </a:rPr>
              <a:t> </a:t>
            </a:r>
            <a:r>
              <a:rPr dirty="0" sz="750" spc="-10">
                <a:latin typeface="Cambria"/>
                <a:cs typeface="Cambria"/>
              </a:rPr>
              <a:t>states</a:t>
            </a:r>
            <a:endParaRPr sz="750">
              <a:latin typeface="Cambria"/>
              <a:cs typeface="Cambria"/>
            </a:endParaRPr>
          </a:p>
        </p:txBody>
      </p:sp>
      <p:sp>
        <p:nvSpPr>
          <p:cNvPr id="35" name="object 3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pc="-45"/>
              <a:t>D</a:t>
            </a:r>
            <a:r>
              <a:rPr dirty="0" spc="-65"/>
              <a:t> </a:t>
            </a:r>
            <a:r>
              <a:rPr dirty="0"/>
              <a:t>AY</a:t>
            </a:r>
            <a:r>
              <a:rPr dirty="0" spc="240"/>
              <a:t> </a:t>
            </a:r>
            <a:r>
              <a:rPr dirty="0" spc="-65"/>
              <a:t>0</a:t>
            </a:r>
            <a:r>
              <a:rPr dirty="0" spc="-45"/>
              <a:t> </a:t>
            </a:r>
            <a:r>
              <a:rPr dirty="0"/>
              <a:t>5</a:t>
            </a:r>
            <a:r>
              <a:rPr dirty="0" spc="265"/>
              <a:t> </a:t>
            </a:r>
            <a:r>
              <a:rPr dirty="0"/>
              <a:t>·</a:t>
            </a:r>
            <a:r>
              <a:rPr dirty="0" spc="260"/>
              <a:t> </a:t>
            </a:r>
            <a:r>
              <a:rPr dirty="0" spc="-40"/>
              <a:t>W</a:t>
            </a:r>
            <a:r>
              <a:rPr dirty="0" spc="-45"/>
              <a:t> </a:t>
            </a:r>
            <a:r>
              <a:rPr dirty="0" spc="-65"/>
              <a:t>I</a:t>
            </a:r>
            <a:r>
              <a:rPr dirty="0" spc="-45"/>
              <a:t> D </a:t>
            </a:r>
            <a:r>
              <a:rPr dirty="0"/>
              <a:t>G</a:t>
            </a:r>
            <a:r>
              <a:rPr dirty="0" spc="-45"/>
              <a:t> </a:t>
            </a:r>
            <a:r>
              <a:rPr dirty="0" spc="-70"/>
              <a:t>E</a:t>
            </a:r>
            <a:r>
              <a:rPr dirty="0" spc="-45"/>
              <a:t> </a:t>
            </a:r>
            <a:r>
              <a:rPr dirty="0" spc="-114"/>
              <a:t>T</a:t>
            </a:r>
            <a:r>
              <a:rPr dirty="0" spc="-50"/>
              <a:t> </a:t>
            </a:r>
            <a:r>
              <a:rPr dirty="0"/>
              <a:t>S</a:t>
            </a:r>
            <a:r>
              <a:rPr dirty="0" spc="265"/>
              <a:t> </a:t>
            </a:r>
            <a:r>
              <a:rPr dirty="0"/>
              <a:t>&amp;</a:t>
            </a:r>
            <a:r>
              <a:rPr dirty="0" spc="265"/>
              <a:t> </a:t>
            </a:r>
            <a:r>
              <a:rPr dirty="0" spc="-100"/>
              <a:t>L</a:t>
            </a:r>
            <a:r>
              <a:rPr dirty="0" spc="-45"/>
              <a:t> </a:t>
            </a:r>
            <a:r>
              <a:rPr dirty="0" spc="-20"/>
              <a:t>AY</a:t>
            </a:r>
            <a:r>
              <a:rPr dirty="0" spc="-80"/>
              <a:t> </a:t>
            </a:r>
            <a:r>
              <a:rPr dirty="0" spc="-10"/>
              <a:t>O</a:t>
            </a:r>
            <a:r>
              <a:rPr dirty="0" spc="-45"/>
              <a:t> </a:t>
            </a:r>
            <a:r>
              <a:rPr dirty="0"/>
              <a:t>U</a:t>
            </a:r>
            <a:r>
              <a:rPr dirty="0" spc="-45"/>
              <a:t> </a:t>
            </a:r>
            <a:r>
              <a:rPr dirty="0" spc="-50"/>
              <a:t>T</a:t>
            </a:r>
          </a:p>
        </p:txBody>
      </p:sp>
      <p:sp>
        <p:nvSpPr>
          <p:cNvPr id="36" name="object 36"/>
          <p:cNvSpPr txBox="1"/>
          <p:nvPr/>
        </p:nvSpPr>
        <p:spPr>
          <a:xfrm>
            <a:off x="11075887" y="6431213"/>
            <a:ext cx="426720" cy="153670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z="800" spc="-30">
                <a:solidFill>
                  <a:srgbClr val="797E94"/>
                </a:solidFill>
                <a:latin typeface="Tahoma"/>
                <a:cs typeface="Tahoma"/>
              </a:rPr>
              <a:t>0</a:t>
            </a:r>
            <a:r>
              <a:rPr dirty="0" sz="800" spc="-120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>
                <a:solidFill>
                  <a:srgbClr val="797E94"/>
                </a:solidFill>
                <a:latin typeface="Tahoma"/>
                <a:cs typeface="Tahoma"/>
              </a:rPr>
              <a:t>9</a:t>
            </a:r>
            <a:r>
              <a:rPr dirty="0" sz="800" spc="204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>
                <a:solidFill>
                  <a:srgbClr val="797E94"/>
                </a:solidFill>
                <a:latin typeface="Tahoma"/>
                <a:cs typeface="Tahoma"/>
              </a:rPr>
              <a:t>/</a:t>
            </a:r>
            <a:r>
              <a:rPr dirty="0" sz="800" spc="204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30">
                <a:solidFill>
                  <a:srgbClr val="797E94"/>
                </a:solidFill>
                <a:latin typeface="Tahoma"/>
                <a:cs typeface="Tahoma"/>
              </a:rPr>
              <a:t>1</a:t>
            </a:r>
            <a:r>
              <a:rPr dirty="0" sz="800" spc="-120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60">
                <a:solidFill>
                  <a:srgbClr val="797E94"/>
                </a:solidFill>
                <a:latin typeface="Tahoma"/>
                <a:cs typeface="Tahoma"/>
              </a:rPr>
              <a:t>5</a:t>
            </a:r>
            <a:endParaRPr sz="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25500" y="530225"/>
            <a:ext cx="273494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40" b="1">
                <a:solidFill>
                  <a:srgbClr val="FF6A5B"/>
                </a:solidFill>
                <a:latin typeface="Cambria"/>
                <a:cs typeface="Cambria"/>
              </a:rPr>
              <a:t>T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90" b="1">
                <a:solidFill>
                  <a:srgbClr val="FF6A5B"/>
                </a:solidFill>
                <a:latin typeface="Cambria"/>
                <a:cs typeface="Cambria"/>
              </a:rPr>
              <a:t>H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b="1">
                <a:solidFill>
                  <a:srgbClr val="FF6A5B"/>
                </a:solidFill>
                <a:latin typeface="Cambria"/>
                <a:cs typeface="Cambria"/>
              </a:rPr>
              <a:t>E</a:t>
            </a:r>
            <a:r>
              <a:rPr dirty="0" sz="900" spc="21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110" b="1">
                <a:solidFill>
                  <a:srgbClr val="FF6A5B"/>
                </a:solidFill>
                <a:latin typeface="Cambria"/>
                <a:cs typeface="Cambria"/>
              </a:rPr>
              <a:t>#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b="1">
                <a:solidFill>
                  <a:srgbClr val="FF6A5B"/>
                </a:solidFill>
                <a:latin typeface="Cambria"/>
                <a:cs typeface="Cambria"/>
              </a:rPr>
              <a:t>1</a:t>
            </a:r>
            <a:r>
              <a:rPr dirty="0" sz="900" spc="315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20" b="1">
                <a:solidFill>
                  <a:srgbClr val="FF6A5B"/>
                </a:solidFill>
                <a:latin typeface="Cambria"/>
                <a:cs typeface="Cambria"/>
              </a:rPr>
              <a:t>Q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U </a:t>
            </a:r>
            <a:r>
              <a:rPr dirty="0" sz="900" spc="-90" b="1">
                <a:solidFill>
                  <a:srgbClr val="FF6A5B"/>
                </a:solidFill>
                <a:latin typeface="Cambria"/>
                <a:cs typeface="Cambria"/>
              </a:rPr>
              <a:t>E</a:t>
            </a:r>
            <a:r>
              <a:rPr dirty="0" sz="900" spc="-45" b="1">
                <a:solidFill>
                  <a:srgbClr val="FF6A5B"/>
                </a:solidFill>
                <a:latin typeface="Cambria"/>
                <a:cs typeface="Cambria"/>
              </a:rPr>
              <a:t> S </a:t>
            </a:r>
            <a:r>
              <a:rPr dirty="0" sz="900" spc="-140" b="1">
                <a:solidFill>
                  <a:srgbClr val="FF6A5B"/>
                </a:solidFill>
                <a:latin typeface="Cambria"/>
                <a:cs typeface="Cambria"/>
              </a:rPr>
              <a:t>T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75" b="1">
                <a:solidFill>
                  <a:srgbClr val="FF6A5B"/>
                </a:solidFill>
                <a:latin typeface="Cambria"/>
                <a:cs typeface="Cambria"/>
              </a:rPr>
              <a:t>I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20" b="1">
                <a:solidFill>
                  <a:srgbClr val="FF6A5B"/>
                </a:solidFill>
                <a:latin typeface="Cambria"/>
                <a:cs typeface="Cambria"/>
              </a:rPr>
              <a:t>O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b="1">
                <a:solidFill>
                  <a:srgbClr val="FF6A5B"/>
                </a:solidFill>
                <a:latin typeface="Cambria"/>
                <a:cs typeface="Cambria"/>
              </a:rPr>
              <a:t>N</a:t>
            </a:r>
            <a:r>
              <a:rPr dirty="0" sz="900" spc="315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90" b="1">
                <a:solidFill>
                  <a:srgbClr val="FF6A5B"/>
                </a:solidFill>
                <a:latin typeface="Cambria"/>
                <a:cs typeface="Cambria"/>
              </a:rPr>
              <a:t>F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100" b="1">
                <a:solidFill>
                  <a:srgbClr val="FF6A5B"/>
                </a:solidFill>
                <a:latin typeface="Cambria"/>
                <a:cs typeface="Cambria"/>
              </a:rPr>
              <a:t>R</a:t>
            </a:r>
            <a:r>
              <a:rPr dirty="0" sz="900" spc="-45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20" b="1">
                <a:solidFill>
                  <a:srgbClr val="FF6A5B"/>
                </a:solidFill>
                <a:latin typeface="Cambria"/>
                <a:cs typeface="Cambria"/>
              </a:rPr>
              <a:t>O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b="1">
                <a:solidFill>
                  <a:srgbClr val="FF6A5B"/>
                </a:solidFill>
                <a:latin typeface="Cambria"/>
                <a:cs typeface="Cambria"/>
              </a:rPr>
              <a:t>M</a:t>
            </a:r>
            <a:r>
              <a:rPr dirty="0" sz="900" spc="31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85" b="1">
                <a:solidFill>
                  <a:srgbClr val="FF6A5B"/>
                </a:solidFill>
                <a:latin typeface="Cambria"/>
                <a:cs typeface="Cambria"/>
              </a:rPr>
              <a:t>D</a:t>
            </a:r>
            <a:r>
              <a:rPr dirty="0" sz="900" spc="-6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b="1">
                <a:solidFill>
                  <a:srgbClr val="FF6A5B"/>
                </a:solidFill>
                <a:latin typeface="Cambria"/>
                <a:cs typeface="Cambria"/>
              </a:rPr>
              <a:t>AY</a:t>
            </a:r>
            <a:r>
              <a:rPr dirty="0" sz="900" spc="315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b="1">
                <a:solidFill>
                  <a:srgbClr val="FF6A5B"/>
                </a:solidFill>
                <a:latin typeface="Cambria"/>
                <a:cs typeface="Cambria"/>
              </a:rPr>
              <a:t>4</a:t>
            </a:r>
            <a:r>
              <a:rPr dirty="0" sz="900" spc="31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b="1">
                <a:solidFill>
                  <a:srgbClr val="FF6A5B"/>
                </a:solidFill>
                <a:latin typeface="Cambria"/>
                <a:cs typeface="Cambria"/>
              </a:rPr>
              <a:t>·</a:t>
            </a:r>
            <a:r>
              <a:rPr dirty="0" sz="900" spc="315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80" b="1">
                <a:solidFill>
                  <a:srgbClr val="FF6A5B"/>
                </a:solidFill>
                <a:latin typeface="Cambria"/>
                <a:cs typeface="Cambria"/>
              </a:rPr>
              <a:t>P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105" b="1">
                <a:solidFill>
                  <a:srgbClr val="FF6A5B"/>
                </a:solidFill>
                <a:latin typeface="Cambria"/>
                <a:cs typeface="Cambria"/>
              </a:rPr>
              <a:t>R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95" b="1">
                <a:solidFill>
                  <a:srgbClr val="FF6A5B"/>
                </a:solidFill>
                <a:latin typeface="Cambria"/>
                <a:cs typeface="Cambria"/>
              </a:rPr>
              <a:t>E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55" b="1">
                <a:solidFill>
                  <a:srgbClr val="FF6A5B"/>
                </a:solidFill>
                <a:latin typeface="Cambria"/>
                <a:cs typeface="Cambria"/>
              </a:rPr>
              <a:t>V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75" b="1">
                <a:solidFill>
                  <a:srgbClr val="FF6A5B"/>
                </a:solidFill>
                <a:latin typeface="Cambria"/>
                <a:cs typeface="Cambria"/>
              </a:rPr>
              <a:t>I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95" b="1">
                <a:solidFill>
                  <a:srgbClr val="FF6A5B"/>
                </a:solidFill>
                <a:latin typeface="Cambria"/>
                <a:cs typeface="Cambria"/>
              </a:rPr>
              <a:t>E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50" b="1">
                <a:solidFill>
                  <a:srgbClr val="FF6A5B"/>
                </a:solidFill>
                <a:latin typeface="Cambria"/>
                <a:cs typeface="Cambria"/>
              </a:rPr>
              <a:t>W</a:t>
            </a:r>
            <a:endParaRPr sz="900">
              <a:latin typeface="Cambria"/>
              <a:cs typeface="Cambri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70"/>
              <a:t>How</a:t>
            </a:r>
            <a:r>
              <a:rPr dirty="0" spc="-35"/>
              <a:t> </a:t>
            </a:r>
            <a:r>
              <a:rPr dirty="0" spc="-130"/>
              <a:t>do</a:t>
            </a:r>
            <a:r>
              <a:rPr dirty="0" spc="-30"/>
              <a:t> </a:t>
            </a:r>
            <a:r>
              <a:rPr dirty="0" spc="-195"/>
              <a:t>I</a:t>
            </a:r>
            <a:r>
              <a:rPr dirty="0" spc="-35"/>
              <a:t> </a:t>
            </a:r>
            <a:r>
              <a:rPr dirty="0" spc="-204"/>
              <a:t>make</a:t>
            </a:r>
            <a:r>
              <a:rPr dirty="0" spc="-35"/>
              <a:t> </a:t>
            </a:r>
            <a:r>
              <a:rPr dirty="0" spc="-105"/>
              <a:t>a</a:t>
            </a:r>
            <a:r>
              <a:rPr dirty="0" spc="-30"/>
              <a:t> </a:t>
            </a:r>
            <a:r>
              <a:rPr dirty="0" spc="-165"/>
              <a:t>counter</a:t>
            </a:r>
            <a:r>
              <a:rPr dirty="0" spc="-35"/>
              <a:t> </a:t>
            </a:r>
            <a:r>
              <a:rPr dirty="0" spc="-120"/>
              <a:t>that</a:t>
            </a:r>
            <a:r>
              <a:rPr dirty="0" spc="-35"/>
              <a:t> </a:t>
            </a:r>
            <a:r>
              <a:rPr dirty="0" spc="-145"/>
              <a:t>actually</a:t>
            </a:r>
            <a:r>
              <a:rPr dirty="0" spc="-30"/>
              <a:t> </a:t>
            </a:r>
            <a:r>
              <a:rPr dirty="0" spc="-175"/>
              <a:t>persists</a:t>
            </a:r>
            <a:r>
              <a:rPr dirty="0" spc="-35"/>
              <a:t> </a:t>
            </a:r>
            <a:r>
              <a:rPr dirty="0" spc="-180"/>
              <a:t>across</a:t>
            </a:r>
            <a:r>
              <a:rPr dirty="0" spc="-35"/>
              <a:t> </a:t>
            </a:r>
            <a:r>
              <a:rPr dirty="0" spc="-130"/>
              <a:t>reruns?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73099" y="1163637"/>
            <a:ext cx="8248015" cy="1797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000" spc="-70">
                <a:solidFill>
                  <a:srgbClr val="4A4E6A"/>
                </a:solidFill>
                <a:latin typeface="Tahoma"/>
                <a:cs typeface="Tahoma"/>
              </a:rPr>
              <a:t>Day</a:t>
            </a:r>
            <a:r>
              <a:rPr dirty="0" sz="100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00" spc="-40">
                <a:solidFill>
                  <a:srgbClr val="4A4E6A"/>
                </a:solidFill>
                <a:latin typeface="Tahoma"/>
                <a:cs typeface="Tahoma"/>
              </a:rPr>
              <a:t>4's</a:t>
            </a:r>
            <a:r>
              <a:rPr dirty="0" sz="1000" spc="-60">
                <a:solidFill>
                  <a:srgbClr val="4A4E6A"/>
                </a:solidFill>
                <a:latin typeface="Tahoma"/>
                <a:cs typeface="Tahoma"/>
              </a:rPr>
              <a:t> gotcha: </a:t>
            </a:r>
            <a:r>
              <a:rPr dirty="0" sz="1000" spc="-45">
                <a:solidFill>
                  <a:srgbClr val="4A4E6A"/>
                </a:solidFill>
                <a:latin typeface="Tahoma"/>
                <a:cs typeface="Tahoma"/>
              </a:rPr>
              <a:t>variables</a:t>
            </a:r>
            <a:r>
              <a:rPr dirty="0" sz="10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00" spc="-40">
                <a:solidFill>
                  <a:srgbClr val="4A4E6A"/>
                </a:solidFill>
                <a:latin typeface="Tahoma"/>
                <a:cs typeface="Tahoma"/>
              </a:rPr>
              <a:t>reset</a:t>
            </a:r>
            <a:r>
              <a:rPr dirty="0" sz="10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00" spc="-50">
                <a:solidFill>
                  <a:srgbClr val="4A4E6A"/>
                </a:solidFill>
                <a:latin typeface="Tahoma"/>
                <a:cs typeface="Tahoma"/>
              </a:rPr>
              <a:t>every</a:t>
            </a:r>
            <a:r>
              <a:rPr dirty="0" sz="100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00" spc="-40">
                <a:solidFill>
                  <a:srgbClr val="4A4E6A"/>
                </a:solidFill>
                <a:latin typeface="Tahoma"/>
                <a:cs typeface="Tahoma"/>
              </a:rPr>
              <a:t>run</a:t>
            </a:r>
            <a:r>
              <a:rPr dirty="0" sz="10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00" spc="-50">
                <a:solidFill>
                  <a:srgbClr val="4A4E6A"/>
                </a:solidFill>
                <a:latin typeface="Tahoma"/>
                <a:cs typeface="Tahoma"/>
              </a:rPr>
              <a:t>because</a:t>
            </a:r>
            <a:r>
              <a:rPr dirty="0" sz="10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00" spc="-35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10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00" spc="-35">
                <a:solidFill>
                  <a:srgbClr val="4A4E6A"/>
                </a:solidFill>
                <a:latin typeface="Tahoma"/>
                <a:cs typeface="Tahoma"/>
              </a:rPr>
              <a:t>script</a:t>
            </a:r>
            <a:r>
              <a:rPr dirty="0" sz="10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00" spc="-50">
                <a:solidFill>
                  <a:srgbClr val="4A4E6A"/>
                </a:solidFill>
                <a:latin typeface="Tahoma"/>
                <a:cs typeface="Tahoma"/>
              </a:rPr>
              <a:t>re-runs</a:t>
            </a:r>
            <a:r>
              <a:rPr dirty="0" sz="100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00" spc="-25">
                <a:solidFill>
                  <a:srgbClr val="4A4E6A"/>
                </a:solidFill>
                <a:latin typeface="Tahoma"/>
                <a:cs typeface="Tahoma"/>
              </a:rPr>
              <a:t>top</a:t>
            </a:r>
            <a:r>
              <a:rPr dirty="0" sz="10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00" spc="-20">
                <a:solidFill>
                  <a:srgbClr val="4A4E6A"/>
                </a:solidFill>
                <a:latin typeface="Tahoma"/>
                <a:cs typeface="Tahoma"/>
              </a:rPr>
              <a:t>to</a:t>
            </a:r>
            <a:r>
              <a:rPr dirty="0" sz="10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00" spc="-35">
                <a:solidFill>
                  <a:srgbClr val="4A4E6A"/>
                </a:solidFill>
                <a:latin typeface="Tahoma"/>
                <a:cs typeface="Tahoma"/>
              </a:rPr>
              <a:t>bottom.</a:t>
            </a:r>
            <a:r>
              <a:rPr dirty="0" sz="1000" spc="-60">
                <a:solidFill>
                  <a:srgbClr val="4A4E6A"/>
                </a:solidFill>
                <a:latin typeface="Tahoma"/>
                <a:cs typeface="Tahoma"/>
              </a:rPr>
              <a:t> The </a:t>
            </a:r>
            <a:r>
              <a:rPr dirty="0" sz="1000" spc="-55">
                <a:solidFill>
                  <a:srgbClr val="4A4E6A"/>
                </a:solidFill>
                <a:latin typeface="Tahoma"/>
                <a:cs typeface="Tahoma"/>
              </a:rPr>
              <a:t>answer:</a:t>
            </a:r>
            <a:r>
              <a:rPr dirty="0" sz="10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00" spc="-10" b="1">
                <a:solidFill>
                  <a:srgbClr val="293283"/>
                </a:solidFill>
                <a:latin typeface="Courier New"/>
                <a:cs typeface="Courier New"/>
              </a:rPr>
              <a:t>st.session_state</a:t>
            </a:r>
            <a:r>
              <a:rPr dirty="0" sz="1000" spc="-10">
                <a:solidFill>
                  <a:srgbClr val="4A4E6A"/>
                </a:solidFill>
                <a:latin typeface="Tahoma"/>
                <a:cs typeface="Tahoma"/>
              </a:rPr>
              <a:t>.</a:t>
            </a:r>
            <a:r>
              <a:rPr dirty="0" sz="100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00" spc="-25">
                <a:solidFill>
                  <a:srgbClr val="4A4E6A"/>
                </a:solidFill>
                <a:latin typeface="Tahoma"/>
                <a:cs typeface="Tahoma"/>
              </a:rPr>
              <a:t>A</a:t>
            </a:r>
            <a:r>
              <a:rPr dirty="0" sz="10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00" spc="-35">
                <a:solidFill>
                  <a:srgbClr val="4A4E6A"/>
                </a:solidFill>
                <a:latin typeface="Tahoma"/>
                <a:cs typeface="Tahoma"/>
              </a:rPr>
              <a:t>dictionary</a:t>
            </a:r>
            <a:r>
              <a:rPr dirty="0" sz="10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00" spc="-35">
                <a:solidFill>
                  <a:srgbClr val="4A4E6A"/>
                </a:solidFill>
                <a:latin typeface="Tahoma"/>
                <a:cs typeface="Tahoma"/>
              </a:rPr>
              <a:t>that</a:t>
            </a:r>
            <a:r>
              <a:rPr dirty="0" sz="10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00" spc="-50">
                <a:solidFill>
                  <a:srgbClr val="4A4E6A"/>
                </a:solidFill>
                <a:latin typeface="Tahoma"/>
                <a:cs typeface="Tahoma"/>
              </a:rPr>
              <a:t>survives</a:t>
            </a:r>
            <a:r>
              <a:rPr dirty="0" sz="10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00" spc="-50">
                <a:solidFill>
                  <a:srgbClr val="4A4E6A"/>
                </a:solidFill>
                <a:latin typeface="Tahoma"/>
                <a:cs typeface="Tahoma"/>
              </a:rPr>
              <a:t>across</a:t>
            </a:r>
            <a:r>
              <a:rPr dirty="0" sz="100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4A4E6A"/>
                </a:solidFill>
                <a:latin typeface="Tahoma"/>
                <a:cs typeface="Tahoma"/>
              </a:rPr>
              <a:t>reruns.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85799" y="1504950"/>
            <a:ext cx="5334000" cy="4124325"/>
            <a:chOff x="685799" y="1504950"/>
            <a:chExt cx="5334000" cy="4124325"/>
          </a:xfrm>
        </p:grpSpPr>
        <p:sp>
          <p:nvSpPr>
            <p:cNvPr id="6" name="object 6"/>
            <p:cNvSpPr/>
            <p:nvPr/>
          </p:nvSpPr>
          <p:spPr>
            <a:xfrm>
              <a:off x="704849" y="1509712"/>
              <a:ext cx="5310505" cy="4114800"/>
            </a:xfrm>
            <a:custGeom>
              <a:avLst/>
              <a:gdLst/>
              <a:ahLst/>
              <a:cxnLst/>
              <a:rect l="l" t="t" r="r" b="b"/>
              <a:pathLst>
                <a:path w="5310505" h="4114800">
                  <a:moveTo>
                    <a:pt x="5190042" y="4114799"/>
                  </a:moveTo>
                  <a:lnTo>
                    <a:pt x="106794" y="4114799"/>
                  </a:lnTo>
                  <a:lnTo>
                    <a:pt x="99362" y="4113975"/>
                  </a:lnTo>
                  <a:lnTo>
                    <a:pt x="57038" y="4097818"/>
                  </a:lnTo>
                  <a:lnTo>
                    <a:pt x="28170" y="4071166"/>
                  </a:lnTo>
                  <a:lnTo>
                    <a:pt x="5828" y="4027618"/>
                  </a:lnTo>
                  <a:lnTo>
                    <a:pt x="0" y="3994655"/>
                  </a:lnTo>
                  <a:lnTo>
                    <a:pt x="0" y="3986212"/>
                  </a:lnTo>
                  <a:lnTo>
                    <a:pt x="0" y="120144"/>
                  </a:lnTo>
                  <a:lnTo>
                    <a:pt x="11572" y="71578"/>
                  </a:lnTo>
                  <a:lnTo>
                    <a:pt x="38784" y="31691"/>
                  </a:lnTo>
                  <a:lnTo>
                    <a:pt x="77493" y="6556"/>
                  </a:lnTo>
                  <a:lnTo>
                    <a:pt x="106794" y="0"/>
                  </a:lnTo>
                  <a:lnTo>
                    <a:pt x="5190042" y="0"/>
                  </a:lnTo>
                  <a:lnTo>
                    <a:pt x="5238607" y="13018"/>
                  </a:lnTo>
                  <a:lnTo>
                    <a:pt x="5278494" y="43632"/>
                  </a:lnTo>
                  <a:lnTo>
                    <a:pt x="5303629" y="87179"/>
                  </a:lnTo>
                  <a:lnTo>
                    <a:pt x="5310186" y="120144"/>
                  </a:lnTo>
                  <a:lnTo>
                    <a:pt x="5310186" y="3994655"/>
                  </a:lnTo>
                  <a:lnTo>
                    <a:pt x="5297167" y="4043219"/>
                  </a:lnTo>
                  <a:lnTo>
                    <a:pt x="5266554" y="4083106"/>
                  </a:lnTo>
                  <a:lnTo>
                    <a:pt x="5223006" y="4108241"/>
                  </a:lnTo>
                  <a:lnTo>
                    <a:pt x="5198405" y="4113975"/>
                  </a:lnTo>
                  <a:lnTo>
                    <a:pt x="5190042" y="41147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753770" y="1504949"/>
              <a:ext cx="5266055" cy="4124325"/>
            </a:xfrm>
            <a:custGeom>
              <a:avLst/>
              <a:gdLst/>
              <a:ahLst/>
              <a:cxnLst/>
              <a:rect l="l" t="t" r="r" b="b"/>
              <a:pathLst>
                <a:path w="5266055" h="4124325">
                  <a:moveTo>
                    <a:pt x="5266017" y="133350"/>
                  </a:moveTo>
                  <a:lnTo>
                    <a:pt x="5260314" y="94703"/>
                  </a:lnTo>
                  <a:lnTo>
                    <a:pt x="5243563" y="59258"/>
                  </a:lnTo>
                  <a:lnTo>
                    <a:pt x="5227409" y="39573"/>
                  </a:lnTo>
                  <a:lnTo>
                    <a:pt x="5195595" y="15773"/>
                  </a:lnTo>
                  <a:lnTo>
                    <a:pt x="5158689" y="2540"/>
                  </a:lnTo>
                  <a:lnTo>
                    <a:pt x="5132667" y="0"/>
                  </a:lnTo>
                  <a:lnTo>
                    <a:pt x="65366" y="0"/>
                  </a:lnTo>
                  <a:lnTo>
                    <a:pt x="26720" y="5715"/>
                  </a:lnTo>
                  <a:lnTo>
                    <a:pt x="0" y="17233"/>
                  </a:lnTo>
                  <a:lnTo>
                    <a:pt x="22542" y="22872"/>
                  </a:lnTo>
                  <a:lnTo>
                    <a:pt x="28917" y="18961"/>
                  </a:lnTo>
                  <a:lnTo>
                    <a:pt x="37769" y="14833"/>
                  </a:lnTo>
                  <a:lnTo>
                    <a:pt x="46786" y="11887"/>
                  </a:lnTo>
                  <a:lnTo>
                    <a:pt x="55994" y="10121"/>
                  </a:lnTo>
                  <a:lnTo>
                    <a:pt x="65366" y="9525"/>
                  </a:lnTo>
                  <a:lnTo>
                    <a:pt x="5132667" y="9525"/>
                  </a:lnTo>
                  <a:lnTo>
                    <a:pt x="5180063" y="18961"/>
                  </a:lnTo>
                  <a:lnTo>
                    <a:pt x="5220233" y="45796"/>
                  </a:lnTo>
                  <a:lnTo>
                    <a:pt x="5220678" y="46304"/>
                  </a:lnTo>
                  <a:lnTo>
                    <a:pt x="5228437" y="54838"/>
                  </a:lnTo>
                  <a:lnTo>
                    <a:pt x="5251196" y="97459"/>
                  </a:lnTo>
                  <a:lnTo>
                    <a:pt x="5256492" y="133350"/>
                  </a:lnTo>
                  <a:lnTo>
                    <a:pt x="5256492" y="3990975"/>
                  </a:lnTo>
                  <a:lnTo>
                    <a:pt x="5247068" y="4038371"/>
                  </a:lnTo>
                  <a:lnTo>
                    <a:pt x="5220678" y="4078033"/>
                  </a:lnTo>
                  <a:lnTo>
                    <a:pt x="5220233" y="4078541"/>
                  </a:lnTo>
                  <a:lnTo>
                    <a:pt x="5180063" y="4105376"/>
                  </a:lnTo>
                  <a:lnTo>
                    <a:pt x="5145125" y="4114177"/>
                  </a:lnTo>
                  <a:lnTo>
                    <a:pt x="5145633" y="4114177"/>
                  </a:lnTo>
                  <a:lnTo>
                    <a:pt x="5132667" y="4114800"/>
                  </a:lnTo>
                  <a:lnTo>
                    <a:pt x="65366" y="4114800"/>
                  </a:lnTo>
                  <a:lnTo>
                    <a:pt x="55410" y="4114177"/>
                  </a:lnTo>
                  <a:lnTo>
                    <a:pt x="55803" y="4114177"/>
                  </a:lnTo>
                  <a:lnTo>
                    <a:pt x="46786" y="4112450"/>
                  </a:lnTo>
                  <a:lnTo>
                    <a:pt x="37769" y="4109504"/>
                  </a:lnTo>
                  <a:lnTo>
                    <a:pt x="28917" y="4105376"/>
                  </a:lnTo>
                  <a:lnTo>
                    <a:pt x="22542" y="4101465"/>
                  </a:lnTo>
                  <a:lnTo>
                    <a:pt x="0" y="4107103"/>
                  </a:lnTo>
                  <a:lnTo>
                    <a:pt x="39357" y="4121797"/>
                  </a:lnTo>
                  <a:lnTo>
                    <a:pt x="65366" y="4124325"/>
                  </a:lnTo>
                  <a:lnTo>
                    <a:pt x="5132667" y="4124325"/>
                  </a:lnTo>
                  <a:lnTo>
                    <a:pt x="5145811" y="4123702"/>
                  </a:lnTo>
                  <a:lnTo>
                    <a:pt x="5158689" y="4121797"/>
                  </a:lnTo>
                  <a:lnTo>
                    <a:pt x="5171325" y="4118622"/>
                  </a:lnTo>
                  <a:lnTo>
                    <a:pt x="5181955" y="4114800"/>
                  </a:lnTo>
                  <a:lnTo>
                    <a:pt x="5183708" y="4114177"/>
                  </a:lnTo>
                  <a:lnTo>
                    <a:pt x="5217223" y="4094111"/>
                  </a:lnTo>
                  <a:lnTo>
                    <a:pt x="5243563" y="4065079"/>
                  </a:lnTo>
                  <a:lnTo>
                    <a:pt x="5260314" y="4029633"/>
                  </a:lnTo>
                  <a:lnTo>
                    <a:pt x="5266017" y="3990975"/>
                  </a:lnTo>
                  <a:lnTo>
                    <a:pt x="5266017" y="133350"/>
                  </a:lnTo>
                  <a:close/>
                </a:path>
              </a:pathLst>
            </a:custGeom>
            <a:solidFill>
              <a:srgbClr val="E4DE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685799" y="1522013"/>
              <a:ext cx="90805" cy="4090670"/>
            </a:xfrm>
            <a:custGeom>
              <a:avLst/>
              <a:gdLst/>
              <a:ahLst/>
              <a:cxnLst/>
              <a:rect l="l" t="t" r="r" b="b"/>
              <a:pathLst>
                <a:path w="90804" h="4090670">
                  <a:moveTo>
                    <a:pt x="68254" y="4090197"/>
                  </a:moveTo>
                  <a:lnTo>
                    <a:pt x="30217" y="4058466"/>
                  </a:lnTo>
                  <a:lnTo>
                    <a:pt x="10150" y="4024941"/>
                  </a:lnTo>
                  <a:lnTo>
                    <a:pt x="634" y="3987047"/>
                  </a:lnTo>
                  <a:lnTo>
                    <a:pt x="0" y="3973911"/>
                  </a:lnTo>
                  <a:lnTo>
                    <a:pt x="0" y="116286"/>
                  </a:lnTo>
                  <a:lnTo>
                    <a:pt x="5709" y="77634"/>
                  </a:lnTo>
                  <a:lnTo>
                    <a:pt x="22452" y="42187"/>
                  </a:lnTo>
                  <a:lnTo>
                    <a:pt x="48794" y="13153"/>
                  </a:lnTo>
                  <a:lnTo>
                    <a:pt x="68254" y="0"/>
                  </a:lnTo>
                  <a:lnTo>
                    <a:pt x="90791" y="5634"/>
                  </a:lnTo>
                  <a:lnTo>
                    <a:pt x="88403" y="7099"/>
                  </a:lnTo>
                  <a:lnTo>
                    <a:pt x="80421" y="13310"/>
                  </a:lnTo>
                  <a:lnTo>
                    <a:pt x="54137" y="47479"/>
                  </a:lnTo>
                  <a:lnTo>
                    <a:pt x="39912" y="92124"/>
                  </a:lnTo>
                  <a:lnTo>
                    <a:pt x="38100" y="116286"/>
                  </a:lnTo>
                  <a:lnTo>
                    <a:pt x="38100" y="3973911"/>
                  </a:lnTo>
                  <a:lnTo>
                    <a:pt x="45350" y="4021296"/>
                  </a:lnTo>
                  <a:lnTo>
                    <a:pt x="65998" y="4061468"/>
                  </a:lnTo>
                  <a:lnTo>
                    <a:pt x="90792" y="4084562"/>
                  </a:lnTo>
                  <a:lnTo>
                    <a:pt x="68254" y="4090197"/>
                  </a:lnTo>
                  <a:close/>
                </a:path>
              </a:pathLst>
            </a:custGeom>
            <a:solidFill>
              <a:srgbClr val="FF6A5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876300" y="1639887"/>
            <a:ext cx="200787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dirty="0" sz="750" spc="-90" b="1">
                <a:solidFill>
                  <a:srgbClr val="FF6A5B"/>
                </a:solidFill>
                <a:latin typeface="Cambria"/>
                <a:cs typeface="Cambria"/>
              </a:rPr>
              <a:t>T</a:t>
            </a:r>
            <a:r>
              <a:rPr dirty="0" sz="75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750" spc="-50" b="1">
                <a:solidFill>
                  <a:srgbClr val="FF6A5B"/>
                </a:solidFill>
                <a:latin typeface="Cambria"/>
                <a:cs typeface="Cambria"/>
              </a:rPr>
              <a:t>H</a:t>
            </a:r>
            <a:r>
              <a:rPr dirty="0" sz="75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750" b="1">
                <a:solidFill>
                  <a:srgbClr val="FF6A5B"/>
                </a:solidFill>
                <a:latin typeface="Cambria"/>
                <a:cs typeface="Cambria"/>
              </a:rPr>
              <a:t>E</a:t>
            </a:r>
            <a:r>
              <a:rPr dirty="0" sz="750" spc="245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750" spc="-55" b="1">
                <a:solidFill>
                  <a:srgbClr val="FF6A5B"/>
                </a:solidFill>
                <a:latin typeface="Cambria"/>
                <a:cs typeface="Cambria"/>
              </a:rPr>
              <a:t>B</a:t>
            </a:r>
            <a:r>
              <a:rPr dirty="0" sz="75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750" b="1">
                <a:solidFill>
                  <a:srgbClr val="FF6A5B"/>
                </a:solidFill>
                <a:latin typeface="Cambria"/>
                <a:cs typeface="Cambria"/>
              </a:rPr>
              <a:t>U</a:t>
            </a:r>
            <a:r>
              <a:rPr dirty="0" sz="750" spc="-45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750" b="1">
                <a:solidFill>
                  <a:srgbClr val="FF6A5B"/>
                </a:solidFill>
                <a:latin typeface="Cambria"/>
                <a:cs typeface="Cambria"/>
              </a:rPr>
              <a:t>G</a:t>
            </a:r>
            <a:r>
              <a:rPr dirty="0" sz="750" spc="254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750" b="1">
                <a:solidFill>
                  <a:srgbClr val="FF6A5B"/>
                </a:solidFill>
                <a:latin typeface="Cambria"/>
                <a:cs typeface="Cambria"/>
              </a:rPr>
              <a:t>·</a:t>
            </a:r>
            <a:r>
              <a:rPr dirty="0" sz="750" spc="254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750" spc="-20" b="1">
                <a:solidFill>
                  <a:srgbClr val="FF6A5B"/>
                </a:solidFill>
                <a:latin typeface="Cambria"/>
                <a:cs typeface="Cambria"/>
              </a:rPr>
              <a:t>W</a:t>
            </a:r>
            <a:r>
              <a:rPr dirty="0" sz="75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750" spc="-60" b="1">
                <a:solidFill>
                  <a:srgbClr val="FF6A5B"/>
                </a:solidFill>
                <a:latin typeface="Cambria"/>
                <a:cs typeface="Cambria"/>
              </a:rPr>
              <a:t>I</a:t>
            </a:r>
            <a:r>
              <a:rPr dirty="0" sz="75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750" spc="-90" b="1">
                <a:solidFill>
                  <a:srgbClr val="FF6A5B"/>
                </a:solidFill>
                <a:latin typeface="Cambria"/>
                <a:cs typeface="Cambria"/>
              </a:rPr>
              <a:t>T</a:t>
            </a:r>
            <a:r>
              <a:rPr dirty="0" sz="75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750" spc="-50" b="1">
                <a:solidFill>
                  <a:srgbClr val="FF6A5B"/>
                </a:solidFill>
                <a:latin typeface="Cambria"/>
                <a:cs typeface="Cambria"/>
              </a:rPr>
              <a:t>H</a:t>
            </a:r>
            <a:r>
              <a:rPr dirty="0" sz="75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750" b="1">
                <a:solidFill>
                  <a:srgbClr val="FF6A5B"/>
                </a:solidFill>
                <a:latin typeface="Cambria"/>
                <a:cs typeface="Cambria"/>
              </a:rPr>
              <a:t>O</a:t>
            </a:r>
            <a:r>
              <a:rPr dirty="0" sz="75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750" b="1">
                <a:solidFill>
                  <a:srgbClr val="FF6A5B"/>
                </a:solidFill>
                <a:latin typeface="Cambria"/>
                <a:cs typeface="Cambria"/>
              </a:rPr>
              <a:t>U</a:t>
            </a:r>
            <a:r>
              <a:rPr dirty="0" sz="750" spc="-45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750" b="1">
                <a:solidFill>
                  <a:srgbClr val="FF6A5B"/>
                </a:solidFill>
                <a:latin typeface="Cambria"/>
                <a:cs typeface="Cambria"/>
              </a:rPr>
              <a:t>T</a:t>
            </a:r>
            <a:r>
              <a:rPr dirty="0" sz="750" spc="254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750" spc="-20" b="1">
                <a:solidFill>
                  <a:srgbClr val="FF6A5B"/>
                </a:solidFill>
                <a:latin typeface="Cambria"/>
                <a:cs typeface="Cambria"/>
              </a:rPr>
              <a:t>S</a:t>
            </a:r>
            <a:r>
              <a:rPr dirty="0" sz="75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750" spc="-65" b="1">
                <a:solidFill>
                  <a:srgbClr val="FF6A5B"/>
                </a:solidFill>
                <a:latin typeface="Cambria"/>
                <a:cs typeface="Cambria"/>
              </a:rPr>
              <a:t>E</a:t>
            </a:r>
            <a:r>
              <a:rPr dirty="0" sz="750" spc="-5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750" spc="-20" b="1">
                <a:solidFill>
                  <a:srgbClr val="FF6A5B"/>
                </a:solidFill>
                <a:latin typeface="Cambria"/>
                <a:cs typeface="Cambria"/>
              </a:rPr>
              <a:t>S</a:t>
            </a:r>
            <a:r>
              <a:rPr dirty="0" sz="75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750" spc="-20" b="1">
                <a:solidFill>
                  <a:srgbClr val="FF6A5B"/>
                </a:solidFill>
                <a:latin typeface="Cambria"/>
                <a:cs typeface="Cambria"/>
              </a:rPr>
              <a:t>S</a:t>
            </a:r>
            <a:r>
              <a:rPr dirty="0" sz="75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750" spc="-60" b="1">
                <a:solidFill>
                  <a:srgbClr val="FF6A5B"/>
                </a:solidFill>
                <a:latin typeface="Cambria"/>
                <a:cs typeface="Cambria"/>
              </a:rPr>
              <a:t>I</a:t>
            </a:r>
            <a:r>
              <a:rPr dirty="0" sz="75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750" b="1">
                <a:solidFill>
                  <a:srgbClr val="FF6A5B"/>
                </a:solidFill>
                <a:latin typeface="Cambria"/>
                <a:cs typeface="Cambria"/>
              </a:rPr>
              <a:t>O</a:t>
            </a:r>
            <a:r>
              <a:rPr dirty="0" sz="75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750" b="1">
                <a:solidFill>
                  <a:srgbClr val="FF6A5B"/>
                </a:solidFill>
                <a:latin typeface="Cambria"/>
                <a:cs typeface="Cambria"/>
              </a:rPr>
              <a:t>N</a:t>
            </a:r>
            <a:r>
              <a:rPr dirty="0" sz="75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750" spc="114" b="1">
                <a:solidFill>
                  <a:srgbClr val="FF6A5B"/>
                </a:solidFill>
                <a:latin typeface="Cambria"/>
                <a:cs typeface="Cambria"/>
              </a:rPr>
              <a:t>_</a:t>
            </a:r>
            <a:r>
              <a:rPr dirty="0" sz="75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750" spc="-25" b="1">
                <a:solidFill>
                  <a:srgbClr val="FF6A5B"/>
                </a:solidFill>
                <a:latin typeface="Cambria"/>
                <a:cs typeface="Cambria"/>
              </a:rPr>
              <a:t>S</a:t>
            </a:r>
            <a:r>
              <a:rPr dirty="0" sz="750" spc="-5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750" spc="-30" b="1">
                <a:solidFill>
                  <a:srgbClr val="FF6A5B"/>
                </a:solidFill>
                <a:latin typeface="Cambria"/>
                <a:cs typeface="Cambria"/>
              </a:rPr>
              <a:t>TAT</a:t>
            </a:r>
            <a:r>
              <a:rPr dirty="0" sz="75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750" spc="-50" b="1">
                <a:solidFill>
                  <a:srgbClr val="FF6A5B"/>
                </a:solidFill>
                <a:latin typeface="Cambria"/>
                <a:cs typeface="Cambria"/>
              </a:rPr>
              <a:t>E</a:t>
            </a:r>
            <a:endParaRPr sz="750">
              <a:latin typeface="Cambria"/>
              <a:cs typeface="Cambri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343523" y="1628774"/>
            <a:ext cx="514350" cy="190500"/>
          </a:xfrm>
          <a:custGeom>
            <a:avLst/>
            <a:gdLst/>
            <a:ahLst/>
            <a:cxnLst/>
            <a:rect l="l" t="t" r="r" b="b"/>
            <a:pathLst>
              <a:path w="514350" h="190500">
                <a:moveTo>
                  <a:pt x="425354" y="190499"/>
                </a:moveTo>
                <a:lnTo>
                  <a:pt x="88995" y="190499"/>
                </a:lnTo>
                <a:lnTo>
                  <a:pt x="82801" y="189889"/>
                </a:lnTo>
                <a:lnTo>
                  <a:pt x="37131" y="170972"/>
                </a:lnTo>
                <a:lnTo>
                  <a:pt x="9644" y="137478"/>
                </a:lnTo>
                <a:lnTo>
                  <a:pt x="0" y="101504"/>
                </a:lnTo>
                <a:lnTo>
                  <a:pt x="0" y="95249"/>
                </a:lnTo>
                <a:lnTo>
                  <a:pt x="0" y="88995"/>
                </a:lnTo>
                <a:lnTo>
                  <a:pt x="12577" y="47531"/>
                </a:lnTo>
                <a:lnTo>
                  <a:pt x="47531" y="12577"/>
                </a:lnTo>
                <a:lnTo>
                  <a:pt x="88995" y="0"/>
                </a:lnTo>
                <a:lnTo>
                  <a:pt x="425354" y="0"/>
                </a:lnTo>
                <a:lnTo>
                  <a:pt x="466817" y="12577"/>
                </a:lnTo>
                <a:lnTo>
                  <a:pt x="501771" y="47531"/>
                </a:lnTo>
                <a:lnTo>
                  <a:pt x="514349" y="88995"/>
                </a:lnTo>
                <a:lnTo>
                  <a:pt x="514349" y="101504"/>
                </a:lnTo>
                <a:lnTo>
                  <a:pt x="501771" y="142967"/>
                </a:lnTo>
                <a:lnTo>
                  <a:pt x="466817" y="177921"/>
                </a:lnTo>
                <a:lnTo>
                  <a:pt x="431548" y="189889"/>
                </a:lnTo>
                <a:lnTo>
                  <a:pt x="425354" y="190499"/>
                </a:lnTo>
                <a:close/>
              </a:path>
            </a:pathLst>
          </a:custGeom>
          <a:solidFill>
            <a:srgbClr val="FFE7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5430589" y="1649412"/>
            <a:ext cx="341630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700" spc="-60" b="1">
                <a:solidFill>
                  <a:srgbClr val="FF6A5B"/>
                </a:solidFill>
                <a:latin typeface="Cambria"/>
                <a:cs typeface="Cambria"/>
              </a:rPr>
              <a:t>B</a:t>
            </a:r>
            <a:r>
              <a:rPr dirty="0" sz="700" spc="-55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700" spc="-80" b="1">
                <a:solidFill>
                  <a:srgbClr val="FF6A5B"/>
                </a:solidFill>
                <a:latin typeface="Cambria"/>
                <a:cs typeface="Cambria"/>
              </a:rPr>
              <a:t>r</a:t>
            </a:r>
            <a:r>
              <a:rPr dirty="0" sz="700" spc="-6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700" spc="-20" b="1">
                <a:solidFill>
                  <a:srgbClr val="FF6A5B"/>
                </a:solidFill>
                <a:latin typeface="Cambria"/>
                <a:cs typeface="Cambria"/>
              </a:rPr>
              <a:t>o</a:t>
            </a:r>
            <a:r>
              <a:rPr dirty="0" sz="700" spc="-5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700" spc="-10" b="1">
                <a:solidFill>
                  <a:srgbClr val="FF6A5B"/>
                </a:solidFill>
                <a:latin typeface="Cambria"/>
                <a:cs typeface="Cambria"/>
              </a:rPr>
              <a:t>ke</a:t>
            </a:r>
            <a:r>
              <a:rPr dirty="0" sz="700" spc="-50" b="1">
                <a:solidFill>
                  <a:srgbClr val="FF6A5B"/>
                </a:solidFill>
                <a:latin typeface="Cambria"/>
                <a:cs typeface="Cambria"/>
              </a:rPr>
              <a:t> n</a:t>
            </a:r>
            <a:endParaRPr sz="700">
              <a:latin typeface="Cambria"/>
              <a:cs typeface="Cambri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76299" y="1895474"/>
            <a:ext cx="4981575" cy="3381375"/>
          </a:xfrm>
          <a:custGeom>
            <a:avLst/>
            <a:gdLst/>
            <a:ahLst/>
            <a:cxnLst/>
            <a:rect l="l" t="t" r="r" b="b"/>
            <a:pathLst>
              <a:path w="4981575" h="3381375">
                <a:moveTo>
                  <a:pt x="4910377" y="3381374"/>
                </a:moveTo>
                <a:lnTo>
                  <a:pt x="71196" y="3381374"/>
                </a:lnTo>
                <a:lnTo>
                  <a:pt x="66241" y="3380886"/>
                </a:lnTo>
                <a:lnTo>
                  <a:pt x="29705" y="3365752"/>
                </a:lnTo>
                <a:lnTo>
                  <a:pt x="3885" y="3329712"/>
                </a:lnTo>
                <a:lnTo>
                  <a:pt x="0" y="3310178"/>
                </a:lnTo>
                <a:lnTo>
                  <a:pt x="0" y="3305174"/>
                </a:lnTo>
                <a:lnTo>
                  <a:pt x="0" y="71196"/>
                </a:lnTo>
                <a:lnTo>
                  <a:pt x="15621" y="29705"/>
                </a:lnTo>
                <a:lnTo>
                  <a:pt x="51662" y="3885"/>
                </a:lnTo>
                <a:lnTo>
                  <a:pt x="71196" y="0"/>
                </a:lnTo>
                <a:lnTo>
                  <a:pt x="4910377" y="0"/>
                </a:lnTo>
                <a:lnTo>
                  <a:pt x="4951868" y="15621"/>
                </a:lnTo>
                <a:lnTo>
                  <a:pt x="4977687" y="51661"/>
                </a:lnTo>
                <a:lnTo>
                  <a:pt x="4981574" y="71196"/>
                </a:lnTo>
                <a:lnTo>
                  <a:pt x="4981574" y="3310178"/>
                </a:lnTo>
                <a:lnTo>
                  <a:pt x="4965952" y="3351669"/>
                </a:lnTo>
                <a:lnTo>
                  <a:pt x="4929912" y="3377488"/>
                </a:lnTo>
                <a:lnTo>
                  <a:pt x="4915332" y="3380886"/>
                </a:lnTo>
                <a:lnTo>
                  <a:pt x="4910377" y="3381374"/>
                </a:lnTo>
                <a:close/>
              </a:path>
            </a:pathLst>
          </a:custGeom>
          <a:solidFill>
            <a:srgbClr val="1B1F3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876300" y="1959927"/>
            <a:ext cx="2342515" cy="3531870"/>
          </a:xfrm>
          <a:prstGeom prst="rect">
            <a:avLst/>
          </a:prstGeom>
        </p:spPr>
        <p:txBody>
          <a:bodyPr wrap="square" lIns="0" tIns="49530" rIns="0" bIns="0" rtlCol="0" vert="horz">
            <a:spAutoFit/>
          </a:bodyPr>
          <a:lstStyle/>
          <a:p>
            <a:pPr marL="132715">
              <a:lnSpc>
                <a:spcPct val="100000"/>
              </a:lnSpc>
              <a:spcBef>
                <a:spcPts val="390"/>
              </a:spcBef>
            </a:pP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750" spc="6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counter.py</a:t>
            </a:r>
            <a:r>
              <a:rPr dirty="0" sz="750" spc="6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—</a:t>
            </a:r>
            <a:r>
              <a:rPr dirty="0" sz="750" spc="6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spc="-10" i="1">
                <a:solidFill>
                  <a:srgbClr val="8B8FB4"/>
                </a:solidFill>
                <a:latin typeface="Courier New"/>
                <a:cs typeface="Courier New"/>
              </a:rPr>
              <a:t>BROKEN</a:t>
            </a:r>
            <a:endParaRPr sz="750">
              <a:latin typeface="Courier New"/>
              <a:cs typeface="Courier New"/>
            </a:endParaRPr>
          </a:p>
          <a:p>
            <a:pPr marL="132715">
              <a:lnSpc>
                <a:spcPct val="100000"/>
              </a:lnSpc>
              <a:spcBef>
                <a:spcPts val="300"/>
              </a:spcBef>
            </a:pPr>
            <a:r>
              <a:rPr dirty="0" sz="750">
                <a:solidFill>
                  <a:srgbClr val="FF8B7E"/>
                </a:solidFill>
                <a:latin typeface="Courier New"/>
                <a:cs typeface="Courier New"/>
              </a:rPr>
              <a:t>import</a:t>
            </a:r>
            <a:r>
              <a:rPr dirty="0" sz="750" spc="85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E7E9F5"/>
                </a:solidFill>
                <a:latin typeface="Courier New"/>
                <a:cs typeface="Courier New"/>
              </a:rPr>
              <a:t>streamlit</a:t>
            </a:r>
            <a:r>
              <a:rPr dirty="0" sz="750" spc="9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FF8B7E"/>
                </a:solidFill>
                <a:latin typeface="Courier New"/>
                <a:cs typeface="Courier New"/>
              </a:rPr>
              <a:t>as</a:t>
            </a:r>
            <a:r>
              <a:rPr dirty="0" sz="750" spc="90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750" spc="-25">
                <a:solidFill>
                  <a:srgbClr val="E7E9F5"/>
                </a:solidFill>
                <a:latin typeface="Courier New"/>
                <a:cs typeface="Courier New"/>
              </a:rPr>
              <a:t>st</a:t>
            </a:r>
            <a:endParaRPr sz="7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75"/>
              </a:spcBef>
            </a:pPr>
            <a:endParaRPr sz="750">
              <a:latin typeface="Courier New"/>
              <a:cs typeface="Courier New"/>
            </a:endParaRPr>
          </a:p>
          <a:p>
            <a:pPr marL="132715">
              <a:lnSpc>
                <a:spcPct val="100000"/>
              </a:lnSpc>
            </a:pPr>
            <a:r>
              <a:rPr dirty="0" sz="750">
                <a:solidFill>
                  <a:srgbClr val="E7E9F5"/>
                </a:solidFill>
                <a:latin typeface="Courier New"/>
                <a:cs typeface="Courier New"/>
              </a:rPr>
              <a:t>counter</a:t>
            </a:r>
            <a:r>
              <a:rPr dirty="0" sz="750" spc="5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E7E9F5"/>
                </a:solidFill>
                <a:latin typeface="Courier New"/>
                <a:cs typeface="Courier New"/>
              </a:rPr>
              <a:t>=</a:t>
            </a:r>
            <a:r>
              <a:rPr dirty="0" sz="750" spc="55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FFD580"/>
                </a:solidFill>
                <a:latin typeface="Courier New"/>
                <a:cs typeface="Courier New"/>
              </a:rPr>
              <a:t>0</a:t>
            </a:r>
            <a:r>
              <a:rPr dirty="0" sz="750" spc="60">
                <a:solidFill>
                  <a:srgbClr val="FFD580"/>
                </a:solidFill>
                <a:latin typeface="Courier New"/>
                <a:cs typeface="Courier New"/>
              </a:rPr>
              <a:t> 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750" spc="5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resets</a:t>
            </a:r>
            <a:r>
              <a:rPr dirty="0" sz="750" spc="5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every</a:t>
            </a:r>
            <a:r>
              <a:rPr dirty="0" sz="750" spc="5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spc="-20" i="1">
                <a:solidFill>
                  <a:srgbClr val="8B8FB4"/>
                </a:solidFill>
                <a:latin typeface="Courier New"/>
                <a:cs typeface="Courier New"/>
              </a:rPr>
              <a:t>run!</a:t>
            </a:r>
            <a:endParaRPr sz="7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50"/>
              </a:spcBef>
            </a:pPr>
            <a:endParaRPr sz="750">
              <a:latin typeface="Courier New"/>
              <a:cs typeface="Courier New"/>
            </a:endParaRPr>
          </a:p>
          <a:p>
            <a:pPr marL="369570" marR="719455" indent="-236854">
              <a:lnSpc>
                <a:spcPct val="133300"/>
              </a:lnSpc>
            </a:pPr>
            <a:r>
              <a:rPr dirty="0" sz="750">
                <a:solidFill>
                  <a:srgbClr val="FF8B7E"/>
                </a:solidFill>
                <a:latin typeface="Courier New"/>
                <a:cs typeface="Courier New"/>
              </a:rPr>
              <a:t>if</a:t>
            </a:r>
            <a:r>
              <a:rPr dirty="0" sz="750" spc="130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E7E9F5"/>
                </a:solidFill>
                <a:latin typeface="Courier New"/>
                <a:cs typeface="Courier New"/>
              </a:rPr>
              <a:t>st.button(</a:t>
            </a:r>
            <a:r>
              <a:rPr dirty="0" sz="750">
                <a:solidFill>
                  <a:srgbClr val="B8E886"/>
                </a:solidFill>
                <a:latin typeface="Courier New"/>
                <a:cs typeface="Courier New"/>
              </a:rPr>
              <a:t>"Click</a:t>
            </a:r>
            <a:r>
              <a:rPr dirty="0" sz="750" spc="130">
                <a:solidFill>
                  <a:srgbClr val="B8E886"/>
                </a:solidFill>
                <a:latin typeface="Courier New"/>
                <a:cs typeface="Courier New"/>
              </a:rPr>
              <a:t> </a:t>
            </a:r>
            <a:r>
              <a:rPr dirty="0" sz="750" spc="-20">
                <a:solidFill>
                  <a:srgbClr val="B8E886"/>
                </a:solidFill>
                <a:latin typeface="Courier New"/>
                <a:cs typeface="Courier New"/>
              </a:rPr>
              <a:t>me"</a:t>
            </a:r>
            <a:r>
              <a:rPr dirty="0" sz="750" spc="-20">
                <a:solidFill>
                  <a:srgbClr val="E7E9F5"/>
                </a:solidFill>
                <a:latin typeface="Courier New"/>
                <a:cs typeface="Courier New"/>
              </a:rPr>
              <a:t>): </a:t>
            </a:r>
            <a:r>
              <a:rPr dirty="0" sz="750">
                <a:solidFill>
                  <a:srgbClr val="E7E9F5"/>
                </a:solidFill>
                <a:latin typeface="Courier New"/>
                <a:cs typeface="Courier New"/>
              </a:rPr>
              <a:t>counter</a:t>
            </a:r>
            <a:r>
              <a:rPr dirty="0" sz="750" spc="7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E7E9F5"/>
                </a:solidFill>
                <a:latin typeface="Courier New"/>
                <a:cs typeface="Courier New"/>
              </a:rPr>
              <a:t>+=</a:t>
            </a:r>
            <a:r>
              <a:rPr dirty="0" sz="750" spc="75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750" spc="-50">
                <a:solidFill>
                  <a:srgbClr val="FFD580"/>
                </a:solidFill>
                <a:latin typeface="Courier New"/>
                <a:cs typeface="Courier New"/>
              </a:rPr>
              <a:t>1</a:t>
            </a:r>
            <a:endParaRPr sz="7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75"/>
              </a:spcBef>
            </a:pPr>
            <a:endParaRPr sz="750">
              <a:latin typeface="Courier New"/>
              <a:cs typeface="Courier New"/>
            </a:endParaRPr>
          </a:p>
          <a:p>
            <a:pPr marL="132715">
              <a:lnSpc>
                <a:spcPct val="100000"/>
              </a:lnSpc>
            </a:pPr>
            <a:r>
              <a:rPr dirty="0" sz="750">
                <a:solidFill>
                  <a:srgbClr val="E7E9F5"/>
                </a:solidFill>
                <a:latin typeface="Courier New"/>
                <a:cs typeface="Courier New"/>
              </a:rPr>
              <a:t>st.write(</a:t>
            </a:r>
            <a:r>
              <a:rPr dirty="0" sz="750">
                <a:solidFill>
                  <a:srgbClr val="B8E886"/>
                </a:solidFill>
                <a:latin typeface="Courier New"/>
                <a:cs typeface="Courier New"/>
              </a:rPr>
              <a:t>f"Count:</a:t>
            </a:r>
            <a:r>
              <a:rPr dirty="0" sz="750" spc="225">
                <a:solidFill>
                  <a:srgbClr val="B8E886"/>
                </a:solidFill>
                <a:latin typeface="Courier New"/>
                <a:cs typeface="Courier New"/>
              </a:rPr>
              <a:t> </a:t>
            </a:r>
            <a:r>
              <a:rPr dirty="0" sz="750" spc="-10">
                <a:solidFill>
                  <a:srgbClr val="B8E886"/>
                </a:solidFill>
                <a:latin typeface="Courier New"/>
                <a:cs typeface="Courier New"/>
              </a:rPr>
              <a:t>{counter}"</a:t>
            </a:r>
            <a:r>
              <a:rPr dirty="0" sz="750" spc="-10">
                <a:solidFill>
                  <a:srgbClr val="E7E9F5"/>
                </a:solidFill>
                <a:latin typeface="Courier New"/>
                <a:cs typeface="Courier New"/>
              </a:rPr>
              <a:t>)</a:t>
            </a:r>
            <a:endParaRPr sz="7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650"/>
              </a:spcBef>
            </a:pPr>
            <a:endParaRPr sz="750">
              <a:latin typeface="Courier New"/>
              <a:cs typeface="Courier New"/>
            </a:endParaRPr>
          </a:p>
          <a:p>
            <a:pPr marL="132715">
              <a:lnSpc>
                <a:spcPct val="100000"/>
              </a:lnSpc>
              <a:spcBef>
                <a:spcPts val="5"/>
              </a:spcBef>
            </a:pP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750" spc="5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Click</a:t>
            </a:r>
            <a:r>
              <a:rPr dirty="0" sz="750" spc="5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the</a:t>
            </a:r>
            <a:r>
              <a:rPr dirty="0" sz="750" spc="5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spc="-10" i="1">
                <a:solidFill>
                  <a:srgbClr val="8B8FB4"/>
                </a:solidFill>
                <a:latin typeface="Courier New"/>
                <a:cs typeface="Courier New"/>
              </a:rPr>
              <a:t>button:</a:t>
            </a:r>
            <a:endParaRPr sz="750">
              <a:latin typeface="Courier New"/>
              <a:cs typeface="Courier New"/>
            </a:endParaRPr>
          </a:p>
          <a:p>
            <a:pPr marL="132715">
              <a:lnSpc>
                <a:spcPct val="100000"/>
              </a:lnSpc>
              <a:spcBef>
                <a:spcPts val="225"/>
              </a:spcBef>
            </a:pP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750" spc="6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→</a:t>
            </a:r>
            <a:r>
              <a:rPr dirty="0" sz="750" spc="6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Script</a:t>
            </a:r>
            <a:r>
              <a:rPr dirty="0" sz="750" spc="6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re-</a:t>
            </a:r>
            <a:r>
              <a:rPr dirty="0" sz="750" spc="-20" i="1">
                <a:solidFill>
                  <a:srgbClr val="8B8FB4"/>
                </a:solidFill>
                <a:latin typeface="Courier New"/>
                <a:cs typeface="Courier New"/>
              </a:rPr>
              <a:t>runs</a:t>
            </a:r>
            <a:endParaRPr sz="750">
              <a:latin typeface="Courier New"/>
              <a:cs typeface="Courier New"/>
            </a:endParaRPr>
          </a:p>
          <a:p>
            <a:pPr marL="132715">
              <a:lnSpc>
                <a:spcPct val="100000"/>
              </a:lnSpc>
              <a:spcBef>
                <a:spcPts val="300"/>
              </a:spcBef>
            </a:pP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750" spc="4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→</a:t>
            </a:r>
            <a:r>
              <a:rPr dirty="0" sz="750" spc="4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counter</a:t>
            </a:r>
            <a:r>
              <a:rPr dirty="0" sz="750" spc="4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=</a:t>
            </a:r>
            <a:r>
              <a:rPr dirty="0" sz="750" spc="4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0</a:t>
            </a:r>
            <a:r>
              <a:rPr dirty="0" sz="750" spc="4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spc="-10" i="1">
                <a:solidFill>
                  <a:srgbClr val="8B8FB4"/>
                </a:solidFill>
                <a:latin typeface="Courier New"/>
                <a:cs typeface="Courier New"/>
              </a:rPr>
              <a:t>(reset!)</a:t>
            </a:r>
            <a:endParaRPr sz="750">
              <a:latin typeface="Courier New"/>
              <a:cs typeface="Courier New"/>
            </a:endParaRPr>
          </a:p>
          <a:p>
            <a:pPr marL="132715" marR="424180">
              <a:lnSpc>
                <a:spcPct val="133300"/>
              </a:lnSpc>
            </a:pP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750" spc="4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→</a:t>
            </a:r>
            <a:r>
              <a:rPr dirty="0" sz="750" spc="5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counter</a:t>
            </a:r>
            <a:r>
              <a:rPr dirty="0" sz="750" spc="4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+=</a:t>
            </a:r>
            <a:r>
              <a:rPr dirty="0" sz="750" spc="5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1</a:t>
            </a:r>
            <a:r>
              <a:rPr dirty="0" sz="750" spc="4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→</a:t>
            </a:r>
            <a:r>
              <a:rPr dirty="0" sz="750" spc="5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counter</a:t>
            </a:r>
            <a:r>
              <a:rPr dirty="0" sz="750" spc="4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=</a:t>
            </a:r>
            <a:r>
              <a:rPr dirty="0" sz="750" spc="5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spc="-50" i="1">
                <a:solidFill>
                  <a:srgbClr val="8B8FB4"/>
                </a:solidFill>
                <a:latin typeface="Courier New"/>
                <a:cs typeface="Courier New"/>
              </a:rPr>
              <a:t>1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750" spc="7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→</a:t>
            </a:r>
            <a:r>
              <a:rPr dirty="0" sz="750" spc="7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st.write</a:t>
            </a:r>
            <a:r>
              <a:rPr dirty="0" sz="750" spc="7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shows</a:t>
            </a:r>
            <a:r>
              <a:rPr dirty="0" sz="750" spc="7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"Count:</a:t>
            </a:r>
            <a:r>
              <a:rPr dirty="0" sz="750" spc="7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spc="-25" i="1">
                <a:solidFill>
                  <a:srgbClr val="8B8FB4"/>
                </a:solidFill>
                <a:latin typeface="Courier New"/>
                <a:cs typeface="Courier New"/>
              </a:rPr>
              <a:t>1"</a:t>
            </a:r>
            <a:endParaRPr sz="7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75"/>
              </a:spcBef>
            </a:pPr>
            <a:endParaRPr sz="750">
              <a:latin typeface="Courier New"/>
              <a:cs typeface="Courier New"/>
            </a:endParaRPr>
          </a:p>
          <a:p>
            <a:pPr marL="132715">
              <a:lnSpc>
                <a:spcPct val="100000"/>
              </a:lnSpc>
            </a:pP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750" spc="5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Click</a:t>
            </a:r>
            <a:r>
              <a:rPr dirty="0" sz="750" spc="5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spc="-10" i="1">
                <a:solidFill>
                  <a:srgbClr val="8B8FB4"/>
                </a:solidFill>
                <a:latin typeface="Courier New"/>
                <a:cs typeface="Courier New"/>
              </a:rPr>
              <a:t>again:</a:t>
            </a:r>
            <a:endParaRPr sz="750">
              <a:latin typeface="Courier New"/>
              <a:cs typeface="Courier New"/>
            </a:endParaRPr>
          </a:p>
          <a:p>
            <a:pPr marL="132715">
              <a:lnSpc>
                <a:spcPct val="100000"/>
              </a:lnSpc>
              <a:spcBef>
                <a:spcPts val="300"/>
              </a:spcBef>
            </a:pP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750" spc="6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→</a:t>
            </a:r>
            <a:r>
              <a:rPr dirty="0" sz="750" spc="6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Script</a:t>
            </a:r>
            <a:r>
              <a:rPr dirty="0" sz="750" spc="6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re-</a:t>
            </a:r>
            <a:r>
              <a:rPr dirty="0" sz="750" spc="-20" i="1">
                <a:solidFill>
                  <a:srgbClr val="8B8FB4"/>
                </a:solidFill>
                <a:latin typeface="Courier New"/>
                <a:cs typeface="Courier New"/>
              </a:rPr>
              <a:t>runs</a:t>
            </a:r>
            <a:endParaRPr sz="750">
              <a:latin typeface="Courier New"/>
              <a:cs typeface="Courier New"/>
            </a:endParaRPr>
          </a:p>
          <a:p>
            <a:pPr marL="132715">
              <a:lnSpc>
                <a:spcPct val="100000"/>
              </a:lnSpc>
              <a:spcBef>
                <a:spcPts val="300"/>
              </a:spcBef>
            </a:pP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750" spc="4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→</a:t>
            </a:r>
            <a:r>
              <a:rPr dirty="0" sz="750" spc="4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counter</a:t>
            </a:r>
            <a:r>
              <a:rPr dirty="0" sz="750" spc="4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=</a:t>
            </a:r>
            <a:r>
              <a:rPr dirty="0" sz="750" spc="4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0</a:t>
            </a:r>
            <a:r>
              <a:rPr dirty="0" sz="750" spc="4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spc="-10" i="1">
                <a:solidFill>
                  <a:srgbClr val="8B8FB4"/>
                </a:solidFill>
                <a:latin typeface="Courier New"/>
                <a:cs typeface="Courier New"/>
              </a:rPr>
              <a:t>(reset!)</a:t>
            </a:r>
            <a:endParaRPr sz="750">
              <a:latin typeface="Courier New"/>
              <a:cs typeface="Courier New"/>
            </a:endParaRPr>
          </a:p>
          <a:p>
            <a:pPr marL="132715">
              <a:lnSpc>
                <a:spcPct val="100000"/>
              </a:lnSpc>
              <a:spcBef>
                <a:spcPts val="225"/>
              </a:spcBef>
            </a:pP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750" spc="4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→</a:t>
            </a:r>
            <a:r>
              <a:rPr dirty="0" sz="750" spc="5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counter</a:t>
            </a:r>
            <a:r>
              <a:rPr dirty="0" sz="750" spc="4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+=</a:t>
            </a:r>
            <a:r>
              <a:rPr dirty="0" sz="750" spc="5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1</a:t>
            </a:r>
            <a:r>
              <a:rPr dirty="0" sz="750" spc="4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→</a:t>
            </a:r>
            <a:r>
              <a:rPr dirty="0" sz="750" spc="5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counter</a:t>
            </a:r>
            <a:r>
              <a:rPr dirty="0" sz="750" spc="4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=</a:t>
            </a:r>
            <a:r>
              <a:rPr dirty="0" sz="750" spc="5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spc="-50" i="1">
                <a:solidFill>
                  <a:srgbClr val="8B8FB4"/>
                </a:solidFill>
                <a:latin typeface="Courier New"/>
                <a:cs typeface="Courier New"/>
              </a:rPr>
              <a:t>1</a:t>
            </a:r>
            <a:endParaRPr sz="750">
              <a:latin typeface="Courier New"/>
              <a:cs typeface="Courier New"/>
            </a:endParaRPr>
          </a:p>
          <a:p>
            <a:pPr marL="132715">
              <a:lnSpc>
                <a:spcPct val="100000"/>
              </a:lnSpc>
              <a:spcBef>
                <a:spcPts val="300"/>
              </a:spcBef>
            </a:pP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750" spc="7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→</a:t>
            </a:r>
            <a:r>
              <a:rPr dirty="0" sz="750" spc="7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st.write</a:t>
            </a:r>
            <a:r>
              <a:rPr dirty="0" sz="750" spc="7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STILL</a:t>
            </a:r>
            <a:r>
              <a:rPr dirty="0" sz="750" spc="7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shows</a:t>
            </a:r>
            <a:r>
              <a:rPr dirty="0" sz="750" spc="7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"Count:</a:t>
            </a:r>
            <a:r>
              <a:rPr dirty="0" sz="750" spc="7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spc="-25" i="1">
                <a:solidFill>
                  <a:srgbClr val="8B8FB4"/>
                </a:solidFill>
                <a:latin typeface="Courier New"/>
                <a:cs typeface="Courier New"/>
              </a:rPr>
              <a:t>1"</a:t>
            </a:r>
            <a:endParaRPr sz="7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7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dirty="0" sz="800" spc="-60" i="1">
                <a:solidFill>
                  <a:srgbClr val="797E94"/>
                </a:solidFill>
                <a:latin typeface="Arial"/>
                <a:cs typeface="Arial"/>
              </a:rPr>
              <a:t>This</a:t>
            </a:r>
            <a:r>
              <a:rPr dirty="0" sz="800" spc="-25" i="1">
                <a:solidFill>
                  <a:srgbClr val="797E94"/>
                </a:solidFill>
                <a:latin typeface="Arial"/>
                <a:cs typeface="Arial"/>
              </a:rPr>
              <a:t> </a:t>
            </a:r>
            <a:r>
              <a:rPr dirty="0" sz="800" spc="-40" i="1">
                <a:solidFill>
                  <a:srgbClr val="797E94"/>
                </a:solidFill>
                <a:latin typeface="Arial"/>
                <a:cs typeface="Arial"/>
              </a:rPr>
              <a:t>is</a:t>
            </a:r>
            <a:r>
              <a:rPr dirty="0" sz="800" spc="-25" i="1">
                <a:solidFill>
                  <a:srgbClr val="797E94"/>
                </a:solidFill>
                <a:latin typeface="Arial"/>
                <a:cs typeface="Arial"/>
              </a:rPr>
              <a:t> the </a:t>
            </a:r>
            <a:r>
              <a:rPr dirty="0" sz="800" spc="-30" i="1">
                <a:solidFill>
                  <a:srgbClr val="797E94"/>
                </a:solidFill>
                <a:latin typeface="Arial"/>
                <a:cs typeface="Arial"/>
              </a:rPr>
              <a:t>run-loop</a:t>
            </a:r>
            <a:r>
              <a:rPr dirty="0" sz="800" spc="-25" i="1">
                <a:solidFill>
                  <a:srgbClr val="797E94"/>
                </a:solidFill>
                <a:latin typeface="Arial"/>
                <a:cs typeface="Arial"/>
              </a:rPr>
              <a:t> </a:t>
            </a:r>
            <a:r>
              <a:rPr dirty="0" sz="800" spc="-20" i="1">
                <a:solidFill>
                  <a:srgbClr val="797E94"/>
                </a:solidFill>
                <a:latin typeface="Arial"/>
                <a:cs typeface="Arial"/>
              </a:rPr>
              <a:t>in</a:t>
            </a:r>
            <a:r>
              <a:rPr dirty="0" sz="800" spc="-25" i="1">
                <a:solidFill>
                  <a:srgbClr val="797E94"/>
                </a:solidFill>
                <a:latin typeface="Arial"/>
                <a:cs typeface="Arial"/>
              </a:rPr>
              <a:t> </a:t>
            </a:r>
            <a:r>
              <a:rPr dirty="0" sz="800" spc="-30" i="1">
                <a:solidFill>
                  <a:srgbClr val="797E94"/>
                </a:solidFill>
                <a:latin typeface="Arial"/>
                <a:cs typeface="Arial"/>
              </a:rPr>
              <a:t>action.</a:t>
            </a:r>
            <a:r>
              <a:rPr dirty="0" sz="800" spc="-25" i="1">
                <a:solidFill>
                  <a:srgbClr val="797E94"/>
                </a:solidFill>
                <a:latin typeface="Arial"/>
                <a:cs typeface="Arial"/>
              </a:rPr>
              <a:t> </a:t>
            </a:r>
            <a:r>
              <a:rPr dirty="0" sz="800" spc="-65" i="1">
                <a:solidFill>
                  <a:srgbClr val="797E94"/>
                </a:solidFill>
                <a:latin typeface="Arial"/>
                <a:cs typeface="Arial"/>
              </a:rPr>
              <a:t>Every</a:t>
            </a:r>
            <a:r>
              <a:rPr dirty="0" sz="800" spc="-25" i="1">
                <a:solidFill>
                  <a:srgbClr val="797E94"/>
                </a:solidFill>
                <a:latin typeface="Arial"/>
                <a:cs typeface="Arial"/>
              </a:rPr>
              <a:t> </a:t>
            </a:r>
            <a:r>
              <a:rPr dirty="0" sz="800" spc="-30" i="1">
                <a:solidFill>
                  <a:srgbClr val="797E94"/>
                </a:solidFill>
                <a:latin typeface="Arial"/>
                <a:cs typeface="Arial"/>
              </a:rPr>
              <a:t>rerun</a:t>
            </a:r>
            <a:r>
              <a:rPr dirty="0" sz="800" spc="-25" i="1">
                <a:solidFill>
                  <a:srgbClr val="797E94"/>
                </a:solidFill>
                <a:latin typeface="Arial"/>
                <a:cs typeface="Arial"/>
              </a:rPr>
              <a:t> </a:t>
            </a:r>
            <a:r>
              <a:rPr dirty="0" sz="800" spc="-40" i="1">
                <a:solidFill>
                  <a:srgbClr val="797E94"/>
                </a:solidFill>
                <a:latin typeface="Arial"/>
                <a:cs typeface="Arial"/>
              </a:rPr>
              <a:t>is</a:t>
            </a:r>
            <a:r>
              <a:rPr dirty="0" sz="800" spc="-20" i="1">
                <a:solidFill>
                  <a:srgbClr val="797E94"/>
                </a:solidFill>
                <a:latin typeface="Arial"/>
                <a:cs typeface="Arial"/>
              </a:rPr>
              <a:t> </a:t>
            </a:r>
            <a:r>
              <a:rPr dirty="0" sz="800" spc="-30" i="1">
                <a:solidFill>
                  <a:srgbClr val="797E94"/>
                </a:solidFill>
                <a:latin typeface="Arial"/>
                <a:cs typeface="Arial"/>
              </a:rPr>
              <a:t>a</a:t>
            </a:r>
            <a:r>
              <a:rPr dirty="0" sz="800" spc="-25" i="1">
                <a:solidFill>
                  <a:srgbClr val="797E94"/>
                </a:solidFill>
                <a:latin typeface="Arial"/>
                <a:cs typeface="Arial"/>
              </a:rPr>
              <a:t> </a:t>
            </a:r>
            <a:r>
              <a:rPr dirty="0" sz="800" spc="-40" i="1">
                <a:solidFill>
                  <a:srgbClr val="797E94"/>
                </a:solidFill>
                <a:latin typeface="Arial"/>
                <a:cs typeface="Arial"/>
              </a:rPr>
              <a:t>fresh</a:t>
            </a:r>
            <a:r>
              <a:rPr dirty="0" sz="800" spc="-25" i="1">
                <a:solidFill>
                  <a:srgbClr val="797E94"/>
                </a:solidFill>
                <a:latin typeface="Arial"/>
                <a:cs typeface="Arial"/>
              </a:rPr>
              <a:t> </a:t>
            </a:r>
            <a:r>
              <a:rPr dirty="0" sz="800" spc="-10" i="1">
                <a:solidFill>
                  <a:srgbClr val="797E94"/>
                </a:solidFill>
                <a:latin typeface="Arial"/>
                <a:cs typeface="Arial"/>
              </a:rPr>
              <a:t>start.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172199" y="1504950"/>
            <a:ext cx="5334000" cy="4124325"/>
            <a:chOff x="6172199" y="1504950"/>
            <a:chExt cx="5334000" cy="4124325"/>
          </a:xfrm>
        </p:grpSpPr>
        <p:sp>
          <p:nvSpPr>
            <p:cNvPr id="15" name="object 15"/>
            <p:cNvSpPr/>
            <p:nvPr/>
          </p:nvSpPr>
          <p:spPr>
            <a:xfrm>
              <a:off x="6191248" y="1509712"/>
              <a:ext cx="5310505" cy="4114800"/>
            </a:xfrm>
            <a:custGeom>
              <a:avLst/>
              <a:gdLst/>
              <a:ahLst/>
              <a:cxnLst/>
              <a:rect l="l" t="t" r="r" b="b"/>
              <a:pathLst>
                <a:path w="5310505" h="4114800">
                  <a:moveTo>
                    <a:pt x="5190042" y="4114799"/>
                  </a:moveTo>
                  <a:lnTo>
                    <a:pt x="106795" y="4114799"/>
                  </a:lnTo>
                  <a:lnTo>
                    <a:pt x="99361" y="4113975"/>
                  </a:lnTo>
                  <a:lnTo>
                    <a:pt x="57037" y="4097818"/>
                  </a:lnTo>
                  <a:lnTo>
                    <a:pt x="28170" y="4071166"/>
                  </a:lnTo>
                  <a:lnTo>
                    <a:pt x="5828" y="4027618"/>
                  </a:lnTo>
                  <a:lnTo>
                    <a:pt x="0" y="3994655"/>
                  </a:lnTo>
                  <a:lnTo>
                    <a:pt x="0" y="3986212"/>
                  </a:lnTo>
                  <a:lnTo>
                    <a:pt x="0" y="120144"/>
                  </a:lnTo>
                  <a:lnTo>
                    <a:pt x="11572" y="71578"/>
                  </a:lnTo>
                  <a:lnTo>
                    <a:pt x="38783" y="31691"/>
                  </a:lnTo>
                  <a:lnTo>
                    <a:pt x="77492" y="6556"/>
                  </a:lnTo>
                  <a:lnTo>
                    <a:pt x="106795" y="0"/>
                  </a:lnTo>
                  <a:lnTo>
                    <a:pt x="5190042" y="0"/>
                  </a:lnTo>
                  <a:lnTo>
                    <a:pt x="5238607" y="13018"/>
                  </a:lnTo>
                  <a:lnTo>
                    <a:pt x="5278494" y="43632"/>
                  </a:lnTo>
                  <a:lnTo>
                    <a:pt x="5303628" y="87179"/>
                  </a:lnTo>
                  <a:lnTo>
                    <a:pt x="5310186" y="120144"/>
                  </a:lnTo>
                  <a:lnTo>
                    <a:pt x="5310186" y="3994655"/>
                  </a:lnTo>
                  <a:lnTo>
                    <a:pt x="5297166" y="4043219"/>
                  </a:lnTo>
                  <a:lnTo>
                    <a:pt x="5266554" y="4083106"/>
                  </a:lnTo>
                  <a:lnTo>
                    <a:pt x="5223006" y="4108241"/>
                  </a:lnTo>
                  <a:lnTo>
                    <a:pt x="5198404" y="4113975"/>
                  </a:lnTo>
                  <a:lnTo>
                    <a:pt x="5190042" y="41147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6240170" y="1504949"/>
              <a:ext cx="5266055" cy="4124325"/>
            </a:xfrm>
            <a:custGeom>
              <a:avLst/>
              <a:gdLst/>
              <a:ahLst/>
              <a:cxnLst/>
              <a:rect l="l" t="t" r="r" b="b"/>
              <a:pathLst>
                <a:path w="5266055" h="4124325">
                  <a:moveTo>
                    <a:pt x="5266017" y="133350"/>
                  </a:moveTo>
                  <a:lnTo>
                    <a:pt x="5260314" y="94703"/>
                  </a:lnTo>
                  <a:lnTo>
                    <a:pt x="5243563" y="59258"/>
                  </a:lnTo>
                  <a:lnTo>
                    <a:pt x="5227409" y="39573"/>
                  </a:lnTo>
                  <a:lnTo>
                    <a:pt x="5195595" y="15773"/>
                  </a:lnTo>
                  <a:lnTo>
                    <a:pt x="5158689" y="2540"/>
                  </a:lnTo>
                  <a:lnTo>
                    <a:pt x="5132667" y="0"/>
                  </a:lnTo>
                  <a:lnTo>
                    <a:pt x="65366" y="0"/>
                  </a:lnTo>
                  <a:lnTo>
                    <a:pt x="26720" y="5715"/>
                  </a:lnTo>
                  <a:lnTo>
                    <a:pt x="0" y="17233"/>
                  </a:lnTo>
                  <a:lnTo>
                    <a:pt x="22542" y="22872"/>
                  </a:lnTo>
                  <a:lnTo>
                    <a:pt x="28917" y="18961"/>
                  </a:lnTo>
                  <a:lnTo>
                    <a:pt x="37769" y="14833"/>
                  </a:lnTo>
                  <a:lnTo>
                    <a:pt x="46786" y="11887"/>
                  </a:lnTo>
                  <a:lnTo>
                    <a:pt x="55994" y="10121"/>
                  </a:lnTo>
                  <a:lnTo>
                    <a:pt x="65366" y="9525"/>
                  </a:lnTo>
                  <a:lnTo>
                    <a:pt x="5132667" y="9525"/>
                  </a:lnTo>
                  <a:lnTo>
                    <a:pt x="5180050" y="18961"/>
                  </a:lnTo>
                  <a:lnTo>
                    <a:pt x="5220233" y="45796"/>
                  </a:lnTo>
                  <a:lnTo>
                    <a:pt x="5220678" y="46304"/>
                  </a:lnTo>
                  <a:lnTo>
                    <a:pt x="5228437" y="54838"/>
                  </a:lnTo>
                  <a:lnTo>
                    <a:pt x="5251196" y="97459"/>
                  </a:lnTo>
                  <a:lnTo>
                    <a:pt x="5256492" y="133350"/>
                  </a:lnTo>
                  <a:lnTo>
                    <a:pt x="5256492" y="3990975"/>
                  </a:lnTo>
                  <a:lnTo>
                    <a:pt x="5247068" y="4038371"/>
                  </a:lnTo>
                  <a:lnTo>
                    <a:pt x="5220678" y="4078033"/>
                  </a:lnTo>
                  <a:lnTo>
                    <a:pt x="5220233" y="4078541"/>
                  </a:lnTo>
                  <a:lnTo>
                    <a:pt x="5180050" y="4105376"/>
                  </a:lnTo>
                  <a:lnTo>
                    <a:pt x="5145113" y="4114177"/>
                  </a:lnTo>
                  <a:lnTo>
                    <a:pt x="5145633" y="4114177"/>
                  </a:lnTo>
                  <a:lnTo>
                    <a:pt x="5132667" y="4114800"/>
                  </a:lnTo>
                  <a:lnTo>
                    <a:pt x="65366" y="4114800"/>
                  </a:lnTo>
                  <a:lnTo>
                    <a:pt x="55410" y="4114177"/>
                  </a:lnTo>
                  <a:lnTo>
                    <a:pt x="55803" y="4114177"/>
                  </a:lnTo>
                  <a:lnTo>
                    <a:pt x="46786" y="4112450"/>
                  </a:lnTo>
                  <a:lnTo>
                    <a:pt x="37769" y="4109504"/>
                  </a:lnTo>
                  <a:lnTo>
                    <a:pt x="28917" y="4105376"/>
                  </a:lnTo>
                  <a:lnTo>
                    <a:pt x="22542" y="4101465"/>
                  </a:lnTo>
                  <a:lnTo>
                    <a:pt x="0" y="4107103"/>
                  </a:lnTo>
                  <a:lnTo>
                    <a:pt x="39357" y="4121797"/>
                  </a:lnTo>
                  <a:lnTo>
                    <a:pt x="65366" y="4124325"/>
                  </a:lnTo>
                  <a:lnTo>
                    <a:pt x="5132667" y="4124325"/>
                  </a:lnTo>
                  <a:lnTo>
                    <a:pt x="5145811" y="4123702"/>
                  </a:lnTo>
                  <a:lnTo>
                    <a:pt x="5158689" y="4121797"/>
                  </a:lnTo>
                  <a:lnTo>
                    <a:pt x="5171325" y="4118622"/>
                  </a:lnTo>
                  <a:lnTo>
                    <a:pt x="5181955" y="4114800"/>
                  </a:lnTo>
                  <a:lnTo>
                    <a:pt x="5183708" y="4114177"/>
                  </a:lnTo>
                  <a:lnTo>
                    <a:pt x="5217223" y="4094111"/>
                  </a:lnTo>
                  <a:lnTo>
                    <a:pt x="5243563" y="4065079"/>
                  </a:lnTo>
                  <a:lnTo>
                    <a:pt x="5260314" y="4029633"/>
                  </a:lnTo>
                  <a:lnTo>
                    <a:pt x="5266017" y="3990975"/>
                  </a:lnTo>
                  <a:lnTo>
                    <a:pt x="5266017" y="133350"/>
                  </a:lnTo>
                  <a:close/>
                </a:path>
              </a:pathLst>
            </a:custGeom>
            <a:solidFill>
              <a:srgbClr val="E4DE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6172199" y="1522013"/>
              <a:ext cx="90805" cy="4090670"/>
            </a:xfrm>
            <a:custGeom>
              <a:avLst/>
              <a:gdLst/>
              <a:ahLst/>
              <a:cxnLst/>
              <a:rect l="l" t="t" r="r" b="b"/>
              <a:pathLst>
                <a:path w="90804" h="4090670">
                  <a:moveTo>
                    <a:pt x="68254" y="4090197"/>
                  </a:moveTo>
                  <a:lnTo>
                    <a:pt x="30216" y="4058466"/>
                  </a:lnTo>
                  <a:lnTo>
                    <a:pt x="10149" y="4024941"/>
                  </a:lnTo>
                  <a:lnTo>
                    <a:pt x="634" y="3987047"/>
                  </a:lnTo>
                  <a:lnTo>
                    <a:pt x="0" y="3973911"/>
                  </a:lnTo>
                  <a:lnTo>
                    <a:pt x="0" y="116286"/>
                  </a:lnTo>
                  <a:lnTo>
                    <a:pt x="5709" y="77634"/>
                  </a:lnTo>
                  <a:lnTo>
                    <a:pt x="22451" y="42187"/>
                  </a:lnTo>
                  <a:lnTo>
                    <a:pt x="48794" y="13153"/>
                  </a:lnTo>
                  <a:lnTo>
                    <a:pt x="68253" y="0"/>
                  </a:lnTo>
                  <a:lnTo>
                    <a:pt x="90791" y="5634"/>
                  </a:lnTo>
                  <a:lnTo>
                    <a:pt x="88403" y="7099"/>
                  </a:lnTo>
                  <a:lnTo>
                    <a:pt x="80421" y="13310"/>
                  </a:lnTo>
                  <a:lnTo>
                    <a:pt x="54137" y="47480"/>
                  </a:lnTo>
                  <a:lnTo>
                    <a:pt x="39912" y="92124"/>
                  </a:lnTo>
                  <a:lnTo>
                    <a:pt x="38100" y="116286"/>
                  </a:lnTo>
                  <a:lnTo>
                    <a:pt x="38100" y="3973911"/>
                  </a:lnTo>
                  <a:lnTo>
                    <a:pt x="45350" y="4021296"/>
                  </a:lnTo>
                  <a:lnTo>
                    <a:pt x="65997" y="4061468"/>
                  </a:lnTo>
                  <a:lnTo>
                    <a:pt x="90792" y="4084563"/>
                  </a:lnTo>
                  <a:lnTo>
                    <a:pt x="68254" y="4090197"/>
                  </a:lnTo>
                  <a:close/>
                </a:path>
              </a:pathLst>
            </a:custGeom>
            <a:solidFill>
              <a:srgbClr val="29328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6362699" y="1639887"/>
            <a:ext cx="171958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dirty="0" sz="750" spc="-90" b="1">
                <a:solidFill>
                  <a:srgbClr val="293283"/>
                </a:solidFill>
                <a:latin typeface="Cambria"/>
                <a:cs typeface="Cambria"/>
              </a:rPr>
              <a:t>T</a:t>
            </a:r>
            <a:r>
              <a:rPr dirty="0" sz="750" spc="-40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750" spc="-50" b="1">
                <a:solidFill>
                  <a:srgbClr val="293283"/>
                </a:solidFill>
                <a:latin typeface="Cambria"/>
                <a:cs typeface="Cambria"/>
              </a:rPr>
              <a:t>H</a:t>
            </a:r>
            <a:r>
              <a:rPr dirty="0" sz="750" spc="-40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750" b="1">
                <a:solidFill>
                  <a:srgbClr val="293283"/>
                </a:solidFill>
                <a:latin typeface="Cambria"/>
                <a:cs typeface="Cambria"/>
              </a:rPr>
              <a:t>E</a:t>
            </a:r>
            <a:r>
              <a:rPr dirty="0" sz="750" spc="235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750" spc="-60" b="1">
                <a:solidFill>
                  <a:srgbClr val="293283"/>
                </a:solidFill>
                <a:latin typeface="Cambria"/>
                <a:cs typeface="Cambria"/>
              </a:rPr>
              <a:t>F</a:t>
            </a:r>
            <a:r>
              <a:rPr dirty="0" sz="750" spc="-40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750" spc="-60" b="1">
                <a:solidFill>
                  <a:srgbClr val="293283"/>
                </a:solidFill>
                <a:latin typeface="Cambria"/>
                <a:cs typeface="Cambria"/>
              </a:rPr>
              <a:t>I</a:t>
            </a:r>
            <a:r>
              <a:rPr dirty="0" sz="750" spc="-40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750" b="1">
                <a:solidFill>
                  <a:srgbClr val="293283"/>
                </a:solidFill>
                <a:latin typeface="Cambria"/>
                <a:cs typeface="Cambria"/>
              </a:rPr>
              <a:t>X</a:t>
            </a:r>
            <a:r>
              <a:rPr dirty="0" sz="750" spc="254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750" b="1">
                <a:solidFill>
                  <a:srgbClr val="293283"/>
                </a:solidFill>
                <a:latin typeface="Cambria"/>
                <a:cs typeface="Cambria"/>
              </a:rPr>
              <a:t>·</a:t>
            </a:r>
            <a:r>
              <a:rPr dirty="0" sz="750" spc="250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750" spc="-20" b="1">
                <a:solidFill>
                  <a:srgbClr val="293283"/>
                </a:solidFill>
                <a:latin typeface="Cambria"/>
                <a:cs typeface="Cambria"/>
              </a:rPr>
              <a:t>W</a:t>
            </a:r>
            <a:r>
              <a:rPr dirty="0" sz="750" spc="-40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750" spc="-60" b="1">
                <a:solidFill>
                  <a:srgbClr val="293283"/>
                </a:solidFill>
                <a:latin typeface="Cambria"/>
                <a:cs typeface="Cambria"/>
              </a:rPr>
              <a:t>I</a:t>
            </a:r>
            <a:r>
              <a:rPr dirty="0" sz="750" spc="-40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750" spc="-90" b="1">
                <a:solidFill>
                  <a:srgbClr val="293283"/>
                </a:solidFill>
                <a:latin typeface="Cambria"/>
                <a:cs typeface="Cambria"/>
              </a:rPr>
              <a:t>T</a:t>
            </a:r>
            <a:r>
              <a:rPr dirty="0" sz="750" spc="-40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750" b="1">
                <a:solidFill>
                  <a:srgbClr val="293283"/>
                </a:solidFill>
                <a:latin typeface="Cambria"/>
                <a:cs typeface="Cambria"/>
              </a:rPr>
              <a:t>H</a:t>
            </a:r>
            <a:r>
              <a:rPr dirty="0" sz="750" spc="254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750" spc="-20" b="1">
                <a:solidFill>
                  <a:srgbClr val="293283"/>
                </a:solidFill>
                <a:latin typeface="Cambria"/>
                <a:cs typeface="Cambria"/>
              </a:rPr>
              <a:t>S</a:t>
            </a:r>
            <a:r>
              <a:rPr dirty="0" sz="750" spc="-40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750" spc="-65" b="1">
                <a:solidFill>
                  <a:srgbClr val="293283"/>
                </a:solidFill>
                <a:latin typeface="Cambria"/>
                <a:cs typeface="Cambria"/>
              </a:rPr>
              <a:t>E</a:t>
            </a:r>
            <a:r>
              <a:rPr dirty="0" sz="750" spc="-50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750" spc="-20" b="1">
                <a:solidFill>
                  <a:srgbClr val="293283"/>
                </a:solidFill>
                <a:latin typeface="Cambria"/>
                <a:cs typeface="Cambria"/>
              </a:rPr>
              <a:t>S</a:t>
            </a:r>
            <a:r>
              <a:rPr dirty="0" sz="750" spc="-40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750" spc="-20" b="1">
                <a:solidFill>
                  <a:srgbClr val="293283"/>
                </a:solidFill>
                <a:latin typeface="Cambria"/>
                <a:cs typeface="Cambria"/>
              </a:rPr>
              <a:t>S</a:t>
            </a:r>
            <a:r>
              <a:rPr dirty="0" sz="750" spc="-40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750" spc="-60" b="1">
                <a:solidFill>
                  <a:srgbClr val="293283"/>
                </a:solidFill>
                <a:latin typeface="Cambria"/>
                <a:cs typeface="Cambria"/>
              </a:rPr>
              <a:t>I</a:t>
            </a:r>
            <a:r>
              <a:rPr dirty="0" sz="750" spc="-40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750" b="1">
                <a:solidFill>
                  <a:srgbClr val="293283"/>
                </a:solidFill>
                <a:latin typeface="Cambria"/>
                <a:cs typeface="Cambria"/>
              </a:rPr>
              <a:t>O</a:t>
            </a:r>
            <a:r>
              <a:rPr dirty="0" sz="750" spc="-40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750" b="1">
                <a:solidFill>
                  <a:srgbClr val="293283"/>
                </a:solidFill>
                <a:latin typeface="Cambria"/>
                <a:cs typeface="Cambria"/>
              </a:rPr>
              <a:t>N</a:t>
            </a:r>
            <a:r>
              <a:rPr dirty="0" sz="750" spc="-40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750" spc="114" b="1">
                <a:solidFill>
                  <a:srgbClr val="293283"/>
                </a:solidFill>
                <a:latin typeface="Cambria"/>
                <a:cs typeface="Cambria"/>
              </a:rPr>
              <a:t>_</a:t>
            </a:r>
            <a:r>
              <a:rPr dirty="0" sz="750" spc="-45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750" spc="-25" b="1">
                <a:solidFill>
                  <a:srgbClr val="293283"/>
                </a:solidFill>
                <a:latin typeface="Cambria"/>
                <a:cs typeface="Cambria"/>
              </a:rPr>
              <a:t>S</a:t>
            </a:r>
            <a:r>
              <a:rPr dirty="0" sz="750" spc="-50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750" spc="-30" b="1">
                <a:solidFill>
                  <a:srgbClr val="293283"/>
                </a:solidFill>
                <a:latin typeface="Cambria"/>
                <a:cs typeface="Cambria"/>
              </a:rPr>
              <a:t>TAT</a:t>
            </a:r>
            <a:r>
              <a:rPr dirty="0" sz="750" spc="-40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750" spc="-50" b="1">
                <a:solidFill>
                  <a:srgbClr val="293283"/>
                </a:solidFill>
                <a:latin typeface="Cambria"/>
                <a:cs typeface="Cambria"/>
              </a:rPr>
              <a:t>E</a:t>
            </a:r>
            <a:endParaRPr sz="750">
              <a:latin typeface="Cambria"/>
              <a:cs typeface="Cambri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0715622" y="1628774"/>
            <a:ext cx="628650" cy="190500"/>
          </a:xfrm>
          <a:custGeom>
            <a:avLst/>
            <a:gdLst/>
            <a:ahLst/>
            <a:cxnLst/>
            <a:rect l="l" t="t" r="r" b="b"/>
            <a:pathLst>
              <a:path w="628650" h="190500">
                <a:moveTo>
                  <a:pt x="539655" y="190499"/>
                </a:moveTo>
                <a:lnTo>
                  <a:pt x="88996" y="190499"/>
                </a:lnTo>
                <a:lnTo>
                  <a:pt x="82801" y="189889"/>
                </a:lnTo>
                <a:lnTo>
                  <a:pt x="37131" y="170972"/>
                </a:lnTo>
                <a:lnTo>
                  <a:pt x="9644" y="137478"/>
                </a:lnTo>
                <a:lnTo>
                  <a:pt x="0" y="101504"/>
                </a:lnTo>
                <a:lnTo>
                  <a:pt x="1" y="95249"/>
                </a:lnTo>
                <a:lnTo>
                  <a:pt x="0" y="88995"/>
                </a:lnTo>
                <a:lnTo>
                  <a:pt x="12578" y="47531"/>
                </a:lnTo>
                <a:lnTo>
                  <a:pt x="47530" y="12577"/>
                </a:lnTo>
                <a:lnTo>
                  <a:pt x="88996" y="0"/>
                </a:lnTo>
                <a:lnTo>
                  <a:pt x="539655" y="0"/>
                </a:lnTo>
                <a:lnTo>
                  <a:pt x="581117" y="12577"/>
                </a:lnTo>
                <a:lnTo>
                  <a:pt x="616072" y="47531"/>
                </a:lnTo>
                <a:lnTo>
                  <a:pt x="628651" y="88995"/>
                </a:lnTo>
                <a:lnTo>
                  <a:pt x="628651" y="101504"/>
                </a:lnTo>
                <a:lnTo>
                  <a:pt x="616072" y="142967"/>
                </a:lnTo>
                <a:lnTo>
                  <a:pt x="581117" y="177921"/>
                </a:lnTo>
                <a:lnTo>
                  <a:pt x="545849" y="189889"/>
                </a:lnTo>
                <a:lnTo>
                  <a:pt x="539655" y="190499"/>
                </a:lnTo>
                <a:close/>
              </a:path>
            </a:pathLst>
          </a:custGeom>
          <a:solidFill>
            <a:srgbClr val="E7E9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10803432" y="1649412"/>
            <a:ext cx="455295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700" spc="-55" b="1">
                <a:solidFill>
                  <a:srgbClr val="293283"/>
                </a:solidFill>
                <a:latin typeface="Cambria"/>
                <a:cs typeface="Cambria"/>
              </a:rPr>
              <a:t>P</a:t>
            </a:r>
            <a:r>
              <a:rPr dirty="0" sz="700" spc="-65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700" spc="-25" b="1">
                <a:solidFill>
                  <a:srgbClr val="293283"/>
                </a:solidFill>
                <a:latin typeface="Cambria"/>
                <a:cs typeface="Cambria"/>
              </a:rPr>
              <a:t>e</a:t>
            </a:r>
            <a:r>
              <a:rPr dirty="0" sz="700" spc="-50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700" spc="-80" b="1">
                <a:solidFill>
                  <a:srgbClr val="293283"/>
                </a:solidFill>
                <a:latin typeface="Cambria"/>
                <a:cs typeface="Cambria"/>
              </a:rPr>
              <a:t>r</a:t>
            </a:r>
            <a:r>
              <a:rPr dirty="0" sz="700" spc="-60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700" spc="-50" b="1">
                <a:solidFill>
                  <a:srgbClr val="293283"/>
                </a:solidFill>
                <a:latin typeface="Cambria"/>
                <a:cs typeface="Cambria"/>
              </a:rPr>
              <a:t>s</a:t>
            </a:r>
            <a:r>
              <a:rPr dirty="0" sz="700" spc="-45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700" spc="-60" b="1">
                <a:solidFill>
                  <a:srgbClr val="293283"/>
                </a:solidFill>
                <a:latin typeface="Cambria"/>
                <a:cs typeface="Cambria"/>
              </a:rPr>
              <a:t>i</a:t>
            </a:r>
            <a:r>
              <a:rPr dirty="0" sz="700" spc="-50" b="1">
                <a:solidFill>
                  <a:srgbClr val="293283"/>
                </a:solidFill>
                <a:latin typeface="Cambria"/>
                <a:cs typeface="Cambria"/>
              </a:rPr>
              <a:t> s</a:t>
            </a:r>
            <a:r>
              <a:rPr dirty="0" sz="700" spc="-55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700" spc="-10" b="1">
                <a:solidFill>
                  <a:srgbClr val="293283"/>
                </a:solidFill>
                <a:latin typeface="Cambria"/>
                <a:cs typeface="Cambria"/>
              </a:rPr>
              <a:t>t</a:t>
            </a:r>
            <a:r>
              <a:rPr dirty="0" sz="700" spc="-60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700" spc="-25" b="1">
                <a:solidFill>
                  <a:srgbClr val="293283"/>
                </a:solidFill>
                <a:latin typeface="Cambria"/>
                <a:cs typeface="Cambria"/>
              </a:rPr>
              <a:t>e</a:t>
            </a:r>
            <a:r>
              <a:rPr dirty="0" sz="700" spc="-50" b="1">
                <a:solidFill>
                  <a:srgbClr val="293283"/>
                </a:solidFill>
                <a:latin typeface="Cambria"/>
                <a:cs typeface="Cambria"/>
              </a:rPr>
              <a:t> d</a:t>
            </a:r>
            <a:endParaRPr sz="700">
              <a:latin typeface="Cambria"/>
              <a:cs typeface="Cambria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6362699" y="1895474"/>
            <a:ext cx="4981575" cy="3381375"/>
          </a:xfrm>
          <a:custGeom>
            <a:avLst/>
            <a:gdLst/>
            <a:ahLst/>
            <a:cxnLst/>
            <a:rect l="l" t="t" r="r" b="b"/>
            <a:pathLst>
              <a:path w="4981575" h="3381375">
                <a:moveTo>
                  <a:pt x="4910377" y="3381374"/>
                </a:moveTo>
                <a:lnTo>
                  <a:pt x="71196" y="3381374"/>
                </a:lnTo>
                <a:lnTo>
                  <a:pt x="66240" y="3380886"/>
                </a:lnTo>
                <a:lnTo>
                  <a:pt x="29705" y="3365752"/>
                </a:lnTo>
                <a:lnTo>
                  <a:pt x="3884" y="3329712"/>
                </a:lnTo>
                <a:lnTo>
                  <a:pt x="0" y="3310178"/>
                </a:lnTo>
                <a:lnTo>
                  <a:pt x="0" y="3305174"/>
                </a:lnTo>
                <a:lnTo>
                  <a:pt x="0" y="71196"/>
                </a:lnTo>
                <a:lnTo>
                  <a:pt x="15621" y="29705"/>
                </a:lnTo>
                <a:lnTo>
                  <a:pt x="51660" y="3885"/>
                </a:lnTo>
                <a:lnTo>
                  <a:pt x="71196" y="0"/>
                </a:lnTo>
                <a:lnTo>
                  <a:pt x="4910377" y="0"/>
                </a:lnTo>
                <a:lnTo>
                  <a:pt x="4951867" y="15621"/>
                </a:lnTo>
                <a:lnTo>
                  <a:pt x="4977687" y="51661"/>
                </a:lnTo>
                <a:lnTo>
                  <a:pt x="4981574" y="71196"/>
                </a:lnTo>
                <a:lnTo>
                  <a:pt x="4981574" y="3310178"/>
                </a:lnTo>
                <a:lnTo>
                  <a:pt x="4965951" y="3351669"/>
                </a:lnTo>
                <a:lnTo>
                  <a:pt x="4929911" y="3377488"/>
                </a:lnTo>
                <a:lnTo>
                  <a:pt x="4915332" y="3380886"/>
                </a:lnTo>
                <a:lnTo>
                  <a:pt x="4910377" y="3381374"/>
                </a:lnTo>
                <a:close/>
              </a:path>
            </a:pathLst>
          </a:custGeom>
          <a:solidFill>
            <a:srgbClr val="1B1F3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6362699" y="1959927"/>
            <a:ext cx="3350260" cy="3531870"/>
          </a:xfrm>
          <a:prstGeom prst="rect">
            <a:avLst/>
          </a:prstGeom>
        </p:spPr>
        <p:txBody>
          <a:bodyPr wrap="square" lIns="0" tIns="49530" rIns="0" bIns="0" rtlCol="0" vert="horz">
            <a:spAutoFit/>
          </a:bodyPr>
          <a:lstStyle/>
          <a:p>
            <a:pPr marL="132715">
              <a:lnSpc>
                <a:spcPct val="100000"/>
              </a:lnSpc>
              <a:spcBef>
                <a:spcPts val="390"/>
              </a:spcBef>
            </a:pP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750" spc="6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counter.py</a:t>
            </a:r>
            <a:r>
              <a:rPr dirty="0" sz="750" spc="6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—</a:t>
            </a:r>
            <a:r>
              <a:rPr dirty="0" sz="750" spc="6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spc="-10" i="1">
                <a:solidFill>
                  <a:srgbClr val="8B8FB4"/>
                </a:solidFill>
                <a:latin typeface="Courier New"/>
                <a:cs typeface="Courier New"/>
              </a:rPr>
              <a:t>FIXED</a:t>
            </a:r>
            <a:endParaRPr sz="750">
              <a:latin typeface="Courier New"/>
              <a:cs typeface="Courier New"/>
            </a:endParaRPr>
          </a:p>
          <a:p>
            <a:pPr marL="132715">
              <a:lnSpc>
                <a:spcPct val="100000"/>
              </a:lnSpc>
              <a:spcBef>
                <a:spcPts val="300"/>
              </a:spcBef>
            </a:pPr>
            <a:r>
              <a:rPr dirty="0" sz="750">
                <a:solidFill>
                  <a:srgbClr val="FF8B7E"/>
                </a:solidFill>
                <a:latin typeface="Courier New"/>
                <a:cs typeface="Courier New"/>
              </a:rPr>
              <a:t>import</a:t>
            </a:r>
            <a:r>
              <a:rPr dirty="0" sz="750" spc="85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E7E9F5"/>
                </a:solidFill>
                <a:latin typeface="Courier New"/>
                <a:cs typeface="Courier New"/>
              </a:rPr>
              <a:t>streamlit</a:t>
            </a:r>
            <a:r>
              <a:rPr dirty="0" sz="750" spc="9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FF8B7E"/>
                </a:solidFill>
                <a:latin typeface="Courier New"/>
                <a:cs typeface="Courier New"/>
              </a:rPr>
              <a:t>as</a:t>
            </a:r>
            <a:r>
              <a:rPr dirty="0" sz="750" spc="90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750" spc="-25">
                <a:solidFill>
                  <a:srgbClr val="E7E9F5"/>
                </a:solidFill>
                <a:latin typeface="Courier New"/>
                <a:cs typeface="Courier New"/>
              </a:rPr>
              <a:t>st</a:t>
            </a:r>
            <a:endParaRPr sz="7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75"/>
              </a:spcBef>
            </a:pPr>
            <a:endParaRPr sz="750">
              <a:latin typeface="Courier New"/>
              <a:cs typeface="Courier New"/>
            </a:endParaRPr>
          </a:p>
          <a:p>
            <a:pPr marL="132715">
              <a:lnSpc>
                <a:spcPct val="100000"/>
              </a:lnSpc>
            </a:pP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750" spc="7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Initialize</a:t>
            </a:r>
            <a:r>
              <a:rPr dirty="0" sz="750" spc="8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once,</a:t>
            </a:r>
            <a:r>
              <a:rPr dirty="0" sz="750" spc="7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then</a:t>
            </a:r>
            <a:r>
              <a:rPr dirty="0" sz="750" spc="8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spc="-10" i="1">
                <a:solidFill>
                  <a:srgbClr val="8B8FB4"/>
                </a:solidFill>
                <a:latin typeface="Courier New"/>
                <a:cs typeface="Courier New"/>
              </a:rPr>
              <a:t>persist</a:t>
            </a:r>
            <a:endParaRPr sz="750">
              <a:latin typeface="Courier New"/>
              <a:cs typeface="Courier New"/>
            </a:endParaRPr>
          </a:p>
          <a:p>
            <a:pPr marL="369570" marR="1017269" indent="-236854">
              <a:lnSpc>
                <a:spcPct val="133300"/>
              </a:lnSpc>
            </a:pPr>
            <a:r>
              <a:rPr dirty="0" sz="750">
                <a:solidFill>
                  <a:srgbClr val="FF8B7E"/>
                </a:solidFill>
                <a:latin typeface="Courier New"/>
                <a:cs typeface="Courier New"/>
              </a:rPr>
              <a:t>if</a:t>
            </a:r>
            <a:r>
              <a:rPr dirty="0" sz="750" spc="70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B8E886"/>
                </a:solidFill>
                <a:latin typeface="Courier New"/>
                <a:cs typeface="Courier New"/>
              </a:rPr>
              <a:t>"counter"</a:t>
            </a:r>
            <a:r>
              <a:rPr dirty="0" sz="750" spc="70">
                <a:solidFill>
                  <a:srgbClr val="B8E886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FF8B7E"/>
                </a:solidFill>
                <a:latin typeface="Courier New"/>
                <a:cs typeface="Courier New"/>
              </a:rPr>
              <a:t>not</a:t>
            </a:r>
            <a:r>
              <a:rPr dirty="0" sz="750" spc="65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FF8B7E"/>
                </a:solidFill>
                <a:latin typeface="Courier New"/>
                <a:cs typeface="Courier New"/>
              </a:rPr>
              <a:t>in</a:t>
            </a:r>
            <a:r>
              <a:rPr dirty="0" sz="750" spc="65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750" spc="-10">
                <a:solidFill>
                  <a:srgbClr val="E7E9F5"/>
                </a:solidFill>
                <a:latin typeface="Courier New"/>
                <a:cs typeface="Courier New"/>
              </a:rPr>
              <a:t>st.session_state: </a:t>
            </a:r>
            <a:r>
              <a:rPr dirty="0" sz="750">
                <a:solidFill>
                  <a:srgbClr val="E7E9F5"/>
                </a:solidFill>
                <a:latin typeface="Courier New"/>
                <a:cs typeface="Courier New"/>
              </a:rPr>
              <a:t>st.session_state.counter</a:t>
            </a:r>
            <a:r>
              <a:rPr dirty="0" sz="750" spc="17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E7E9F5"/>
                </a:solidFill>
                <a:latin typeface="Courier New"/>
                <a:cs typeface="Courier New"/>
              </a:rPr>
              <a:t>=</a:t>
            </a:r>
            <a:r>
              <a:rPr dirty="0" sz="750" spc="175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750" spc="-50">
                <a:solidFill>
                  <a:srgbClr val="FFD580"/>
                </a:solidFill>
                <a:latin typeface="Courier New"/>
                <a:cs typeface="Courier New"/>
              </a:rPr>
              <a:t>0</a:t>
            </a:r>
            <a:endParaRPr sz="7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75"/>
              </a:spcBef>
            </a:pPr>
            <a:endParaRPr sz="750">
              <a:latin typeface="Courier New"/>
              <a:cs typeface="Courier New"/>
            </a:endParaRPr>
          </a:p>
          <a:p>
            <a:pPr marL="369570" marR="1254125" indent="-236854">
              <a:lnSpc>
                <a:spcPct val="133300"/>
              </a:lnSpc>
            </a:pPr>
            <a:r>
              <a:rPr dirty="0" sz="750">
                <a:solidFill>
                  <a:srgbClr val="FF8B7E"/>
                </a:solidFill>
                <a:latin typeface="Courier New"/>
                <a:cs typeface="Courier New"/>
              </a:rPr>
              <a:t>if</a:t>
            </a:r>
            <a:r>
              <a:rPr dirty="0" sz="750" spc="130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E7E9F5"/>
                </a:solidFill>
                <a:latin typeface="Courier New"/>
                <a:cs typeface="Courier New"/>
              </a:rPr>
              <a:t>st.button(</a:t>
            </a:r>
            <a:r>
              <a:rPr dirty="0" sz="750">
                <a:solidFill>
                  <a:srgbClr val="B8E886"/>
                </a:solidFill>
                <a:latin typeface="Courier New"/>
                <a:cs typeface="Courier New"/>
              </a:rPr>
              <a:t>"Click</a:t>
            </a:r>
            <a:r>
              <a:rPr dirty="0" sz="750" spc="130">
                <a:solidFill>
                  <a:srgbClr val="B8E886"/>
                </a:solidFill>
                <a:latin typeface="Courier New"/>
                <a:cs typeface="Courier New"/>
              </a:rPr>
              <a:t> </a:t>
            </a:r>
            <a:r>
              <a:rPr dirty="0" sz="750" spc="-20">
                <a:solidFill>
                  <a:srgbClr val="B8E886"/>
                </a:solidFill>
                <a:latin typeface="Courier New"/>
                <a:cs typeface="Courier New"/>
              </a:rPr>
              <a:t>me"</a:t>
            </a:r>
            <a:r>
              <a:rPr dirty="0" sz="750" spc="-20">
                <a:solidFill>
                  <a:srgbClr val="E7E9F5"/>
                </a:solidFill>
                <a:latin typeface="Courier New"/>
                <a:cs typeface="Courier New"/>
              </a:rPr>
              <a:t>): </a:t>
            </a:r>
            <a:r>
              <a:rPr dirty="0" sz="750">
                <a:solidFill>
                  <a:srgbClr val="E7E9F5"/>
                </a:solidFill>
                <a:latin typeface="Courier New"/>
                <a:cs typeface="Courier New"/>
              </a:rPr>
              <a:t>st.session_state.counter</a:t>
            </a:r>
            <a:r>
              <a:rPr dirty="0" sz="750" spc="175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E7E9F5"/>
                </a:solidFill>
                <a:latin typeface="Courier New"/>
                <a:cs typeface="Courier New"/>
              </a:rPr>
              <a:t>+=</a:t>
            </a:r>
            <a:r>
              <a:rPr dirty="0" sz="750" spc="185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750" spc="-50">
                <a:solidFill>
                  <a:srgbClr val="FFD580"/>
                </a:solidFill>
                <a:latin typeface="Courier New"/>
                <a:cs typeface="Courier New"/>
              </a:rPr>
              <a:t>1</a:t>
            </a:r>
            <a:endParaRPr sz="7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650"/>
              </a:spcBef>
            </a:pPr>
            <a:endParaRPr sz="750">
              <a:latin typeface="Courier New"/>
              <a:cs typeface="Courier New"/>
            </a:endParaRPr>
          </a:p>
          <a:p>
            <a:pPr marL="132715">
              <a:lnSpc>
                <a:spcPct val="100000"/>
              </a:lnSpc>
              <a:spcBef>
                <a:spcPts val="5"/>
              </a:spcBef>
            </a:pPr>
            <a:r>
              <a:rPr dirty="0" sz="750">
                <a:solidFill>
                  <a:srgbClr val="E7E9F5"/>
                </a:solidFill>
                <a:latin typeface="Courier New"/>
                <a:cs typeface="Courier New"/>
              </a:rPr>
              <a:t>st.write(</a:t>
            </a:r>
            <a:r>
              <a:rPr dirty="0" sz="750">
                <a:solidFill>
                  <a:srgbClr val="B8E886"/>
                </a:solidFill>
                <a:latin typeface="Courier New"/>
                <a:cs typeface="Courier New"/>
              </a:rPr>
              <a:t>f"Count:</a:t>
            </a:r>
            <a:r>
              <a:rPr dirty="0" sz="750" spc="225">
                <a:solidFill>
                  <a:srgbClr val="B8E886"/>
                </a:solidFill>
                <a:latin typeface="Courier New"/>
                <a:cs typeface="Courier New"/>
              </a:rPr>
              <a:t> </a:t>
            </a:r>
            <a:r>
              <a:rPr dirty="0" sz="750" spc="-10">
                <a:solidFill>
                  <a:srgbClr val="B8E886"/>
                </a:solidFill>
                <a:latin typeface="Courier New"/>
                <a:cs typeface="Courier New"/>
              </a:rPr>
              <a:t>{st.session_state.counter}"</a:t>
            </a:r>
            <a:r>
              <a:rPr dirty="0" sz="750" spc="-10">
                <a:solidFill>
                  <a:srgbClr val="E7E9F5"/>
                </a:solidFill>
                <a:latin typeface="Courier New"/>
                <a:cs typeface="Courier New"/>
              </a:rPr>
              <a:t>)</a:t>
            </a:r>
            <a:endParaRPr sz="7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70"/>
              </a:spcBef>
            </a:pPr>
            <a:endParaRPr sz="750">
              <a:latin typeface="Courier New"/>
              <a:cs typeface="Courier New"/>
            </a:endParaRPr>
          </a:p>
          <a:p>
            <a:pPr marL="132715">
              <a:lnSpc>
                <a:spcPct val="100000"/>
              </a:lnSpc>
              <a:spcBef>
                <a:spcPts val="5"/>
              </a:spcBef>
            </a:pP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750" spc="5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Click</a:t>
            </a:r>
            <a:r>
              <a:rPr dirty="0" sz="750" spc="5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the</a:t>
            </a:r>
            <a:r>
              <a:rPr dirty="0" sz="750" spc="5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spc="-10" i="1">
                <a:solidFill>
                  <a:srgbClr val="8B8FB4"/>
                </a:solidFill>
                <a:latin typeface="Courier New"/>
                <a:cs typeface="Courier New"/>
              </a:rPr>
              <a:t>button:</a:t>
            </a:r>
            <a:endParaRPr sz="750">
              <a:latin typeface="Courier New"/>
              <a:cs typeface="Courier New"/>
            </a:endParaRPr>
          </a:p>
          <a:p>
            <a:pPr marL="132715">
              <a:lnSpc>
                <a:spcPct val="100000"/>
              </a:lnSpc>
              <a:spcBef>
                <a:spcPts val="300"/>
              </a:spcBef>
            </a:pP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750" spc="6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→</a:t>
            </a:r>
            <a:r>
              <a:rPr dirty="0" sz="750" spc="6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Script</a:t>
            </a:r>
            <a:r>
              <a:rPr dirty="0" sz="750" spc="6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re-</a:t>
            </a:r>
            <a:r>
              <a:rPr dirty="0" sz="750" spc="-20" i="1">
                <a:solidFill>
                  <a:srgbClr val="8B8FB4"/>
                </a:solidFill>
                <a:latin typeface="Courier New"/>
                <a:cs typeface="Courier New"/>
              </a:rPr>
              <a:t>runs</a:t>
            </a:r>
            <a:endParaRPr sz="750">
              <a:latin typeface="Courier New"/>
              <a:cs typeface="Courier New"/>
            </a:endParaRPr>
          </a:p>
          <a:p>
            <a:pPr marL="132715" marR="306705">
              <a:lnSpc>
                <a:spcPct val="125000"/>
              </a:lnSpc>
              <a:spcBef>
                <a:spcPts val="75"/>
              </a:spcBef>
            </a:pP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750" spc="7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→</a:t>
            </a:r>
            <a:r>
              <a:rPr dirty="0" sz="750" spc="8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session_state.counter</a:t>
            </a:r>
            <a:r>
              <a:rPr dirty="0" sz="750" spc="8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is</a:t>
            </a:r>
            <a:r>
              <a:rPr dirty="0" sz="750" spc="8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STILL</a:t>
            </a:r>
            <a:r>
              <a:rPr dirty="0" sz="750" spc="8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1</a:t>
            </a:r>
            <a:r>
              <a:rPr dirty="0" sz="750" spc="8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spc="-10" i="1">
                <a:solidFill>
                  <a:srgbClr val="8B8FB4"/>
                </a:solidFill>
                <a:latin typeface="Courier New"/>
                <a:cs typeface="Courier New"/>
              </a:rPr>
              <a:t>(persisted!)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750" spc="3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→</a:t>
            </a:r>
            <a:r>
              <a:rPr dirty="0" sz="750" spc="4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+=</a:t>
            </a:r>
            <a:r>
              <a:rPr dirty="0" sz="750" spc="4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1</a:t>
            </a:r>
            <a:r>
              <a:rPr dirty="0" sz="750" spc="4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→</a:t>
            </a:r>
            <a:r>
              <a:rPr dirty="0" sz="750" spc="4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counter</a:t>
            </a:r>
            <a:r>
              <a:rPr dirty="0" sz="750" spc="4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=</a:t>
            </a:r>
            <a:r>
              <a:rPr dirty="0" sz="750" spc="4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spc="-50" i="1">
                <a:solidFill>
                  <a:srgbClr val="8B8FB4"/>
                </a:solidFill>
                <a:latin typeface="Courier New"/>
                <a:cs typeface="Courier New"/>
              </a:rPr>
              <a:t>2</a:t>
            </a:r>
            <a:endParaRPr sz="750">
              <a:latin typeface="Courier New"/>
              <a:cs typeface="Courier New"/>
            </a:endParaRPr>
          </a:p>
          <a:p>
            <a:pPr marL="132715">
              <a:lnSpc>
                <a:spcPct val="100000"/>
              </a:lnSpc>
              <a:spcBef>
                <a:spcPts val="300"/>
              </a:spcBef>
            </a:pP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750" spc="7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→</a:t>
            </a:r>
            <a:r>
              <a:rPr dirty="0" sz="750" spc="7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st.write</a:t>
            </a:r>
            <a:r>
              <a:rPr dirty="0" sz="750" spc="7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shows</a:t>
            </a:r>
            <a:r>
              <a:rPr dirty="0" sz="750" spc="7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"Count:</a:t>
            </a:r>
            <a:r>
              <a:rPr dirty="0" sz="750" spc="7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spc="-25" i="1">
                <a:solidFill>
                  <a:srgbClr val="8B8FB4"/>
                </a:solidFill>
                <a:latin typeface="Courier New"/>
                <a:cs typeface="Courier New"/>
              </a:rPr>
              <a:t>2"</a:t>
            </a:r>
            <a:endParaRPr sz="7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650"/>
              </a:spcBef>
            </a:pPr>
            <a:endParaRPr sz="750">
              <a:latin typeface="Courier New"/>
              <a:cs typeface="Courier New"/>
            </a:endParaRPr>
          </a:p>
          <a:p>
            <a:pPr marL="132715">
              <a:lnSpc>
                <a:spcPct val="100000"/>
              </a:lnSpc>
            </a:pP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750" spc="5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Click</a:t>
            </a:r>
            <a:r>
              <a:rPr dirty="0" sz="750" spc="5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spc="-10" i="1">
                <a:solidFill>
                  <a:srgbClr val="8B8FB4"/>
                </a:solidFill>
                <a:latin typeface="Courier New"/>
                <a:cs typeface="Courier New"/>
              </a:rPr>
              <a:t>again:</a:t>
            </a:r>
            <a:endParaRPr sz="750">
              <a:latin typeface="Courier New"/>
              <a:cs typeface="Courier New"/>
            </a:endParaRPr>
          </a:p>
          <a:p>
            <a:pPr marL="132715" marR="1195070">
              <a:lnSpc>
                <a:spcPts val="1200"/>
              </a:lnSpc>
              <a:spcBef>
                <a:spcPts val="15"/>
              </a:spcBef>
            </a:pP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750" spc="4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→</a:t>
            </a:r>
            <a:r>
              <a:rPr dirty="0" sz="750" spc="5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counter</a:t>
            </a:r>
            <a:r>
              <a:rPr dirty="0" sz="750" spc="5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=</a:t>
            </a:r>
            <a:r>
              <a:rPr dirty="0" sz="750" spc="5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3,</a:t>
            </a:r>
            <a:r>
              <a:rPr dirty="0" sz="750" spc="5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then</a:t>
            </a:r>
            <a:r>
              <a:rPr dirty="0" sz="750" spc="5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4,</a:t>
            </a:r>
            <a:r>
              <a:rPr dirty="0" sz="750" spc="5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then</a:t>
            </a:r>
            <a:r>
              <a:rPr dirty="0" sz="750" spc="5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spc="-20" i="1">
                <a:solidFill>
                  <a:srgbClr val="8B8FB4"/>
                </a:solidFill>
                <a:latin typeface="Courier New"/>
                <a:cs typeface="Courier New"/>
              </a:rPr>
              <a:t>5...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750" spc="3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It</a:t>
            </a:r>
            <a:r>
              <a:rPr dirty="0" sz="750" spc="3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spc="-10" i="1">
                <a:solidFill>
                  <a:srgbClr val="8B8FB4"/>
                </a:solidFill>
                <a:latin typeface="Courier New"/>
                <a:cs typeface="Courier New"/>
              </a:rPr>
              <a:t>works.</a:t>
            </a:r>
            <a:endParaRPr sz="7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7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7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dirty="0" sz="800" spc="-55" i="1">
                <a:solidFill>
                  <a:srgbClr val="797E94"/>
                </a:solidFill>
                <a:latin typeface="Arial"/>
                <a:cs typeface="Arial"/>
              </a:rPr>
              <a:t>session_state</a:t>
            </a:r>
            <a:r>
              <a:rPr dirty="0" sz="800" spc="-15" i="1">
                <a:solidFill>
                  <a:srgbClr val="797E94"/>
                </a:solidFill>
                <a:latin typeface="Arial"/>
                <a:cs typeface="Arial"/>
              </a:rPr>
              <a:t> </a:t>
            </a:r>
            <a:r>
              <a:rPr dirty="0" sz="800" spc="-40" i="1">
                <a:solidFill>
                  <a:srgbClr val="797E94"/>
                </a:solidFill>
                <a:latin typeface="Arial"/>
                <a:cs typeface="Arial"/>
              </a:rPr>
              <a:t>is</a:t>
            </a:r>
            <a:r>
              <a:rPr dirty="0" sz="800" spc="-10" i="1">
                <a:solidFill>
                  <a:srgbClr val="797E94"/>
                </a:solidFill>
                <a:latin typeface="Arial"/>
                <a:cs typeface="Arial"/>
              </a:rPr>
              <a:t> </a:t>
            </a:r>
            <a:r>
              <a:rPr dirty="0" sz="800" spc="-30" i="1">
                <a:solidFill>
                  <a:srgbClr val="797E94"/>
                </a:solidFill>
                <a:latin typeface="Arial"/>
                <a:cs typeface="Arial"/>
              </a:rPr>
              <a:t>a</a:t>
            </a:r>
            <a:r>
              <a:rPr dirty="0" sz="800" spc="-15" i="1">
                <a:solidFill>
                  <a:srgbClr val="797E94"/>
                </a:solidFill>
                <a:latin typeface="Arial"/>
                <a:cs typeface="Arial"/>
              </a:rPr>
              <a:t> </a:t>
            </a:r>
            <a:r>
              <a:rPr dirty="0" sz="800" spc="-20" i="1">
                <a:solidFill>
                  <a:srgbClr val="797E94"/>
                </a:solidFill>
                <a:latin typeface="Arial"/>
                <a:cs typeface="Arial"/>
              </a:rPr>
              <a:t>dict</a:t>
            </a:r>
            <a:r>
              <a:rPr dirty="0" sz="800" spc="-10" i="1">
                <a:solidFill>
                  <a:srgbClr val="797E94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797E94"/>
                </a:solidFill>
                <a:latin typeface="Arial"/>
                <a:cs typeface="Arial"/>
              </a:rPr>
              <a:t>that</a:t>
            </a:r>
            <a:r>
              <a:rPr dirty="0" sz="800" spc="-15" i="1">
                <a:solidFill>
                  <a:srgbClr val="797E94"/>
                </a:solidFill>
                <a:latin typeface="Arial"/>
                <a:cs typeface="Arial"/>
              </a:rPr>
              <a:t> </a:t>
            </a:r>
            <a:r>
              <a:rPr dirty="0" sz="800" spc="-50" i="1">
                <a:solidFill>
                  <a:srgbClr val="797E94"/>
                </a:solidFill>
                <a:latin typeface="Arial"/>
                <a:cs typeface="Arial"/>
              </a:rPr>
              <a:t>survives</a:t>
            </a:r>
            <a:r>
              <a:rPr dirty="0" sz="800" spc="-10" i="1">
                <a:solidFill>
                  <a:srgbClr val="797E94"/>
                </a:solidFill>
                <a:latin typeface="Arial"/>
                <a:cs typeface="Arial"/>
              </a:rPr>
              <a:t> </a:t>
            </a:r>
            <a:r>
              <a:rPr dirty="0" sz="800" spc="-40" i="1">
                <a:solidFill>
                  <a:srgbClr val="797E94"/>
                </a:solidFill>
                <a:latin typeface="Arial"/>
                <a:cs typeface="Arial"/>
              </a:rPr>
              <a:t>reruns.</a:t>
            </a:r>
            <a:r>
              <a:rPr dirty="0" sz="800" spc="-10" i="1">
                <a:solidFill>
                  <a:srgbClr val="797E94"/>
                </a:solidFill>
                <a:latin typeface="Arial"/>
                <a:cs typeface="Arial"/>
              </a:rPr>
              <a:t> </a:t>
            </a:r>
            <a:r>
              <a:rPr dirty="0" sz="800" spc="-25" i="1">
                <a:solidFill>
                  <a:srgbClr val="797E94"/>
                </a:solidFill>
                <a:latin typeface="Arial"/>
                <a:cs typeface="Arial"/>
              </a:rPr>
              <a:t>Initialize</a:t>
            </a:r>
            <a:r>
              <a:rPr dirty="0" sz="800" spc="-15" i="1">
                <a:solidFill>
                  <a:srgbClr val="797E94"/>
                </a:solidFill>
                <a:latin typeface="Arial"/>
                <a:cs typeface="Arial"/>
              </a:rPr>
              <a:t> </a:t>
            </a:r>
            <a:r>
              <a:rPr dirty="0" sz="800" spc="-55" i="1">
                <a:solidFill>
                  <a:srgbClr val="797E94"/>
                </a:solidFill>
                <a:latin typeface="Arial"/>
                <a:cs typeface="Arial"/>
              </a:rPr>
              <a:t>once,</a:t>
            </a:r>
            <a:r>
              <a:rPr dirty="0" sz="800" spc="-10" i="1">
                <a:solidFill>
                  <a:srgbClr val="797E94"/>
                </a:solidFill>
                <a:latin typeface="Arial"/>
                <a:cs typeface="Arial"/>
              </a:rPr>
              <a:t> </a:t>
            </a:r>
            <a:r>
              <a:rPr dirty="0" sz="800" spc="-30" i="1">
                <a:solidFill>
                  <a:srgbClr val="797E94"/>
                </a:solidFill>
                <a:latin typeface="Arial"/>
                <a:cs typeface="Arial"/>
              </a:rPr>
              <a:t>then</a:t>
            </a:r>
            <a:r>
              <a:rPr dirty="0" sz="800" spc="-15" i="1">
                <a:solidFill>
                  <a:srgbClr val="797E94"/>
                </a:solidFill>
                <a:latin typeface="Arial"/>
                <a:cs typeface="Arial"/>
              </a:rPr>
              <a:t> </a:t>
            </a:r>
            <a:r>
              <a:rPr dirty="0" sz="800" spc="-10" i="1">
                <a:solidFill>
                  <a:srgbClr val="797E94"/>
                </a:solidFill>
                <a:latin typeface="Arial"/>
                <a:cs typeface="Arial"/>
              </a:rPr>
              <a:t>read/write freely.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685799" y="5743574"/>
            <a:ext cx="10820400" cy="581025"/>
            <a:chOff x="685799" y="5743574"/>
            <a:chExt cx="10820400" cy="581025"/>
          </a:xfrm>
        </p:grpSpPr>
        <p:sp>
          <p:nvSpPr>
            <p:cNvPr id="24" name="object 24"/>
            <p:cNvSpPr/>
            <p:nvPr/>
          </p:nvSpPr>
          <p:spPr>
            <a:xfrm>
              <a:off x="704849" y="5743574"/>
              <a:ext cx="10801350" cy="581025"/>
            </a:xfrm>
            <a:custGeom>
              <a:avLst/>
              <a:gdLst/>
              <a:ahLst/>
              <a:cxnLst/>
              <a:rect l="l" t="t" r="r" b="b"/>
              <a:pathLst>
                <a:path w="10801350" h="581025">
                  <a:moveTo>
                    <a:pt x="10712353" y="581024"/>
                  </a:moveTo>
                  <a:lnTo>
                    <a:pt x="71196" y="581024"/>
                  </a:lnTo>
                  <a:lnTo>
                    <a:pt x="66241" y="580415"/>
                  </a:lnTo>
                  <a:lnTo>
                    <a:pt x="29705" y="561497"/>
                  </a:lnTo>
                  <a:lnTo>
                    <a:pt x="7715" y="528003"/>
                  </a:lnTo>
                  <a:lnTo>
                    <a:pt x="0" y="492028"/>
                  </a:lnTo>
                  <a:lnTo>
                    <a:pt x="0" y="485774"/>
                  </a:lnTo>
                  <a:lnTo>
                    <a:pt x="0" y="88995"/>
                  </a:lnTo>
                  <a:lnTo>
                    <a:pt x="10062" y="47531"/>
                  </a:lnTo>
                  <a:lnTo>
                    <a:pt x="38025" y="12577"/>
                  </a:lnTo>
                  <a:lnTo>
                    <a:pt x="71196" y="0"/>
                  </a:lnTo>
                  <a:lnTo>
                    <a:pt x="10712353" y="0"/>
                  </a:lnTo>
                  <a:lnTo>
                    <a:pt x="10753816" y="12577"/>
                  </a:lnTo>
                  <a:lnTo>
                    <a:pt x="10788770" y="47531"/>
                  </a:lnTo>
                  <a:lnTo>
                    <a:pt x="10801349" y="88995"/>
                  </a:lnTo>
                  <a:lnTo>
                    <a:pt x="10801349" y="492028"/>
                  </a:lnTo>
                  <a:lnTo>
                    <a:pt x="10788770" y="533491"/>
                  </a:lnTo>
                  <a:lnTo>
                    <a:pt x="10753816" y="568446"/>
                  </a:lnTo>
                  <a:lnTo>
                    <a:pt x="10718547" y="580415"/>
                  </a:lnTo>
                  <a:lnTo>
                    <a:pt x="10712353" y="581024"/>
                  </a:lnTo>
                  <a:close/>
                </a:path>
              </a:pathLst>
            </a:custGeom>
            <a:solidFill>
              <a:srgbClr val="FFE7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685799" y="5744003"/>
              <a:ext cx="86995" cy="580390"/>
            </a:xfrm>
            <a:custGeom>
              <a:avLst/>
              <a:gdLst/>
              <a:ahLst/>
              <a:cxnLst/>
              <a:rect l="l" t="t" r="r" b="b"/>
              <a:pathLst>
                <a:path w="86995" h="580389">
                  <a:moveTo>
                    <a:pt x="86380" y="580167"/>
                  </a:moveTo>
                  <a:lnTo>
                    <a:pt x="42321" y="564558"/>
                  </a:lnTo>
                  <a:lnTo>
                    <a:pt x="11259" y="530291"/>
                  </a:lnTo>
                  <a:lnTo>
                    <a:pt x="0" y="485346"/>
                  </a:lnTo>
                  <a:lnTo>
                    <a:pt x="0" y="94821"/>
                  </a:lnTo>
                  <a:lnTo>
                    <a:pt x="11259" y="49874"/>
                  </a:lnTo>
                  <a:lnTo>
                    <a:pt x="42321" y="15608"/>
                  </a:lnTo>
                  <a:lnTo>
                    <a:pt x="86379" y="0"/>
                  </a:lnTo>
                  <a:lnTo>
                    <a:pt x="80381" y="1988"/>
                  </a:lnTo>
                  <a:lnTo>
                    <a:pt x="73379" y="6821"/>
                  </a:lnTo>
                  <a:lnTo>
                    <a:pt x="47722" y="41892"/>
                  </a:lnTo>
                  <a:lnTo>
                    <a:pt x="38371" y="85438"/>
                  </a:lnTo>
                  <a:lnTo>
                    <a:pt x="38100" y="94821"/>
                  </a:lnTo>
                  <a:lnTo>
                    <a:pt x="38100" y="485346"/>
                  </a:lnTo>
                  <a:lnTo>
                    <a:pt x="44855" y="530291"/>
                  </a:lnTo>
                  <a:lnTo>
                    <a:pt x="63493" y="564558"/>
                  </a:lnTo>
                  <a:lnTo>
                    <a:pt x="80381" y="578178"/>
                  </a:lnTo>
                  <a:lnTo>
                    <a:pt x="86380" y="580167"/>
                  </a:lnTo>
                  <a:close/>
                </a:path>
              </a:pathLst>
            </a:custGeom>
            <a:solidFill>
              <a:srgbClr val="FF6A5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 txBox="1"/>
          <p:nvPr/>
        </p:nvSpPr>
        <p:spPr>
          <a:xfrm>
            <a:off x="882650" y="5854699"/>
            <a:ext cx="901065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114" b="1">
                <a:solidFill>
                  <a:srgbClr val="FF6A5B"/>
                </a:solidFill>
                <a:latin typeface="Cambria"/>
                <a:cs typeface="Cambria"/>
              </a:rPr>
              <a:t>T</a:t>
            </a:r>
            <a:r>
              <a:rPr dirty="0" sz="800" spc="-65" b="1">
                <a:solidFill>
                  <a:srgbClr val="FF6A5B"/>
                </a:solidFill>
                <a:latin typeface="Cambria"/>
                <a:cs typeface="Cambria"/>
              </a:rPr>
              <a:t> H </a:t>
            </a:r>
            <a:r>
              <a:rPr dirty="0" sz="800" b="1">
                <a:solidFill>
                  <a:srgbClr val="FF6A5B"/>
                </a:solidFill>
                <a:latin typeface="Cambria"/>
                <a:cs typeface="Cambria"/>
              </a:rPr>
              <a:t>E</a:t>
            </a:r>
            <a:r>
              <a:rPr dirty="0" sz="800" spc="245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800" spc="-35" b="1">
                <a:solidFill>
                  <a:srgbClr val="FF6A5B"/>
                </a:solidFill>
                <a:latin typeface="Cambria"/>
                <a:cs typeface="Cambria"/>
              </a:rPr>
              <a:t>PAT</a:t>
            </a:r>
            <a:r>
              <a:rPr dirty="0" sz="800" spc="-55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800" spc="-114" b="1">
                <a:solidFill>
                  <a:srgbClr val="FF6A5B"/>
                </a:solidFill>
                <a:latin typeface="Cambria"/>
                <a:cs typeface="Cambria"/>
              </a:rPr>
              <a:t>T</a:t>
            </a:r>
            <a:r>
              <a:rPr dirty="0" sz="800" spc="-65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800" spc="-70" b="1">
                <a:solidFill>
                  <a:srgbClr val="FF6A5B"/>
                </a:solidFill>
                <a:latin typeface="Cambria"/>
                <a:cs typeface="Cambria"/>
              </a:rPr>
              <a:t>E</a:t>
            </a:r>
            <a:r>
              <a:rPr dirty="0" sz="800" spc="-65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800" spc="-70" b="1">
                <a:solidFill>
                  <a:srgbClr val="FF6A5B"/>
                </a:solidFill>
                <a:latin typeface="Cambria"/>
                <a:cs typeface="Cambria"/>
              </a:rPr>
              <a:t>R</a:t>
            </a:r>
            <a:r>
              <a:rPr dirty="0" sz="800" spc="-65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800" b="1">
                <a:solidFill>
                  <a:srgbClr val="FF6A5B"/>
                </a:solidFill>
                <a:latin typeface="Cambria"/>
                <a:cs typeface="Cambria"/>
              </a:rPr>
              <a:t>N</a:t>
            </a:r>
            <a:r>
              <a:rPr dirty="0" sz="800" spc="245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800" spc="-50" b="1">
                <a:solidFill>
                  <a:srgbClr val="FF6A5B"/>
                </a:solidFill>
                <a:latin typeface="Cambria"/>
                <a:cs typeface="Cambria"/>
              </a:rPr>
              <a:t>—</a:t>
            </a:r>
            <a:endParaRPr sz="800">
              <a:latin typeface="Cambria"/>
              <a:cs typeface="Cambria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895462" y="5876925"/>
            <a:ext cx="6505575" cy="142875"/>
          </a:xfrm>
          <a:custGeom>
            <a:avLst/>
            <a:gdLst/>
            <a:ahLst/>
            <a:cxnLst/>
            <a:rect l="l" t="t" r="r" b="b"/>
            <a:pathLst>
              <a:path w="6505575" h="142875">
                <a:moveTo>
                  <a:pt x="4191000" y="33058"/>
                </a:moveTo>
                <a:lnTo>
                  <a:pt x="4162818" y="977"/>
                </a:lnTo>
                <a:lnTo>
                  <a:pt x="4157954" y="0"/>
                </a:lnTo>
                <a:lnTo>
                  <a:pt x="33058" y="0"/>
                </a:lnTo>
                <a:lnTo>
                  <a:pt x="977" y="28194"/>
                </a:lnTo>
                <a:lnTo>
                  <a:pt x="0" y="33058"/>
                </a:lnTo>
                <a:lnTo>
                  <a:pt x="0" y="104775"/>
                </a:lnTo>
                <a:lnTo>
                  <a:pt x="0" y="109829"/>
                </a:lnTo>
                <a:lnTo>
                  <a:pt x="28194" y="141909"/>
                </a:lnTo>
                <a:lnTo>
                  <a:pt x="33058" y="142875"/>
                </a:lnTo>
                <a:lnTo>
                  <a:pt x="4157954" y="142875"/>
                </a:lnTo>
                <a:lnTo>
                  <a:pt x="4190034" y="114693"/>
                </a:lnTo>
                <a:lnTo>
                  <a:pt x="4191000" y="109829"/>
                </a:lnTo>
                <a:lnTo>
                  <a:pt x="4191000" y="33058"/>
                </a:lnTo>
                <a:close/>
              </a:path>
              <a:path w="6505575" h="142875">
                <a:moveTo>
                  <a:pt x="6505575" y="33058"/>
                </a:moveTo>
                <a:lnTo>
                  <a:pt x="6477394" y="977"/>
                </a:lnTo>
                <a:lnTo>
                  <a:pt x="6472529" y="0"/>
                </a:lnTo>
                <a:lnTo>
                  <a:pt x="5081308" y="0"/>
                </a:lnTo>
                <a:lnTo>
                  <a:pt x="5049215" y="28194"/>
                </a:lnTo>
                <a:lnTo>
                  <a:pt x="5048250" y="33058"/>
                </a:lnTo>
                <a:lnTo>
                  <a:pt x="5048250" y="104775"/>
                </a:lnTo>
                <a:lnTo>
                  <a:pt x="5048250" y="109829"/>
                </a:lnTo>
                <a:lnTo>
                  <a:pt x="5076444" y="141909"/>
                </a:lnTo>
                <a:lnTo>
                  <a:pt x="5081308" y="142875"/>
                </a:lnTo>
                <a:lnTo>
                  <a:pt x="6472529" y="142875"/>
                </a:lnTo>
                <a:lnTo>
                  <a:pt x="6504610" y="114693"/>
                </a:lnTo>
                <a:lnTo>
                  <a:pt x="6505575" y="109829"/>
                </a:lnTo>
                <a:lnTo>
                  <a:pt x="6505575" y="33058"/>
                </a:lnTo>
                <a:close/>
              </a:path>
            </a:pathLst>
          </a:custGeom>
          <a:solidFill>
            <a:srgbClr val="1B1F3A">
              <a:alpha val="101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1887091" y="5821362"/>
            <a:ext cx="9287510" cy="3683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 indent="47625">
              <a:lnSpc>
                <a:spcPct val="125000"/>
              </a:lnSpc>
              <a:spcBef>
                <a:spcPts val="90"/>
              </a:spcBef>
            </a:pPr>
            <a:r>
              <a:rPr dirty="0" sz="850">
                <a:solidFill>
                  <a:srgbClr val="293283"/>
                </a:solidFill>
                <a:latin typeface="Courier New"/>
                <a:cs typeface="Courier New"/>
              </a:rPr>
              <a:t>if key</a:t>
            </a:r>
            <a:r>
              <a:rPr dirty="0" sz="850" spc="5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850">
                <a:solidFill>
                  <a:srgbClr val="293283"/>
                </a:solidFill>
                <a:latin typeface="Courier New"/>
                <a:cs typeface="Courier New"/>
              </a:rPr>
              <a:t>not</a:t>
            </a:r>
            <a:r>
              <a:rPr dirty="0" sz="850" spc="5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850">
                <a:solidFill>
                  <a:srgbClr val="293283"/>
                </a:solidFill>
                <a:latin typeface="Courier New"/>
                <a:cs typeface="Courier New"/>
              </a:rPr>
              <a:t>in </a:t>
            </a:r>
            <a:r>
              <a:rPr dirty="0" sz="850" spc="-10">
                <a:solidFill>
                  <a:srgbClr val="293283"/>
                </a:solidFill>
                <a:latin typeface="Courier New"/>
                <a:cs typeface="Courier New"/>
              </a:rPr>
              <a:t>st.session_state:</a:t>
            </a:r>
            <a:r>
              <a:rPr dirty="0" sz="850" spc="5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850" spc="-10">
                <a:solidFill>
                  <a:srgbClr val="293283"/>
                </a:solidFill>
                <a:latin typeface="Courier New"/>
                <a:cs typeface="Courier New"/>
              </a:rPr>
              <a:t>st.session_state[key]</a:t>
            </a:r>
            <a:r>
              <a:rPr dirty="0" sz="850" spc="5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850">
                <a:solidFill>
                  <a:srgbClr val="293283"/>
                </a:solidFill>
                <a:latin typeface="Courier New"/>
                <a:cs typeface="Courier New"/>
              </a:rPr>
              <a:t>= </a:t>
            </a:r>
            <a:r>
              <a:rPr dirty="0" sz="850" spc="-10">
                <a:solidFill>
                  <a:srgbClr val="293283"/>
                </a:solidFill>
                <a:latin typeface="Courier New"/>
                <a:cs typeface="Courier New"/>
              </a:rPr>
              <a:t>default</a:t>
            </a:r>
            <a:r>
              <a:rPr dirty="0" sz="850" spc="-135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900" spc="-45">
                <a:solidFill>
                  <a:srgbClr val="1B1F3A"/>
                </a:solidFill>
                <a:latin typeface="Tahoma"/>
                <a:cs typeface="Tahoma"/>
              </a:rPr>
              <a:t>.</a:t>
            </a:r>
            <a:r>
              <a:rPr dirty="0" sz="900" spc="-8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40">
                <a:solidFill>
                  <a:srgbClr val="1B1F3A"/>
                </a:solidFill>
                <a:latin typeface="Tahoma"/>
                <a:cs typeface="Tahoma"/>
              </a:rPr>
              <a:t>Then</a:t>
            </a:r>
            <a:r>
              <a:rPr dirty="0" sz="900" spc="-7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1B1F3A"/>
                </a:solidFill>
                <a:latin typeface="Tahoma"/>
                <a:cs typeface="Tahoma"/>
              </a:rPr>
              <a:t>read/write</a:t>
            </a:r>
            <a:r>
              <a:rPr dirty="0" sz="900" spc="31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850" spc="-10">
                <a:solidFill>
                  <a:srgbClr val="293283"/>
                </a:solidFill>
                <a:latin typeface="Courier New"/>
                <a:cs typeface="Courier New"/>
              </a:rPr>
              <a:t>st.session_state[key]</a:t>
            </a:r>
            <a:r>
              <a:rPr dirty="0" sz="850" spc="75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900" spc="-30">
                <a:solidFill>
                  <a:srgbClr val="1B1F3A"/>
                </a:solidFill>
                <a:latin typeface="Tahoma"/>
                <a:cs typeface="Tahoma"/>
              </a:rPr>
              <a:t>anywhere</a:t>
            </a:r>
            <a:r>
              <a:rPr dirty="0" sz="900" spc="-8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1B1F3A"/>
                </a:solidFill>
                <a:latin typeface="Tahoma"/>
                <a:cs typeface="Tahoma"/>
              </a:rPr>
              <a:t>in</a:t>
            </a:r>
            <a:r>
              <a:rPr dirty="0" sz="900" spc="-8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1B1F3A"/>
                </a:solidFill>
                <a:latin typeface="Tahoma"/>
                <a:cs typeface="Tahoma"/>
              </a:rPr>
              <a:t>your</a:t>
            </a:r>
            <a:r>
              <a:rPr dirty="0" sz="900" spc="-8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1B1F3A"/>
                </a:solidFill>
                <a:latin typeface="Tahoma"/>
                <a:cs typeface="Tahoma"/>
              </a:rPr>
              <a:t>app.</a:t>
            </a:r>
            <a:r>
              <a:rPr dirty="0" sz="900" spc="-8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40">
                <a:solidFill>
                  <a:srgbClr val="1B1F3A"/>
                </a:solidFill>
                <a:latin typeface="Tahoma"/>
                <a:cs typeface="Tahoma"/>
              </a:rPr>
              <a:t>This</a:t>
            </a:r>
            <a:r>
              <a:rPr dirty="0" sz="900" spc="-8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1B1F3A"/>
                </a:solidFill>
                <a:latin typeface="Tahoma"/>
                <a:cs typeface="Tahoma"/>
              </a:rPr>
              <a:t>is</a:t>
            </a:r>
            <a:r>
              <a:rPr dirty="0" sz="900" spc="-8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1B1F3A"/>
                </a:solidFill>
                <a:latin typeface="Tahoma"/>
                <a:cs typeface="Tahoma"/>
              </a:rPr>
              <a:t>the</a:t>
            </a:r>
            <a:r>
              <a:rPr dirty="0" sz="900" spc="-8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20">
                <a:solidFill>
                  <a:srgbClr val="1B1F3A"/>
                </a:solidFill>
                <a:latin typeface="Tahoma"/>
                <a:cs typeface="Tahoma"/>
              </a:rPr>
              <a:t>only</a:t>
            </a:r>
            <a:r>
              <a:rPr dirty="0" sz="900" spc="-8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40">
                <a:solidFill>
                  <a:srgbClr val="1B1F3A"/>
                </a:solidFill>
                <a:latin typeface="Tahoma"/>
                <a:cs typeface="Tahoma"/>
              </a:rPr>
              <a:t>way</a:t>
            </a:r>
            <a:r>
              <a:rPr dirty="0" sz="900" spc="-7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1B1F3A"/>
                </a:solidFill>
                <a:latin typeface="Tahoma"/>
                <a:cs typeface="Tahoma"/>
              </a:rPr>
              <a:t>to</a:t>
            </a:r>
            <a:r>
              <a:rPr dirty="0" sz="900" spc="-8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30">
                <a:solidFill>
                  <a:srgbClr val="1B1F3A"/>
                </a:solidFill>
                <a:latin typeface="Tahoma"/>
                <a:cs typeface="Tahoma"/>
              </a:rPr>
              <a:t>persist</a:t>
            </a:r>
            <a:r>
              <a:rPr dirty="0" sz="900" spc="-8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1B1F3A"/>
                </a:solidFill>
                <a:latin typeface="Tahoma"/>
                <a:cs typeface="Tahoma"/>
              </a:rPr>
              <a:t>state </a:t>
            </a:r>
            <a:r>
              <a:rPr dirty="0" sz="900" spc="-35">
                <a:solidFill>
                  <a:srgbClr val="1B1F3A"/>
                </a:solidFill>
                <a:latin typeface="Tahoma"/>
                <a:cs typeface="Tahoma"/>
              </a:rPr>
              <a:t>across</a:t>
            </a:r>
            <a:r>
              <a:rPr dirty="0" sz="900" spc="-6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1B1F3A"/>
                </a:solidFill>
                <a:latin typeface="Tahoma"/>
                <a:cs typeface="Tahoma"/>
              </a:rPr>
              <a:t>the</a:t>
            </a:r>
            <a:r>
              <a:rPr dirty="0" sz="900" spc="-5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30">
                <a:solidFill>
                  <a:srgbClr val="1B1F3A"/>
                </a:solidFill>
                <a:latin typeface="Tahoma"/>
                <a:cs typeface="Tahoma"/>
              </a:rPr>
              <a:t>run-</a:t>
            </a:r>
            <a:r>
              <a:rPr dirty="0" sz="900" spc="-20">
                <a:solidFill>
                  <a:srgbClr val="1B1F3A"/>
                </a:solidFill>
                <a:latin typeface="Tahoma"/>
                <a:cs typeface="Tahoma"/>
              </a:rPr>
              <a:t>loop.</a:t>
            </a:r>
            <a:endParaRPr sz="900">
              <a:latin typeface="Tahoma"/>
              <a:cs typeface="Tahoma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pc="-45"/>
              <a:t>D</a:t>
            </a:r>
            <a:r>
              <a:rPr dirty="0" spc="-65"/>
              <a:t> </a:t>
            </a:r>
            <a:r>
              <a:rPr dirty="0"/>
              <a:t>AY</a:t>
            </a:r>
            <a:r>
              <a:rPr dirty="0" spc="240"/>
              <a:t> </a:t>
            </a:r>
            <a:r>
              <a:rPr dirty="0" spc="-65"/>
              <a:t>0</a:t>
            </a:r>
            <a:r>
              <a:rPr dirty="0" spc="-45"/>
              <a:t> </a:t>
            </a:r>
            <a:r>
              <a:rPr dirty="0"/>
              <a:t>5</a:t>
            </a:r>
            <a:r>
              <a:rPr dirty="0" spc="265"/>
              <a:t> </a:t>
            </a:r>
            <a:r>
              <a:rPr dirty="0"/>
              <a:t>·</a:t>
            </a:r>
            <a:r>
              <a:rPr dirty="0" spc="260"/>
              <a:t> </a:t>
            </a:r>
            <a:r>
              <a:rPr dirty="0" spc="-40"/>
              <a:t>W</a:t>
            </a:r>
            <a:r>
              <a:rPr dirty="0" spc="-45"/>
              <a:t> </a:t>
            </a:r>
            <a:r>
              <a:rPr dirty="0" spc="-65"/>
              <a:t>I</a:t>
            </a:r>
            <a:r>
              <a:rPr dirty="0" spc="-45"/>
              <a:t> D </a:t>
            </a:r>
            <a:r>
              <a:rPr dirty="0"/>
              <a:t>G</a:t>
            </a:r>
            <a:r>
              <a:rPr dirty="0" spc="-45"/>
              <a:t> </a:t>
            </a:r>
            <a:r>
              <a:rPr dirty="0" spc="-70"/>
              <a:t>E</a:t>
            </a:r>
            <a:r>
              <a:rPr dirty="0" spc="-45"/>
              <a:t> </a:t>
            </a:r>
            <a:r>
              <a:rPr dirty="0" spc="-114"/>
              <a:t>T</a:t>
            </a:r>
            <a:r>
              <a:rPr dirty="0" spc="-50"/>
              <a:t> </a:t>
            </a:r>
            <a:r>
              <a:rPr dirty="0"/>
              <a:t>S</a:t>
            </a:r>
            <a:r>
              <a:rPr dirty="0" spc="265"/>
              <a:t> </a:t>
            </a:r>
            <a:r>
              <a:rPr dirty="0"/>
              <a:t>&amp;</a:t>
            </a:r>
            <a:r>
              <a:rPr dirty="0" spc="265"/>
              <a:t> </a:t>
            </a:r>
            <a:r>
              <a:rPr dirty="0" spc="-100"/>
              <a:t>L</a:t>
            </a:r>
            <a:r>
              <a:rPr dirty="0" spc="-45"/>
              <a:t> </a:t>
            </a:r>
            <a:r>
              <a:rPr dirty="0" spc="-20"/>
              <a:t>AY</a:t>
            </a:r>
            <a:r>
              <a:rPr dirty="0" spc="-80"/>
              <a:t> </a:t>
            </a:r>
            <a:r>
              <a:rPr dirty="0" spc="-10"/>
              <a:t>O</a:t>
            </a:r>
            <a:r>
              <a:rPr dirty="0" spc="-45"/>
              <a:t> </a:t>
            </a:r>
            <a:r>
              <a:rPr dirty="0"/>
              <a:t>U</a:t>
            </a:r>
            <a:r>
              <a:rPr dirty="0" spc="-45"/>
              <a:t> </a:t>
            </a:r>
            <a:r>
              <a:rPr dirty="0" spc="-50"/>
              <a:t>T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11075887" y="6431213"/>
            <a:ext cx="426720" cy="153670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z="800" spc="-30">
                <a:solidFill>
                  <a:srgbClr val="797E94"/>
                </a:solidFill>
                <a:latin typeface="Tahoma"/>
                <a:cs typeface="Tahoma"/>
              </a:rPr>
              <a:t>1</a:t>
            </a:r>
            <a:r>
              <a:rPr dirty="0" sz="800" spc="-120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>
                <a:solidFill>
                  <a:srgbClr val="797E94"/>
                </a:solidFill>
                <a:latin typeface="Tahoma"/>
                <a:cs typeface="Tahoma"/>
              </a:rPr>
              <a:t>0</a:t>
            </a:r>
            <a:r>
              <a:rPr dirty="0" sz="800" spc="204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>
                <a:solidFill>
                  <a:srgbClr val="797E94"/>
                </a:solidFill>
                <a:latin typeface="Tahoma"/>
                <a:cs typeface="Tahoma"/>
              </a:rPr>
              <a:t>/</a:t>
            </a:r>
            <a:r>
              <a:rPr dirty="0" sz="800" spc="204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30">
                <a:solidFill>
                  <a:srgbClr val="797E94"/>
                </a:solidFill>
                <a:latin typeface="Tahoma"/>
                <a:cs typeface="Tahoma"/>
              </a:rPr>
              <a:t>1</a:t>
            </a:r>
            <a:r>
              <a:rPr dirty="0" sz="800" spc="-120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60">
                <a:solidFill>
                  <a:srgbClr val="797E94"/>
                </a:solidFill>
                <a:latin typeface="Tahoma"/>
                <a:cs typeface="Tahoma"/>
              </a:rPr>
              <a:t>5</a:t>
            </a:r>
            <a:endParaRPr sz="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25500" y="530225"/>
            <a:ext cx="234061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0" b="1">
                <a:solidFill>
                  <a:srgbClr val="FF6A5B"/>
                </a:solidFill>
                <a:latin typeface="Cambria"/>
                <a:cs typeface="Cambria"/>
              </a:rPr>
              <a:t>C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90" b="1">
                <a:solidFill>
                  <a:srgbClr val="FF6A5B"/>
                </a:solidFill>
                <a:latin typeface="Cambria"/>
                <a:cs typeface="Cambria"/>
              </a:rPr>
              <a:t>H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95" b="1">
                <a:solidFill>
                  <a:srgbClr val="FF6A5B"/>
                </a:solidFill>
                <a:latin typeface="Cambria"/>
                <a:cs typeface="Cambria"/>
              </a:rPr>
              <a:t>E</a:t>
            </a:r>
            <a:r>
              <a:rPr dirty="0" sz="900" spc="-50" b="1">
                <a:solidFill>
                  <a:srgbClr val="FF6A5B"/>
                </a:solidFill>
                <a:latin typeface="Cambria"/>
                <a:cs typeface="Cambria"/>
              </a:rPr>
              <a:t> AT</a:t>
            </a:r>
            <a:r>
              <a:rPr dirty="0" sz="900" spc="-45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50" b="1">
                <a:solidFill>
                  <a:srgbClr val="FF6A5B"/>
                </a:solidFill>
                <a:latin typeface="Cambria"/>
                <a:cs typeface="Cambria"/>
              </a:rPr>
              <a:t>S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90" b="1">
                <a:solidFill>
                  <a:srgbClr val="FF6A5B"/>
                </a:solidFill>
                <a:latin typeface="Cambria"/>
                <a:cs typeface="Cambria"/>
              </a:rPr>
              <a:t>H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95" b="1">
                <a:solidFill>
                  <a:srgbClr val="FF6A5B"/>
                </a:solidFill>
                <a:latin typeface="Cambria"/>
                <a:cs typeface="Cambria"/>
              </a:rPr>
              <a:t>E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95" b="1">
                <a:solidFill>
                  <a:srgbClr val="FF6A5B"/>
                </a:solidFill>
                <a:latin typeface="Cambria"/>
                <a:cs typeface="Cambria"/>
              </a:rPr>
              <a:t>E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b="1">
                <a:solidFill>
                  <a:srgbClr val="FF6A5B"/>
                </a:solidFill>
                <a:latin typeface="Cambria"/>
                <a:cs typeface="Cambria"/>
              </a:rPr>
              <a:t>T</a:t>
            </a:r>
            <a:r>
              <a:rPr dirty="0" sz="900" spc="235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b="1">
                <a:solidFill>
                  <a:srgbClr val="FF6A5B"/>
                </a:solidFill>
                <a:latin typeface="Cambria"/>
                <a:cs typeface="Cambria"/>
              </a:rPr>
              <a:t>·</a:t>
            </a:r>
            <a:r>
              <a:rPr dirty="0" sz="900" spc="315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60" b="1">
                <a:solidFill>
                  <a:srgbClr val="FF6A5B"/>
                </a:solidFill>
                <a:latin typeface="Cambria"/>
                <a:cs typeface="Cambria"/>
              </a:rPr>
              <a:t>W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90" b="1">
                <a:solidFill>
                  <a:srgbClr val="FF6A5B"/>
                </a:solidFill>
                <a:latin typeface="Cambria"/>
                <a:cs typeface="Cambria"/>
              </a:rPr>
              <a:t>H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95" b="1">
                <a:solidFill>
                  <a:srgbClr val="FF6A5B"/>
                </a:solidFill>
                <a:latin typeface="Cambria"/>
                <a:cs typeface="Cambria"/>
              </a:rPr>
              <a:t>E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b="1">
                <a:solidFill>
                  <a:srgbClr val="FF6A5B"/>
                </a:solidFill>
                <a:latin typeface="Cambria"/>
                <a:cs typeface="Cambria"/>
              </a:rPr>
              <a:t>N</a:t>
            </a:r>
            <a:r>
              <a:rPr dirty="0" sz="900" spc="315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140" b="1">
                <a:solidFill>
                  <a:srgbClr val="FF6A5B"/>
                </a:solidFill>
                <a:latin typeface="Cambria"/>
                <a:cs typeface="Cambria"/>
              </a:rPr>
              <a:t>T</a:t>
            </a:r>
            <a:r>
              <a:rPr dirty="0" sz="900" spc="-65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b="1">
                <a:solidFill>
                  <a:srgbClr val="FF6A5B"/>
                </a:solidFill>
                <a:latin typeface="Cambria"/>
                <a:cs typeface="Cambria"/>
              </a:rPr>
              <a:t>O</a:t>
            </a:r>
            <a:r>
              <a:rPr dirty="0" sz="900" spc="315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U </a:t>
            </a:r>
            <a:r>
              <a:rPr dirty="0" sz="900" spc="-50" b="1">
                <a:solidFill>
                  <a:srgbClr val="FF6A5B"/>
                </a:solidFill>
                <a:latin typeface="Cambria"/>
                <a:cs typeface="Cambria"/>
              </a:rPr>
              <a:t>S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b="1">
                <a:solidFill>
                  <a:srgbClr val="FF6A5B"/>
                </a:solidFill>
                <a:latin typeface="Cambria"/>
                <a:cs typeface="Cambria"/>
              </a:rPr>
              <a:t>E</a:t>
            </a:r>
            <a:r>
              <a:rPr dirty="0" sz="900" spc="315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60" b="1">
                <a:solidFill>
                  <a:srgbClr val="FF6A5B"/>
                </a:solidFill>
                <a:latin typeface="Cambria"/>
                <a:cs typeface="Cambria"/>
              </a:rPr>
              <a:t>W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90" b="1">
                <a:solidFill>
                  <a:srgbClr val="FF6A5B"/>
                </a:solidFill>
                <a:latin typeface="Cambria"/>
                <a:cs typeface="Cambria"/>
              </a:rPr>
              <a:t>H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75" b="1">
                <a:solidFill>
                  <a:srgbClr val="FF6A5B"/>
                </a:solidFill>
                <a:latin typeface="Cambria"/>
                <a:cs typeface="Cambria"/>
              </a:rPr>
              <a:t>I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50" b="1">
                <a:solidFill>
                  <a:srgbClr val="FF6A5B"/>
                </a:solidFill>
                <a:latin typeface="Cambria"/>
                <a:cs typeface="Cambria"/>
              </a:rPr>
              <a:t>C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50" b="1">
                <a:solidFill>
                  <a:srgbClr val="FF6A5B"/>
                </a:solidFill>
                <a:latin typeface="Cambria"/>
                <a:cs typeface="Cambria"/>
              </a:rPr>
              <a:t>H</a:t>
            </a:r>
            <a:endParaRPr sz="9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73099" y="806450"/>
            <a:ext cx="4892040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195" b="1">
                <a:solidFill>
                  <a:srgbClr val="293283"/>
                </a:solidFill>
                <a:latin typeface="Cambria"/>
                <a:cs typeface="Cambria"/>
              </a:rPr>
              <a:t>Bookmark</a:t>
            </a:r>
            <a:r>
              <a:rPr dirty="0" sz="2100" spc="-30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2100" spc="-110" b="1">
                <a:solidFill>
                  <a:srgbClr val="293283"/>
                </a:solidFill>
                <a:latin typeface="Cambria"/>
                <a:cs typeface="Cambria"/>
              </a:rPr>
              <a:t>this.</a:t>
            </a:r>
            <a:r>
              <a:rPr dirty="0" sz="2100" spc="-25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2100" spc="-175" b="1">
                <a:solidFill>
                  <a:srgbClr val="293283"/>
                </a:solidFill>
                <a:latin typeface="Cambria"/>
                <a:cs typeface="Cambria"/>
              </a:rPr>
              <a:t>Five</a:t>
            </a:r>
            <a:r>
              <a:rPr dirty="0" sz="2100" spc="-30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2100" spc="-150" b="1">
                <a:solidFill>
                  <a:srgbClr val="293283"/>
                </a:solidFill>
                <a:latin typeface="Cambria"/>
                <a:cs typeface="Cambria"/>
              </a:rPr>
              <a:t>primitives,</a:t>
            </a:r>
            <a:r>
              <a:rPr dirty="0" sz="2100" spc="-25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2100" spc="-130" b="1">
                <a:solidFill>
                  <a:srgbClr val="293283"/>
                </a:solidFill>
                <a:latin typeface="Cambria"/>
                <a:cs typeface="Cambria"/>
              </a:rPr>
              <a:t>five</a:t>
            </a:r>
            <a:r>
              <a:rPr dirty="0" sz="2100" spc="-25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2100" spc="-135" b="1">
                <a:solidFill>
                  <a:srgbClr val="293283"/>
                </a:solidFill>
                <a:latin typeface="Cambria"/>
                <a:cs typeface="Cambria"/>
              </a:rPr>
              <a:t>use</a:t>
            </a:r>
            <a:r>
              <a:rPr dirty="0" sz="2100" spc="-30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2100" spc="-60" b="1">
                <a:solidFill>
                  <a:srgbClr val="293283"/>
                </a:solidFill>
                <a:latin typeface="Cambria"/>
                <a:cs typeface="Cambria"/>
              </a:rPr>
              <a:t>cases.</a:t>
            </a:r>
            <a:endParaRPr sz="21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225258" y="735965"/>
            <a:ext cx="4294505" cy="406400"/>
          </a:xfrm>
          <a:prstGeom prst="rect">
            <a:avLst/>
          </a:prstGeom>
        </p:spPr>
        <p:txBody>
          <a:bodyPr wrap="square" lIns="0" tIns="57785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455"/>
              </a:spcBef>
            </a:pPr>
            <a:r>
              <a:rPr dirty="0" sz="950" spc="-50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95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50" spc="-25">
                <a:solidFill>
                  <a:srgbClr val="4A4E6A"/>
                </a:solidFill>
                <a:latin typeface="Tahoma"/>
                <a:cs typeface="Tahoma"/>
              </a:rPr>
              <a:t>skill</a:t>
            </a:r>
            <a:r>
              <a:rPr dirty="0" sz="95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50" spc="-30">
                <a:solidFill>
                  <a:srgbClr val="4A4E6A"/>
                </a:solidFill>
                <a:latin typeface="Tahoma"/>
                <a:cs typeface="Tahoma"/>
              </a:rPr>
              <a:t>is</a:t>
            </a:r>
            <a:r>
              <a:rPr dirty="0" sz="95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50" spc="-10">
                <a:solidFill>
                  <a:srgbClr val="4A4E6A"/>
                </a:solidFill>
                <a:latin typeface="Tahoma"/>
                <a:cs typeface="Tahoma"/>
              </a:rPr>
              <a:t>not</a:t>
            </a:r>
            <a:r>
              <a:rPr dirty="0" sz="95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50" spc="-35">
                <a:solidFill>
                  <a:srgbClr val="4A4E6A"/>
                </a:solidFill>
                <a:latin typeface="Tahoma"/>
                <a:cs typeface="Tahoma"/>
              </a:rPr>
              <a:t>knowing</a:t>
            </a:r>
            <a:r>
              <a:rPr dirty="0" sz="95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50" spc="-20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950" spc="-60">
                <a:solidFill>
                  <a:srgbClr val="4A4E6A"/>
                </a:solidFill>
                <a:latin typeface="Tahoma"/>
                <a:cs typeface="Tahoma"/>
              </a:rPr>
              <a:t> API </a:t>
            </a:r>
            <a:r>
              <a:rPr dirty="0" sz="950">
                <a:solidFill>
                  <a:srgbClr val="4A4E6A"/>
                </a:solidFill>
                <a:latin typeface="Tahoma"/>
                <a:cs typeface="Tahoma"/>
              </a:rPr>
              <a:t>—</a:t>
            </a:r>
            <a:r>
              <a:rPr dirty="0" sz="95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50" spc="-10">
                <a:solidFill>
                  <a:srgbClr val="4A4E6A"/>
                </a:solidFill>
                <a:latin typeface="Tahoma"/>
                <a:cs typeface="Tahoma"/>
              </a:rPr>
              <a:t>it's</a:t>
            </a:r>
            <a:r>
              <a:rPr dirty="0" sz="95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50" spc="-35">
                <a:solidFill>
                  <a:srgbClr val="4A4E6A"/>
                </a:solidFill>
                <a:latin typeface="Tahoma"/>
                <a:cs typeface="Tahoma"/>
              </a:rPr>
              <a:t>knowing</a:t>
            </a:r>
            <a:r>
              <a:rPr dirty="0" sz="95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50" spc="-25">
                <a:solidFill>
                  <a:srgbClr val="4A4E6A"/>
                </a:solidFill>
                <a:latin typeface="Tahoma"/>
                <a:cs typeface="Tahoma"/>
              </a:rPr>
              <a:t>which</a:t>
            </a:r>
            <a:r>
              <a:rPr dirty="0" sz="95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50" spc="-25">
                <a:solidFill>
                  <a:srgbClr val="4A4E6A"/>
                </a:solidFill>
                <a:latin typeface="Tahoma"/>
                <a:cs typeface="Tahoma"/>
              </a:rPr>
              <a:t>primitive</a:t>
            </a:r>
            <a:r>
              <a:rPr dirty="0" sz="95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50" spc="-20">
                <a:solidFill>
                  <a:srgbClr val="4A4E6A"/>
                </a:solidFill>
                <a:latin typeface="Tahoma"/>
                <a:cs typeface="Tahoma"/>
              </a:rPr>
              <a:t>fits</a:t>
            </a:r>
            <a:r>
              <a:rPr dirty="0" sz="95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50" spc="-20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95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50" spc="-30">
                <a:solidFill>
                  <a:srgbClr val="4A4E6A"/>
                </a:solidFill>
                <a:latin typeface="Tahoma"/>
                <a:cs typeface="Tahoma"/>
              </a:rPr>
              <a:t>problem.</a:t>
            </a:r>
            <a:r>
              <a:rPr dirty="0" sz="95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50" spc="-10">
                <a:solidFill>
                  <a:srgbClr val="4A4E6A"/>
                </a:solidFill>
                <a:latin typeface="Tahoma"/>
                <a:cs typeface="Tahoma"/>
              </a:rPr>
              <a:t>Here's</a:t>
            </a:r>
            <a:endParaRPr sz="950">
              <a:latin typeface="Tahoma"/>
              <a:cs typeface="Tahoma"/>
            </a:endParaRPr>
          </a:p>
          <a:p>
            <a:pPr algn="r" marR="5080">
              <a:lnSpc>
                <a:spcPct val="100000"/>
              </a:lnSpc>
              <a:spcBef>
                <a:spcPts val="360"/>
              </a:spcBef>
            </a:pPr>
            <a:r>
              <a:rPr dirty="0" sz="950" spc="-20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950" spc="-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50" spc="-30">
                <a:solidFill>
                  <a:srgbClr val="4A4E6A"/>
                </a:solidFill>
                <a:latin typeface="Tahoma"/>
                <a:cs typeface="Tahoma"/>
              </a:rPr>
              <a:t>decision</a:t>
            </a:r>
            <a:r>
              <a:rPr dirty="0" sz="950" spc="-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50" spc="-20">
                <a:solidFill>
                  <a:srgbClr val="4A4E6A"/>
                </a:solidFill>
                <a:latin typeface="Tahoma"/>
                <a:cs typeface="Tahoma"/>
              </a:rPr>
              <a:t>tree.</a:t>
            </a:r>
            <a:endParaRPr sz="95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85799" y="1285874"/>
            <a:ext cx="5353050" cy="1600200"/>
            <a:chOff x="685799" y="1285874"/>
            <a:chExt cx="5353050" cy="1600200"/>
          </a:xfrm>
        </p:grpSpPr>
        <p:sp>
          <p:nvSpPr>
            <p:cNvPr id="6" name="object 6"/>
            <p:cNvSpPr/>
            <p:nvPr/>
          </p:nvSpPr>
          <p:spPr>
            <a:xfrm>
              <a:off x="690562" y="1290637"/>
              <a:ext cx="5343525" cy="1590675"/>
            </a:xfrm>
            <a:custGeom>
              <a:avLst/>
              <a:gdLst/>
              <a:ahLst/>
              <a:cxnLst/>
              <a:rect l="l" t="t" r="r" b="b"/>
              <a:pathLst>
                <a:path w="5343525" h="1590675">
                  <a:moveTo>
                    <a:pt x="5241179" y="1590674"/>
                  </a:moveTo>
                  <a:lnTo>
                    <a:pt x="102345" y="1590674"/>
                  </a:lnTo>
                  <a:lnTo>
                    <a:pt x="95221" y="1589972"/>
                  </a:lnTo>
                  <a:lnTo>
                    <a:pt x="54661" y="1576210"/>
                  </a:lnTo>
                  <a:lnTo>
                    <a:pt x="22456" y="1547972"/>
                  </a:lnTo>
                  <a:lnTo>
                    <a:pt x="3507" y="1509560"/>
                  </a:lnTo>
                  <a:lnTo>
                    <a:pt x="0" y="1488329"/>
                  </a:lnTo>
                  <a:lnTo>
                    <a:pt x="0" y="1481137"/>
                  </a:lnTo>
                  <a:lnTo>
                    <a:pt x="0" y="102345"/>
                  </a:lnTo>
                  <a:lnTo>
                    <a:pt x="11090" y="60974"/>
                  </a:lnTo>
                  <a:lnTo>
                    <a:pt x="37168" y="26996"/>
                  </a:lnTo>
                  <a:lnTo>
                    <a:pt x="74264" y="5585"/>
                  </a:lnTo>
                  <a:lnTo>
                    <a:pt x="102345" y="0"/>
                  </a:lnTo>
                  <a:lnTo>
                    <a:pt x="5241179" y="0"/>
                  </a:lnTo>
                  <a:lnTo>
                    <a:pt x="5282548" y="11090"/>
                  </a:lnTo>
                  <a:lnTo>
                    <a:pt x="5316527" y="37168"/>
                  </a:lnTo>
                  <a:lnTo>
                    <a:pt x="5337938" y="74263"/>
                  </a:lnTo>
                  <a:lnTo>
                    <a:pt x="5343524" y="102345"/>
                  </a:lnTo>
                  <a:lnTo>
                    <a:pt x="5343524" y="1488329"/>
                  </a:lnTo>
                  <a:lnTo>
                    <a:pt x="5332433" y="1529700"/>
                  </a:lnTo>
                  <a:lnTo>
                    <a:pt x="5306355" y="1563677"/>
                  </a:lnTo>
                  <a:lnTo>
                    <a:pt x="5269259" y="1585088"/>
                  </a:lnTo>
                  <a:lnTo>
                    <a:pt x="5248302" y="1589972"/>
                  </a:lnTo>
                  <a:lnTo>
                    <a:pt x="5241179" y="15906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690562" y="1290637"/>
              <a:ext cx="5343525" cy="1590675"/>
            </a:xfrm>
            <a:custGeom>
              <a:avLst/>
              <a:gdLst/>
              <a:ahLst/>
              <a:cxnLst/>
              <a:rect l="l" t="t" r="r" b="b"/>
              <a:pathLst>
                <a:path w="5343525" h="1590675">
                  <a:moveTo>
                    <a:pt x="0" y="1481137"/>
                  </a:moveTo>
                  <a:lnTo>
                    <a:pt x="0" y="109537"/>
                  </a:lnTo>
                  <a:lnTo>
                    <a:pt x="0" y="102345"/>
                  </a:lnTo>
                  <a:lnTo>
                    <a:pt x="701" y="95221"/>
                  </a:lnTo>
                  <a:lnTo>
                    <a:pt x="2104" y="88167"/>
                  </a:lnTo>
                  <a:lnTo>
                    <a:pt x="3507" y="81113"/>
                  </a:lnTo>
                  <a:lnTo>
                    <a:pt x="5585" y="74263"/>
                  </a:lnTo>
                  <a:lnTo>
                    <a:pt x="8338" y="67619"/>
                  </a:lnTo>
                  <a:lnTo>
                    <a:pt x="11090" y="60974"/>
                  </a:lnTo>
                  <a:lnTo>
                    <a:pt x="14464" y="54661"/>
                  </a:lnTo>
                  <a:lnTo>
                    <a:pt x="18460" y="48681"/>
                  </a:lnTo>
                  <a:lnTo>
                    <a:pt x="22456" y="42701"/>
                  </a:lnTo>
                  <a:lnTo>
                    <a:pt x="26997" y="37168"/>
                  </a:lnTo>
                  <a:lnTo>
                    <a:pt x="32082" y="32082"/>
                  </a:lnTo>
                  <a:lnTo>
                    <a:pt x="37168" y="26996"/>
                  </a:lnTo>
                  <a:lnTo>
                    <a:pt x="42701" y="22456"/>
                  </a:lnTo>
                  <a:lnTo>
                    <a:pt x="48681" y="18460"/>
                  </a:lnTo>
                  <a:lnTo>
                    <a:pt x="54661" y="14464"/>
                  </a:lnTo>
                  <a:lnTo>
                    <a:pt x="60974" y="11090"/>
                  </a:lnTo>
                  <a:lnTo>
                    <a:pt x="67619" y="8337"/>
                  </a:lnTo>
                  <a:lnTo>
                    <a:pt x="74264" y="5585"/>
                  </a:lnTo>
                  <a:lnTo>
                    <a:pt x="81113" y="3507"/>
                  </a:lnTo>
                  <a:lnTo>
                    <a:pt x="88167" y="2104"/>
                  </a:lnTo>
                  <a:lnTo>
                    <a:pt x="95221" y="701"/>
                  </a:lnTo>
                  <a:lnTo>
                    <a:pt x="102345" y="0"/>
                  </a:lnTo>
                  <a:lnTo>
                    <a:pt x="109537" y="0"/>
                  </a:lnTo>
                  <a:lnTo>
                    <a:pt x="5233987" y="0"/>
                  </a:lnTo>
                  <a:lnTo>
                    <a:pt x="5241179" y="0"/>
                  </a:lnTo>
                  <a:lnTo>
                    <a:pt x="5248302" y="701"/>
                  </a:lnTo>
                  <a:lnTo>
                    <a:pt x="5255356" y="2104"/>
                  </a:lnTo>
                  <a:lnTo>
                    <a:pt x="5262410" y="3507"/>
                  </a:lnTo>
                  <a:lnTo>
                    <a:pt x="5294842" y="18460"/>
                  </a:lnTo>
                  <a:lnTo>
                    <a:pt x="5300822" y="22456"/>
                  </a:lnTo>
                  <a:lnTo>
                    <a:pt x="5329059" y="54661"/>
                  </a:lnTo>
                  <a:lnTo>
                    <a:pt x="5335185" y="67619"/>
                  </a:lnTo>
                  <a:lnTo>
                    <a:pt x="5337938" y="74263"/>
                  </a:lnTo>
                  <a:lnTo>
                    <a:pt x="5340016" y="81113"/>
                  </a:lnTo>
                  <a:lnTo>
                    <a:pt x="5341418" y="88167"/>
                  </a:lnTo>
                  <a:lnTo>
                    <a:pt x="5342822" y="95221"/>
                  </a:lnTo>
                  <a:lnTo>
                    <a:pt x="5343524" y="102345"/>
                  </a:lnTo>
                  <a:lnTo>
                    <a:pt x="5343524" y="109537"/>
                  </a:lnTo>
                  <a:lnTo>
                    <a:pt x="5343524" y="1481137"/>
                  </a:lnTo>
                  <a:lnTo>
                    <a:pt x="5343524" y="1488329"/>
                  </a:lnTo>
                  <a:lnTo>
                    <a:pt x="5342822" y="1495452"/>
                  </a:lnTo>
                  <a:lnTo>
                    <a:pt x="5341418" y="1502506"/>
                  </a:lnTo>
                  <a:lnTo>
                    <a:pt x="5340016" y="1509560"/>
                  </a:lnTo>
                  <a:lnTo>
                    <a:pt x="5337938" y="1516410"/>
                  </a:lnTo>
                  <a:lnTo>
                    <a:pt x="5335185" y="1523055"/>
                  </a:lnTo>
                  <a:lnTo>
                    <a:pt x="5332433" y="1529700"/>
                  </a:lnTo>
                  <a:lnTo>
                    <a:pt x="5306355" y="1563677"/>
                  </a:lnTo>
                  <a:lnTo>
                    <a:pt x="5275904" y="1582336"/>
                  </a:lnTo>
                  <a:lnTo>
                    <a:pt x="5269259" y="1585088"/>
                  </a:lnTo>
                  <a:lnTo>
                    <a:pt x="5262410" y="1587166"/>
                  </a:lnTo>
                  <a:lnTo>
                    <a:pt x="5255356" y="1588569"/>
                  </a:lnTo>
                  <a:lnTo>
                    <a:pt x="5248302" y="1589972"/>
                  </a:lnTo>
                  <a:lnTo>
                    <a:pt x="5241179" y="1590674"/>
                  </a:lnTo>
                  <a:lnTo>
                    <a:pt x="5233987" y="1590674"/>
                  </a:lnTo>
                  <a:lnTo>
                    <a:pt x="109537" y="1590674"/>
                  </a:lnTo>
                  <a:lnTo>
                    <a:pt x="102345" y="1590674"/>
                  </a:lnTo>
                  <a:lnTo>
                    <a:pt x="95221" y="1589972"/>
                  </a:lnTo>
                  <a:lnTo>
                    <a:pt x="88167" y="1588569"/>
                  </a:lnTo>
                  <a:lnTo>
                    <a:pt x="81113" y="1587166"/>
                  </a:lnTo>
                  <a:lnTo>
                    <a:pt x="74264" y="1585088"/>
                  </a:lnTo>
                  <a:lnTo>
                    <a:pt x="67619" y="1582336"/>
                  </a:lnTo>
                  <a:lnTo>
                    <a:pt x="60974" y="1579583"/>
                  </a:lnTo>
                  <a:lnTo>
                    <a:pt x="32082" y="1558591"/>
                  </a:lnTo>
                  <a:lnTo>
                    <a:pt x="26997" y="1553505"/>
                  </a:lnTo>
                  <a:lnTo>
                    <a:pt x="22456" y="1547972"/>
                  </a:lnTo>
                  <a:lnTo>
                    <a:pt x="18460" y="1541992"/>
                  </a:lnTo>
                  <a:lnTo>
                    <a:pt x="14464" y="1536012"/>
                  </a:lnTo>
                  <a:lnTo>
                    <a:pt x="11090" y="1529700"/>
                  </a:lnTo>
                  <a:lnTo>
                    <a:pt x="8338" y="1523055"/>
                  </a:lnTo>
                  <a:lnTo>
                    <a:pt x="5585" y="1516410"/>
                  </a:lnTo>
                  <a:lnTo>
                    <a:pt x="3507" y="1509560"/>
                  </a:lnTo>
                  <a:lnTo>
                    <a:pt x="2104" y="1502506"/>
                  </a:lnTo>
                  <a:lnTo>
                    <a:pt x="701" y="1495452"/>
                  </a:lnTo>
                  <a:lnTo>
                    <a:pt x="0" y="1488329"/>
                  </a:lnTo>
                  <a:lnTo>
                    <a:pt x="0" y="1481137"/>
                  </a:lnTo>
                  <a:close/>
                </a:path>
              </a:pathLst>
            </a:custGeom>
            <a:ln w="9524">
              <a:solidFill>
                <a:srgbClr val="E4DED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6774" y="1463674"/>
              <a:ext cx="133350" cy="10160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114424" y="1409699"/>
              <a:ext cx="771525" cy="219075"/>
            </a:xfrm>
            <a:custGeom>
              <a:avLst/>
              <a:gdLst/>
              <a:ahLst/>
              <a:cxnLst/>
              <a:rect l="l" t="t" r="r" b="b"/>
              <a:pathLst>
                <a:path w="771525" h="219075">
                  <a:moveTo>
                    <a:pt x="718127" y="219074"/>
                  </a:moveTo>
                  <a:lnTo>
                    <a:pt x="53397" y="219074"/>
                  </a:lnTo>
                  <a:lnTo>
                    <a:pt x="49680" y="218708"/>
                  </a:lnTo>
                  <a:lnTo>
                    <a:pt x="14085" y="199682"/>
                  </a:lnTo>
                  <a:lnTo>
                    <a:pt x="0" y="165677"/>
                  </a:lnTo>
                  <a:lnTo>
                    <a:pt x="0" y="161924"/>
                  </a:lnTo>
                  <a:lnTo>
                    <a:pt x="0" y="53397"/>
                  </a:lnTo>
                  <a:lnTo>
                    <a:pt x="19392" y="14085"/>
                  </a:lnTo>
                  <a:lnTo>
                    <a:pt x="53397" y="0"/>
                  </a:lnTo>
                  <a:lnTo>
                    <a:pt x="718127" y="0"/>
                  </a:lnTo>
                  <a:lnTo>
                    <a:pt x="757439" y="19392"/>
                  </a:lnTo>
                  <a:lnTo>
                    <a:pt x="771525" y="53397"/>
                  </a:lnTo>
                  <a:lnTo>
                    <a:pt x="771525" y="165677"/>
                  </a:lnTo>
                  <a:lnTo>
                    <a:pt x="752132" y="204989"/>
                  </a:lnTo>
                  <a:lnTo>
                    <a:pt x="721843" y="218708"/>
                  </a:lnTo>
                  <a:lnTo>
                    <a:pt x="718127" y="219074"/>
                  </a:lnTo>
                  <a:close/>
                </a:path>
              </a:pathLst>
            </a:custGeom>
            <a:solidFill>
              <a:srgbClr val="FFE7E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1177924" y="1425575"/>
            <a:ext cx="64516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10" b="1">
                <a:solidFill>
                  <a:srgbClr val="FF6A5B"/>
                </a:solidFill>
                <a:latin typeface="Courier New"/>
                <a:cs typeface="Courier New"/>
              </a:rPr>
              <a:t>st.columns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35025" y="1716087"/>
            <a:ext cx="523875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spc="-20" b="1">
                <a:solidFill>
                  <a:srgbClr val="293283"/>
                </a:solidFill>
                <a:latin typeface="Cambria"/>
                <a:cs typeface="Cambria"/>
              </a:rPr>
              <a:t>U</a:t>
            </a:r>
            <a:r>
              <a:rPr dirty="0" sz="700" spc="-55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700" spc="-35" b="1">
                <a:solidFill>
                  <a:srgbClr val="293283"/>
                </a:solidFill>
                <a:latin typeface="Cambria"/>
                <a:cs typeface="Cambria"/>
              </a:rPr>
              <a:t>S</a:t>
            </a:r>
            <a:r>
              <a:rPr dirty="0" sz="700" spc="-55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700" b="1">
                <a:solidFill>
                  <a:srgbClr val="293283"/>
                </a:solidFill>
                <a:latin typeface="Cambria"/>
                <a:cs typeface="Cambria"/>
              </a:rPr>
              <a:t>E</a:t>
            </a:r>
            <a:r>
              <a:rPr dirty="0" sz="700" spc="170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700" spc="-40" b="1">
                <a:solidFill>
                  <a:srgbClr val="293283"/>
                </a:solidFill>
                <a:latin typeface="Cambria"/>
                <a:cs typeface="Cambria"/>
              </a:rPr>
              <a:t>W</a:t>
            </a:r>
            <a:r>
              <a:rPr dirty="0" sz="700" spc="-55" b="1">
                <a:solidFill>
                  <a:srgbClr val="293283"/>
                </a:solidFill>
                <a:latin typeface="Cambria"/>
                <a:cs typeface="Cambria"/>
              </a:rPr>
              <a:t> H </a:t>
            </a:r>
            <a:r>
              <a:rPr dirty="0" sz="700" spc="-65" b="1">
                <a:solidFill>
                  <a:srgbClr val="293283"/>
                </a:solidFill>
                <a:latin typeface="Cambria"/>
                <a:cs typeface="Cambria"/>
              </a:rPr>
              <a:t>E</a:t>
            </a:r>
            <a:r>
              <a:rPr dirty="0" sz="700" spc="-55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700" spc="-50" b="1">
                <a:solidFill>
                  <a:srgbClr val="293283"/>
                </a:solidFill>
                <a:latin typeface="Cambria"/>
                <a:cs typeface="Cambria"/>
              </a:rPr>
              <a:t>N</a:t>
            </a:r>
            <a:endParaRPr sz="70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749425" y="1695132"/>
            <a:ext cx="3943985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7600"/>
              </a:lnSpc>
              <a:spcBef>
                <a:spcPts val="95"/>
              </a:spcBef>
            </a:pP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Inputs 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and </a:t>
            </a:r>
            <a:r>
              <a:rPr dirty="0" sz="850" spc="-35">
                <a:solidFill>
                  <a:srgbClr val="4A4E6A"/>
                </a:solidFill>
                <a:latin typeface="Tahoma"/>
                <a:cs typeface="Tahoma"/>
              </a:rPr>
              <a:t>outputs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5">
                <a:solidFill>
                  <a:srgbClr val="4A4E6A"/>
                </a:solidFill>
                <a:latin typeface="Tahoma"/>
                <a:cs typeface="Tahoma"/>
              </a:rPr>
              <a:t>should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5">
                <a:solidFill>
                  <a:srgbClr val="4A4E6A"/>
                </a:solidFill>
                <a:latin typeface="Tahoma"/>
                <a:cs typeface="Tahoma"/>
              </a:rPr>
              <a:t>be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5">
                <a:solidFill>
                  <a:srgbClr val="4A4E6A"/>
                </a:solidFill>
                <a:latin typeface="Tahoma"/>
                <a:cs typeface="Tahoma"/>
              </a:rPr>
              <a:t>visible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0">
                <a:solidFill>
                  <a:srgbClr val="4A4E6A"/>
                </a:solidFill>
                <a:latin typeface="Tahoma"/>
                <a:cs typeface="Tahoma"/>
              </a:rPr>
              <a:t>together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0">
                <a:solidFill>
                  <a:srgbClr val="4A4E6A"/>
                </a:solidFill>
                <a:latin typeface="Tahoma"/>
                <a:cs typeface="Tahoma"/>
              </a:rPr>
              <a:t>on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5">
                <a:solidFill>
                  <a:srgbClr val="4A4E6A"/>
                </a:solidFill>
                <a:latin typeface="Tahoma"/>
                <a:cs typeface="Tahoma"/>
              </a:rPr>
              <a:t>one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0">
                <a:solidFill>
                  <a:srgbClr val="4A4E6A"/>
                </a:solidFill>
                <a:latin typeface="Tahoma"/>
                <a:cs typeface="Tahoma"/>
              </a:rPr>
              <a:t>screen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65">
                <a:solidFill>
                  <a:srgbClr val="4A4E6A"/>
                </a:solidFill>
                <a:latin typeface="Tahoma"/>
                <a:cs typeface="Tahoma"/>
              </a:rPr>
              <a:t>(e.g.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5">
                <a:solidFill>
                  <a:srgbClr val="4A4E6A"/>
                </a:solidFill>
                <a:latin typeface="Tahoma"/>
                <a:cs typeface="Tahoma"/>
              </a:rPr>
              <a:t>form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0">
                <a:solidFill>
                  <a:srgbClr val="4A4E6A"/>
                </a:solidFill>
                <a:latin typeface="Tahoma"/>
                <a:cs typeface="Tahoma"/>
              </a:rPr>
              <a:t>on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5">
                <a:solidFill>
                  <a:srgbClr val="4A4E6A"/>
                </a:solidFill>
                <a:latin typeface="Tahoma"/>
                <a:cs typeface="Tahoma"/>
              </a:rPr>
              <a:t>left,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0">
                <a:solidFill>
                  <a:srgbClr val="4A4E6A"/>
                </a:solidFill>
                <a:latin typeface="Tahoma"/>
                <a:cs typeface="Tahoma"/>
              </a:rPr>
              <a:t>preview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25">
                <a:solidFill>
                  <a:srgbClr val="4A4E6A"/>
                </a:solidFill>
                <a:latin typeface="Tahoma"/>
                <a:cs typeface="Tahoma"/>
              </a:rPr>
              <a:t>on </a:t>
            </a:r>
            <a:r>
              <a:rPr dirty="0" sz="850" spc="-10">
                <a:solidFill>
                  <a:srgbClr val="4A4E6A"/>
                </a:solidFill>
                <a:latin typeface="Tahoma"/>
                <a:cs typeface="Tahoma"/>
              </a:rPr>
              <a:t>right).</a:t>
            </a:r>
            <a:endParaRPr sz="85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09624" y="2058987"/>
            <a:ext cx="4689475" cy="1568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dirty="0" baseline="11904" sz="1050" spc="-67" b="1">
                <a:solidFill>
                  <a:srgbClr val="FF6A5B"/>
                </a:solidFill>
                <a:latin typeface="Cambria"/>
                <a:cs typeface="Cambria"/>
              </a:rPr>
              <a:t>D</a:t>
            </a:r>
            <a:r>
              <a:rPr dirty="0" baseline="11904" sz="1050" spc="-75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baseline="11904" sz="1050" spc="-15" b="1">
                <a:solidFill>
                  <a:srgbClr val="FF6A5B"/>
                </a:solidFill>
                <a:latin typeface="Cambria"/>
                <a:cs typeface="Cambria"/>
              </a:rPr>
              <a:t>O</a:t>
            </a:r>
            <a:r>
              <a:rPr dirty="0" baseline="11904" sz="1050" spc="-75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baseline="11904" sz="1050" spc="-15" b="1">
                <a:solidFill>
                  <a:srgbClr val="FF6A5B"/>
                </a:solidFill>
                <a:latin typeface="Cambria"/>
                <a:cs typeface="Cambria"/>
              </a:rPr>
              <a:t>N</a:t>
            </a:r>
            <a:r>
              <a:rPr dirty="0" baseline="11904" sz="1050" spc="-75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baseline="11904" sz="1050" spc="-15" b="1">
                <a:solidFill>
                  <a:srgbClr val="FF6A5B"/>
                </a:solidFill>
                <a:latin typeface="Cambria"/>
                <a:cs typeface="Cambria"/>
              </a:rPr>
              <a:t>'</a:t>
            </a:r>
            <a:r>
              <a:rPr dirty="0" baseline="11904" sz="1050" spc="-75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baseline="11904" sz="1050" b="1">
                <a:solidFill>
                  <a:srgbClr val="FF6A5B"/>
                </a:solidFill>
                <a:latin typeface="Cambria"/>
                <a:cs typeface="Cambria"/>
              </a:rPr>
              <a:t>T</a:t>
            </a:r>
            <a:r>
              <a:rPr dirty="0" baseline="11904" sz="1050" spc="337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baseline="11904" sz="1050" spc="-30" b="1">
                <a:solidFill>
                  <a:srgbClr val="FF6A5B"/>
                </a:solidFill>
                <a:latin typeface="Cambria"/>
                <a:cs typeface="Cambria"/>
              </a:rPr>
              <a:t>U</a:t>
            </a:r>
            <a:r>
              <a:rPr dirty="0" baseline="11904" sz="1050" spc="-75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baseline="11904" sz="1050" spc="-52" b="1">
                <a:solidFill>
                  <a:srgbClr val="FF6A5B"/>
                </a:solidFill>
                <a:latin typeface="Cambria"/>
                <a:cs typeface="Cambria"/>
              </a:rPr>
              <a:t>S</a:t>
            </a:r>
            <a:r>
              <a:rPr dirty="0" baseline="11904" sz="1050" spc="-75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baseline="11904" sz="1050" b="1">
                <a:solidFill>
                  <a:srgbClr val="FF6A5B"/>
                </a:solidFill>
                <a:latin typeface="Cambria"/>
                <a:cs typeface="Cambria"/>
              </a:rPr>
              <a:t>E</a:t>
            </a:r>
            <a:r>
              <a:rPr dirty="0" baseline="11904" sz="1050" spc="33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baseline="11904" sz="1050" spc="-60" b="1">
                <a:solidFill>
                  <a:srgbClr val="FF6A5B"/>
                </a:solidFill>
                <a:latin typeface="Cambria"/>
                <a:cs typeface="Cambria"/>
              </a:rPr>
              <a:t>W</a:t>
            </a:r>
            <a:r>
              <a:rPr dirty="0" baseline="11904" sz="1050" spc="-67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baseline="11904" sz="1050" spc="-82" b="1">
                <a:solidFill>
                  <a:srgbClr val="FF6A5B"/>
                </a:solidFill>
                <a:latin typeface="Cambria"/>
                <a:cs typeface="Cambria"/>
              </a:rPr>
              <a:t>H</a:t>
            </a:r>
            <a:r>
              <a:rPr dirty="0" baseline="11904" sz="1050" spc="-75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baseline="11904" sz="1050" spc="-97" b="1">
                <a:solidFill>
                  <a:srgbClr val="FF6A5B"/>
                </a:solidFill>
                <a:latin typeface="Cambria"/>
                <a:cs typeface="Cambria"/>
              </a:rPr>
              <a:t>E</a:t>
            </a:r>
            <a:r>
              <a:rPr dirty="0" baseline="11904" sz="1050" spc="-75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baseline="11904" sz="1050" b="1">
                <a:solidFill>
                  <a:srgbClr val="FF6A5B"/>
                </a:solidFill>
                <a:latin typeface="Cambria"/>
                <a:cs typeface="Cambria"/>
              </a:rPr>
              <a:t>N</a:t>
            </a:r>
            <a:r>
              <a:rPr dirty="0" baseline="11904" sz="1050" spc="697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850" spc="-70">
                <a:solidFill>
                  <a:srgbClr val="4A4E6A"/>
                </a:solidFill>
                <a:latin typeface="Tahoma"/>
                <a:cs typeface="Tahoma"/>
              </a:rPr>
              <a:t>You 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have</a:t>
            </a:r>
            <a:r>
              <a:rPr dirty="0" sz="850" spc="-7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5">
                <a:solidFill>
                  <a:srgbClr val="4A4E6A"/>
                </a:solidFill>
                <a:latin typeface="Tahoma"/>
                <a:cs typeface="Tahoma"/>
              </a:rPr>
              <a:t>more</a:t>
            </a:r>
            <a:r>
              <a:rPr dirty="0" sz="850" spc="-7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5">
                <a:solidFill>
                  <a:srgbClr val="4A4E6A"/>
                </a:solidFill>
                <a:latin typeface="Tahoma"/>
                <a:cs typeface="Tahoma"/>
              </a:rPr>
              <a:t>than</a:t>
            </a:r>
            <a:r>
              <a:rPr dirty="0" sz="850" spc="-7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3–</a:t>
            </a:r>
            <a:r>
              <a:rPr dirty="0" sz="850" spc="-35">
                <a:solidFill>
                  <a:srgbClr val="4A4E6A"/>
                </a:solidFill>
                <a:latin typeface="Tahoma"/>
                <a:cs typeface="Tahoma"/>
              </a:rPr>
              <a:t>4</a:t>
            </a:r>
            <a:r>
              <a:rPr dirty="0" sz="850" spc="-7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widgets</a:t>
            </a:r>
            <a:r>
              <a:rPr dirty="0" sz="85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5">
                <a:solidFill>
                  <a:srgbClr val="4A4E6A"/>
                </a:solidFill>
                <a:latin typeface="Tahoma"/>
                <a:cs typeface="Tahoma"/>
              </a:rPr>
              <a:t>per</a:t>
            </a:r>
            <a:r>
              <a:rPr dirty="0" sz="850" spc="-7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5">
                <a:solidFill>
                  <a:srgbClr val="4A4E6A"/>
                </a:solidFill>
                <a:latin typeface="Tahoma"/>
                <a:cs typeface="Tahoma"/>
              </a:rPr>
              <a:t>column</a:t>
            </a:r>
            <a:r>
              <a:rPr dirty="0" sz="850" spc="-7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>
                <a:solidFill>
                  <a:srgbClr val="4A4E6A"/>
                </a:solidFill>
                <a:latin typeface="Tahoma"/>
                <a:cs typeface="Tahoma"/>
              </a:rPr>
              <a:t>—</a:t>
            </a:r>
            <a:r>
              <a:rPr dirty="0" sz="850" spc="-7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10">
                <a:solidFill>
                  <a:srgbClr val="4A4E6A"/>
                </a:solidFill>
                <a:latin typeface="Tahoma"/>
                <a:cs typeface="Tahoma"/>
              </a:rPr>
              <a:t>it</a:t>
            </a:r>
            <a:r>
              <a:rPr dirty="0" sz="85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gets</a:t>
            </a:r>
            <a:r>
              <a:rPr dirty="0" sz="850" spc="-7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cramped.</a:t>
            </a:r>
            <a:r>
              <a:rPr dirty="0" sz="850" spc="-7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0">
                <a:solidFill>
                  <a:srgbClr val="4A4E6A"/>
                </a:solidFill>
                <a:latin typeface="Tahoma"/>
                <a:cs typeface="Tahoma"/>
              </a:rPr>
              <a:t>Use</a:t>
            </a:r>
            <a:r>
              <a:rPr dirty="0" sz="850" spc="-7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0">
                <a:solidFill>
                  <a:srgbClr val="4A4E6A"/>
                </a:solidFill>
                <a:latin typeface="Tahoma"/>
                <a:cs typeface="Tahoma"/>
              </a:rPr>
              <a:t>sidebar</a:t>
            </a:r>
            <a:r>
              <a:rPr dirty="0" sz="85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10">
                <a:solidFill>
                  <a:srgbClr val="4A4E6A"/>
                </a:solidFill>
                <a:latin typeface="Tahoma"/>
                <a:cs typeface="Tahoma"/>
              </a:rPr>
              <a:t>instead.</a:t>
            </a:r>
            <a:endParaRPr sz="850">
              <a:latin typeface="Tahoma"/>
              <a:cs typeface="Tahom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153148" y="1285874"/>
            <a:ext cx="5353050" cy="1600200"/>
            <a:chOff x="6153148" y="1285874"/>
            <a:chExt cx="5353050" cy="1600200"/>
          </a:xfrm>
        </p:grpSpPr>
        <p:sp>
          <p:nvSpPr>
            <p:cNvPr id="15" name="object 15"/>
            <p:cNvSpPr/>
            <p:nvPr/>
          </p:nvSpPr>
          <p:spPr>
            <a:xfrm>
              <a:off x="6157911" y="1290637"/>
              <a:ext cx="5343525" cy="1590675"/>
            </a:xfrm>
            <a:custGeom>
              <a:avLst/>
              <a:gdLst/>
              <a:ahLst/>
              <a:cxnLst/>
              <a:rect l="l" t="t" r="r" b="b"/>
              <a:pathLst>
                <a:path w="5343525" h="1590675">
                  <a:moveTo>
                    <a:pt x="5241179" y="1590674"/>
                  </a:moveTo>
                  <a:lnTo>
                    <a:pt x="102345" y="1590674"/>
                  </a:lnTo>
                  <a:lnTo>
                    <a:pt x="95222" y="1589972"/>
                  </a:lnTo>
                  <a:lnTo>
                    <a:pt x="54661" y="1576210"/>
                  </a:lnTo>
                  <a:lnTo>
                    <a:pt x="22456" y="1547972"/>
                  </a:lnTo>
                  <a:lnTo>
                    <a:pt x="3507" y="1509560"/>
                  </a:lnTo>
                  <a:lnTo>
                    <a:pt x="0" y="1488329"/>
                  </a:lnTo>
                  <a:lnTo>
                    <a:pt x="0" y="1481137"/>
                  </a:lnTo>
                  <a:lnTo>
                    <a:pt x="0" y="102345"/>
                  </a:lnTo>
                  <a:lnTo>
                    <a:pt x="11090" y="60974"/>
                  </a:lnTo>
                  <a:lnTo>
                    <a:pt x="37169" y="26996"/>
                  </a:lnTo>
                  <a:lnTo>
                    <a:pt x="74264" y="5585"/>
                  </a:lnTo>
                  <a:lnTo>
                    <a:pt x="102345" y="0"/>
                  </a:lnTo>
                  <a:lnTo>
                    <a:pt x="5241179" y="0"/>
                  </a:lnTo>
                  <a:lnTo>
                    <a:pt x="5282549" y="11090"/>
                  </a:lnTo>
                  <a:lnTo>
                    <a:pt x="5316527" y="37168"/>
                  </a:lnTo>
                  <a:lnTo>
                    <a:pt x="5337938" y="74263"/>
                  </a:lnTo>
                  <a:lnTo>
                    <a:pt x="5343524" y="102345"/>
                  </a:lnTo>
                  <a:lnTo>
                    <a:pt x="5343524" y="1488329"/>
                  </a:lnTo>
                  <a:lnTo>
                    <a:pt x="5332433" y="1529700"/>
                  </a:lnTo>
                  <a:lnTo>
                    <a:pt x="5306356" y="1563677"/>
                  </a:lnTo>
                  <a:lnTo>
                    <a:pt x="5269259" y="1585088"/>
                  </a:lnTo>
                  <a:lnTo>
                    <a:pt x="5248303" y="1589972"/>
                  </a:lnTo>
                  <a:lnTo>
                    <a:pt x="5241179" y="15906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6157911" y="1290637"/>
              <a:ext cx="5343525" cy="1590675"/>
            </a:xfrm>
            <a:custGeom>
              <a:avLst/>
              <a:gdLst/>
              <a:ahLst/>
              <a:cxnLst/>
              <a:rect l="l" t="t" r="r" b="b"/>
              <a:pathLst>
                <a:path w="5343525" h="1590675">
                  <a:moveTo>
                    <a:pt x="0" y="1481137"/>
                  </a:moveTo>
                  <a:lnTo>
                    <a:pt x="0" y="109537"/>
                  </a:lnTo>
                  <a:lnTo>
                    <a:pt x="0" y="102345"/>
                  </a:lnTo>
                  <a:lnTo>
                    <a:pt x="701" y="95221"/>
                  </a:lnTo>
                  <a:lnTo>
                    <a:pt x="2104" y="88167"/>
                  </a:lnTo>
                  <a:lnTo>
                    <a:pt x="3507" y="81113"/>
                  </a:lnTo>
                  <a:lnTo>
                    <a:pt x="5585" y="74263"/>
                  </a:lnTo>
                  <a:lnTo>
                    <a:pt x="8337" y="67619"/>
                  </a:lnTo>
                  <a:lnTo>
                    <a:pt x="11090" y="60974"/>
                  </a:lnTo>
                  <a:lnTo>
                    <a:pt x="14464" y="54661"/>
                  </a:lnTo>
                  <a:lnTo>
                    <a:pt x="42702" y="22456"/>
                  </a:lnTo>
                  <a:lnTo>
                    <a:pt x="48681" y="18460"/>
                  </a:lnTo>
                  <a:lnTo>
                    <a:pt x="54661" y="14464"/>
                  </a:lnTo>
                  <a:lnTo>
                    <a:pt x="88167" y="2104"/>
                  </a:lnTo>
                  <a:lnTo>
                    <a:pt x="95222" y="701"/>
                  </a:lnTo>
                  <a:lnTo>
                    <a:pt x="102345" y="0"/>
                  </a:lnTo>
                  <a:lnTo>
                    <a:pt x="109538" y="0"/>
                  </a:lnTo>
                  <a:lnTo>
                    <a:pt x="5233987" y="0"/>
                  </a:lnTo>
                  <a:lnTo>
                    <a:pt x="5241179" y="0"/>
                  </a:lnTo>
                  <a:lnTo>
                    <a:pt x="5248303" y="701"/>
                  </a:lnTo>
                  <a:lnTo>
                    <a:pt x="5255357" y="2104"/>
                  </a:lnTo>
                  <a:lnTo>
                    <a:pt x="5262411" y="3507"/>
                  </a:lnTo>
                  <a:lnTo>
                    <a:pt x="5294843" y="18460"/>
                  </a:lnTo>
                  <a:lnTo>
                    <a:pt x="5300823" y="22456"/>
                  </a:lnTo>
                  <a:lnTo>
                    <a:pt x="5306356" y="26996"/>
                  </a:lnTo>
                  <a:lnTo>
                    <a:pt x="5311442" y="32082"/>
                  </a:lnTo>
                  <a:lnTo>
                    <a:pt x="5316527" y="37168"/>
                  </a:lnTo>
                  <a:lnTo>
                    <a:pt x="5337938" y="74263"/>
                  </a:lnTo>
                  <a:lnTo>
                    <a:pt x="5341419" y="88167"/>
                  </a:lnTo>
                  <a:lnTo>
                    <a:pt x="5342822" y="95221"/>
                  </a:lnTo>
                  <a:lnTo>
                    <a:pt x="5343524" y="102345"/>
                  </a:lnTo>
                  <a:lnTo>
                    <a:pt x="5343525" y="109537"/>
                  </a:lnTo>
                  <a:lnTo>
                    <a:pt x="5343525" y="1481137"/>
                  </a:lnTo>
                  <a:lnTo>
                    <a:pt x="5343524" y="1488329"/>
                  </a:lnTo>
                  <a:lnTo>
                    <a:pt x="5342822" y="1495452"/>
                  </a:lnTo>
                  <a:lnTo>
                    <a:pt x="5341419" y="1502506"/>
                  </a:lnTo>
                  <a:lnTo>
                    <a:pt x="5340016" y="1509560"/>
                  </a:lnTo>
                  <a:lnTo>
                    <a:pt x="5337938" y="1516410"/>
                  </a:lnTo>
                  <a:lnTo>
                    <a:pt x="5335186" y="1523055"/>
                  </a:lnTo>
                  <a:lnTo>
                    <a:pt x="5332433" y="1529700"/>
                  </a:lnTo>
                  <a:lnTo>
                    <a:pt x="5311442" y="1558591"/>
                  </a:lnTo>
                  <a:lnTo>
                    <a:pt x="5306356" y="1563677"/>
                  </a:lnTo>
                  <a:lnTo>
                    <a:pt x="5275904" y="1582336"/>
                  </a:lnTo>
                  <a:lnTo>
                    <a:pt x="5269259" y="1585088"/>
                  </a:lnTo>
                  <a:lnTo>
                    <a:pt x="5262411" y="1587166"/>
                  </a:lnTo>
                  <a:lnTo>
                    <a:pt x="5255357" y="1588569"/>
                  </a:lnTo>
                  <a:lnTo>
                    <a:pt x="5248303" y="1589972"/>
                  </a:lnTo>
                  <a:lnTo>
                    <a:pt x="5241179" y="1590674"/>
                  </a:lnTo>
                  <a:lnTo>
                    <a:pt x="5233987" y="1590674"/>
                  </a:lnTo>
                  <a:lnTo>
                    <a:pt x="109538" y="1590674"/>
                  </a:lnTo>
                  <a:lnTo>
                    <a:pt x="102345" y="1590674"/>
                  </a:lnTo>
                  <a:lnTo>
                    <a:pt x="95222" y="1589972"/>
                  </a:lnTo>
                  <a:lnTo>
                    <a:pt x="88167" y="1588569"/>
                  </a:lnTo>
                  <a:lnTo>
                    <a:pt x="81113" y="1587166"/>
                  </a:lnTo>
                  <a:lnTo>
                    <a:pt x="74264" y="1585088"/>
                  </a:lnTo>
                  <a:lnTo>
                    <a:pt x="67619" y="1582336"/>
                  </a:lnTo>
                  <a:lnTo>
                    <a:pt x="60974" y="1579583"/>
                  </a:lnTo>
                  <a:lnTo>
                    <a:pt x="26997" y="1553505"/>
                  </a:lnTo>
                  <a:lnTo>
                    <a:pt x="8337" y="1523055"/>
                  </a:lnTo>
                  <a:lnTo>
                    <a:pt x="5585" y="1516410"/>
                  </a:lnTo>
                  <a:lnTo>
                    <a:pt x="3507" y="1509560"/>
                  </a:lnTo>
                  <a:lnTo>
                    <a:pt x="2104" y="1502506"/>
                  </a:lnTo>
                  <a:lnTo>
                    <a:pt x="701" y="1495452"/>
                  </a:lnTo>
                  <a:lnTo>
                    <a:pt x="0" y="1488329"/>
                  </a:lnTo>
                  <a:lnTo>
                    <a:pt x="0" y="1481137"/>
                  </a:lnTo>
                  <a:close/>
                </a:path>
              </a:pathLst>
            </a:custGeom>
            <a:ln w="9524">
              <a:solidFill>
                <a:srgbClr val="E4DED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34124" y="1463674"/>
              <a:ext cx="133350" cy="101600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6581774" y="1409699"/>
              <a:ext cx="771525" cy="219075"/>
            </a:xfrm>
            <a:custGeom>
              <a:avLst/>
              <a:gdLst/>
              <a:ahLst/>
              <a:cxnLst/>
              <a:rect l="l" t="t" r="r" b="b"/>
              <a:pathLst>
                <a:path w="771525" h="219075">
                  <a:moveTo>
                    <a:pt x="718127" y="219074"/>
                  </a:moveTo>
                  <a:lnTo>
                    <a:pt x="53397" y="219074"/>
                  </a:lnTo>
                  <a:lnTo>
                    <a:pt x="49680" y="218708"/>
                  </a:lnTo>
                  <a:lnTo>
                    <a:pt x="14084" y="199682"/>
                  </a:lnTo>
                  <a:lnTo>
                    <a:pt x="0" y="165677"/>
                  </a:lnTo>
                  <a:lnTo>
                    <a:pt x="0" y="161924"/>
                  </a:lnTo>
                  <a:lnTo>
                    <a:pt x="0" y="53397"/>
                  </a:lnTo>
                  <a:lnTo>
                    <a:pt x="19391" y="14085"/>
                  </a:lnTo>
                  <a:lnTo>
                    <a:pt x="53397" y="0"/>
                  </a:lnTo>
                  <a:lnTo>
                    <a:pt x="718127" y="0"/>
                  </a:lnTo>
                  <a:lnTo>
                    <a:pt x="757439" y="19392"/>
                  </a:lnTo>
                  <a:lnTo>
                    <a:pt x="771524" y="53397"/>
                  </a:lnTo>
                  <a:lnTo>
                    <a:pt x="771524" y="165677"/>
                  </a:lnTo>
                  <a:lnTo>
                    <a:pt x="752132" y="204989"/>
                  </a:lnTo>
                  <a:lnTo>
                    <a:pt x="721843" y="218708"/>
                  </a:lnTo>
                  <a:lnTo>
                    <a:pt x="718127" y="219074"/>
                  </a:lnTo>
                  <a:close/>
                </a:path>
              </a:pathLst>
            </a:custGeom>
            <a:solidFill>
              <a:srgbClr val="FFE7E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6645275" y="1425575"/>
            <a:ext cx="64516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10" b="1">
                <a:solidFill>
                  <a:srgbClr val="FF6A5B"/>
                </a:solidFill>
                <a:latin typeface="Courier New"/>
                <a:cs typeface="Courier New"/>
              </a:rPr>
              <a:t>st.sidebar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302374" y="1716087"/>
            <a:ext cx="523875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spc="-20" b="1">
                <a:solidFill>
                  <a:srgbClr val="293283"/>
                </a:solidFill>
                <a:latin typeface="Cambria"/>
                <a:cs typeface="Cambria"/>
              </a:rPr>
              <a:t>U</a:t>
            </a:r>
            <a:r>
              <a:rPr dirty="0" sz="700" spc="-55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700" spc="-35" b="1">
                <a:solidFill>
                  <a:srgbClr val="293283"/>
                </a:solidFill>
                <a:latin typeface="Cambria"/>
                <a:cs typeface="Cambria"/>
              </a:rPr>
              <a:t>S</a:t>
            </a:r>
            <a:r>
              <a:rPr dirty="0" sz="700" spc="-55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700" b="1">
                <a:solidFill>
                  <a:srgbClr val="293283"/>
                </a:solidFill>
                <a:latin typeface="Cambria"/>
                <a:cs typeface="Cambria"/>
              </a:rPr>
              <a:t>E</a:t>
            </a:r>
            <a:r>
              <a:rPr dirty="0" sz="700" spc="170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700" spc="-40" b="1">
                <a:solidFill>
                  <a:srgbClr val="293283"/>
                </a:solidFill>
                <a:latin typeface="Cambria"/>
                <a:cs typeface="Cambria"/>
              </a:rPr>
              <a:t>W</a:t>
            </a:r>
            <a:r>
              <a:rPr dirty="0" sz="700" spc="-55" b="1">
                <a:solidFill>
                  <a:srgbClr val="293283"/>
                </a:solidFill>
                <a:latin typeface="Cambria"/>
                <a:cs typeface="Cambria"/>
              </a:rPr>
              <a:t> H </a:t>
            </a:r>
            <a:r>
              <a:rPr dirty="0" sz="700" spc="-65" b="1">
                <a:solidFill>
                  <a:srgbClr val="293283"/>
                </a:solidFill>
                <a:latin typeface="Cambria"/>
                <a:cs typeface="Cambria"/>
              </a:rPr>
              <a:t>E</a:t>
            </a:r>
            <a:r>
              <a:rPr dirty="0" sz="700" spc="-55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700" spc="-50" b="1">
                <a:solidFill>
                  <a:srgbClr val="293283"/>
                </a:solidFill>
                <a:latin typeface="Cambria"/>
                <a:cs typeface="Cambria"/>
              </a:rPr>
              <a:t>N</a:t>
            </a:r>
            <a:endParaRPr sz="700">
              <a:latin typeface="Cambria"/>
              <a:cs typeface="Cambr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216775" y="1716087"/>
            <a:ext cx="3515360" cy="1568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850" spc="-40">
                <a:solidFill>
                  <a:srgbClr val="4A4E6A"/>
                </a:solidFill>
                <a:latin typeface="Tahoma"/>
                <a:cs typeface="Tahoma"/>
              </a:rPr>
              <a:t>Controls</a:t>
            </a:r>
            <a:r>
              <a:rPr dirty="0" sz="850" spc="-3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25">
                <a:solidFill>
                  <a:srgbClr val="4A4E6A"/>
                </a:solidFill>
                <a:latin typeface="Tahoma"/>
                <a:cs typeface="Tahoma"/>
              </a:rPr>
              <a:t>don't</a:t>
            </a:r>
            <a:r>
              <a:rPr dirty="0" sz="850" spc="-3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change</a:t>
            </a:r>
            <a:r>
              <a:rPr dirty="0" sz="850" spc="-3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5">
                <a:solidFill>
                  <a:srgbClr val="4A4E6A"/>
                </a:solidFill>
                <a:latin typeface="Tahoma"/>
                <a:cs typeface="Tahoma"/>
              </a:rPr>
              <a:t>often,</a:t>
            </a:r>
            <a:r>
              <a:rPr dirty="0" sz="850" spc="-30">
                <a:solidFill>
                  <a:srgbClr val="4A4E6A"/>
                </a:solidFill>
                <a:latin typeface="Tahoma"/>
                <a:cs typeface="Tahoma"/>
              </a:rPr>
              <a:t> output 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updates</a:t>
            </a:r>
            <a:r>
              <a:rPr dirty="0" sz="850" spc="-3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frequently.</a:t>
            </a:r>
            <a:r>
              <a:rPr dirty="0" sz="850" spc="-3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55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850" spc="-3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dashboard</a:t>
            </a:r>
            <a:r>
              <a:rPr dirty="0" sz="850" spc="-3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10">
                <a:solidFill>
                  <a:srgbClr val="4A4E6A"/>
                </a:solidFill>
                <a:latin typeface="Tahoma"/>
                <a:cs typeface="Tahoma"/>
              </a:rPr>
              <a:t>pattern.</a:t>
            </a:r>
            <a:endParaRPr sz="85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276974" y="1906587"/>
            <a:ext cx="5098415" cy="1568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dirty="0" baseline="11904" sz="1050" spc="-67" b="1">
                <a:solidFill>
                  <a:srgbClr val="FF6A5B"/>
                </a:solidFill>
                <a:latin typeface="Cambria"/>
                <a:cs typeface="Cambria"/>
              </a:rPr>
              <a:t>D</a:t>
            </a:r>
            <a:r>
              <a:rPr dirty="0" baseline="11904" sz="1050" spc="-75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baseline="11904" sz="1050" spc="-15" b="1">
                <a:solidFill>
                  <a:srgbClr val="FF6A5B"/>
                </a:solidFill>
                <a:latin typeface="Cambria"/>
                <a:cs typeface="Cambria"/>
              </a:rPr>
              <a:t>O</a:t>
            </a:r>
            <a:r>
              <a:rPr dirty="0" baseline="11904" sz="1050" spc="-75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baseline="11904" sz="1050" spc="-15" b="1">
                <a:solidFill>
                  <a:srgbClr val="FF6A5B"/>
                </a:solidFill>
                <a:latin typeface="Cambria"/>
                <a:cs typeface="Cambria"/>
              </a:rPr>
              <a:t>N</a:t>
            </a:r>
            <a:r>
              <a:rPr dirty="0" baseline="11904" sz="1050" spc="-67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baseline="11904" sz="1050" spc="-15" b="1">
                <a:solidFill>
                  <a:srgbClr val="FF6A5B"/>
                </a:solidFill>
                <a:latin typeface="Cambria"/>
                <a:cs typeface="Cambria"/>
              </a:rPr>
              <a:t>'</a:t>
            </a:r>
            <a:r>
              <a:rPr dirty="0" baseline="11904" sz="1050" spc="-75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baseline="11904" sz="1050" b="1">
                <a:solidFill>
                  <a:srgbClr val="FF6A5B"/>
                </a:solidFill>
                <a:latin typeface="Cambria"/>
                <a:cs typeface="Cambria"/>
              </a:rPr>
              <a:t>T</a:t>
            </a:r>
            <a:r>
              <a:rPr dirty="0" baseline="11904" sz="1050" spc="345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baseline="11904" sz="1050" spc="-30" b="1">
                <a:solidFill>
                  <a:srgbClr val="FF6A5B"/>
                </a:solidFill>
                <a:latin typeface="Cambria"/>
                <a:cs typeface="Cambria"/>
              </a:rPr>
              <a:t>U</a:t>
            </a:r>
            <a:r>
              <a:rPr dirty="0" baseline="11904" sz="1050" spc="-75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baseline="11904" sz="1050" spc="-52" b="1">
                <a:solidFill>
                  <a:srgbClr val="FF6A5B"/>
                </a:solidFill>
                <a:latin typeface="Cambria"/>
                <a:cs typeface="Cambria"/>
              </a:rPr>
              <a:t>S</a:t>
            </a:r>
            <a:r>
              <a:rPr dirty="0" baseline="11904" sz="1050" spc="-67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baseline="11904" sz="1050" b="1">
                <a:solidFill>
                  <a:srgbClr val="FF6A5B"/>
                </a:solidFill>
                <a:latin typeface="Cambria"/>
                <a:cs typeface="Cambria"/>
              </a:rPr>
              <a:t>E</a:t>
            </a:r>
            <a:r>
              <a:rPr dirty="0" baseline="11904" sz="1050" spc="337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baseline="11904" sz="1050" spc="-60" b="1">
                <a:solidFill>
                  <a:srgbClr val="FF6A5B"/>
                </a:solidFill>
                <a:latin typeface="Cambria"/>
                <a:cs typeface="Cambria"/>
              </a:rPr>
              <a:t>W</a:t>
            </a:r>
            <a:r>
              <a:rPr dirty="0" baseline="11904" sz="1050" spc="-75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baseline="11904" sz="1050" spc="-82" b="1">
                <a:solidFill>
                  <a:srgbClr val="FF6A5B"/>
                </a:solidFill>
                <a:latin typeface="Cambria"/>
                <a:cs typeface="Cambria"/>
              </a:rPr>
              <a:t>H</a:t>
            </a:r>
            <a:r>
              <a:rPr dirty="0" baseline="11904" sz="1050" spc="-67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baseline="11904" sz="1050" spc="-97" b="1">
                <a:solidFill>
                  <a:srgbClr val="FF6A5B"/>
                </a:solidFill>
                <a:latin typeface="Cambria"/>
                <a:cs typeface="Cambria"/>
              </a:rPr>
              <a:t>E</a:t>
            </a:r>
            <a:r>
              <a:rPr dirty="0" baseline="11904" sz="1050" spc="-75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baseline="11904" sz="1050" b="1">
                <a:solidFill>
                  <a:srgbClr val="FF6A5B"/>
                </a:solidFill>
                <a:latin typeface="Cambria"/>
                <a:cs typeface="Cambria"/>
              </a:rPr>
              <a:t>N</a:t>
            </a:r>
            <a:r>
              <a:rPr dirty="0" baseline="11904" sz="1050" spc="712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850" spc="-70">
                <a:solidFill>
                  <a:srgbClr val="4A4E6A"/>
                </a:solidFill>
                <a:latin typeface="Tahoma"/>
                <a:cs typeface="Tahoma"/>
              </a:rPr>
              <a:t>You 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have</a:t>
            </a:r>
            <a:r>
              <a:rPr dirty="0" sz="85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5">
                <a:solidFill>
                  <a:srgbClr val="4A4E6A"/>
                </a:solidFill>
                <a:latin typeface="Tahoma"/>
                <a:cs typeface="Tahoma"/>
              </a:rPr>
              <a:t>only</a:t>
            </a:r>
            <a:r>
              <a:rPr dirty="0" sz="850" spc="-7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1–</a:t>
            </a:r>
            <a:r>
              <a:rPr dirty="0" sz="850" spc="-35">
                <a:solidFill>
                  <a:srgbClr val="4A4E6A"/>
                </a:solidFill>
                <a:latin typeface="Tahoma"/>
                <a:cs typeface="Tahoma"/>
              </a:rPr>
              <a:t>2</a:t>
            </a:r>
            <a:r>
              <a:rPr dirty="0" sz="85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5">
                <a:solidFill>
                  <a:srgbClr val="4A4E6A"/>
                </a:solidFill>
                <a:latin typeface="Tahoma"/>
                <a:cs typeface="Tahoma"/>
              </a:rPr>
              <a:t>controls</a:t>
            </a:r>
            <a:r>
              <a:rPr dirty="0" sz="85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>
                <a:solidFill>
                  <a:srgbClr val="4A4E6A"/>
                </a:solidFill>
                <a:latin typeface="Tahoma"/>
                <a:cs typeface="Tahoma"/>
              </a:rPr>
              <a:t>—</a:t>
            </a:r>
            <a:r>
              <a:rPr dirty="0" sz="850" spc="-7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a</a:t>
            </a:r>
            <a:r>
              <a:rPr dirty="0" sz="85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0">
                <a:solidFill>
                  <a:srgbClr val="4A4E6A"/>
                </a:solidFill>
                <a:latin typeface="Tahoma"/>
                <a:cs typeface="Tahoma"/>
              </a:rPr>
              <a:t>sidebar</a:t>
            </a:r>
            <a:r>
              <a:rPr dirty="0" sz="85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0">
                <a:solidFill>
                  <a:srgbClr val="4A4E6A"/>
                </a:solidFill>
                <a:latin typeface="Tahoma"/>
                <a:cs typeface="Tahoma"/>
              </a:rPr>
              <a:t>feels</a:t>
            </a:r>
            <a:r>
              <a:rPr dirty="0" sz="850" spc="-7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55">
                <a:solidFill>
                  <a:srgbClr val="4A4E6A"/>
                </a:solidFill>
                <a:latin typeface="Tahoma"/>
                <a:cs typeface="Tahoma"/>
              </a:rPr>
              <a:t>empty.</a:t>
            </a:r>
            <a:r>
              <a:rPr dirty="0" sz="85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55">
                <a:solidFill>
                  <a:srgbClr val="4A4E6A"/>
                </a:solidFill>
                <a:latin typeface="Tahoma"/>
                <a:cs typeface="Tahoma"/>
              </a:rPr>
              <a:t>Just</a:t>
            </a:r>
            <a:r>
              <a:rPr dirty="0" sz="85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0">
                <a:solidFill>
                  <a:srgbClr val="4A4E6A"/>
                </a:solidFill>
                <a:latin typeface="Tahoma"/>
                <a:cs typeface="Tahoma"/>
              </a:rPr>
              <a:t>put</a:t>
            </a:r>
            <a:r>
              <a:rPr dirty="0" sz="85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5">
                <a:solidFill>
                  <a:srgbClr val="4A4E6A"/>
                </a:solidFill>
                <a:latin typeface="Tahoma"/>
                <a:cs typeface="Tahoma"/>
              </a:rPr>
              <a:t>them</a:t>
            </a:r>
            <a:r>
              <a:rPr dirty="0" sz="850" spc="-7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5">
                <a:solidFill>
                  <a:srgbClr val="4A4E6A"/>
                </a:solidFill>
                <a:latin typeface="Tahoma"/>
                <a:cs typeface="Tahoma"/>
              </a:rPr>
              <a:t>at</a:t>
            </a:r>
            <a:r>
              <a:rPr dirty="0" sz="85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0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85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25">
                <a:solidFill>
                  <a:srgbClr val="4A4E6A"/>
                </a:solidFill>
                <a:latin typeface="Tahoma"/>
                <a:cs typeface="Tahoma"/>
              </a:rPr>
              <a:t>top</a:t>
            </a:r>
            <a:r>
              <a:rPr dirty="0" sz="850" spc="-7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25">
                <a:solidFill>
                  <a:srgbClr val="4A4E6A"/>
                </a:solidFill>
                <a:latin typeface="Tahoma"/>
                <a:cs typeface="Tahoma"/>
              </a:rPr>
              <a:t>of</a:t>
            </a:r>
            <a:r>
              <a:rPr dirty="0" sz="85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0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85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0">
                <a:solidFill>
                  <a:srgbClr val="4A4E6A"/>
                </a:solidFill>
                <a:latin typeface="Tahoma"/>
                <a:cs typeface="Tahoma"/>
              </a:rPr>
              <a:t>main</a:t>
            </a:r>
            <a:r>
              <a:rPr dirty="0" sz="85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10">
                <a:solidFill>
                  <a:srgbClr val="4A4E6A"/>
                </a:solidFill>
                <a:latin typeface="Tahoma"/>
                <a:cs typeface="Tahoma"/>
              </a:rPr>
              <a:t>area.</a:t>
            </a:r>
            <a:endParaRPr sz="850">
              <a:latin typeface="Tahoma"/>
              <a:cs typeface="Tahoma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685799" y="3000374"/>
            <a:ext cx="5353050" cy="1609725"/>
            <a:chOff x="685799" y="3000374"/>
            <a:chExt cx="5353050" cy="1609725"/>
          </a:xfrm>
        </p:grpSpPr>
        <p:sp>
          <p:nvSpPr>
            <p:cNvPr id="24" name="object 24"/>
            <p:cNvSpPr/>
            <p:nvPr/>
          </p:nvSpPr>
          <p:spPr>
            <a:xfrm>
              <a:off x="690562" y="3005137"/>
              <a:ext cx="5343525" cy="1600200"/>
            </a:xfrm>
            <a:custGeom>
              <a:avLst/>
              <a:gdLst/>
              <a:ahLst/>
              <a:cxnLst/>
              <a:rect l="l" t="t" r="r" b="b"/>
              <a:pathLst>
                <a:path w="5343525" h="1600200">
                  <a:moveTo>
                    <a:pt x="5241179" y="1600199"/>
                  </a:moveTo>
                  <a:lnTo>
                    <a:pt x="102345" y="1600199"/>
                  </a:lnTo>
                  <a:lnTo>
                    <a:pt x="95221" y="1599497"/>
                  </a:lnTo>
                  <a:lnTo>
                    <a:pt x="54661" y="1585734"/>
                  </a:lnTo>
                  <a:lnTo>
                    <a:pt x="22456" y="1557497"/>
                  </a:lnTo>
                  <a:lnTo>
                    <a:pt x="3507" y="1519085"/>
                  </a:lnTo>
                  <a:lnTo>
                    <a:pt x="0" y="1497854"/>
                  </a:lnTo>
                  <a:lnTo>
                    <a:pt x="0" y="1490662"/>
                  </a:lnTo>
                  <a:lnTo>
                    <a:pt x="0" y="102345"/>
                  </a:lnTo>
                  <a:lnTo>
                    <a:pt x="11090" y="60973"/>
                  </a:lnTo>
                  <a:lnTo>
                    <a:pt x="37168" y="26996"/>
                  </a:lnTo>
                  <a:lnTo>
                    <a:pt x="74264" y="5585"/>
                  </a:lnTo>
                  <a:lnTo>
                    <a:pt x="102345" y="0"/>
                  </a:lnTo>
                  <a:lnTo>
                    <a:pt x="5241179" y="0"/>
                  </a:lnTo>
                  <a:lnTo>
                    <a:pt x="5282548" y="11090"/>
                  </a:lnTo>
                  <a:lnTo>
                    <a:pt x="5316527" y="37168"/>
                  </a:lnTo>
                  <a:lnTo>
                    <a:pt x="5337938" y="74263"/>
                  </a:lnTo>
                  <a:lnTo>
                    <a:pt x="5343524" y="102345"/>
                  </a:lnTo>
                  <a:lnTo>
                    <a:pt x="5343524" y="1497854"/>
                  </a:lnTo>
                  <a:lnTo>
                    <a:pt x="5332433" y="1539224"/>
                  </a:lnTo>
                  <a:lnTo>
                    <a:pt x="5306355" y="1573202"/>
                  </a:lnTo>
                  <a:lnTo>
                    <a:pt x="5269259" y="1594613"/>
                  </a:lnTo>
                  <a:lnTo>
                    <a:pt x="5248302" y="1599497"/>
                  </a:lnTo>
                  <a:lnTo>
                    <a:pt x="5241179" y="16001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690562" y="3005137"/>
              <a:ext cx="5343525" cy="1600200"/>
            </a:xfrm>
            <a:custGeom>
              <a:avLst/>
              <a:gdLst/>
              <a:ahLst/>
              <a:cxnLst/>
              <a:rect l="l" t="t" r="r" b="b"/>
              <a:pathLst>
                <a:path w="5343525" h="1600200">
                  <a:moveTo>
                    <a:pt x="0" y="1490662"/>
                  </a:moveTo>
                  <a:lnTo>
                    <a:pt x="0" y="109537"/>
                  </a:lnTo>
                  <a:lnTo>
                    <a:pt x="0" y="102345"/>
                  </a:lnTo>
                  <a:lnTo>
                    <a:pt x="701" y="95221"/>
                  </a:lnTo>
                  <a:lnTo>
                    <a:pt x="2104" y="88167"/>
                  </a:lnTo>
                  <a:lnTo>
                    <a:pt x="3507" y="81113"/>
                  </a:lnTo>
                  <a:lnTo>
                    <a:pt x="5585" y="74263"/>
                  </a:lnTo>
                  <a:lnTo>
                    <a:pt x="8338" y="67618"/>
                  </a:lnTo>
                  <a:lnTo>
                    <a:pt x="11090" y="60973"/>
                  </a:lnTo>
                  <a:lnTo>
                    <a:pt x="14464" y="54661"/>
                  </a:lnTo>
                  <a:lnTo>
                    <a:pt x="18460" y="48681"/>
                  </a:lnTo>
                  <a:lnTo>
                    <a:pt x="22456" y="42700"/>
                  </a:lnTo>
                  <a:lnTo>
                    <a:pt x="26997" y="37168"/>
                  </a:lnTo>
                  <a:lnTo>
                    <a:pt x="32082" y="32082"/>
                  </a:lnTo>
                  <a:lnTo>
                    <a:pt x="37168" y="26996"/>
                  </a:lnTo>
                  <a:lnTo>
                    <a:pt x="42701" y="22455"/>
                  </a:lnTo>
                  <a:lnTo>
                    <a:pt x="48681" y="18459"/>
                  </a:lnTo>
                  <a:lnTo>
                    <a:pt x="54661" y="14463"/>
                  </a:lnTo>
                  <a:lnTo>
                    <a:pt x="95221" y="701"/>
                  </a:lnTo>
                  <a:lnTo>
                    <a:pt x="102345" y="0"/>
                  </a:lnTo>
                  <a:lnTo>
                    <a:pt x="109537" y="0"/>
                  </a:lnTo>
                  <a:lnTo>
                    <a:pt x="5233987" y="0"/>
                  </a:lnTo>
                  <a:lnTo>
                    <a:pt x="5241179" y="0"/>
                  </a:lnTo>
                  <a:lnTo>
                    <a:pt x="5248302" y="701"/>
                  </a:lnTo>
                  <a:lnTo>
                    <a:pt x="5288861" y="14463"/>
                  </a:lnTo>
                  <a:lnTo>
                    <a:pt x="5294842" y="18459"/>
                  </a:lnTo>
                  <a:lnTo>
                    <a:pt x="5300822" y="22455"/>
                  </a:lnTo>
                  <a:lnTo>
                    <a:pt x="5329059" y="54661"/>
                  </a:lnTo>
                  <a:lnTo>
                    <a:pt x="5335185" y="67618"/>
                  </a:lnTo>
                  <a:lnTo>
                    <a:pt x="5337938" y="74263"/>
                  </a:lnTo>
                  <a:lnTo>
                    <a:pt x="5340016" y="81113"/>
                  </a:lnTo>
                  <a:lnTo>
                    <a:pt x="5341418" y="88167"/>
                  </a:lnTo>
                  <a:lnTo>
                    <a:pt x="5342822" y="95221"/>
                  </a:lnTo>
                  <a:lnTo>
                    <a:pt x="5343524" y="102345"/>
                  </a:lnTo>
                  <a:lnTo>
                    <a:pt x="5343524" y="109537"/>
                  </a:lnTo>
                  <a:lnTo>
                    <a:pt x="5343524" y="1490662"/>
                  </a:lnTo>
                  <a:lnTo>
                    <a:pt x="5343524" y="1497854"/>
                  </a:lnTo>
                  <a:lnTo>
                    <a:pt x="5342822" y="1504977"/>
                  </a:lnTo>
                  <a:lnTo>
                    <a:pt x="5341418" y="1512032"/>
                  </a:lnTo>
                  <a:lnTo>
                    <a:pt x="5340016" y="1519085"/>
                  </a:lnTo>
                  <a:lnTo>
                    <a:pt x="5337938" y="1525935"/>
                  </a:lnTo>
                  <a:lnTo>
                    <a:pt x="5335185" y="1532580"/>
                  </a:lnTo>
                  <a:lnTo>
                    <a:pt x="5332433" y="1539224"/>
                  </a:lnTo>
                  <a:lnTo>
                    <a:pt x="5306355" y="1573202"/>
                  </a:lnTo>
                  <a:lnTo>
                    <a:pt x="5269259" y="1594613"/>
                  </a:lnTo>
                  <a:lnTo>
                    <a:pt x="5233987" y="1600199"/>
                  </a:lnTo>
                  <a:lnTo>
                    <a:pt x="109537" y="1600199"/>
                  </a:lnTo>
                  <a:lnTo>
                    <a:pt x="67619" y="1591861"/>
                  </a:lnTo>
                  <a:lnTo>
                    <a:pt x="60974" y="1589108"/>
                  </a:lnTo>
                  <a:lnTo>
                    <a:pt x="26997" y="1563030"/>
                  </a:lnTo>
                  <a:lnTo>
                    <a:pt x="5585" y="1525935"/>
                  </a:lnTo>
                  <a:lnTo>
                    <a:pt x="2104" y="1512031"/>
                  </a:lnTo>
                  <a:lnTo>
                    <a:pt x="701" y="1504977"/>
                  </a:lnTo>
                  <a:lnTo>
                    <a:pt x="0" y="1497854"/>
                  </a:lnTo>
                  <a:lnTo>
                    <a:pt x="0" y="1490662"/>
                  </a:lnTo>
                  <a:close/>
                </a:path>
              </a:pathLst>
            </a:custGeom>
            <a:ln w="9524">
              <a:solidFill>
                <a:srgbClr val="E4DED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4074" y="3171824"/>
              <a:ext cx="158750" cy="133350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1114424" y="3124199"/>
              <a:ext cx="581025" cy="219075"/>
            </a:xfrm>
            <a:custGeom>
              <a:avLst/>
              <a:gdLst/>
              <a:ahLst/>
              <a:cxnLst/>
              <a:rect l="l" t="t" r="r" b="b"/>
              <a:pathLst>
                <a:path w="581025" h="219075">
                  <a:moveTo>
                    <a:pt x="527627" y="219074"/>
                  </a:moveTo>
                  <a:lnTo>
                    <a:pt x="53397" y="219074"/>
                  </a:lnTo>
                  <a:lnTo>
                    <a:pt x="49680" y="218708"/>
                  </a:lnTo>
                  <a:lnTo>
                    <a:pt x="14085" y="199682"/>
                  </a:lnTo>
                  <a:lnTo>
                    <a:pt x="0" y="165677"/>
                  </a:lnTo>
                  <a:lnTo>
                    <a:pt x="0" y="161924"/>
                  </a:lnTo>
                  <a:lnTo>
                    <a:pt x="0" y="53397"/>
                  </a:lnTo>
                  <a:lnTo>
                    <a:pt x="19392" y="14085"/>
                  </a:lnTo>
                  <a:lnTo>
                    <a:pt x="53397" y="0"/>
                  </a:lnTo>
                  <a:lnTo>
                    <a:pt x="527627" y="0"/>
                  </a:lnTo>
                  <a:lnTo>
                    <a:pt x="566939" y="19392"/>
                  </a:lnTo>
                  <a:lnTo>
                    <a:pt x="581025" y="53397"/>
                  </a:lnTo>
                  <a:lnTo>
                    <a:pt x="581025" y="165677"/>
                  </a:lnTo>
                  <a:lnTo>
                    <a:pt x="561632" y="204989"/>
                  </a:lnTo>
                  <a:lnTo>
                    <a:pt x="531343" y="218708"/>
                  </a:lnTo>
                  <a:lnTo>
                    <a:pt x="527627" y="219074"/>
                  </a:lnTo>
                  <a:close/>
                </a:path>
              </a:pathLst>
            </a:custGeom>
            <a:solidFill>
              <a:srgbClr val="FFE7E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/>
          <p:cNvSpPr txBox="1"/>
          <p:nvPr/>
        </p:nvSpPr>
        <p:spPr>
          <a:xfrm>
            <a:off x="1177924" y="3140075"/>
            <a:ext cx="45974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10" b="1">
                <a:solidFill>
                  <a:srgbClr val="FF6A5B"/>
                </a:solidFill>
                <a:latin typeface="Courier New"/>
                <a:cs typeface="Courier New"/>
              </a:rPr>
              <a:t>st.tabs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35025" y="3430587"/>
            <a:ext cx="523875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spc="-20" b="1">
                <a:solidFill>
                  <a:srgbClr val="293283"/>
                </a:solidFill>
                <a:latin typeface="Cambria"/>
                <a:cs typeface="Cambria"/>
              </a:rPr>
              <a:t>U</a:t>
            </a:r>
            <a:r>
              <a:rPr dirty="0" sz="700" spc="-55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700" spc="-35" b="1">
                <a:solidFill>
                  <a:srgbClr val="293283"/>
                </a:solidFill>
                <a:latin typeface="Cambria"/>
                <a:cs typeface="Cambria"/>
              </a:rPr>
              <a:t>S</a:t>
            </a:r>
            <a:r>
              <a:rPr dirty="0" sz="700" spc="-55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700" b="1">
                <a:solidFill>
                  <a:srgbClr val="293283"/>
                </a:solidFill>
                <a:latin typeface="Cambria"/>
                <a:cs typeface="Cambria"/>
              </a:rPr>
              <a:t>E</a:t>
            </a:r>
            <a:r>
              <a:rPr dirty="0" sz="700" spc="170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700" spc="-40" b="1">
                <a:solidFill>
                  <a:srgbClr val="293283"/>
                </a:solidFill>
                <a:latin typeface="Cambria"/>
                <a:cs typeface="Cambria"/>
              </a:rPr>
              <a:t>W</a:t>
            </a:r>
            <a:r>
              <a:rPr dirty="0" sz="700" spc="-55" b="1">
                <a:solidFill>
                  <a:srgbClr val="293283"/>
                </a:solidFill>
                <a:latin typeface="Cambria"/>
                <a:cs typeface="Cambria"/>
              </a:rPr>
              <a:t> H </a:t>
            </a:r>
            <a:r>
              <a:rPr dirty="0" sz="700" spc="-65" b="1">
                <a:solidFill>
                  <a:srgbClr val="293283"/>
                </a:solidFill>
                <a:latin typeface="Cambria"/>
                <a:cs typeface="Cambria"/>
              </a:rPr>
              <a:t>E</a:t>
            </a:r>
            <a:r>
              <a:rPr dirty="0" sz="700" spc="-55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700" spc="-50" b="1">
                <a:solidFill>
                  <a:srgbClr val="293283"/>
                </a:solidFill>
                <a:latin typeface="Cambria"/>
                <a:cs typeface="Cambria"/>
              </a:rPr>
              <a:t>N</a:t>
            </a:r>
            <a:endParaRPr sz="700">
              <a:latin typeface="Cambria"/>
              <a:cs typeface="Cambri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749425" y="3409632"/>
            <a:ext cx="404241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7600"/>
              </a:lnSpc>
              <a:spcBef>
                <a:spcPts val="95"/>
              </a:spcBef>
            </a:pPr>
            <a:r>
              <a:rPr dirty="0" sz="850" spc="-10">
                <a:solidFill>
                  <a:srgbClr val="4A4E6A"/>
                </a:solidFill>
                <a:latin typeface="Tahoma"/>
                <a:cs typeface="Tahoma"/>
              </a:rPr>
              <a:t>Multiple</a:t>
            </a:r>
            <a:r>
              <a:rPr dirty="0" sz="85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0">
                <a:solidFill>
                  <a:srgbClr val="4A4E6A"/>
                </a:solidFill>
                <a:latin typeface="Tahoma"/>
                <a:cs typeface="Tahoma"/>
              </a:rPr>
              <a:t>views</a:t>
            </a:r>
            <a:r>
              <a:rPr dirty="0" sz="85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25">
                <a:solidFill>
                  <a:srgbClr val="4A4E6A"/>
                </a:solidFill>
                <a:latin typeface="Tahoma"/>
                <a:cs typeface="Tahoma"/>
              </a:rPr>
              <a:t>of</a:t>
            </a:r>
            <a:r>
              <a:rPr dirty="0" sz="85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0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85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same</a:t>
            </a:r>
            <a:r>
              <a:rPr dirty="0" sz="85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data</a:t>
            </a:r>
            <a:r>
              <a:rPr dirty="0" sz="85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55">
                <a:solidFill>
                  <a:srgbClr val="4A4E6A"/>
                </a:solidFill>
                <a:latin typeface="Tahoma"/>
                <a:cs typeface="Tahoma"/>
              </a:rPr>
              <a:t>(Input </a:t>
            </a:r>
            <a:r>
              <a:rPr dirty="0" sz="850">
                <a:solidFill>
                  <a:srgbClr val="4A4E6A"/>
                </a:solidFill>
                <a:latin typeface="Tahoma"/>
                <a:cs typeface="Tahoma"/>
              </a:rPr>
              <a:t>/</a:t>
            </a:r>
            <a:r>
              <a:rPr dirty="0" sz="85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0">
                <a:solidFill>
                  <a:srgbClr val="4A4E6A"/>
                </a:solidFill>
                <a:latin typeface="Tahoma"/>
                <a:cs typeface="Tahoma"/>
              </a:rPr>
              <a:t>Chart</a:t>
            </a:r>
            <a:r>
              <a:rPr dirty="0" sz="85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>
                <a:solidFill>
                  <a:srgbClr val="4A4E6A"/>
                </a:solidFill>
                <a:latin typeface="Tahoma"/>
                <a:cs typeface="Tahoma"/>
              </a:rPr>
              <a:t>/</a:t>
            </a:r>
            <a:r>
              <a:rPr dirty="0" sz="850" spc="-55">
                <a:solidFill>
                  <a:srgbClr val="4A4E6A"/>
                </a:solidFill>
                <a:latin typeface="Tahoma"/>
                <a:cs typeface="Tahoma"/>
              </a:rPr>
              <a:t> Raw</a:t>
            </a:r>
            <a:r>
              <a:rPr dirty="0" sz="850" spc="-60">
                <a:solidFill>
                  <a:srgbClr val="4A4E6A"/>
                </a:solidFill>
                <a:latin typeface="Tahoma"/>
                <a:cs typeface="Tahoma"/>
              </a:rPr>
              <a:t> Data). </a:t>
            </a:r>
            <a:r>
              <a:rPr dirty="0" sz="850" spc="-40">
                <a:solidFill>
                  <a:srgbClr val="4A4E6A"/>
                </a:solidFill>
                <a:latin typeface="Tahoma"/>
                <a:cs typeface="Tahoma"/>
              </a:rPr>
              <a:t>Only</a:t>
            </a:r>
            <a:r>
              <a:rPr dirty="0" sz="85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5">
                <a:solidFill>
                  <a:srgbClr val="4A4E6A"/>
                </a:solidFill>
                <a:latin typeface="Tahoma"/>
                <a:cs typeface="Tahoma"/>
              </a:rPr>
              <a:t>one</a:t>
            </a:r>
            <a:r>
              <a:rPr dirty="0" sz="85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0">
                <a:solidFill>
                  <a:srgbClr val="4A4E6A"/>
                </a:solidFill>
                <a:latin typeface="Tahoma"/>
                <a:cs typeface="Tahoma"/>
              </a:rPr>
              <a:t>needs</a:t>
            </a:r>
            <a:r>
              <a:rPr dirty="0" sz="85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20">
                <a:solidFill>
                  <a:srgbClr val="4A4E6A"/>
                </a:solidFill>
                <a:latin typeface="Tahoma"/>
                <a:cs typeface="Tahoma"/>
              </a:rPr>
              <a:t>to</a:t>
            </a:r>
            <a:r>
              <a:rPr dirty="0" sz="85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5">
                <a:solidFill>
                  <a:srgbClr val="4A4E6A"/>
                </a:solidFill>
                <a:latin typeface="Tahoma"/>
                <a:cs typeface="Tahoma"/>
              </a:rPr>
              <a:t>be</a:t>
            </a:r>
            <a:r>
              <a:rPr dirty="0" sz="85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5">
                <a:solidFill>
                  <a:srgbClr val="4A4E6A"/>
                </a:solidFill>
                <a:latin typeface="Tahoma"/>
                <a:cs typeface="Tahoma"/>
              </a:rPr>
              <a:t>visible</a:t>
            </a:r>
            <a:r>
              <a:rPr dirty="0" sz="85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5">
                <a:solidFill>
                  <a:srgbClr val="4A4E6A"/>
                </a:solidFill>
                <a:latin typeface="Tahoma"/>
                <a:cs typeface="Tahoma"/>
              </a:rPr>
              <a:t>at</a:t>
            </a:r>
            <a:r>
              <a:rPr dirty="0" sz="85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a </a:t>
            </a:r>
            <a:r>
              <a:rPr dirty="0" sz="850" spc="-10">
                <a:solidFill>
                  <a:srgbClr val="4A4E6A"/>
                </a:solidFill>
                <a:latin typeface="Tahoma"/>
                <a:cs typeface="Tahoma"/>
              </a:rPr>
              <a:t>time.</a:t>
            </a:r>
            <a:endParaRPr sz="850">
              <a:latin typeface="Tahoma"/>
              <a:cs typeface="Tahom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09624" y="3773487"/>
            <a:ext cx="4628515" cy="1568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dirty="0" baseline="11904" sz="1050" spc="-67" b="1">
                <a:solidFill>
                  <a:srgbClr val="FF6A5B"/>
                </a:solidFill>
                <a:latin typeface="Cambria"/>
                <a:cs typeface="Cambria"/>
              </a:rPr>
              <a:t>D</a:t>
            </a:r>
            <a:r>
              <a:rPr dirty="0" baseline="11904" sz="1050" spc="-75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baseline="11904" sz="1050" spc="-15" b="1">
                <a:solidFill>
                  <a:srgbClr val="FF6A5B"/>
                </a:solidFill>
                <a:latin typeface="Cambria"/>
                <a:cs typeface="Cambria"/>
              </a:rPr>
              <a:t>O</a:t>
            </a:r>
            <a:r>
              <a:rPr dirty="0" baseline="11904" sz="1050" spc="-75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baseline="11904" sz="1050" spc="-15" b="1">
                <a:solidFill>
                  <a:srgbClr val="FF6A5B"/>
                </a:solidFill>
                <a:latin typeface="Cambria"/>
                <a:cs typeface="Cambria"/>
              </a:rPr>
              <a:t>N</a:t>
            </a:r>
            <a:r>
              <a:rPr dirty="0" baseline="11904" sz="1050" spc="-67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baseline="11904" sz="1050" spc="-15" b="1">
                <a:solidFill>
                  <a:srgbClr val="FF6A5B"/>
                </a:solidFill>
                <a:latin typeface="Cambria"/>
                <a:cs typeface="Cambria"/>
              </a:rPr>
              <a:t>'</a:t>
            </a:r>
            <a:r>
              <a:rPr dirty="0" baseline="11904" sz="1050" spc="-75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baseline="11904" sz="1050" b="1">
                <a:solidFill>
                  <a:srgbClr val="FF6A5B"/>
                </a:solidFill>
                <a:latin typeface="Cambria"/>
                <a:cs typeface="Cambria"/>
              </a:rPr>
              <a:t>T</a:t>
            </a:r>
            <a:r>
              <a:rPr dirty="0" baseline="11904" sz="1050" spc="345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baseline="11904" sz="1050" spc="-30" b="1">
                <a:solidFill>
                  <a:srgbClr val="FF6A5B"/>
                </a:solidFill>
                <a:latin typeface="Cambria"/>
                <a:cs typeface="Cambria"/>
              </a:rPr>
              <a:t>U</a:t>
            </a:r>
            <a:r>
              <a:rPr dirty="0" baseline="11904" sz="1050" spc="-75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baseline="11904" sz="1050" spc="-52" b="1">
                <a:solidFill>
                  <a:srgbClr val="FF6A5B"/>
                </a:solidFill>
                <a:latin typeface="Cambria"/>
                <a:cs typeface="Cambria"/>
              </a:rPr>
              <a:t>S</a:t>
            </a:r>
            <a:r>
              <a:rPr dirty="0" baseline="11904" sz="1050" spc="-67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baseline="11904" sz="1050" b="1">
                <a:solidFill>
                  <a:srgbClr val="FF6A5B"/>
                </a:solidFill>
                <a:latin typeface="Cambria"/>
                <a:cs typeface="Cambria"/>
              </a:rPr>
              <a:t>E</a:t>
            </a:r>
            <a:r>
              <a:rPr dirty="0" baseline="11904" sz="1050" spc="337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baseline="11904" sz="1050" spc="-60" b="1">
                <a:solidFill>
                  <a:srgbClr val="FF6A5B"/>
                </a:solidFill>
                <a:latin typeface="Cambria"/>
                <a:cs typeface="Cambria"/>
              </a:rPr>
              <a:t>W</a:t>
            </a:r>
            <a:r>
              <a:rPr dirty="0" baseline="11904" sz="1050" spc="-67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baseline="11904" sz="1050" spc="-82" b="1">
                <a:solidFill>
                  <a:srgbClr val="FF6A5B"/>
                </a:solidFill>
                <a:latin typeface="Cambria"/>
                <a:cs typeface="Cambria"/>
              </a:rPr>
              <a:t>H</a:t>
            </a:r>
            <a:r>
              <a:rPr dirty="0" baseline="11904" sz="1050" spc="-75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baseline="11904" sz="1050" spc="-97" b="1">
                <a:solidFill>
                  <a:srgbClr val="FF6A5B"/>
                </a:solidFill>
                <a:latin typeface="Cambria"/>
                <a:cs typeface="Cambria"/>
              </a:rPr>
              <a:t>E</a:t>
            </a:r>
            <a:r>
              <a:rPr dirty="0" baseline="11904" sz="1050" spc="-67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baseline="11904" sz="1050" b="1">
                <a:solidFill>
                  <a:srgbClr val="FF6A5B"/>
                </a:solidFill>
                <a:latin typeface="Cambria"/>
                <a:cs typeface="Cambria"/>
              </a:rPr>
              <a:t>N</a:t>
            </a:r>
            <a:r>
              <a:rPr dirty="0" baseline="11904" sz="1050" spc="712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Users</a:t>
            </a:r>
            <a:r>
              <a:rPr dirty="0" sz="85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0">
                <a:solidFill>
                  <a:srgbClr val="4A4E6A"/>
                </a:solidFill>
                <a:latin typeface="Tahoma"/>
                <a:cs typeface="Tahoma"/>
              </a:rPr>
              <a:t>need</a:t>
            </a:r>
            <a:r>
              <a:rPr dirty="0" sz="850" spc="-7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20">
                <a:solidFill>
                  <a:srgbClr val="4A4E6A"/>
                </a:solidFill>
                <a:latin typeface="Tahoma"/>
                <a:cs typeface="Tahoma"/>
              </a:rPr>
              <a:t>to</a:t>
            </a:r>
            <a:r>
              <a:rPr dirty="0" sz="85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see</a:t>
            </a:r>
            <a:r>
              <a:rPr dirty="0" sz="85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25">
                <a:solidFill>
                  <a:srgbClr val="4A4E6A"/>
                </a:solidFill>
                <a:latin typeface="Tahoma"/>
                <a:cs typeface="Tahoma"/>
              </a:rPr>
              <a:t>two</a:t>
            </a:r>
            <a:r>
              <a:rPr dirty="0" sz="85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0">
                <a:solidFill>
                  <a:srgbClr val="4A4E6A"/>
                </a:solidFill>
                <a:latin typeface="Tahoma"/>
                <a:cs typeface="Tahoma"/>
              </a:rPr>
              <a:t>views</a:t>
            </a:r>
            <a:r>
              <a:rPr dirty="0" sz="85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0">
                <a:solidFill>
                  <a:srgbClr val="4A4E6A"/>
                </a:solidFill>
                <a:latin typeface="Tahoma"/>
                <a:cs typeface="Tahoma"/>
              </a:rPr>
              <a:t>simultaneously</a:t>
            </a:r>
            <a:r>
              <a:rPr dirty="0" sz="850" spc="-7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>
                <a:solidFill>
                  <a:srgbClr val="4A4E6A"/>
                </a:solidFill>
                <a:latin typeface="Tahoma"/>
                <a:cs typeface="Tahoma"/>
              </a:rPr>
              <a:t>—</a:t>
            </a:r>
            <a:r>
              <a:rPr dirty="0" sz="85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tabs</a:t>
            </a:r>
            <a:r>
              <a:rPr dirty="0" sz="85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5">
                <a:solidFill>
                  <a:srgbClr val="4A4E6A"/>
                </a:solidFill>
                <a:latin typeface="Tahoma"/>
                <a:cs typeface="Tahoma"/>
              </a:rPr>
              <a:t>hide</a:t>
            </a:r>
            <a:r>
              <a:rPr dirty="0" sz="85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0">
                <a:solidFill>
                  <a:srgbClr val="4A4E6A"/>
                </a:solidFill>
                <a:latin typeface="Tahoma"/>
                <a:cs typeface="Tahoma"/>
              </a:rPr>
              <a:t>one.</a:t>
            </a:r>
            <a:r>
              <a:rPr dirty="0" sz="85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0">
                <a:solidFill>
                  <a:srgbClr val="4A4E6A"/>
                </a:solidFill>
                <a:latin typeface="Tahoma"/>
                <a:cs typeface="Tahoma"/>
              </a:rPr>
              <a:t>Use</a:t>
            </a:r>
            <a:r>
              <a:rPr dirty="0" sz="850" spc="-7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0">
                <a:solidFill>
                  <a:srgbClr val="4A4E6A"/>
                </a:solidFill>
                <a:latin typeface="Tahoma"/>
                <a:cs typeface="Tahoma"/>
              </a:rPr>
              <a:t>columns</a:t>
            </a:r>
            <a:r>
              <a:rPr dirty="0" sz="85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10">
                <a:solidFill>
                  <a:srgbClr val="4A4E6A"/>
                </a:solidFill>
                <a:latin typeface="Tahoma"/>
                <a:cs typeface="Tahoma"/>
              </a:rPr>
              <a:t>instead.</a:t>
            </a:r>
            <a:endParaRPr sz="850">
              <a:latin typeface="Tahoma"/>
              <a:cs typeface="Tahoma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6153148" y="3000374"/>
            <a:ext cx="5353050" cy="1609725"/>
            <a:chOff x="6153148" y="3000374"/>
            <a:chExt cx="5353050" cy="1609725"/>
          </a:xfrm>
        </p:grpSpPr>
        <p:sp>
          <p:nvSpPr>
            <p:cNvPr id="33" name="object 33"/>
            <p:cNvSpPr/>
            <p:nvPr/>
          </p:nvSpPr>
          <p:spPr>
            <a:xfrm>
              <a:off x="6157911" y="3005137"/>
              <a:ext cx="5343525" cy="1600200"/>
            </a:xfrm>
            <a:custGeom>
              <a:avLst/>
              <a:gdLst/>
              <a:ahLst/>
              <a:cxnLst/>
              <a:rect l="l" t="t" r="r" b="b"/>
              <a:pathLst>
                <a:path w="5343525" h="1600200">
                  <a:moveTo>
                    <a:pt x="5241179" y="1600199"/>
                  </a:moveTo>
                  <a:lnTo>
                    <a:pt x="102345" y="1600199"/>
                  </a:lnTo>
                  <a:lnTo>
                    <a:pt x="95222" y="1599497"/>
                  </a:lnTo>
                  <a:lnTo>
                    <a:pt x="54661" y="1585734"/>
                  </a:lnTo>
                  <a:lnTo>
                    <a:pt x="22456" y="1557497"/>
                  </a:lnTo>
                  <a:lnTo>
                    <a:pt x="3507" y="1519085"/>
                  </a:lnTo>
                  <a:lnTo>
                    <a:pt x="0" y="1497854"/>
                  </a:lnTo>
                  <a:lnTo>
                    <a:pt x="0" y="1490662"/>
                  </a:lnTo>
                  <a:lnTo>
                    <a:pt x="0" y="102345"/>
                  </a:lnTo>
                  <a:lnTo>
                    <a:pt x="11090" y="60973"/>
                  </a:lnTo>
                  <a:lnTo>
                    <a:pt x="37169" y="26996"/>
                  </a:lnTo>
                  <a:lnTo>
                    <a:pt x="74264" y="5585"/>
                  </a:lnTo>
                  <a:lnTo>
                    <a:pt x="102345" y="0"/>
                  </a:lnTo>
                  <a:lnTo>
                    <a:pt x="5241179" y="0"/>
                  </a:lnTo>
                  <a:lnTo>
                    <a:pt x="5282549" y="11090"/>
                  </a:lnTo>
                  <a:lnTo>
                    <a:pt x="5316527" y="37168"/>
                  </a:lnTo>
                  <a:lnTo>
                    <a:pt x="5337938" y="74263"/>
                  </a:lnTo>
                  <a:lnTo>
                    <a:pt x="5343524" y="102345"/>
                  </a:lnTo>
                  <a:lnTo>
                    <a:pt x="5343524" y="1497854"/>
                  </a:lnTo>
                  <a:lnTo>
                    <a:pt x="5332433" y="1539224"/>
                  </a:lnTo>
                  <a:lnTo>
                    <a:pt x="5306356" y="1573202"/>
                  </a:lnTo>
                  <a:lnTo>
                    <a:pt x="5269259" y="1594613"/>
                  </a:lnTo>
                  <a:lnTo>
                    <a:pt x="5248303" y="1599497"/>
                  </a:lnTo>
                  <a:lnTo>
                    <a:pt x="5241179" y="16001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6157911" y="3005137"/>
              <a:ext cx="5343525" cy="1600200"/>
            </a:xfrm>
            <a:custGeom>
              <a:avLst/>
              <a:gdLst/>
              <a:ahLst/>
              <a:cxnLst/>
              <a:rect l="l" t="t" r="r" b="b"/>
              <a:pathLst>
                <a:path w="5343525" h="1600200">
                  <a:moveTo>
                    <a:pt x="0" y="1490662"/>
                  </a:moveTo>
                  <a:lnTo>
                    <a:pt x="0" y="109537"/>
                  </a:lnTo>
                  <a:lnTo>
                    <a:pt x="0" y="102345"/>
                  </a:lnTo>
                  <a:lnTo>
                    <a:pt x="701" y="95221"/>
                  </a:lnTo>
                  <a:lnTo>
                    <a:pt x="2104" y="88167"/>
                  </a:lnTo>
                  <a:lnTo>
                    <a:pt x="3507" y="81113"/>
                  </a:lnTo>
                  <a:lnTo>
                    <a:pt x="5585" y="74263"/>
                  </a:lnTo>
                  <a:lnTo>
                    <a:pt x="8337" y="67618"/>
                  </a:lnTo>
                  <a:lnTo>
                    <a:pt x="11090" y="60973"/>
                  </a:lnTo>
                  <a:lnTo>
                    <a:pt x="14464" y="54661"/>
                  </a:lnTo>
                  <a:lnTo>
                    <a:pt x="42702" y="22455"/>
                  </a:lnTo>
                  <a:lnTo>
                    <a:pt x="48681" y="18459"/>
                  </a:lnTo>
                  <a:lnTo>
                    <a:pt x="54661" y="14463"/>
                  </a:lnTo>
                  <a:lnTo>
                    <a:pt x="95222" y="701"/>
                  </a:lnTo>
                  <a:lnTo>
                    <a:pt x="102345" y="0"/>
                  </a:lnTo>
                  <a:lnTo>
                    <a:pt x="109538" y="0"/>
                  </a:lnTo>
                  <a:lnTo>
                    <a:pt x="5233987" y="0"/>
                  </a:lnTo>
                  <a:lnTo>
                    <a:pt x="5241179" y="0"/>
                  </a:lnTo>
                  <a:lnTo>
                    <a:pt x="5248303" y="701"/>
                  </a:lnTo>
                  <a:lnTo>
                    <a:pt x="5255357" y="2104"/>
                  </a:lnTo>
                  <a:lnTo>
                    <a:pt x="5262411" y="3507"/>
                  </a:lnTo>
                  <a:lnTo>
                    <a:pt x="5294843" y="18459"/>
                  </a:lnTo>
                  <a:lnTo>
                    <a:pt x="5300823" y="22455"/>
                  </a:lnTo>
                  <a:lnTo>
                    <a:pt x="5306356" y="26996"/>
                  </a:lnTo>
                  <a:lnTo>
                    <a:pt x="5311442" y="32082"/>
                  </a:lnTo>
                  <a:lnTo>
                    <a:pt x="5316527" y="37168"/>
                  </a:lnTo>
                  <a:lnTo>
                    <a:pt x="5337938" y="74263"/>
                  </a:lnTo>
                  <a:lnTo>
                    <a:pt x="5341419" y="88167"/>
                  </a:lnTo>
                  <a:lnTo>
                    <a:pt x="5342822" y="95221"/>
                  </a:lnTo>
                  <a:lnTo>
                    <a:pt x="5343524" y="102345"/>
                  </a:lnTo>
                  <a:lnTo>
                    <a:pt x="5343525" y="109537"/>
                  </a:lnTo>
                  <a:lnTo>
                    <a:pt x="5343525" y="1490662"/>
                  </a:lnTo>
                  <a:lnTo>
                    <a:pt x="5335186" y="1532580"/>
                  </a:lnTo>
                  <a:lnTo>
                    <a:pt x="5311442" y="1568116"/>
                  </a:lnTo>
                  <a:lnTo>
                    <a:pt x="5275904" y="1591861"/>
                  </a:lnTo>
                  <a:lnTo>
                    <a:pt x="5269259" y="1594613"/>
                  </a:lnTo>
                  <a:lnTo>
                    <a:pt x="5233987" y="1600199"/>
                  </a:lnTo>
                  <a:lnTo>
                    <a:pt x="109538" y="1600199"/>
                  </a:lnTo>
                  <a:lnTo>
                    <a:pt x="67619" y="1591861"/>
                  </a:lnTo>
                  <a:lnTo>
                    <a:pt x="32082" y="1568116"/>
                  </a:lnTo>
                  <a:lnTo>
                    <a:pt x="8337" y="1532580"/>
                  </a:lnTo>
                  <a:lnTo>
                    <a:pt x="5585" y="1525935"/>
                  </a:lnTo>
                  <a:lnTo>
                    <a:pt x="3507" y="1519085"/>
                  </a:lnTo>
                  <a:lnTo>
                    <a:pt x="2104" y="1512031"/>
                  </a:lnTo>
                  <a:lnTo>
                    <a:pt x="701" y="1504977"/>
                  </a:lnTo>
                  <a:lnTo>
                    <a:pt x="0" y="1497854"/>
                  </a:lnTo>
                  <a:lnTo>
                    <a:pt x="0" y="1490662"/>
                  </a:lnTo>
                  <a:close/>
                </a:path>
              </a:pathLst>
            </a:custGeom>
            <a:ln w="9524">
              <a:solidFill>
                <a:srgbClr val="E4DED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5" name="object 3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56349" y="3213099"/>
              <a:ext cx="88900" cy="53975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6581774" y="3124199"/>
              <a:ext cx="828675" cy="219075"/>
            </a:xfrm>
            <a:custGeom>
              <a:avLst/>
              <a:gdLst/>
              <a:ahLst/>
              <a:cxnLst/>
              <a:rect l="l" t="t" r="r" b="b"/>
              <a:pathLst>
                <a:path w="828675" h="219075">
                  <a:moveTo>
                    <a:pt x="775277" y="219074"/>
                  </a:moveTo>
                  <a:lnTo>
                    <a:pt x="53397" y="219074"/>
                  </a:lnTo>
                  <a:lnTo>
                    <a:pt x="49680" y="218708"/>
                  </a:lnTo>
                  <a:lnTo>
                    <a:pt x="14084" y="199682"/>
                  </a:lnTo>
                  <a:lnTo>
                    <a:pt x="0" y="165677"/>
                  </a:lnTo>
                  <a:lnTo>
                    <a:pt x="0" y="161924"/>
                  </a:lnTo>
                  <a:lnTo>
                    <a:pt x="0" y="53397"/>
                  </a:lnTo>
                  <a:lnTo>
                    <a:pt x="19391" y="14085"/>
                  </a:lnTo>
                  <a:lnTo>
                    <a:pt x="53397" y="0"/>
                  </a:lnTo>
                  <a:lnTo>
                    <a:pt x="775277" y="0"/>
                  </a:lnTo>
                  <a:lnTo>
                    <a:pt x="814589" y="19392"/>
                  </a:lnTo>
                  <a:lnTo>
                    <a:pt x="828674" y="53397"/>
                  </a:lnTo>
                  <a:lnTo>
                    <a:pt x="828674" y="165677"/>
                  </a:lnTo>
                  <a:lnTo>
                    <a:pt x="809281" y="204989"/>
                  </a:lnTo>
                  <a:lnTo>
                    <a:pt x="778993" y="218708"/>
                  </a:lnTo>
                  <a:lnTo>
                    <a:pt x="775277" y="219074"/>
                  </a:lnTo>
                  <a:close/>
                </a:path>
              </a:pathLst>
            </a:custGeom>
            <a:solidFill>
              <a:srgbClr val="FFE7E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/>
          <p:cNvSpPr txBox="1"/>
          <p:nvPr/>
        </p:nvSpPr>
        <p:spPr>
          <a:xfrm>
            <a:off x="6645275" y="3140075"/>
            <a:ext cx="706755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10" b="1">
                <a:solidFill>
                  <a:srgbClr val="FF6A5B"/>
                </a:solidFill>
                <a:latin typeface="Courier New"/>
                <a:cs typeface="Courier New"/>
              </a:rPr>
              <a:t>st.expander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302374" y="3430587"/>
            <a:ext cx="523875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spc="-20" b="1">
                <a:solidFill>
                  <a:srgbClr val="293283"/>
                </a:solidFill>
                <a:latin typeface="Cambria"/>
                <a:cs typeface="Cambria"/>
              </a:rPr>
              <a:t>U</a:t>
            </a:r>
            <a:r>
              <a:rPr dirty="0" sz="700" spc="-55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700" spc="-35" b="1">
                <a:solidFill>
                  <a:srgbClr val="293283"/>
                </a:solidFill>
                <a:latin typeface="Cambria"/>
                <a:cs typeface="Cambria"/>
              </a:rPr>
              <a:t>S</a:t>
            </a:r>
            <a:r>
              <a:rPr dirty="0" sz="700" spc="-55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700" b="1">
                <a:solidFill>
                  <a:srgbClr val="293283"/>
                </a:solidFill>
                <a:latin typeface="Cambria"/>
                <a:cs typeface="Cambria"/>
              </a:rPr>
              <a:t>E</a:t>
            </a:r>
            <a:r>
              <a:rPr dirty="0" sz="700" spc="170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700" spc="-40" b="1">
                <a:solidFill>
                  <a:srgbClr val="293283"/>
                </a:solidFill>
                <a:latin typeface="Cambria"/>
                <a:cs typeface="Cambria"/>
              </a:rPr>
              <a:t>W</a:t>
            </a:r>
            <a:r>
              <a:rPr dirty="0" sz="700" spc="-55" b="1">
                <a:solidFill>
                  <a:srgbClr val="293283"/>
                </a:solidFill>
                <a:latin typeface="Cambria"/>
                <a:cs typeface="Cambria"/>
              </a:rPr>
              <a:t> H </a:t>
            </a:r>
            <a:r>
              <a:rPr dirty="0" sz="700" spc="-65" b="1">
                <a:solidFill>
                  <a:srgbClr val="293283"/>
                </a:solidFill>
                <a:latin typeface="Cambria"/>
                <a:cs typeface="Cambria"/>
              </a:rPr>
              <a:t>E</a:t>
            </a:r>
            <a:r>
              <a:rPr dirty="0" sz="700" spc="-55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700" spc="-50" b="1">
                <a:solidFill>
                  <a:srgbClr val="293283"/>
                </a:solidFill>
                <a:latin typeface="Cambria"/>
                <a:cs typeface="Cambria"/>
              </a:rPr>
              <a:t>N</a:t>
            </a:r>
            <a:endParaRPr sz="700">
              <a:latin typeface="Cambria"/>
              <a:cs typeface="Cambria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216775" y="3430587"/>
            <a:ext cx="3961765" cy="1568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Advanced </a:t>
            </a:r>
            <a:r>
              <a:rPr dirty="0" sz="850" spc="-35">
                <a:solidFill>
                  <a:srgbClr val="4A4E6A"/>
                </a:solidFill>
                <a:latin typeface="Tahoma"/>
                <a:cs typeface="Tahoma"/>
              </a:rPr>
              <a:t>options,</a:t>
            </a:r>
            <a:r>
              <a:rPr dirty="0" sz="850" spc="-4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5">
                <a:solidFill>
                  <a:srgbClr val="4A4E6A"/>
                </a:solidFill>
                <a:latin typeface="Tahoma"/>
                <a:cs typeface="Tahoma"/>
              </a:rPr>
              <a:t>help</a:t>
            </a:r>
            <a:r>
              <a:rPr dirty="0" sz="850" spc="-4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text,</a:t>
            </a:r>
            <a:r>
              <a:rPr dirty="0" sz="850" spc="-40">
                <a:solidFill>
                  <a:srgbClr val="4A4E6A"/>
                </a:solidFill>
                <a:latin typeface="Tahoma"/>
                <a:cs typeface="Tahoma"/>
              </a:rPr>
              <a:t> reference material. Hidden 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by</a:t>
            </a:r>
            <a:r>
              <a:rPr dirty="0" sz="850" spc="-40">
                <a:solidFill>
                  <a:srgbClr val="4A4E6A"/>
                </a:solidFill>
                <a:latin typeface="Tahoma"/>
                <a:cs typeface="Tahoma"/>
              </a:rPr>
              <a:t> default, 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expanded</a:t>
            </a:r>
            <a:r>
              <a:rPr dirty="0" sz="850" spc="-4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0">
                <a:solidFill>
                  <a:srgbClr val="4A4E6A"/>
                </a:solidFill>
                <a:latin typeface="Tahoma"/>
                <a:cs typeface="Tahoma"/>
              </a:rPr>
              <a:t>on</a:t>
            </a:r>
            <a:r>
              <a:rPr dirty="0" sz="850" spc="-4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10">
                <a:solidFill>
                  <a:srgbClr val="4A4E6A"/>
                </a:solidFill>
                <a:latin typeface="Tahoma"/>
                <a:cs typeface="Tahoma"/>
              </a:rPr>
              <a:t>demand.</a:t>
            </a:r>
            <a:endParaRPr sz="850">
              <a:latin typeface="Tahoma"/>
              <a:cs typeface="Tahoma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6276974" y="3621087"/>
            <a:ext cx="4575175" cy="1568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dirty="0" baseline="11904" sz="1050" spc="-67" b="1">
                <a:solidFill>
                  <a:srgbClr val="FF6A5B"/>
                </a:solidFill>
                <a:latin typeface="Cambria"/>
                <a:cs typeface="Cambria"/>
              </a:rPr>
              <a:t>D</a:t>
            </a:r>
            <a:r>
              <a:rPr dirty="0" baseline="11904" sz="1050" spc="-75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baseline="11904" sz="1050" spc="-15" b="1">
                <a:solidFill>
                  <a:srgbClr val="FF6A5B"/>
                </a:solidFill>
                <a:latin typeface="Cambria"/>
                <a:cs typeface="Cambria"/>
              </a:rPr>
              <a:t>O</a:t>
            </a:r>
            <a:r>
              <a:rPr dirty="0" baseline="11904" sz="1050" spc="-75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baseline="11904" sz="1050" spc="-15" b="1">
                <a:solidFill>
                  <a:srgbClr val="FF6A5B"/>
                </a:solidFill>
                <a:latin typeface="Cambria"/>
                <a:cs typeface="Cambria"/>
              </a:rPr>
              <a:t>N</a:t>
            </a:r>
            <a:r>
              <a:rPr dirty="0" baseline="11904" sz="1050" spc="-75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baseline="11904" sz="1050" spc="-15" b="1">
                <a:solidFill>
                  <a:srgbClr val="FF6A5B"/>
                </a:solidFill>
                <a:latin typeface="Cambria"/>
                <a:cs typeface="Cambria"/>
              </a:rPr>
              <a:t>'</a:t>
            </a:r>
            <a:r>
              <a:rPr dirty="0" baseline="11904" sz="1050" spc="-67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baseline="11904" sz="1050" b="1">
                <a:solidFill>
                  <a:srgbClr val="FF6A5B"/>
                </a:solidFill>
                <a:latin typeface="Cambria"/>
                <a:cs typeface="Cambria"/>
              </a:rPr>
              <a:t>T</a:t>
            </a:r>
            <a:r>
              <a:rPr dirty="0" baseline="11904" sz="1050" spc="33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baseline="11904" sz="1050" spc="-30" b="1">
                <a:solidFill>
                  <a:srgbClr val="FF6A5B"/>
                </a:solidFill>
                <a:latin typeface="Cambria"/>
                <a:cs typeface="Cambria"/>
              </a:rPr>
              <a:t>U</a:t>
            </a:r>
            <a:r>
              <a:rPr dirty="0" baseline="11904" sz="1050" spc="-75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baseline="11904" sz="1050" spc="-52" b="1">
                <a:solidFill>
                  <a:srgbClr val="FF6A5B"/>
                </a:solidFill>
                <a:latin typeface="Cambria"/>
                <a:cs typeface="Cambria"/>
              </a:rPr>
              <a:t>S</a:t>
            </a:r>
            <a:r>
              <a:rPr dirty="0" baseline="11904" sz="1050" spc="-67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baseline="11904" sz="1050" b="1">
                <a:solidFill>
                  <a:srgbClr val="FF6A5B"/>
                </a:solidFill>
                <a:latin typeface="Cambria"/>
                <a:cs typeface="Cambria"/>
              </a:rPr>
              <a:t>E</a:t>
            </a:r>
            <a:r>
              <a:rPr dirty="0" baseline="11904" sz="1050" spc="33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baseline="11904" sz="1050" spc="-60" b="1">
                <a:solidFill>
                  <a:srgbClr val="FF6A5B"/>
                </a:solidFill>
                <a:latin typeface="Cambria"/>
                <a:cs typeface="Cambria"/>
              </a:rPr>
              <a:t>W</a:t>
            </a:r>
            <a:r>
              <a:rPr dirty="0" baseline="11904" sz="1050" spc="-75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baseline="11904" sz="1050" spc="-82" b="1">
                <a:solidFill>
                  <a:srgbClr val="FF6A5B"/>
                </a:solidFill>
                <a:latin typeface="Cambria"/>
                <a:cs typeface="Cambria"/>
              </a:rPr>
              <a:t>H</a:t>
            </a:r>
            <a:r>
              <a:rPr dirty="0" baseline="11904" sz="1050" spc="-67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baseline="11904" sz="1050" spc="-97" b="1">
                <a:solidFill>
                  <a:srgbClr val="FF6A5B"/>
                </a:solidFill>
                <a:latin typeface="Cambria"/>
                <a:cs typeface="Cambria"/>
              </a:rPr>
              <a:t>E</a:t>
            </a:r>
            <a:r>
              <a:rPr dirty="0" baseline="11904" sz="1050" spc="-75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baseline="11904" sz="1050" b="1">
                <a:solidFill>
                  <a:srgbClr val="FF6A5B"/>
                </a:solidFill>
                <a:latin typeface="Cambria"/>
                <a:cs typeface="Cambria"/>
              </a:rPr>
              <a:t>N</a:t>
            </a:r>
            <a:r>
              <a:rPr dirty="0" baseline="11904" sz="1050" spc="705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850" spc="-55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850" spc="-7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5">
                <a:solidFill>
                  <a:srgbClr val="4A4E6A"/>
                </a:solidFill>
                <a:latin typeface="Tahoma"/>
                <a:cs typeface="Tahoma"/>
              </a:rPr>
              <a:t>content</a:t>
            </a:r>
            <a:r>
              <a:rPr dirty="0" sz="850" spc="-7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5">
                <a:solidFill>
                  <a:srgbClr val="4A4E6A"/>
                </a:solidFill>
                <a:latin typeface="Tahoma"/>
                <a:cs typeface="Tahoma"/>
              </a:rPr>
              <a:t>is</a:t>
            </a:r>
            <a:r>
              <a:rPr dirty="0" sz="85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0">
                <a:solidFill>
                  <a:srgbClr val="4A4E6A"/>
                </a:solidFill>
                <a:latin typeface="Tahoma"/>
                <a:cs typeface="Tahoma"/>
              </a:rPr>
              <a:t>essential</a:t>
            </a:r>
            <a:r>
              <a:rPr dirty="0" sz="850" spc="-7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20">
                <a:solidFill>
                  <a:srgbClr val="4A4E6A"/>
                </a:solidFill>
                <a:latin typeface="Tahoma"/>
                <a:cs typeface="Tahoma"/>
              </a:rPr>
              <a:t>to</a:t>
            </a:r>
            <a:r>
              <a:rPr dirty="0" sz="850" spc="-7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0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85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0">
                <a:solidFill>
                  <a:srgbClr val="4A4E6A"/>
                </a:solidFill>
                <a:latin typeface="Tahoma"/>
                <a:cs typeface="Tahoma"/>
              </a:rPr>
              <a:t>workflow</a:t>
            </a:r>
            <a:r>
              <a:rPr dirty="0" sz="850" spc="-7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>
                <a:solidFill>
                  <a:srgbClr val="4A4E6A"/>
                </a:solidFill>
                <a:latin typeface="Tahoma"/>
                <a:cs typeface="Tahoma"/>
              </a:rPr>
              <a:t>—</a:t>
            </a:r>
            <a:r>
              <a:rPr dirty="0" sz="850" spc="-7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0">
                <a:solidFill>
                  <a:srgbClr val="4A4E6A"/>
                </a:solidFill>
                <a:latin typeface="Tahoma"/>
                <a:cs typeface="Tahoma"/>
              </a:rPr>
              <a:t>hiding</a:t>
            </a:r>
            <a:r>
              <a:rPr dirty="0" sz="85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10">
                <a:solidFill>
                  <a:srgbClr val="4A4E6A"/>
                </a:solidFill>
                <a:latin typeface="Tahoma"/>
                <a:cs typeface="Tahoma"/>
              </a:rPr>
              <a:t>it</a:t>
            </a:r>
            <a:r>
              <a:rPr dirty="0" sz="850" spc="-7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0">
                <a:solidFill>
                  <a:srgbClr val="4A4E6A"/>
                </a:solidFill>
                <a:latin typeface="Tahoma"/>
                <a:cs typeface="Tahoma"/>
              </a:rPr>
              <a:t>confuses</a:t>
            </a:r>
            <a:r>
              <a:rPr dirty="0" sz="850" spc="-7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users.</a:t>
            </a:r>
            <a:r>
              <a:rPr dirty="0" sz="85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Keep</a:t>
            </a:r>
            <a:r>
              <a:rPr dirty="0" sz="850" spc="-7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10">
                <a:solidFill>
                  <a:srgbClr val="4A4E6A"/>
                </a:solidFill>
                <a:latin typeface="Tahoma"/>
                <a:cs typeface="Tahoma"/>
              </a:rPr>
              <a:t>it</a:t>
            </a:r>
            <a:r>
              <a:rPr dirty="0" sz="850" spc="-7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10">
                <a:solidFill>
                  <a:srgbClr val="4A4E6A"/>
                </a:solidFill>
                <a:latin typeface="Tahoma"/>
                <a:cs typeface="Tahoma"/>
              </a:rPr>
              <a:t>visible.</a:t>
            </a:r>
            <a:endParaRPr sz="850">
              <a:latin typeface="Tahoma"/>
              <a:cs typeface="Tahoma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685799" y="4724399"/>
            <a:ext cx="5353050" cy="1600200"/>
            <a:chOff x="685799" y="4724399"/>
            <a:chExt cx="5353050" cy="1600200"/>
          </a:xfrm>
        </p:grpSpPr>
        <p:sp>
          <p:nvSpPr>
            <p:cNvPr id="42" name="object 42"/>
            <p:cNvSpPr/>
            <p:nvPr/>
          </p:nvSpPr>
          <p:spPr>
            <a:xfrm>
              <a:off x="690562" y="4729162"/>
              <a:ext cx="5343525" cy="1590675"/>
            </a:xfrm>
            <a:custGeom>
              <a:avLst/>
              <a:gdLst/>
              <a:ahLst/>
              <a:cxnLst/>
              <a:rect l="l" t="t" r="r" b="b"/>
              <a:pathLst>
                <a:path w="5343525" h="1590675">
                  <a:moveTo>
                    <a:pt x="5241179" y="1590674"/>
                  </a:moveTo>
                  <a:lnTo>
                    <a:pt x="102345" y="1590674"/>
                  </a:lnTo>
                  <a:lnTo>
                    <a:pt x="95221" y="1589972"/>
                  </a:lnTo>
                  <a:lnTo>
                    <a:pt x="54661" y="1576208"/>
                  </a:lnTo>
                  <a:lnTo>
                    <a:pt x="22456" y="1547972"/>
                  </a:lnTo>
                  <a:lnTo>
                    <a:pt x="3507" y="1509560"/>
                  </a:lnTo>
                  <a:lnTo>
                    <a:pt x="0" y="1488329"/>
                  </a:lnTo>
                  <a:lnTo>
                    <a:pt x="0" y="1481137"/>
                  </a:lnTo>
                  <a:lnTo>
                    <a:pt x="0" y="102345"/>
                  </a:lnTo>
                  <a:lnTo>
                    <a:pt x="11090" y="60973"/>
                  </a:lnTo>
                  <a:lnTo>
                    <a:pt x="37168" y="26996"/>
                  </a:lnTo>
                  <a:lnTo>
                    <a:pt x="74264" y="5585"/>
                  </a:lnTo>
                  <a:lnTo>
                    <a:pt x="102345" y="0"/>
                  </a:lnTo>
                  <a:lnTo>
                    <a:pt x="5241179" y="0"/>
                  </a:lnTo>
                  <a:lnTo>
                    <a:pt x="5282548" y="11089"/>
                  </a:lnTo>
                  <a:lnTo>
                    <a:pt x="5316527" y="37167"/>
                  </a:lnTo>
                  <a:lnTo>
                    <a:pt x="5337938" y="74263"/>
                  </a:lnTo>
                  <a:lnTo>
                    <a:pt x="5343524" y="102345"/>
                  </a:lnTo>
                  <a:lnTo>
                    <a:pt x="5343524" y="1488329"/>
                  </a:lnTo>
                  <a:lnTo>
                    <a:pt x="5332433" y="1529699"/>
                  </a:lnTo>
                  <a:lnTo>
                    <a:pt x="5306355" y="1563677"/>
                  </a:lnTo>
                  <a:lnTo>
                    <a:pt x="5269259" y="1585088"/>
                  </a:lnTo>
                  <a:lnTo>
                    <a:pt x="5248302" y="1589972"/>
                  </a:lnTo>
                  <a:lnTo>
                    <a:pt x="5241179" y="15906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690562" y="4729162"/>
              <a:ext cx="5343525" cy="1590675"/>
            </a:xfrm>
            <a:custGeom>
              <a:avLst/>
              <a:gdLst/>
              <a:ahLst/>
              <a:cxnLst/>
              <a:rect l="l" t="t" r="r" b="b"/>
              <a:pathLst>
                <a:path w="5343525" h="1590675">
                  <a:moveTo>
                    <a:pt x="0" y="1481137"/>
                  </a:moveTo>
                  <a:lnTo>
                    <a:pt x="0" y="109537"/>
                  </a:lnTo>
                  <a:lnTo>
                    <a:pt x="0" y="102345"/>
                  </a:lnTo>
                  <a:lnTo>
                    <a:pt x="701" y="95221"/>
                  </a:lnTo>
                  <a:lnTo>
                    <a:pt x="2104" y="88167"/>
                  </a:lnTo>
                  <a:lnTo>
                    <a:pt x="3507" y="81113"/>
                  </a:lnTo>
                  <a:lnTo>
                    <a:pt x="5585" y="74263"/>
                  </a:lnTo>
                  <a:lnTo>
                    <a:pt x="8338" y="67618"/>
                  </a:lnTo>
                  <a:lnTo>
                    <a:pt x="11090" y="60973"/>
                  </a:lnTo>
                  <a:lnTo>
                    <a:pt x="14464" y="54660"/>
                  </a:lnTo>
                  <a:lnTo>
                    <a:pt x="18460" y="48680"/>
                  </a:lnTo>
                  <a:lnTo>
                    <a:pt x="22456" y="42700"/>
                  </a:lnTo>
                  <a:lnTo>
                    <a:pt x="26997" y="37167"/>
                  </a:lnTo>
                  <a:lnTo>
                    <a:pt x="32082" y="32082"/>
                  </a:lnTo>
                  <a:lnTo>
                    <a:pt x="37168" y="26996"/>
                  </a:lnTo>
                  <a:lnTo>
                    <a:pt x="67619" y="8337"/>
                  </a:lnTo>
                  <a:lnTo>
                    <a:pt x="74264" y="5585"/>
                  </a:lnTo>
                  <a:lnTo>
                    <a:pt x="81113" y="3507"/>
                  </a:lnTo>
                  <a:lnTo>
                    <a:pt x="88167" y="2104"/>
                  </a:lnTo>
                  <a:lnTo>
                    <a:pt x="95221" y="701"/>
                  </a:lnTo>
                  <a:lnTo>
                    <a:pt x="102345" y="0"/>
                  </a:lnTo>
                  <a:lnTo>
                    <a:pt x="109537" y="0"/>
                  </a:lnTo>
                  <a:lnTo>
                    <a:pt x="5233987" y="0"/>
                  </a:lnTo>
                  <a:lnTo>
                    <a:pt x="5241179" y="0"/>
                  </a:lnTo>
                  <a:lnTo>
                    <a:pt x="5248302" y="701"/>
                  </a:lnTo>
                  <a:lnTo>
                    <a:pt x="5288861" y="14463"/>
                  </a:lnTo>
                  <a:lnTo>
                    <a:pt x="5321068" y="42700"/>
                  </a:lnTo>
                  <a:lnTo>
                    <a:pt x="5325064" y="48681"/>
                  </a:lnTo>
                  <a:lnTo>
                    <a:pt x="5329059" y="54661"/>
                  </a:lnTo>
                  <a:lnTo>
                    <a:pt x="5332433" y="60973"/>
                  </a:lnTo>
                  <a:lnTo>
                    <a:pt x="5335185" y="67618"/>
                  </a:lnTo>
                  <a:lnTo>
                    <a:pt x="5337938" y="74263"/>
                  </a:lnTo>
                  <a:lnTo>
                    <a:pt x="5340016" y="81113"/>
                  </a:lnTo>
                  <a:lnTo>
                    <a:pt x="5341418" y="88167"/>
                  </a:lnTo>
                  <a:lnTo>
                    <a:pt x="5342822" y="95221"/>
                  </a:lnTo>
                  <a:lnTo>
                    <a:pt x="5343524" y="102345"/>
                  </a:lnTo>
                  <a:lnTo>
                    <a:pt x="5343524" y="109537"/>
                  </a:lnTo>
                  <a:lnTo>
                    <a:pt x="5343524" y="1481137"/>
                  </a:lnTo>
                  <a:lnTo>
                    <a:pt x="5343524" y="1488329"/>
                  </a:lnTo>
                  <a:lnTo>
                    <a:pt x="5342822" y="1495452"/>
                  </a:lnTo>
                  <a:lnTo>
                    <a:pt x="5341418" y="1502506"/>
                  </a:lnTo>
                  <a:lnTo>
                    <a:pt x="5340016" y="1509560"/>
                  </a:lnTo>
                  <a:lnTo>
                    <a:pt x="5337938" y="1516409"/>
                  </a:lnTo>
                  <a:lnTo>
                    <a:pt x="5335185" y="1523054"/>
                  </a:lnTo>
                  <a:lnTo>
                    <a:pt x="5332433" y="1529699"/>
                  </a:lnTo>
                  <a:lnTo>
                    <a:pt x="5306355" y="1563677"/>
                  </a:lnTo>
                  <a:lnTo>
                    <a:pt x="5275904" y="1582335"/>
                  </a:lnTo>
                  <a:lnTo>
                    <a:pt x="5269259" y="1585088"/>
                  </a:lnTo>
                  <a:lnTo>
                    <a:pt x="5233987" y="1590674"/>
                  </a:lnTo>
                  <a:lnTo>
                    <a:pt x="109537" y="1590674"/>
                  </a:lnTo>
                  <a:lnTo>
                    <a:pt x="67619" y="1582335"/>
                  </a:lnTo>
                  <a:lnTo>
                    <a:pt x="60974" y="1579583"/>
                  </a:lnTo>
                  <a:lnTo>
                    <a:pt x="32082" y="1558591"/>
                  </a:lnTo>
                  <a:lnTo>
                    <a:pt x="26997" y="1553505"/>
                  </a:lnTo>
                  <a:lnTo>
                    <a:pt x="8338" y="1523054"/>
                  </a:lnTo>
                  <a:lnTo>
                    <a:pt x="5585" y="1516409"/>
                  </a:lnTo>
                  <a:lnTo>
                    <a:pt x="3507" y="1509560"/>
                  </a:lnTo>
                  <a:lnTo>
                    <a:pt x="2104" y="1502506"/>
                  </a:lnTo>
                  <a:lnTo>
                    <a:pt x="701" y="1495452"/>
                  </a:lnTo>
                  <a:lnTo>
                    <a:pt x="0" y="1488329"/>
                  </a:lnTo>
                  <a:lnTo>
                    <a:pt x="0" y="1481137"/>
                  </a:lnTo>
                  <a:close/>
                </a:path>
              </a:pathLst>
            </a:custGeom>
            <a:ln w="9524">
              <a:solidFill>
                <a:srgbClr val="E4DED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4" name="object 4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60424" y="4879974"/>
              <a:ext cx="146050" cy="146050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1114424" y="4848224"/>
              <a:ext cx="1571625" cy="209550"/>
            </a:xfrm>
            <a:custGeom>
              <a:avLst/>
              <a:gdLst/>
              <a:ahLst/>
              <a:cxnLst/>
              <a:rect l="l" t="t" r="r" b="b"/>
              <a:pathLst>
                <a:path w="1571625" h="209550">
                  <a:moveTo>
                    <a:pt x="1518227" y="209549"/>
                  </a:moveTo>
                  <a:lnTo>
                    <a:pt x="53397" y="209549"/>
                  </a:lnTo>
                  <a:lnTo>
                    <a:pt x="49680" y="209183"/>
                  </a:lnTo>
                  <a:lnTo>
                    <a:pt x="14085" y="190157"/>
                  </a:lnTo>
                  <a:lnTo>
                    <a:pt x="0" y="156152"/>
                  </a:lnTo>
                  <a:lnTo>
                    <a:pt x="0" y="152399"/>
                  </a:lnTo>
                  <a:lnTo>
                    <a:pt x="0" y="53397"/>
                  </a:lnTo>
                  <a:lnTo>
                    <a:pt x="19392" y="14085"/>
                  </a:lnTo>
                  <a:lnTo>
                    <a:pt x="53397" y="0"/>
                  </a:lnTo>
                  <a:lnTo>
                    <a:pt x="1518227" y="0"/>
                  </a:lnTo>
                  <a:lnTo>
                    <a:pt x="1557539" y="19391"/>
                  </a:lnTo>
                  <a:lnTo>
                    <a:pt x="1571624" y="53397"/>
                  </a:lnTo>
                  <a:lnTo>
                    <a:pt x="1571624" y="156152"/>
                  </a:lnTo>
                  <a:lnTo>
                    <a:pt x="1552232" y="195464"/>
                  </a:lnTo>
                  <a:lnTo>
                    <a:pt x="1521943" y="209183"/>
                  </a:lnTo>
                  <a:lnTo>
                    <a:pt x="1518227" y="209549"/>
                  </a:lnTo>
                  <a:close/>
                </a:path>
              </a:pathLst>
            </a:custGeom>
            <a:solidFill>
              <a:srgbClr val="FFE7E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6" name="object 46"/>
          <p:cNvSpPr txBox="1"/>
          <p:nvPr/>
        </p:nvSpPr>
        <p:spPr>
          <a:xfrm>
            <a:off x="1177924" y="4864100"/>
            <a:ext cx="144907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b="1">
                <a:solidFill>
                  <a:srgbClr val="FF6A5B"/>
                </a:solidFill>
                <a:latin typeface="Courier New"/>
                <a:cs typeface="Courier New"/>
              </a:rPr>
              <a:t>st.container</a:t>
            </a:r>
            <a:r>
              <a:rPr dirty="0" sz="800" spc="60" b="1">
                <a:solidFill>
                  <a:srgbClr val="FF6A5B"/>
                </a:solidFill>
                <a:latin typeface="Courier New"/>
                <a:cs typeface="Courier New"/>
              </a:rPr>
              <a:t> </a:t>
            </a:r>
            <a:r>
              <a:rPr dirty="0" sz="800" b="1">
                <a:solidFill>
                  <a:srgbClr val="FF6A5B"/>
                </a:solidFill>
                <a:latin typeface="Courier New"/>
                <a:cs typeface="Courier New"/>
              </a:rPr>
              <a:t>/</a:t>
            </a:r>
            <a:r>
              <a:rPr dirty="0" sz="800" spc="65" b="1">
                <a:solidFill>
                  <a:srgbClr val="FF6A5B"/>
                </a:solidFill>
                <a:latin typeface="Courier New"/>
                <a:cs typeface="Courier New"/>
              </a:rPr>
              <a:t> </a:t>
            </a:r>
            <a:r>
              <a:rPr dirty="0" sz="800" spc="-10" b="1">
                <a:solidFill>
                  <a:srgbClr val="FF6A5B"/>
                </a:solidFill>
                <a:latin typeface="Courier New"/>
                <a:cs typeface="Courier New"/>
              </a:rPr>
              <a:t>st.empty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835025" y="5145087"/>
            <a:ext cx="523875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spc="-20" b="1">
                <a:solidFill>
                  <a:srgbClr val="293283"/>
                </a:solidFill>
                <a:latin typeface="Cambria"/>
                <a:cs typeface="Cambria"/>
              </a:rPr>
              <a:t>U</a:t>
            </a:r>
            <a:r>
              <a:rPr dirty="0" sz="700" spc="-55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700" spc="-35" b="1">
                <a:solidFill>
                  <a:srgbClr val="293283"/>
                </a:solidFill>
                <a:latin typeface="Cambria"/>
                <a:cs typeface="Cambria"/>
              </a:rPr>
              <a:t>S</a:t>
            </a:r>
            <a:r>
              <a:rPr dirty="0" sz="700" spc="-55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700" b="1">
                <a:solidFill>
                  <a:srgbClr val="293283"/>
                </a:solidFill>
                <a:latin typeface="Cambria"/>
                <a:cs typeface="Cambria"/>
              </a:rPr>
              <a:t>E</a:t>
            </a:r>
            <a:r>
              <a:rPr dirty="0" sz="700" spc="170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700" spc="-40" b="1">
                <a:solidFill>
                  <a:srgbClr val="293283"/>
                </a:solidFill>
                <a:latin typeface="Cambria"/>
                <a:cs typeface="Cambria"/>
              </a:rPr>
              <a:t>W</a:t>
            </a:r>
            <a:r>
              <a:rPr dirty="0" sz="700" spc="-55" b="1">
                <a:solidFill>
                  <a:srgbClr val="293283"/>
                </a:solidFill>
                <a:latin typeface="Cambria"/>
                <a:cs typeface="Cambria"/>
              </a:rPr>
              <a:t> H </a:t>
            </a:r>
            <a:r>
              <a:rPr dirty="0" sz="700" spc="-65" b="1">
                <a:solidFill>
                  <a:srgbClr val="293283"/>
                </a:solidFill>
                <a:latin typeface="Cambria"/>
                <a:cs typeface="Cambria"/>
              </a:rPr>
              <a:t>E</a:t>
            </a:r>
            <a:r>
              <a:rPr dirty="0" sz="700" spc="-55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700" spc="-50" b="1">
                <a:solidFill>
                  <a:srgbClr val="293283"/>
                </a:solidFill>
                <a:latin typeface="Cambria"/>
                <a:cs typeface="Cambria"/>
              </a:rPr>
              <a:t>N</a:t>
            </a:r>
            <a:endParaRPr sz="700">
              <a:latin typeface="Cambria"/>
              <a:cs typeface="Cambria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1749425" y="5124132"/>
            <a:ext cx="3969385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7600"/>
              </a:lnSpc>
              <a:spcBef>
                <a:spcPts val="95"/>
              </a:spcBef>
            </a:pP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Streaming</a:t>
            </a:r>
            <a:r>
              <a:rPr dirty="0" sz="850" spc="-4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5">
                <a:solidFill>
                  <a:srgbClr val="4A4E6A"/>
                </a:solidFill>
                <a:latin typeface="Tahoma"/>
                <a:cs typeface="Tahoma"/>
              </a:rPr>
              <a:t>output, 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progress</a:t>
            </a:r>
            <a:r>
              <a:rPr dirty="0" sz="850" spc="-3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bars,</a:t>
            </a:r>
            <a:r>
              <a:rPr dirty="0" sz="850" spc="-3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0">
                <a:solidFill>
                  <a:srgbClr val="4A4E6A"/>
                </a:solidFill>
                <a:latin typeface="Tahoma"/>
                <a:cs typeface="Tahoma"/>
              </a:rPr>
              <a:t>chat</a:t>
            </a:r>
            <a:r>
              <a:rPr dirty="0" sz="850" spc="-3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55">
                <a:solidFill>
                  <a:srgbClr val="4A4E6A"/>
                </a:solidFill>
                <a:latin typeface="Tahoma"/>
                <a:cs typeface="Tahoma"/>
              </a:rPr>
              <a:t>messages,</a:t>
            </a:r>
            <a:r>
              <a:rPr dirty="0" sz="850" spc="-3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0">
                <a:solidFill>
                  <a:srgbClr val="4A4E6A"/>
                </a:solidFill>
                <a:latin typeface="Tahoma"/>
                <a:cs typeface="Tahoma"/>
              </a:rPr>
              <a:t>loading</a:t>
            </a:r>
            <a:r>
              <a:rPr dirty="0" sz="850" spc="-3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states.</a:t>
            </a:r>
            <a:r>
              <a:rPr dirty="0" sz="850" spc="-3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0">
                <a:solidFill>
                  <a:srgbClr val="4A4E6A"/>
                </a:solidFill>
                <a:latin typeface="Tahoma"/>
                <a:cs typeface="Tahoma"/>
              </a:rPr>
              <a:t>Content</a:t>
            </a:r>
            <a:r>
              <a:rPr dirty="0" sz="850" spc="-3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0">
                <a:solidFill>
                  <a:srgbClr val="4A4E6A"/>
                </a:solidFill>
                <a:latin typeface="Tahoma"/>
                <a:cs typeface="Tahoma"/>
              </a:rPr>
              <a:t>that</a:t>
            </a:r>
            <a:r>
              <a:rPr dirty="0" sz="850" spc="-3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changes</a:t>
            </a:r>
            <a:r>
              <a:rPr dirty="0" sz="850" spc="-3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20">
                <a:solidFill>
                  <a:srgbClr val="4A4E6A"/>
                </a:solidFill>
                <a:latin typeface="Tahoma"/>
                <a:cs typeface="Tahoma"/>
              </a:rPr>
              <a:t>over </a:t>
            </a:r>
            <a:r>
              <a:rPr dirty="0" sz="850" spc="-10">
                <a:solidFill>
                  <a:srgbClr val="4A4E6A"/>
                </a:solidFill>
                <a:latin typeface="Tahoma"/>
                <a:cs typeface="Tahoma"/>
              </a:rPr>
              <a:t>time.</a:t>
            </a:r>
            <a:endParaRPr sz="850">
              <a:latin typeface="Tahoma"/>
              <a:cs typeface="Tahoma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809624" y="5497512"/>
            <a:ext cx="5008880" cy="1568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dirty="0" baseline="11904" sz="1050" spc="-67" b="1">
                <a:solidFill>
                  <a:srgbClr val="FF6A5B"/>
                </a:solidFill>
                <a:latin typeface="Cambria"/>
                <a:cs typeface="Cambria"/>
              </a:rPr>
              <a:t>D</a:t>
            </a:r>
            <a:r>
              <a:rPr dirty="0" baseline="11904" sz="1050" spc="-75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baseline="11904" sz="1050" spc="-15" b="1">
                <a:solidFill>
                  <a:srgbClr val="FF6A5B"/>
                </a:solidFill>
                <a:latin typeface="Cambria"/>
                <a:cs typeface="Cambria"/>
              </a:rPr>
              <a:t>O</a:t>
            </a:r>
            <a:r>
              <a:rPr dirty="0" baseline="11904" sz="1050" spc="-67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baseline="11904" sz="1050" spc="-15" b="1">
                <a:solidFill>
                  <a:srgbClr val="FF6A5B"/>
                </a:solidFill>
                <a:latin typeface="Cambria"/>
                <a:cs typeface="Cambria"/>
              </a:rPr>
              <a:t>N</a:t>
            </a:r>
            <a:r>
              <a:rPr dirty="0" baseline="11904" sz="1050" spc="-67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baseline="11904" sz="1050" spc="-15" b="1">
                <a:solidFill>
                  <a:srgbClr val="FF6A5B"/>
                </a:solidFill>
                <a:latin typeface="Cambria"/>
                <a:cs typeface="Cambria"/>
              </a:rPr>
              <a:t>'</a:t>
            </a:r>
            <a:r>
              <a:rPr dirty="0" baseline="11904" sz="1050" spc="-67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baseline="11904" sz="1050" b="1">
                <a:solidFill>
                  <a:srgbClr val="FF6A5B"/>
                </a:solidFill>
                <a:latin typeface="Cambria"/>
                <a:cs typeface="Cambria"/>
              </a:rPr>
              <a:t>T</a:t>
            </a:r>
            <a:r>
              <a:rPr dirty="0" baseline="11904" sz="1050" spc="345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baseline="11904" sz="1050" spc="-30" b="1">
                <a:solidFill>
                  <a:srgbClr val="FF6A5B"/>
                </a:solidFill>
                <a:latin typeface="Cambria"/>
                <a:cs typeface="Cambria"/>
              </a:rPr>
              <a:t>U</a:t>
            </a:r>
            <a:r>
              <a:rPr dirty="0" baseline="11904" sz="1050" spc="-67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baseline="11904" sz="1050" spc="-52" b="1">
                <a:solidFill>
                  <a:srgbClr val="FF6A5B"/>
                </a:solidFill>
                <a:latin typeface="Cambria"/>
                <a:cs typeface="Cambria"/>
              </a:rPr>
              <a:t>S</a:t>
            </a:r>
            <a:r>
              <a:rPr dirty="0" baseline="11904" sz="1050" spc="-67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baseline="11904" sz="1050" b="1">
                <a:solidFill>
                  <a:srgbClr val="FF6A5B"/>
                </a:solidFill>
                <a:latin typeface="Cambria"/>
                <a:cs typeface="Cambria"/>
              </a:rPr>
              <a:t>E</a:t>
            </a:r>
            <a:r>
              <a:rPr dirty="0" baseline="11904" sz="1050" spc="352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baseline="11904" sz="1050" spc="-60" b="1">
                <a:solidFill>
                  <a:srgbClr val="FF6A5B"/>
                </a:solidFill>
                <a:latin typeface="Cambria"/>
                <a:cs typeface="Cambria"/>
              </a:rPr>
              <a:t>W</a:t>
            </a:r>
            <a:r>
              <a:rPr dirty="0" baseline="11904" sz="1050" spc="-67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baseline="11904" sz="1050" spc="-82" b="1">
                <a:solidFill>
                  <a:srgbClr val="FF6A5B"/>
                </a:solidFill>
                <a:latin typeface="Cambria"/>
                <a:cs typeface="Cambria"/>
              </a:rPr>
              <a:t>H</a:t>
            </a:r>
            <a:r>
              <a:rPr dirty="0" baseline="11904" sz="1050" spc="-75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baseline="11904" sz="1050" spc="-97" b="1">
                <a:solidFill>
                  <a:srgbClr val="FF6A5B"/>
                </a:solidFill>
                <a:latin typeface="Cambria"/>
                <a:cs typeface="Cambria"/>
              </a:rPr>
              <a:t>E</a:t>
            </a:r>
            <a:r>
              <a:rPr dirty="0" baseline="11904" sz="1050" spc="-67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baseline="11904" sz="1050" b="1">
                <a:solidFill>
                  <a:srgbClr val="FF6A5B"/>
                </a:solidFill>
                <a:latin typeface="Cambria"/>
                <a:cs typeface="Cambria"/>
              </a:rPr>
              <a:t>N</a:t>
            </a:r>
            <a:r>
              <a:rPr dirty="0" baseline="11904" sz="1050" spc="727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Static</a:t>
            </a:r>
            <a:r>
              <a:rPr dirty="0" sz="85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5">
                <a:solidFill>
                  <a:srgbClr val="4A4E6A"/>
                </a:solidFill>
                <a:latin typeface="Tahoma"/>
                <a:cs typeface="Tahoma"/>
              </a:rPr>
              <a:t>content</a:t>
            </a:r>
            <a:r>
              <a:rPr dirty="0" sz="85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>
                <a:solidFill>
                  <a:srgbClr val="4A4E6A"/>
                </a:solidFill>
                <a:latin typeface="Tahoma"/>
                <a:cs typeface="Tahoma"/>
              </a:rPr>
              <a:t>—</a:t>
            </a:r>
            <a:r>
              <a:rPr dirty="0" sz="85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0">
                <a:solidFill>
                  <a:srgbClr val="4A4E6A"/>
                </a:solidFill>
                <a:latin typeface="Tahoma"/>
                <a:cs typeface="Tahoma"/>
              </a:rPr>
              <a:t>st.write</a:t>
            </a:r>
            <a:r>
              <a:rPr dirty="0" sz="85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5">
                <a:solidFill>
                  <a:srgbClr val="4A4E6A"/>
                </a:solidFill>
                <a:latin typeface="Tahoma"/>
                <a:cs typeface="Tahoma"/>
              </a:rPr>
              <a:t>is</a:t>
            </a:r>
            <a:r>
              <a:rPr dirty="0" sz="85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simpler.</a:t>
            </a:r>
            <a:r>
              <a:rPr dirty="0" sz="85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55">
                <a:solidFill>
                  <a:srgbClr val="4A4E6A"/>
                </a:solidFill>
                <a:latin typeface="Tahoma"/>
                <a:cs typeface="Tahoma"/>
              </a:rPr>
              <a:t>These</a:t>
            </a:r>
            <a:r>
              <a:rPr dirty="0" sz="85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5">
                <a:solidFill>
                  <a:srgbClr val="4A4E6A"/>
                </a:solidFill>
                <a:latin typeface="Tahoma"/>
                <a:cs typeface="Tahoma"/>
              </a:rPr>
              <a:t>primitives</a:t>
            </a:r>
            <a:r>
              <a:rPr dirty="0" sz="85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add</a:t>
            </a:r>
            <a:r>
              <a:rPr dirty="0" sz="85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complexity,</a:t>
            </a:r>
            <a:r>
              <a:rPr dirty="0" sz="85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use</a:t>
            </a:r>
            <a:r>
              <a:rPr dirty="0" sz="85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5">
                <a:solidFill>
                  <a:srgbClr val="4A4E6A"/>
                </a:solidFill>
                <a:latin typeface="Tahoma"/>
                <a:cs typeface="Tahoma"/>
              </a:rPr>
              <a:t>only</a:t>
            </a:r>
            <a:r>
              <a:rPr dirty="0" sz="85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5">
                <a:solidFill>
                  <a:srgbClr val="4A4E6A"/>
                </a:solidFill>
                <a:latin typeface="Tahoma"/>
                <a:cs typeface="Tahoma"/>
              </a:rPr>
              <a:t>when</a:t>
            </a:r>
            <a:r>
              <a:rPr dirty="0" sz="85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10">
                <a:solidFill>
                  <a:srgbClr val="4A4E6A"/>
                </a:solidFill>
                <a:latin typeface="Tahoma"/>
                <a:cs typeface="Tahoma"/>
              </a:rPr>
              <a:t>needed.</a:t>
            </a:r>
            <a:endParaRPr sz="850">
              <a:latin typeface="Tahoma"/>
              <a:cs typeface="Tahoma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6153149" y="4724400"/>
            <a:ext cx="5353050" cy="1600200"/>
            <a:chOff x="6153149" y="4724400"/>
            <a:chExt cx="5353050" cy="1600200"/>
          </a:xfrm>
        </p:grpSpPr>
        <p:sp>
          <p:nvSpPr>
            <p:cNvPr id="51" name="object 51"/>
            <p:cNvSpPr/>
            <p:nvPr/>
          </p:nvSpPr>
          <p:spPr>
            <a:xfrm>
              <a:off x="6172199" y="4729162"/>
              <a:ext cx="5329555" cy="1590675"/>
            </a:xfrm>
            <a:custGeom>
              <a:avLst/>
              <a:gdLst/>
              <a:ahLst/>
              <a:cxnLst/>
              <a:rect l="l" t="t" r="r" b="b"/>
              <a:pathLst>
                <a:path w="5329555" h="1590675">
                  <a:moveTo>
                    <a:pt x="5226890" y="1590674"/>
                  </a:moveTo>
                  <a:lnTo>
                    <a:pt x="88995" y="1590674"/>
                  </a:lnTo>
                  <a:lnTo>
                    <a:pt x="82801" y="1589972"/>
                  </a:lnTo>
                  <a:lnTo>
                    <a:pt x="37130" y="1568217"/>
                  </a:lnTo>
                  <a:lnTo>
                    <a:pt x="12577" y="1536011"/>
                  </a:lnTo>
                  <a:lnTo>
                    <a:pt x="609" y="1495452"/>
                  </a:lnTo>
                  <a:lnTo>
                    <a:pt x="0" y="1488329"/>
                  </a:lnTo>
                  <a:lnTo>
                    <a:pt x="0" y="1481137"/>
                  </a:lnTo>
                  <a:lnTo>
                    <a:pt x="0" y="102345"/>
                  </a:lnTo>
                  <a:lnTo>
                    <a:pt x="9643" y="60973"/>
                  </a:lnTo>
                  <a:lnTo>
                    <a:pt x="32320" y="26996"/>
                  </a:lnTo>
                  <a:lnTo>
                    <a:pt x="64576" y="5585"/>
                  </a:lnTo>
                  <a:lnTo>
                    <a:pt x="88995" y="0"/>
                  </a:lnTo>
                  <a:lnTo>
                    <a:pt x="5226890" y="0"/>
                  </a:lnTo>
                  <a:lnTo>
                    <a:pt x="5268261" y="11089"/>
                  </a:lnTo>
                  <a:lnTo>
                    <a:pt x="5302239" y="37167"/>
                  </a:lnTo>
                  <a:lnTo>
                    <a:pt x="5323650" y="74263"/>
                  </a:lnTo>
                  <a:lnTo>
                    <a:pt x="5329235" y="102345"/>
                  </a:lnTo>
                  <a:lnTo>
                    <a:pt x="5329235" y="1488329"/>
                  </a:lnTo>
                  <a:lnTo>
                    <a:pt x="5318145" y="1529699"/>
                  </a:lnTo>
                  <a:lnTo>
                    <a:pt x="5292068" y="1563677"/>
                  </a:lnTo>
                  <a:lnTo>
                    <a:pt x="5254971" y="1585088"/>
                  </a:lnTo>
                  <a:lnTo>
                    <a:pt x="5234014" y="1589972"/>
                  </a:lnTo>
                  <a:lnTo>
                    <a:pt x="5226890" y="1590674"/>
                  </a:lnTo>
                  <a:close/>
                </a:path>
              </a:pathLst>
            </a:custGeom>
            <a:solidFill>
              <a:srgbClr val="FFE7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6211367" y="4724400"/>
              <a:ext cx="5295265" cy="1600200"/>
            </a:xfrm>
            <a:custGeom>
              <a:avLst/>
              <a:gdLst/>
              <a:ahLst/>
              <a:cxnLst/>
              <a:rect l="l" t="t" r="r" b="b"/>
              <a:pathLst>
                <a:path w="5295265" h="1600200">
                  <a:moveTo>
                    <a:pt x="5294820" y="114300"/>
                  </a:moveTo>
                  <a:lnTo>
                    <a:pt x="5286121" y="70561"/>
                  </a:lnTo>
                  <a:lnTo>
                    <a:pt x="5261788" y="33997"/>
                  </a:lnTo>
                  <a:lnTo>
                    <a:pt x="5226012" y="9525"/>
                  </a:lnTo>
                  <a:lnTo>
                    <a:pt x="5180520" y="0"/>
                  </a:lnTo>
                  <a:lnTo>
                    <a:pt x="56070" y="0"/>
                  </a:lnTo>
                  <a:lnTo>
                    <a:pt x="12331" y="8712"/>
                  </a:lnTo>
                  <a:lnTo>
                    <a:pt x="0" y="14795"/>
                  </a:lnTo>
                  <a:lnTo>
                    <a:pt x="22440" y="20408"/>
                  </a:lnTo>
                  <a:lnTo>
                    <a:pt x="26911" y="17500"/>
                  </a:lnTo>
                  <a:lnTo>
                    <a:pt x="33985" y="14020"/>
                  </a:lnTo>
                  <a:lnTo>
                    <a:pt x="41211" y="11518"/>
                  </a:lnTo>
                  <a:lnTo>
                    <a:pt x="48564" y="10033"/>
                  </a:lnTo>
                  <a:lnTo>
                    <a:pt x="56070" y="9525"/>
                  </a:lnTo>
                  <a:lnTo>
                    <a:pt x="5180520" y="9525"/>
                  </a:lnTo>
                  <a:lnTo>
                    <a:pt x="5220627" y="17500"/>
                  </a:lnTo>
                  <a:lnTo>
                    <a:pt x="5254612" y="40220"/>
                  </a:lnTo>
                  <a:lnTo>
                    <a:pt x="5277320" y="74206"/>
                  </a:lnTo>
                  <a:lnTo>
                    <a:pt x="5285295" y="114300"/>
                  </a:lnTo>
                  <a:lnTo>
                    <a:pt x="5285295" y="1485900"/>
                  </a:lnTo>
                  <a:lnTo>
                    <a:pt x="5277320" y="1526006"/>
                  </a:lnTo>
                  <a:lnTo>
                    <a:pt x="5255069" y="1559496"/>
                  </a:lnTo>
                  <a:lnTo>
                    <a:pt x="5220627" y="1582699"/>
                  </a:lnTo>
                  <a:lnTo>
                    <a:pt x="5180520" y="1590675"/>
                  </a:lnTo>
                  <a:lnTo>
                    <a:pt x="56070" y="1590675"/>
                  </a:lnTo>
                  <a:lnTo>
                    <a:pt x="22440" y="1579803"/>
                  </a:lnTo>
                  <a:lnTo>
                    <a:pt x="0" y="1585417"/>
                  </a:lnTo>
                  <a:lnTo>
                    <a:pt x="44818" y="1599666"/>
                  </a:lnTo>
                  <a:lnTo>
                    <a:pt x="56070" y="1600200"/>
                  </a:lnTo>
                  <a:lnTo>
                    <a:pt x="5180520" y="1600200"/>
                  </a:lnTo>
                  <a:lnTo>
                    <a:pt x="5224259" y="1591500"/>
                  </a:lnTo>
                  <a:lnTo>
                    <a:pt x="5226012" y="1590675"/>
                  </a:lnTo>
                  <a:lnTo>
                    <a:pt x="5234457" y="1586699"/>
                  </a:lnTo>
                  <a:lnTo>
                    <a:pt x="5268925" y="1558378"/>
                  </a:lnTo>
                  <a:lnTo>
                    <a:pt x="5289931" y="1519034"/>
                  </a:lnTo>
                  <a:lnTo>
                    <a:pt x="5294820" y="1485900"/>
                  </a:lnTo>
                  <a:lnTo>
                    <a:pt x="5294820" y="114300"/>
                  </a:lnTo>
                  <a:close/>
                </a:path>
              </a:pathLst>
            </a:custGeom>
            <a:solidFill>
              <a:srgbClr val="FF8B7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6153149" y="4739025"/>
              <a:ext cx="81280" cy="1570990"/>
            </a:xfrm>
            <a:custGeom>
              <a:avLst/>
              <a:gdLst/>
              <a:ahLst/>
              <a:cxnLst/>
              <a:rect l="l" t="t" r="r" b="b"/>
              <a:pathLst>
                <a:path w="81279" h="1570989">
                  <a:moveTo>
                    <a:pt x="58503" y="1570948"/>
                  </a:moveTo>
                  <a:lnTo>
                    <a:pt x="25899" y="1543749"/>
                  </a:lnTo>
                  <a:lnTo>
                    <a:pt x="4893" y="1504404"/>
                  </a:lnTo>
                  <a:lnTo>
                    <a:pt x="0" y="1471274"/>
                  </a:lnTo>
                  <a:lnTo>
                    <a:pt x="0" y="99674"/>
                  </a:lnTo>
                  <a:lnTo>
                    <a:pt x="8699" y="55933"/>
                  </a:lnTo>
                  <a:lnTo>
                    <a:pt x="33477" y="18852"/>
                  </a:lnTo>
                  <a:lnTo>
                    <a:pt x="58502" y="0"/>
                  </a:lnTo>
                  <a:lnTo>
                    <a:pt x="80928" y="5606"/>
                  </a:lnTo>
                  <a:lnTo>
                    <a:pt x="78342" y="7284"/>
                  </a:lnTo>
                  <a:lnTo>
                    <a:pt x="71957" y="12539"/>
                  </a:lnTo>
                  <a:lnTo>
                    <a:pt x="47107" y="50232"/>
                  </a:lnTo>
                  <a:lnTo>
                    <a:pt x="38462" y="89352"/>
                  </a:lnTo>
                  <a:lnTo>
                    <a:pt x="38100" y="99674"/>
                  </a:lnTo>
                  <a:lnTo>
                    <a:pt x="38100" y="1471274"/>
                  </a:lnTo>
                  <a:lnTo>
                    <a:pt x="43900" y="1511369"/>
                  </a:lnTo>
                  <a:lnTo>
                    <a:pt x="65982" y="1552306"/>
                  </a:lnTo>
                  <a:lnTo>
                    <a:pt x="80930" y="1565341"/>
                  </a:lnTo>
                  <a:lnTo>
                    <a:pt x="58503" y="1570948"/>
                  </a:lnTo>
                  <a:close/>
                </a:path>
              </a:pathLst>
            </a:custGeom>
            <a:solidFill>
              <a:srgbClr val="FF6A5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7162787" y="5076825"/>
              <a:ext cx="1628775" cy="866775"/>
            </a:xfrm>
            <a:custGeom>
              <a:avLst/>
              <a:gdLst/>
              <a:ahLst/>
              <a:cxnLst/>
              <a:rect l="l" t="t" r="r" b="b"/>
              <a:pathLst>
                <a:path w="1628775" h="866775">
                  <a:moveTo>
                    <a:pt x="400050" y="404533"/>
                  </a:moveTo>
                  <a:lnTo>
                    <a:pt x="371868" y="372452"/>
                  </a:lnTo>
                  <a:lnTo>
                    <a:pt x="367004" y="371475"/>
                  </a:lnTo>
                  <a:lnTo>
                    <a:pt x="80683" y="371475"/>
                  </a:lnTo>
                  <a:lnTo>
                    <a:pt x="48590" y="399669"/>
                  </a:lnTo>
                  <a:lnTo>
                    <a:pt x="47625" y="404533"/>
                  </a:lnTo>
                  <a:lnTo>
                    <a:pt x="47625" y="466725"/>
                  </a:lnTo>
                  <a:lnTo>
                    <a:pt x="47625" y="471779"/>
                  </a:lnTo>
                  <a:lnTo>
                    <a:pt x="75819" y="503859"/>
                  </a:lnTo>
                  <a:lnTo>
                    <a:pt x="80683" y="504825"/>
                  </a:lnTo>
                  <a:lnTo>
                    <a:pt x="367004" y="504825"/>
                  </a:lnTo>
                  <a:lnTo>
                    <a:pt x="399084" y="476643"/>
                  </a:lnTo>
                  <a:lnTo>
                    <a:pt x="400050" y="471779"/>
                  </a:lnTo>
                  <a:lnTo>
                    <a:pt x="400050" y="404533"/>
                  </a:lnTo>
                  <a:close/>
                </a:path>
                <a:path w="1628775" h="866775">
                  <a:moveTo>
                    <a:pt x="590550" y="585508"/>
                  </a:moveTo>
                  <a:lnTo>
                    <a:pt x="562368" y="553427"/>
                  </a:lnTo>
                  <a:lnTo>
                    <a:pt x="557504" y="552450"/>
                  </a:lnTo>
                  <a:lnTo>
                    <a:pt x="33058" y="552450"/>
                  </a:lnTo>
                  <a:lnTo>
                    <a:pt x="965" y="580644"/>
                  </a:lnTo>
                  <a:lnTo>
                    <a:pt x="0" y="585508"/>
                  </a:lnTo>
                  <a:lnTo>
                    <a:pt x="0" y="647700"/>
                  </a:lnTo>
                  <a:lnTo>
                    <a:pt x="0" y="652754"/>
                  </a:lnTo>
                  <a:lnTo>
                    <a:pt x="28194" y="684834"/>
                  </a:lnTo>
                  <a:lnTo>
                    <a:pt x="33058" y="685800"/>
                  </a:lnTo>
                  <a:lnTo>
                    <a:pt x="557504" y="685800"/>
                  </a:lnTo>
                  <a:lnTo>
                    <a:pt x="589584" y="657618"/>
                  </a:lnTo>
                  <a:lnTo>
                    <a:pt x="590550" y="652754"/>
                  </a:lnTo>
                  <a:lnTo>
                    <a:pt x="590550" y="585508"/>
                  </a:lnTo>
                  <a:close/>
                </a:path>
                <a:path w="1628775" h="866775">
                  <a:moveTo>
                    <a:pt x="914400" y="214033"/>
                  </a:moveTo>
                  <a:lnTo>
                    <a:pt x="886218" y="181952"/>
                  </a:lnTo>
                  <a:lnTo>
                    <a:pt x="881354" y="180975"/>
                  </a:lnTo>
                  <a:lnTo>
                    <a:pt x="414058" y="180975"/>
                  </a:lnTo>
                  <a:lnTo>
                    <a:pt x="381977" y="209169"/>
                  </a:lnTo>
                  <a:lnTo>
                    <a:pt x="381000" y="214033"/>
                  </a:lnTo>
                  <a:lnTo>
                    <a:pt x="381000" y="276225"/>
                  </a:lnTo>
                  <a:lnTo>
                    <a:pt x="381000" y="281279"/>
                  </a:lnTo>
                  <a:lnTo>
                    <a:pt x="409194" y="313359"/>
                  </a:lnTo>
                  <a:lnTo>
                    <a:pt x="414058" y="314325"/>
                  </a:lnTo>
                  <a:lnTo>
                    <a:pt x="881354" y="314325"/>
                  </a:lnTo>
                  <a:lnTo>
                    <a:pt x="913434" y="286143"/>
                  </a:lnTo>
                  <a:lnTo>
                    <a:pt x="914400" y="281279"/>
                  </a:lnTo>
                  <a:lnTo>
                    <a:pt x="914400" y="214033"/>
                  </a:lnTo>
                  <a:close/>
                </a:path>
                <a:path w="1628775" h="866775">
                  <a:moveTo>
                    <a:pt x="1390650" y="33058"/>
                  </a:moveTo>
                  <a:lnTo>
                    <a:pt x="1362468" y="977"/>
                  </a:lnTo>
                  <a:lnTo>
                    <a:pt x="1357604" y="0"/>
                  </a:lnTo>
                  <a:lnTo>
                    <a:pt x="890308" y="0"/>
                  </a:lnTo>
                  <a:lnTo>
                    <a:pt x="858215" y="28194"/>
                  </a:lnTo>
                  <a:lnTo>
                    <a:pt x="857250" y="33058"/>
                  </a:lnTo>
                  <a:lnTo>
                    <a:pt x="857250" y="95250"/>
                  </a:lnTo>
                  <a:lnTo>
                    <a:pt x="857250" y="100304"/>
                  </a:lnTo>
                  <a:lnTo>
                    <a:pt x="885444" y="132384"/>
                  </a:lnTo>
                  <a:lnTo>
                    <a:pt x="890308" y="133350"/>
                  </a:lnTo>
                  <a:lnTo>
                    <a:pt x="1357604" y="133350"/>
                  </a:lnTo>
                  <a:lnTo>
                    <a:pt x="1389684" y="105168"/>
                  </a:lnTo>
                  <a:lnTo>
                    <a:pt x="1390650" y="100304"/>
                  </a:lnTo>
                  <a:lnTo>
                    <a:pt x="1390650" y="33058"/>
                  </a:lnTo>
                  <a:close/>
                </a:path>
                <a:path w="1628775" h="866775">
                  <a:moveTo>
                    <a:pt x="1628775" y="766483"/>
                  </a:moveTo>
                  <a:lnTo>
                    <a:pt x="1600593" y="734402"/>
                  </a:lnTo>
                  <a:lnTo>
                    <a:pt x="1595729" y="733425"/>
                  </a:lnTo>
                  <a:lnTo>
                    <a:pt x="642658" y="733425"/>
                  </a:lnTo>
                  <a:lnTo>
                    <a:pt x="610577" y="761619"/>
                  </a:lnTo>
                  <a:lnTo>
                    <a:pt x="609600" y="766483"/>
                  </a:lnTo>
                  <a:lnTo>
                    <a:pt x="609600" y="828675"/>
                  </a:lnTo>
                  <a:lnTo>
                    <a:pt x="609600" y="833729"/>
                  </a:lnTo>
                  <a:lnTo>
                    <a:pt x="637794" y="865809"/>
                  </a:lnTo>
                  <a:lnTo>
                    <a:pt x="642658" y="866775"/>
                  </a:lnTo>
                  <a:lnTo>
                    <a:pt x="1595729" y="866775"/>
                  </a:lnTo>
                  <a:lnTo>
                    <a:pt x="1627809" y="838593"/>
                  </a:lnTo>
                  <a:lnTo>
                    <a:pt x="1628775" y="833729"/>
                  </a:lnTo>
                  <a:lnTo>
                    <a:pt x="1628775" y="766483"/>
                  </a:lnTo>
                  <a:close/>
                </a:path>
              </a:pathLst>
            </a:custGeom>
            <a:solidFill>
              <a:srgbClr val="FF6A5B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5" name="object 55"/>
          <p:cNvSpPr txBox="1"/>
          <p:nvPr/>
        </p:nvSpPr>
        <p:spPr>
          <a:xfrm>
            <a:off x="6211372" y="4838724"/>
            <a:ext cx="5254625" cy="1102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2080">
              <a:lnSpc>
                <a:spcPct val="100000"/>
              </a:lnSpc>
              <a:spcBef>
                <a:spcPts val="100"/>
              </a:spcBef>
            </a:pPr>
            <a:r>
              <a:rPr dirty="0" sz="800" spc="95">
                <a:solidFill>
                  <a:srgbClr val="FF6A5B"/>
                </a:solidFill>
                <a:latin typeface="Cambria"/>
                <a:cs typeface="Cambria"/>
              </a:rPr>
              <a:t>⌖</a:t>
            </a:r>
            <a:r>
              <a:rPr dirty="0" sz="800" spc="225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750" spc="-40" b="1">
                <a:solidFill>
                  <a:srgbClr val="FF6A5B"/>
                </a:solidFill>
                <a:latin typeface="Cambria"/>
                <a:cs typeface="Cambria"/>
              </a:rPr>
              <a:t>D</a:t>
            </a:r>
            <a:r>
              <a:rPr dirty="0" sz="750" spc="-35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750" spc="-65" b="1">
                <a:solidFill>
                  <a:srgbClr val="FF6A5B"/>
                </a:solidFill>
                <a:latin typeface="Cambria"/>
                <a:cs typeface="Cambria"/>
              </a:rPr>
              <a:t>E</a:t>
            </a:r>
            <a:r>
              <a:rPr dirty="0" sz="750" spc="-55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750" spc="-10" b="1">
                <a:solidFill>
                  <a:srgbClr val="FF6A5B"/>
                </a:solidFill>
                <a:latin typeface="Cambria"/>
                <a:cs typeface="Cambria"/>
              </a:rPr>
              <a:t>C</a:t>
            </a:r>
            <a:r>
              <a:rPr dirty="0" sz="750" spc="-35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750" spc="-60" b="1">
                <a:solidFill>
                  <a:srgbClr val="FF6A5B"/>
                </a:solidFill>
                <a:latin typeface="Cambria"/>
                <a:cs typeface="Cambria"/>
              </a:rPr>
              <a:t>I</a:t>
            </a:r>
            <a:r>
              <a:rPr dirty="0" sz="750" spc="-35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750" spc="-20" b="1">
                <a:solidFill>
                  <a:srgbClr val="FF6A5B"/>
                </a:solidFill>
                <a:latin typeface="Cambria"/>
                <a:cs typeface="Cambria"/>
              </a:rPr>
              <a:t>S</a:t>
            </a:r>
            <a:r>
              <a:rPr dirty="0" sz="750" spc="-35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750" spc="-60" b="1">
                <a:solidFill>
                  <a:srgbClr val="FF6A5B"/>
                </a:solidFill>
                <a:latin typeface="Cambria"/>
                <a:cs typeface="Cambria"/>
              </a:rPr>
              <a:t>I</a:t>
            </a:r>
            <a:r>
              <a:rPr dirty="0" sz="75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750" b="1">
                <a:solidFill>
                  <a:srgbClr val="FF6A5B"/>
                </a:solidFill>
                <a:latin typeface="Cambria"/>
                <a:cs typeface="Cambria"/>
              </a:rPr>
              <a:t>O</a:t>
            </a:r>
            <a:r>
              <a:rPr dirty="0" sz="750" spc="-35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750" b="1">
                <a:solidFill>
                  <a:srgbClr val="FF6A5B"/>
                </a:solidFill>
                <a:latin typeface="Cambria"/>
                <a:cs typeface="Cambria"/>
              </a:rPr>
              <a:t>N</a:t>
            </a:r>
            <a:r>
              <a:rPr dirty="0" sz="750" spc="27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750" spc="-90" b="1">
                <a:solidFill>
                  <a:srgbClr val="FF6A5B"/>
                </a:solidFill>
                <a:latin typeface="Cambria"/>
                <a:cs typeface="Cambria"/>
              </a:rPr>
              <a:t>T</a:t>
            </a:r>
            <a:r>
              <a:rPr dirty="0" sz="75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750" spc="-65" b="1">
                <a:solidFill>
                  <a:srgbClr val="FF6A5B"/>
                </a:solidFill>
                <a:latin typeface="Cambria"/>
                <a:cs typeface="Cambria"/>
              </a:rPr>
              <a:t>R</a:t>
            </a:r>
            <a:r>
              <a:rPr dirty="0" sz="750" spc="-35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750" spc="-65" b="1">
                <a:solidFill>
                  <a:srgbClr val="FF6A5B"/>
                </a:solidFill>
                <a:latin typeface="Cambria"/>
                <a:cs typeface="Cambria"/>
              </a:rPr>
              <a:t>E</a:t>
            </a:r>
            <a:r>
              <a:rPr dirty="0" sz="750" spc="-35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750" spc="-50" b="1">
                <a:solidFill>
                  <a:srgbClr val="FF6A5B"/>
                </a:solidFill>
                <a:latin typeface="Cambria"/>
                <a:cs typeface="Cambria"/>
              </a:rPr>
              <a:t>E</a:t>
            </a:r>
            <a:endParaRPr sz="750">
              <a:latin typeface="Cambria"/>
              <a:cs typeface="Cambria"/>
            </a:endParaRPr>
          </a:p>
          <a:p>
            <a:pPr marL="132080" marR="2875280">
              <a:lnSpc>
                <a:spcPct val="131900"/>
              </a:lnSpc>
              <a:spcBef>
                <a:spcPts val="320"/>
              </a:spcBef>
            </a:pPr>
            <a:r>
              <a:rPr dirty="0" sz="900" spc="-45">
                <a:solidFill>
                  <a:srgbClr val="1B1F3A"/>
                </a:solidFill>
                <a:latin typeface="Tahoma"/>
                <a:cs typeface="Tahoma"/>
              </a:rPr>
              <a:t>Need</a:t>
            </a:r>
            <a:r>
              <a:rPr dirty="0" sz="900" spc="-6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40">
                <a:solidFill>
                  <a:srgbClr val="1B1F3A"/>
                </a:solidFill>
                <a:latin typeface="Tahoma"/>
                <a:cs typeface="Tahoma"/>
              </a:rPr>
              <a:t>controls</a:t>
            </a:r>
            <a:r>
              <a:rPr dirty="0" sz="900" spc="-6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215">
                <a:solidFill>
                  <a:srgbClr val="1B1F3A"/>
                </a:solidFill>
                <a:latin typeface="Tahoma"/>
                <a:cs typeface="Tahoma"/>
              </a:rPr>
              <a:t>+</a:t>
            </a:r>
            <a:r>
              <a:rPr dirty="0" sz="900" spc="-6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1B1F3A"/>
                </a:solidFill>
                <a:latin typeface="Tahoma"/>
                <a:cs typeface="Tahoma"/>
              </a:rPr>
              <a:t>output</a:t>
            </a:r>
            <a:r>
              <a:rPr dirty="0" sz="900" spc="-6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40">
                <a:solidFill>
                  <a:srgbClr val="1B1F3A"/>
                </a:solidFill>
                <a:latin typeface="Tahoma"/>
                <a:cs typeface="Tahoma"/>
              </a:rPr>
              <a:t>together?</a:t>
            </a:r>
            <a:r>
              <a:rPr dirty="0" sz="900" spc="-6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60" b="1">
                <a:solidFill>
                  <a:srgbClr val="FF6A5B"/>
                </a:solidFill>
                <a:latin typeface="Cambria"/>
                <a:cs typeface="Cambria"/>
              </a:rPr>
              <a:t>→</a:t>
            </a:r>
            <a:r>
              <a:rPr dirty="0" sz="900" spc="465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800" b="1">
                <a:solidFill>
                  <a:srgbClr val="293283"/>
                </a:solidFill>
                <a:latin typeface="Courier New"/>
                <a:cs typeface="Courier New"/>
              </a:rPr>
              <a:t>columns</a:t>
            </a:r>
            <a:r>
              <a:rPr dirty="0" sz="800" spc="-60" b="1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900" spc="-50">
                <a:solidFill>
                  <a:srgbClr val="1B1F3A"/>
                </a:solidFill>
                <a:latin typeface="Tahoma"/>
                <a:cs typeface="Tahoma"/>
              </a:rPr>
              <a:t>. </a:t>
            </a:r>
            <a:r>
              <a:rPr dirty="0" sz="900" spc="-40">
                <a:solidFill>
                  <a:srgbClr val="1B1F3A"/>
                </a:solidFill>
                <a:latin typeface="Tahoma"/>
                <a:cs typeface="Tahoma"/>
              </a:rPr>
              <a:t>Controls</a:t>
            </a:r>
            <a:r>
              <a:rPr dirty="0" sz="900" spc="-6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30">
                <a:solidFill>
                  <a:srgbClr val="1B1F3A"/>
                </a:solidFill>
                <a:latin typeface="Tahoma"/>
                <a:cs typeface="Tahoma"/>
              </a:rPr>
              <a:t>don't</a:t>
            </a:r>
            <a:r>
              <a:rPr dirty="0" sz="900" spc="-6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55">
                <a:solidFill>
                  <a:srgbClr val="1B1F3A"/>
                </a:solidFill>
                <a:latin typeface="Tahoma"/>
                <a:cs typeface="Tahoma"/>
              </a:rPr>
              <a:t>change?</a:t>
            </a:r>
            <a:r>
              <a:rPr dirty="0" sz="900" spc="-6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60" b="1">
                <a:solidFill>
                  <a:srgbClr val="FF6A5B"/>
                </a:solidFill>
                <a:latin typeface="Cambria"/>
                <a:cs typeface="Cambria"/>
              </a:rPr>
              <a:t>→</a:t>
            </a:r>
            <a:r>
              <a:rPr dirty="0" sz="900" spc="459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800" b="1">
                <a:solidFill>
                  <a:srgbClr val="293283"/>
                </a:solidFill>
                <a:latin typeface="Courier New"/>
                <a:cs typeface="Courier New"/>
              </a:rPr>
              <a:t>sidebar</a:t>
            </a:r>
            <a:r>
              <a:rPr dirty="0" sz="800" spc="-60" b="1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900" spc="-50">
                <a:solidFill>
                  <a:srgbClr val="1B1F3A"/>
                </a:solidFill>
                <a:latin typeface="Tahoma"/>
                <a:cs typeface="Tahoma"/>
              </a:rPr>
              <a:t>.</a:t>
            </a:r>
            <a:endParaRPr sz="900">
              <a:latin typeface="Tahoma"/>
              <a:cs typeface="Tahoma"/>
            </a:endParaRPr>
          </a:p>
          <a:p>
            <a:pPr marL="132080" marR="3673475">
              <a:lnSpc>
                <a:spcPct val="131900"/>
              </a:lnSpc>
              <a:spcBef>
                <a:spcPts val="75"/>
              </a:spcBef>
            </a:pPr>
            <a:r>
              <a:rPr dirty="0" sz="900" spc="-10">
                <a:solidFill>
                  <a:srgbClr val="1B1F3A"/>
                </a:solidFill>
                <a:latin typeface="Tahoma"/>
                <a:cs typeface="Tahoma"/>
              </a:rPr>
              <a:t>Multiple</a:t>
            </a:r>
            <a:r>
              <a:rPr dirty="0" sz="900" spc="-8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40">
                <a:solidFill>
                  <a:srgbClr val="1B1F3A"/>
                </a:solidFill>
                <a:latin typeface="Tahoma"/>
                <a:cs typeface="Tahoma"/>
              </a:rPr>
              <a:t>views?</a:t>
            </a:r>
            <a:r>
              <a:rPr dirty="0" sz="900" spc="-8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60" b="1">
                <a:solidFill>
                  <a:srgbClr val="FF6A5B"/>
                </a:solidFill>
                <a:latin typeface="Cambria"/>
                <a:cs typeface="Cambria"/>
              </a:rPr>
              <a:t>→</a:t>
            </a:r>
            <a:r>
              <a:rPr dirty="0" sz="900" spc="415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800" b="1">
                <a:solidFill>
                  <a:srgbClr val="293283"/>
                </a:solidFill>
                <a:latin typeface="Courier New"/>
                <a:cs typeface="Courier New"/>
              </a:rPr>
              <a:t>tabs</a:t>
            </a:r>
            <a:r>
              <a:rPr dirty="0" sz="800" spc="-90" b="1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900" spc="-50">
                <a:solidFill>
                  <a:srgbClr val="1B1F3A"/>
                </a:solidFill>
                <a:latin typeface="Tahoma"/>
                <a:cs typeface="Tahoma"/>
              </a:rPr>
              <a:t>. </a:t>
            </a:r>
            <a:r>
              <a:rPr dirty="0" sz="900" spc="-40">
                <a:solidFill>
                  <a:srgbClr val="1B1F3A"/>
                </a:solidFill>
                <a:latin typeface="Tahoma"/>
                <a:cs typeface="Tahoma"/>
              </a:rPr>
              <a:t>Hide</a:t>
            </a:r>
            <a:r>
              <a:rPr dirty="0" sz="900" spc="-7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30">
                <a:solidFill>
                  <a:srgbClr val="1B1F3A"/>
                </a:solidFill>
                <a:latin typeface="Tahoma"/>
                <a:cs typeface="Tahoma"/>
              </a:rPr>
              <a:t>optional?</a:t>
            </a:r>
            <a:r>
              <a:rPr dirty="0" sz="900" spc="-6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60" b="1">
                <a:solidFill>
                  <a:srgbClr val="FF6A5B"/>
                </a:solidFill>
                <a:latin typeface="Cambria"/>
                <a:cs typeface="Cambria"/>
              </a:rPr>
              <a:t>→</a:t>
            </a:r>
            <a:r>
              <a:rPr dirty="0" sz="900" spc="434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800" b="1">
                <a:solidFill>
                  <a:srgbClr val="293283"/>
                </a:solidFill>
                <a:latin typeface="Courier New"/>
                <a:cs typeface="Courier New"/>
              </a:rPr>
              <a:t>expander</a:t>
            </a:r>
            <a:r>
              <a:rPr dirty="0" sz="800" spc="-70" b="1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900" spc="-50">
                <a:solidFill>
                  <a:srgbClr val="1B1F3A"/>
                </a:solidFill>
                <a:latin typeface="Tahoma"/>
                <a:cs typeface="Tahoma"/>
              </a:rPr>
              <a:t>.</a:t>
            </a:r>
            <a:endParaRPr sz="900">
              <a:latin typeface="Tahoma"/>
              <a:cs typeface="Tahoma"/>
            </a:endParaRPr>
          </a:p>
          <a:p>
            <a:pPr marL="132080">
              <a:lnSpc>
                <a:spcPct val="100000"/>
              </a:lnSpc>
              <a:spcBef>
                <a:spcPts val="345"/>
              </a:spcBef>
            </a:pPr>
            <a:r>
              <a:rPr dirty="0" sz="900" spc="-40">
                <a:solidFill>
                  <a:srgbClr val="1B1F3A"/>
                </a:solidFill>
                <a:latin typeface="Tahoma"/>
                <a:cs typeface="Tahoma"/>
              </a:rPr>
              <a:t>Content</a:t>
            </a:r>
            <a:r>
              <a:rPr dirty="0" sz="900" spc="-6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50">
                <a:solidFill>
                  <a:srgbClr val="1B1F3A"/>
                </a:solidFill>
                <a:latin typeface="Tahoma"/>
                <a:cs typeface="Tahoma"/>
              </a:rPr>
              <a:t>updates</a:t>
            </a:r>
            <a:r>
              <a:rPr dirty="0" sz="900" spc="-6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45">
                <a:solidFill>
                  <a:srgbClr val="1B1F3A"/>
                </a:solidFill>
                <a:latin typeface="Tahoma"/>
                <a:cs typeface="Tahoma"/>
              </a:rPr>
              <a:t>over</a:t>
            </a:r>
            <a:r>
              <a:rPr dirty="0" sz="900" spc="-6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30">
                <a:solidFill>
                  <a:srgbClr val="1B1F3A"/>
                </a:solidFill>
                <a:latin typeface="Tahoma"/>
                <a:cs typeface="Tahoma"/>
              </a:rPr>
              <a:t>time?</a:t>
            </a:r>
            <a:r>
              <a:rPr dirty="0" sz="900" spc="-6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60" b="1">
                <a:solidFill>
                  <a:srgbClr val="FF6A5B"/>
                </a:solidFill>
                <a:latin typeface="Cambria"/>
                <a:cs typeface="Cambria"/>
              </a:rPr>
              <a:t>→</a:t>
            </a:r>
            <a:r>
              <a:rPr dirty="0" sz="900" spc="48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800" b="1">
                <a:solidFill>
                  <a:srgbClr val="293283"/>
                </a:solidFill>
                <a:latin typeface="Courier New"/>
                <a:cs typeface="Courier New"/>
              </a:rPr>
              <a:t>container/empty</a:t>
            </a:r>
            <a:r>
              <a:rPr dirty="0" sz="800" spc="-50" b="1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900" spc="-50">
                <a:solidFill>
                  <a:srgbClr val="1B1F3A"/>
                </a:solidFill>
                <a:latin typeface="Tahoma"/>
                <a:cs typeface="Tahoma"/>
              </a:rPr>
              <a:t>.</a:t>
            </a:r>
            <a:endParaRPr sz="900">
              <a:latin typeface="Tahoma"/>
              <a:cs typeface="Tahoma"/>
            </a:endParaRPr>
          </a:p>
        </p:txBody>
      </p:sp>
      <p:sp>
        <p:nvSpPr>
          <p:cNvPr id="56" name="object 5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pc="-45"/>
              <a:t>D</a:t>
            </a:r>
            <a:r>
              <a:rPr dirty="0" spc="-65"/>
              <a:t> </a:t>
            </a:r>
            <a:r>
              <a:rPr dirty="0"/>
              <a:t>AY</a:t>
            </a:r>
            <a:r>
              <a:rPr dirty="0" spc="240"/>
              <a:t> </a:t>
            </a:r>
            <a:r>
              <a:rPr dirty="0" spc="-65"/>
              <a:t>0</a:t>
            </a:r>
            <a:r>
              <a:rPr dirty="0" spc="-45"/>
              <a:t> </a:t>
            </a:r>
            <a:r>
              <a:rPr dirty="0"/>
              <a:t>5</a:t>
            </a:r>
            <a:r>
              <a:rPr dirty="0" spc="265"/>
              <a:t> </a:t>
            </a:r>
            <a:r>
              <a:rPr dirty="0"/>
              <a:t>·</a:t>
            </a:r>
            <a:r>
              <a:rPr dirty="0" spc="260"/>
              <a:t> </a:t>
            </a:r>
            <a:r>
              <a:rPr dirty="0" spc="-40"/>
              <a:t>W</a:t>
            </a:r>
            <a:r>
              <a:rPr dirty="0" spc="-45"/>
              <a:t> </a:t>
            </a:r>
            <a:r>
              <a:rPr dirty="0" spc="-65"/>
              <a:t>I</a:t>
            </a:r>
            <a:r>
              <a:rPr dirty="0" spc="-45"/>
              <a:t> D </a:t>
            </a:r>
            <a:r>
              <a:rPr dirty="0"/>
              <a:t>G</a:t>
            </a:r>
            <a:r>
              <a:rPr dirty="0" spc="-45"/>
              <a:t> </a:t>
            </a:r>
            <a:r>
              <a:rPr dirty="0" spc="-70"/>
              <a:t>E</a:t>
            </a:r>
            <a:r>
              <a:rPr dirty="0" spc="-45"/>
              <a:t> </a:t>
            </a:r>
            <a:r>
              <a:rPr dirty="0" spc="-114"/>
              <a:t>T</a:t>
            </a:r>
            <a:r>
              <a:rPr dirty="0" spc="-50"/>
              <a:t> </a:t>
            </a:r>
            <a:r>
              <a:rPr dirty="0"/>
              <a:t>S</a:t>
            </a:r>
            <a:r>
              <a:rPr dirty="0" spc="265"/>
              <a:t> </a:t>
            </a:r>
            <a:r>
              <a:rPr dirty="0"/>
              <a:t>&amp;</a:t>
            </a:r>
            <a:r>
              <a:rPr dirty="0" spc="265"/>
              <a:t> </a:t>
            </a:r>
            <a:r>
              <a:rPr dirty="0" spc="-100"/>
              <a:t>L</a:t>
            </a:r>
            <a:r>
              <a:rPr dirty="0" spc="-45"/>
              <a:t> </a:t>
            </a:r>
            <a:r>
              <a:rPr dirty="0" spc="-20"/>
              <a:t>AY</a:t>
            </a:r>
            <a:r>
              <a:rPr dirty="0" spc="-80"/>
              <a:t> </a:t>
            </a:r>
            <a:r>
              <a:rPr dirty="0" spc="-10"/>
              <a:t>O</a:t>
            </a:r>
            <a:r>
              <a:rPr dirty="0" spc="-45"/>
              <a:t> </a:t>
            </a:r>
            <a:r>
              <a:rPr dirty="0"/>
              <a:t>U</a:t>
            </a:r>
            <a:r>
              <a:rPr dirty="0" spc="-45"/>
              <a:t> </a:t>
            </a:r>
            <a:r>
              <a:rPr dirty="0" spc="-50"/>
              <a:t>T</a:t>
            </a:r>
          </a:p>
        </p:txBody>
      </p:sp>
      <p:sp>
        <p:nvSpPr>
          <p:cNvPr id="57" name="object 5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pc="-30"/>
              <a:t>1</a:t>
            </a:r>
            <a:r>
              <a:rPr dirty="0" spc="-120"/>
              <a:t> </a:t>
            </a:r>
            <a:r>
              <a:rPr dirty="0"/>
              <a:t>1</a:t>
            </a:r>
            <a:r>
              <a:rPr dirty="0" spc="204"/>
              <a:t> </a:t>
            </a:r>
            <a:r>
              <a:rPr dirty="0"/>
              <a:t>/</a:t>
            </a:r>
            <a:r>
              <a:rPr dirty="0" spc="204"/>
              <a:t> </a:t>
            </a:r>
            <a:r>
              <a:rPr dirty="0" spc="-30"/>
              <a:t>1</a:t>
            </a:r>
            <a:r>
              <a:rPr dirty="0" spc="-120"/>
              <a:t> </a:t>
            </a:r>
            <a:r>
              <a:rPr dirty="0" spc="-60"/>
              <a:t>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399" y="1771649"/>
            <a:ext cx="342900" cy="19050"/>
          </a:xfrm>
          <a:custGeom>
            <a:avLst/>
            <a:gdLst/>
            <a:ahLst/>
            <a:cxnLst/>
            <a:rect l="l" t="t" r="r" b="b"/>
            <a:pathLst>
              <a:path w="342900" h="19050">
                <a:moveTo>
                  <a:pt x="342899" y="19049"/>
                </a:moveTo>
                <a:lnTo>
                  <a:pt x="0" y="19049"/>
                </a:lnTo>
                <a:lnTo>
                  <a:pt x="0" y="0"/>
                </a:lnTo>
                <a:lnTo>
                  <a:pt x="342899" y="0"/>
                </a:lnTo>
                <a:lnTo>
                  <a:pt x="342899" y="19049"/>
                </a:lnTo>
                <a:close/>
              </a:path>
            </a:pathLst>
          </a:custGeom>
          <a:solidFill>
            <a:srgbClr val="FF6A5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377949" y="1644650"/>
            <a:ext cx="853440" cy="2311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89255" algn="l"/>
                <a:tab pos="611505" algn="l"/>
              </a:tabLst>
            </a:pPr>
            <a:r>
              <a:rPr dirty="0" sz="1350">
                <a:solidFill>
                  <a:srgbClr val="FF6A5B"/>
                </a:solidFill>
              </a:rPr>
              <a:t>0</a:t>
            </a:r>
            <a:r>
              <a:rPr dirty="0" sz="1350" spc="10">
                <a:solidFill>
                  <a:srgbClr val="FF6A5B"/>
                </a:solidFill>
              </a:rPr>
              <a:t> </a:t>
            </a:r>
            <a:r>
              <a:rPr dirty="0" sz="1350" spc="-50">
                <a:solidFill>
                  <a:srgbClr val="FF6A5B"/>
                </a:solidFill>
              </a:rPr>
              <a:t>3</a:t>
            </a:r>
            <a:r>
              <a:rPr dirty="0" sz="1350">
                <a:solidFill>
                  <a:srgbClr val="FF6A5B"/>
                </a:solidFill>
              </a:rPr>
              <a:t>	</a:t>
            </a:r>
            <a:r>
              <a:rPr dirty="0" sz="1350" spc="-50">
                <a:solidFill>
                  <a:srgbClr val="FF6A5B"/>
                </a:solidFill>
              </a:rPr>
              <a:t>/</a:t>
            </a:r>
            <a:r>
              <a:rPr dirty="0" sz="1350">
                <a:solidFill>
                  <a:srgbClr val="FF6A5B"/>
                </a:solidFill>
              </a:rPr>
              <a:t>	0 </a:t>
            </a:r>
            <a:r>
              <a:rPr dirty="0" sz="1350" spc="-55">
                <a:solidFill>
                  <a:srgbClr val="FF6A5B"/>
                </a:solidFill>
              </a:rPr>
              <a:t>3</a:t>
            </a:r>
            <a:endParaRPr sz="1350"/>
          </a:p>
        </p:txBody>
      </p:sp>
      <p:sp>
        <p:nvSpPr>
          <p:cNvPr id="4" name="object 4"/>
          <p:cNvSpPr/>
          <p:nvPr/>
        </p:nvSpPr>
        <p:spPr>
          <a:xfrm>
            <a:off x="914399" y="2171699"/>
            <a:ext cx="609600" cy="38100"/>
          </a:xfrm>
          <a:custGeom>
            <a:avLst/>
            <a:gdLst/>
            <a:ahLst/>
            <a:cxnLst/>
            <a:rect l="l" t="t" r="r" b="b"/>
            <a:pathLst>
              <a:path w="609600" h="38100">
                <a:moveTo>
                  <a:pt x="5930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9049"/>
                </a:lnTo>
                <a:lnTo>
                  <a:pt x="0" y="16523"/>
                </a:lnTo>
                <a:lnTo>
                  <a:pt x="16523" y="0"/>
                </a:lnTo>
                <a:lnTo>
                  <a:pt x="593076" y="0"/>
                </a:lnTo>
                <a:lnTo>
                  <a:pt x="609599" y="16523"/>
                </a:lnTo>
                <a:lnTo>
                  <a:pt x="609599" y="21576"/>
                </a:lnTo>
                <a:lnTo>
                  <a:pt x="595506" y="37616"/>
                </a:lnTo>
                <a:lnTo>
                  <a:pt x="593076" y="38099"/>
                </a:lnTo>
                <a:close/>
              </a:path>
            </a:pathLst>
          </a:custGeom>
          <a:solidFill>
            <a:srgbClr val="FF6A5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901700" y="2330450"/>
            <a:ext cx="8403590" cy="2174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5720"/>
              </a:lnSpc>
              <a:spcBef>
                <a:spcPts val="100"/>
              </a:spcBef>
            </a:pPr>
            <a:r>
              <a:rPr dirty="0" sz="5100" spc="-475" b="1">
                <a:solidFill>
                  <a:srgbClr val="293283"/>
                </a:solidFill>
                <a:latin typeface="Cambria"/>
                <a:cs typeface="Cambria"/>
              </a:rPr>
              <a:t>Build</a:t>
            </a:r>
            <a:r>
              <a:rPr dirty="0" sz="5100" spc="-229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5100" spc="-225" b="1">
                <a:solidFill>
                  <a:srgbClr val="293283"/>
                </a:solidFill>
                <a:latin typeface="Cambria"/>
                <a:cs typeface="Cambria"/>
              </a:rPr>
              <a:t>a </a:t>
            </a:r>
            <a:r>
              <a:rPr dirty="0" sz="5100" spc="-345" b="1">
                <a:solidFill>
                  <a:srgbClr val="293283"/>
                </a:solidFill>
                <a:latin typeface="Cambria"/>
                <a:cs typeface="Cambria"/>
              </a:rPr>
              <a:t>form.</a:t>
            </a:r>
            <a:endParaRPr sz="5100">
              <a:latin typeface="Cambria"/>
              <a:cs typeface="Cambria"/>
            </a:endParaRPr>
          </a:p>
          <a:p>
            <a:pPr marL="12700">
              <a:lnSpc>
                <a:spcPts val="5720"/>
              </a:lnSpc>
            </a:pPr>
            <a:r>
              <a:rPr dirty="0" sz="5100" spc="-495" b="1">
                <a:solidFill>
                  <a:srgbClr val="293283"/>
                </a:solidFill>
                <a:latin typeface="Cambria"/>
                <a:cs typeface="Cambria"/>
              </a:rPr>
              <a:t>The</a:t>
            </a:r>
            <a:r>
              <a:rPr dirty="0" sz="5100" spc="-220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5100" spc="-395" b="1">
                <a:solidFill>
                  <a:srgbClr val="FF6A5B"/>
                </a:solidFill>
                <a:latin typeface="Cambria"/>
                <a:cs typeface="Cambria"/>
              </a:rPr>
              <a:t>Phase-</a:t>
            </a:r>
            <a:r>
              <a:rPr dirty="0" sz="5100" spc="-455" b="1">
                <a:solidFill>
                  <a:srgbClr val="FF6A5B"/>
                </a:solidFill>
                <a:latin typeface="Cambria"/>
                <a:cs typeface="Cambria"/>
              </a:rPr>
              <a:t>4</a:t>
            </a:r>
            <a:r>
              <a:rPr dirty="0" sz="5100" spc="-215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5100" spc="-355" b="1">
                <a:solidFill>
                  <a:srgbClr val="293283"/>
                </a:solidFill>
                <a:latin typeface="Cambria"/>
                <a:cs typeface="Cambria"/>
              </a:rPr>
              <a:t>pattern.</a:t>
            </a:r>
            <a:endParaRPr sz="5100">
              <a:latin typeface="Cambria"/>
              <a:cs typeface="Cambria"/>
            </a:endParaRPr>
          </a:p>
          <a:p>
            <a:pPr marL="12700" marR="5080">
              <a:lnSpc>
                <a:spcPct val="134300"/>
              </a:lnSpc>
              <a:spcBef>
                <a:spcPts val="1125"/>
              </a:spcBef>
            </a:pPr>
            <a:r>
              <a:rPr dirty="0" sz="1350" spc="-95">
                <a:solidFill>
                  <a:srgbClr val="4A4E6A"/>
                </a:solidFill>
                <a:latin typeface="Tahoma"/>
                <a:cs typeface="Tahoma"/>
              </a:rPr>
              <a:t>Today's</a:t>
            </a:r>
            <a:r>
              <a:rPr dirty="0" sz="1350" spc="-9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350" spc="-70">
                <a:solidFill>
                  <a:srgbClr val="4A4E6A"/>
                </a:solidFill>
                <a:latin typeface="Tahoma"/>
                <a:cs typeface="Tahoma"/>
              </a:rPr>
              <a:t>exercise</a:t>
            </a:r>
            <a:r>
              <a:rPr dirty="0" sz="1350" spc="-9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350" spc="-75">
                <a:solidFill>
                  <a:srgbClr val="4A4E6A"/>
                </a:solidFill>
                <a:latin typeface="Tahoma"/>
                <a:cs typeface="Tahoma"/>
              </a:rPr>
              <a:t>uses</a:t>
            </a:r>
            <a:r>
              <a:rPr dirty="0" sz="1350" spc="-9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350" spc="-25" b="1">
                <a:solidFill>
                  <a:srgbClr val="293283"/>
                </a:solidFill>
                <a:latin typeface="Courier New"/>
                <a:cs typeface="Courier New"/>
              </a:rPr>
              <a:t>st.form</a:t>
            </a:r>
            <a:r>
              <a:rPr dirty="0" sz="1350" spc="-480" b="1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1350" spc="-20">
                <a:solidFill>
                  <a:srgbClr val="4A4E6A"/>
                </a:solidFill>
                <a:latin typeface="Tahoma"/>
                <a:cs typeface="Tahoma"/>
              </a:rPr>
              <a:t>—</a:t>
            </a:r>
            <a:r>
              <a:rPr dirty="0" sz="1350" spc="-9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350" spc="-45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1350" spc="-9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350" spc="-70">
                <a:solidFill>
                  <a:srgbClr val="4A4E6A"/>
                </a:solidFill>
                <a:latin typeface="Tahoma"/>
                <a:cs typeface="Tahoma"/>
              </a:rPr>
              <a:t>batch-</a:t>
            </a:r>
            <a:r>
              <a:rPr dirty="0" sz="1350" spc="-45">
                <a:solidFill>
                  <a:srgbClr val="4A4E6A"/>
                </a:solidFill>
                <a:latin typeface="Tahoma"/>
                <a:cs typeface="Tahoma"/>
              </a:rPr>
              <a:t>input</a:t>
            </a:r>
            <a:r>
              <a:rPr dirty="0" sz="1350" spc="-9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350" spc="-55">
                <a:solidFill>
                  <a:srgbClr val="4A4E6A"/>
                </a:solidFill>
                <a:latin typeface="Tahoma"/>
                <a:cs typeface="Tahoma"/>
              </a:rPr>
              <a:t>pattern</a:t>
            </a:r>
            <a:r>
              <a:rPr dirty="0" sz="1350" spc="-9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350" spc="-65">
                <a:solidFill>
                  <a:srgbClr val="4A4E6A"/>
                </a:solidFill>
                <a:latin typeface="Tahoma"/>
                <a:cs typeface="Tahoma"/>
              </a:rPr>
              <a:t>every</a:t>
            </a:r>
            <a:r>
              <a:rPr dirty="0" sz="1350" spc="-9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350" spc="-70">
                <a:solidFill>
                  <a:srgbClr val="4A4E6A"/>
                </a:solidFill>
                <a:latin typeface="Tahoma"/>
                <a:cs typeface="Tahoma"/>
              </a:rPr>
              <a:t>group</a:t>
            </a:r>
            <a:r>
              <a:rPr dirty="0" sz="1350" spc="-9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4A4E6A"/>
                </a:solidFill>
                <a:latin typeface="Tahoma"/>
                <a:cs typeface="Tahoma"/>
              </a:rPr>
              <a:t>will</a:t>
            </a:r>
            <a:r>
              <a:rPr dirty="0" sz="1350" spc="-9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350" spc="-65">
                <a:solidFill>
                  <a:srgbClr val="4A4E6A"/>
                </a:solidFill>
                <a:latin typeface="Tahoma"/>
                <a:cs typeface="Tahoma"/>
              </a:rPr>
              <a:t>use</a:t>
            </a:r>
            <a:r>
              <a:rPr dirty="0" sz="1350" spc="-8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350" spc="-35">
                <a:solidFill>
                  <a:srgbClr val="4A4E6A"/>
                </a:solidFill>
                <a:latin typeface="Tahoma"/>
                <a:cs typeface="Tahoma"/>
              </a:rPr>
              <a:t>in</a:t>
            </a:r>
            <a:r>
              <a:rPr dirty="0" sz="1350" spc="-9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350" spc="-40">
                <a:solidFill>
                  <a:srgbClr val="4A4E6A"/>
                </a:solidFill>
                <a:latin typeface="Tahoma"/>
                <a:cs typeface="Tahoma"/>
              </a:rPr>
              <a:t>their</a:t>
            </a:r>
            <a:r>
              <a:rPr dirty="0" sz="1350" spc="-9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350" spc="-60">
                <a:solidFill>
                  <a:srgbClr val="4A4E6A"/>
                </a:solidFill>
                <a:latin typeface="Tahoma"/>
                <a:cs typeface="Tahoma"/>
              </a:rPr>
              <a:t>project.</a:t>
            </a:r>
            <a:r>
              <a:rPr dirty="0" sz="1350" spc="-9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350" spc="-75">
                <a:solidFill>
                  <a:srgbClr val="4A4E6A"/>
                </a:solidFill>
                <a:latin typeface="Tahoma"/>
                <a:cs typeface="Tahoma"/>
              </a:rPr>
              <a:t>Name,</a:t>
            </a:r>
            <a:r>
              <a:rPr dirty="0" sz="1350" spc="-9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350" spc="-60">
                <a:solidFill>
                  <a:srgbClr val="4A4E6A"/>
                </a:solidFill>
                <a:latin typeface="Tahoma"/>
                <a:cs typeface="Tahoma"/>
              </a:rPr>
              <a:t>email,</a:t>
            </a:r>
            <a:r>
              <a:rPr dirty="0" sz="1350" spc="-9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350" spc="-95">
                <a:solidFill>
                  <a:srgbClr val="4A4E6A"/>
                </a:solidFill>
                <a:latin typeface="Tahoma"/>
                <a:cs typeface="Tahoma"/>
              </a:rPr>
              <a:t>age,</a:t>
            </a:r>
            <a:r>
              <a:rPr dirty="0" sz="1350" spc="-9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4A4E6A"/>
                </a:solidFill>
                <a:latin typeface="Tahoma"/>
                <a:cs typeface="Tahoma"/>
              </a:rPr>
              <a:t>gender, </a:t>
            </a:r>
            <a:r>
              <a:rPr dirty="0" sz="1350" spc="-60">
                <a:solidFill>
                  <a:srgbClr val="4A4E6A"/>
                </a:solidFill>
                <a:latin typeface="Tahoma"/>
                <a:cs typeface="Tahoma"/>
              </a:rPr>
              <a:t>submit.</a:t>
            </a:r>
            <a:r>
              <a:rPr dirty="0" sz="1350" spc="-90">
                <a:solidFill>
                  <a:srgbClr val="4A4E6A"/>
                </a:solidFill>
                <a:latin typeface="Tahoma"/>
                <a:cs typeface="Tahoma"/>
              </a:rPr>
              <a:t> The </a:t>
            </a:r>
            <a:r>
              <a:rPr dirty="0" sz="1350" spc="-70">
                <a:solidFill>
                  <a:srgbClr val="4A4E6A"/>
                </a:solidFill>
                <a:latin typeface="Tahoma"/>
                <a:cs typeface="Tahoma"/>
              </a:rPr>
              <a:t>shape</a:t>
            </a:r>
            <a:r>
              <a:rPr dirty="0" sz="1350" spc="-9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350" spc="-35">
                <a:solidFill>
                  <a:srgbClr val="4A4E6A"/>
                </a:solidFill>
                <a:latin typeface="Tahoma"/>
                <a:cs typeface="Tahoma"/>
              </a:rPr>
              <a:t>of</a:t>
            </a:r>
            <a:r>
              <a:rPr dirty="0" sz="1350" spc="-8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350" spc="-80">
                <a:solidFill>
                  <a:srgbClr val="4A4E6A"/>
                </a:solidFill>
                <a:latin typeface="Tahoma"/>
                <a:cs typeface="Tahoma"/>
              </a:rPr>
              <a:t>a</a:t>
            </a:r>
            <a:r>
              <a:rPr dirty="0" sz="1350" spc="-9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350" spc="-55">
                <a:solidFill>
                  <a:srgbClr val="4A4E6A"/>
                </a:solidFill>
                <a:latin typeface="Tahoma"/>
                <a:cs typeface="Tahoma"/>
              </a:rPr>
              <a:t>real</a:t>
            </a:r>
            <a:r>
              <a:rPr dirty="0" sz="1350" spc="-9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350" spc="-75">
                <a:solidFill>
                  <a:srgbClr val="4A4E6A"/>
                </a:solidFill>
                <a:latin typeface="Tahoma"/>
                <a:cs typeface="Tahoma"/>
              </a:rPr>
              <a:t>data-</a:t>
            </a:r>
            <a:r>
              <a:rPr dirty="0" sz="1350" spc="-45">
                <a:solidFill>
                  <a:srgbClr val="4A4E6A"/>
                </a:solidFill>
                <a:latin typeface="Tahoma"/>
                <a:cs typeface="Tahoma"/>
              </a:rPr>
              <a:t>collection</a:t>
            </a:r>
            <a:r>
              <a:rPr dirty="0" sz="1350" spc="-8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4A4E6A"/>
                </a:solidFill>
                <a:latin typeface="Tahoma"/>
                <a:cs typeface="Tahoma"/>
              </a:rPr>
              <a:t>app.</a:t>
            </a:r>
            <a:endParaRPr sz="1350">
              <a:latin typeface="Tahoma"/>
              <a:cs typeface="Tahom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14399" y="4886324"/>
            <a:ext cx="1381125" cy="323850"/>
            <a:chOff x="914399" y="4886324"/>
            <a:chExt cx="1381125" cy="323850"/>
          </a:xfrm>
        </p:grpSpPr>
        <p:sp>
          <p:nvSpPr>
            <p:cNvPr id="7" name="object 7"/>
            <p:cNvSpPr/>
            <p:nvPr/>
          </p:nvSpPr>
          <p:spPr>
            <a:xfrm>
              <a:off x="919162" y="4891087"/>
              <a:ext cx="1371600" cy="314325"/>
            </a:xfrm>
            <a:custGeom>
              <a:avLst/>
              <a:gdLst/>
              <a:ahLst/>
              <a:cxnLst/>
              <a:rect l="l" t="t" r="r" b="b"/>
              <a:pathLst>
                <a:path w="1371600" h="314325">
                  <a:moveTo>
                    <a:pt x="1214437" y="314324"/>
                  </a:moveTo>
                  <a:lnTo>
                    <a:pt x="157162" y="314324"/>
                  </a:lnTo>
                  <a:lnTo>
                    <a:pt x="149441" y="314135"/>
                  </a:lnTo>
                  <a:lnTo>
                    <a:pt x="111539" y="307558"/>
                  </a:lnTo>
                  <a:lnTo>
                    <a:pt x="76372" y="291970"/>
                  </a:lnTo>
                  <a:lnTo>
                    <a:pt x="46031" y="268292"/>
                  </a:lnTo>
                  <a:lnTo>
                    <a:pt x="22353" y="237951"/>
                  </a:lnTo>
                  <a:lnTo>
                    <a:pt x="6765" y="202783"/>
                  </a:lnTo>
                  <a:lnTo>
                    <a:pt x="188" y="164883"/>
                  </a:lnTo>
                  <a:lnTo>
                    <a:pt x="0" y="157162"/>
                  </a:lnTo>
                  <a:lnTo>
                    <a:pt x="188" y="149441"/>
                  </a:lnTo>
                  <a:lnTo>
                    <a:pt x="6765" y="111540"/>
                  </a:lnTo>
                  <a:lnTo>
                    <a:pt x="22354" y="76372"/>
                  </a:lnTo>
                  <a:lnTo>
                    <a:pt x="46031" y="46031"/>
                  </a:lnTo>
                  <a:lnTo>
                    <a:pt x="76372" y="22353"/>
                  </a:lnTo>
                  <a:lnTo>
                    <a:pt x="111540" y="6765"/>
                  </a:lnTo>
                  <a:lnTo>
                    <a:pt x="149441" y="188"/>
                  </a:lnTo>
                  <a:lnTo>
                    <a:pt x="157162" y="0"/>
                  </a:lnTo>
                  <a:lnTo>
                    <a:pt x="1214437" y="0"/>
                  </a:lnTo>
                  <a:lnTo>
                    <a:pt x="1252633" y="4710"/>
                  </a:lnTo>
                  <a:lnTo>
                    <a:pt x="1288523" y="18555"/>
                  </a:lnTo>
                  <a:lnTo>
                    <a:pt x="1319974" y="40705"/>
                  </a:lnTo>
                  <a:lnTo>
                    <a:pt x="1345112" y="69847"/>
                  </a:lnTo>
                  <a:lnTo>
                    <a:pt x="1362416" y="104223"/>
                  </a:lnTo>
                  <a:lnTo>
                    <a:pt x="1370844" y="141757"/>
                  </a:lnTo>
                  <a:lnTo>
                    <a:pt x="1371599" y="157162"/>
                  </a:lnTo>
                  <a:lnTo>
                    <a:pt x="1371411" y="164883"/>
                  </a:lnTo>
                  <a:lnTo>
                    <a:pt x="1364834" y="202783"/>
                  </a:lnTo>
                  <a:lnTo>
                    <a:pt x="1349245" y="237951"/>
                  </a:lnTo>
                  <a:lnTo>
                    <a:pt x="1325567" y="268292"/>
                  </a:lnTo>
                  <a:lnTo>
                    <a:pt x="1295227" y="291970"/>
                  </a:lnTo>
                  <a:lnTo>
                    <a:pt x="1260059" y="307558"/>
                  </a:lnTo>
                  <a:lnTo>
                    <a:pt x="1222158" y="314135"/>
                  </a:lnTo>
                  <a:lnTo>
                    <a:pt x="1214437" y="3143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919162" y="4891087"/>
              <a:ext cx="1371600" cy="314325"/>
            </a:xfrm>
            <a:custGeom>
              <a:avLst/>
              <a:gdLst/>
              <a:ahLst/>
              <a:cxnLst/>
              <a:rect l="l" t="t" r="r" b="b"/>
              <a:pathLst>
                <a:path w="1371600" h="314325">
                  <a:moveTo>
                    <a:pt x="0" y="157162"/>
                  </a:moveTo>
                  <a:lnTo>
                    <a:pt x="4711" y="118965"/>
                  </a:lnTo>
                  <a:lnTo>
                    <a:pt x="18555" y="83075"/>
                  </a:lnTo>
                  <a:lnTo>
                    <a:pt x="40705" y="51624"/>
                  </a:lnTo>
                  <a:lnTo>
                    <a:pt x="69847" y="26486"/>
                  </a:lnTo>
                  <a:lnTo>
                    <a:pt x="104224" y="9182"/>
                  </a:lnTo>
                  <a:lnTo>
                    <a:pt x="141757" y="754"/>
                  </a:lnTo>
                  <a:lnTo>
                    <a:pt x="157162" y="0"/>
                  </a:lnTo>
                  <a:lnTo>
                    <a:pt x="1214437" y="0"/>
                  </a:lnTo>
                  <a:lnTo>
                    <a:pt x="1252633" y="4710"/>
                  </a:lnTo>
                  <a:lnTo>
                    <a:pt x="1288523" y="18555"/>
                  </a:lnTo>
                  <a:lnTo>
                    <a:pt x="1319974" y="40705"/>
                  </a:lnTo>
                  <a:lnTo>
                    <a:pt x="1345112" y="69847"/>
                  </a:lnTo>
                  <a:lnTo>
                    <a:pt x="1362416" y="104223"/>
                  </a:lnTo>
                  <a:lnTo>
                    <a:pt x="1370844" y="141757"/>
                  </a:lnTo>
                  <a:lnTo>
                    <a:pt x="1371599" y="157162"/>
                  </a:lnTo>
                  <a:lnTo>
                    <a:pt x="1371411" y="164883"/>
                  </a:lnTo>
                  <a:lnTo>
                    <a:pt x="1364834" y="202783"/>
                  </a:lnTo>
                  <a:lnTo>
                    <a:pt x="1349245" y="237951"/>
                  </a:lnTo>
                  <a:lnTo>
                    <a:pt x="1325567" y="268292"/>
                  </a:lnTo>
                  <a:lnTo>
                    <a:pt x="1295227" y="291970"/>
                  </a:lnTo>
                  <a:lnTo>
                    <a:pt x="1260059" y="307558"/>
                  </a:lnTo>
                  <a:lnTo>
                    <a:pt x="1222158" y="314135"/>
                  </a:lnTo>
                  <a:lnTo>
                    <a:pt x="1214437" y="314324"/>
                  </a:lnTo>
                  <a:lnTo>
                    <a:pt x="157162" y="314324"/>
                  </a:lnTo>
                  <a:lnTo>
                    <a:pt x="118965" y="309613"/>
                  </a:lnTo>
                  <a:lnTo>
                    <a:pt x="83075" y="295768"/>
                  </a:lnTo>
                  <a:lnTo>
                    <a:pt x="51624" y="273618"/>
                  </a:lnTo>
                  <a:lnTo>
                    <a:pt x="26486" y="244476"/>
                  </a:lnTo>
                  <a:lnTo>
                    <a:pt x="9182" y="210099"/>
                  </a:lnTo>
                  <a:lnTo>
                    <a:pt x="754" y="172566"/>
                  </a:lnTo>
                  <a:lnTo>
                    <a:pt x="0" y="157162"/>
                  </a:lnTo>
                  <a:close/>
                </a:path>
              </a:pathLst>
            </a:custGeom>
            <a:ln w="9524">
              <a:solidFill>
                <a:srgbClr val="E4DED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57274" y="4962524"/>
              <a:ext cx="171450" cy="171449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1099939" y="4949825"/>
            <a:ext cx="105410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204470" algn="l"/>
              </a:tabLst>
            </a:pPr>
            <a:r>
              <a:rPr dirty="0" sz="700" spc="-50" b="1">
                <a:solidFill>
                  <a:srgbClr val="FFFFFF"/>
                </a:solidFill>
                <a:latin typeface="Cambria"/>
                <a:cs typeface="Cambria"/>
              </a:rPr>
              <a:t>1</a:t>
            </a:r>
            <a:r>
              <a:rPr dirty="0" sz="700" b="1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dirty="0" sz="800" spc="-70" b="1">
                <a:solidFill>
                  <a:srgbClr val="293283"/>
                </a:solidFill>
                <a:latin typeface="Cambria"/>
                <a:cs typeface="Cambria"/>
              </a:rPr>
              <a:t>B</a:t>
            </a:r>
            <a:r>
              <a:rPr dirty="0" sz="800" spc="-65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800" spc="-70" b="1">
                <a:solidFill>
                  <a:srgbClr val="293283"/>
                </a:solidFill>
                <a:latin typeface="Cambria"/>
                <a:cs typeface="Cambria"/>
              </a:rPr>
              <a:t>R</a:t>
            </a:r>
            <a:r>
              <a:rPr dirty="0" sz="800" spc="-65" b="1">
                <a:solidFill>
                  <a:srgbClr val="293283"/>
                </a:solidFill>
                <a:latin typeface="Cambria"/>
                <a:cs typeface="Cambria"/>
              </a:rPr>
              <a:t> I </a:t>
            </a:r>
            <a:r>
              <a:rPr dirty="0" sz="800" spc="-70" b="1">
                <a:solidFill>
                  <a:srgbClr val="293283"/>
                </a:solidFill>
                <a:latin typeface="Cambria"/>
                <a:cs typeface="Cambria"/>
              </a:rPr>
              <a:t>E</a:t>
            </a:r>
            <a:r>
              <a:rPr dirty="0" sz="800" spc="-65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800" b="1">
                <a:solidFill>
                  <a:srgbClr val="293283"/>
                </a:solidFill>
                <a:latin typeface="Cambria"/>
                <a:cs typeface="Cambria"/>
              </a:rPr>
              <a:t>F</a:t>
            </a:r>
            <a:r>
              <a:rPr dirty="0" sz="800" spc="465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800">
                <a:solidFill>
                  <a:srgbClr val="797E94"/>
                </a:solidFill>
                <a:latin typeface="Tahoma"/>
                <a:cs typeface="Tahoma"/>
              </a:rPr>
              <a:t>·</a:t>
            </a:r>
            <a:r>
              <a:rPr dirty="0" sz="800" spc="434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b="1">
                <a:solidFill>
                  <a:srgbClr val="293283"/>
                </a:solidFill>
                <a:latin typeface="Cambria"/>
                <a:cs typeface="Cambria"/>
              </a:rPr>
              <a:t>5</a:t>
            </a:r>
            <a:r>
              <a:rPr dirty="0" sz="800" spc="220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800" b="1">
                <a:solidFill>
                  <a:srgbClr val="293283"/>
                </a:solidFill>
                <a:latin typeface="Cambria"/>
                <a:cs typeface="Cambria"/>
              </a:rPr>
              <a:t>M</a:t>
            </a:r>
            <a:r>
              <a:rPr dirty="0" sz="800" spc="-65" b="1">
                <a:solidFill>
                  <a:srgbClr val="293283"/>
                </a:solidFill>
                <a:latin typeface="Cambria"/>
                <a:cs typeface="Cambria"/>
              </a:rPr>
              <a:t> I </a:t>
            </a:r>
            <a:r>
              <a:rPr dirty="0" sz="800" spc="-50" b="1">
                <a:solidFill>
                  <a:srgbClr val="293283"/>
                </a:solidFill>
                <a:latin typeface="Cambria"/>
                <a:cs typeface="Cambria"/>
              </a:rPr>
              <a:t>N</a:t>
            </a:r>
            <a:endParaRPr sz="800">
              <a:latin typeface="Cambria"/>
              <a:cs typeface="Cambri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409824" y="4886324"/>
            <a:ext cx="1476375" cy="323850"/>
            <a:chOff x="2409824" y="4886324"/>
            <a:chExt cx="1476375" cy="323850"/>
          </a:xfrm>
        </p:grpSpPr>
        <p:sp>
          <p:nvSpPr>
            <p:cNvPr id="12" name="object 12"/>
            <p:cNvSpPr/>
            <p:nvPr/>
          </p:nvSpPr>
          <p:spPr>
            <a:xfrm>
              <a:off x="2414587" y="4891087"/>
              <a:ext cx="1466850" cy="314325"/>
            </a:xfrm>
            <a:custGeom>
              <a:avLst/>
              <a:gdLst/>
              <a:ahLst/>
              <a:cxnLst/>
              <a:rect l="l" t="t" r="r" b="b"/>
              <a:pathLst>
                <a:path w="1466850" h="314325">
                  <a:moveTo>
                    <a:pt x="1309687" y="314324"/>
                  </a:moveTo>
                  <a:lnTo>
                    <a:pt x="157162" y="314324"/>
                  </a:lnTo>
                  <a:lnTo>
                    <a:pt x="149441" y="314135"/>
                  </a:lnTo>
                  <a:lnTo>
                    <a:pt x="111539" y="307558"/>
                  </a:lnTo>
                  <a:lnTo>
                    <a:pt x="76372" y="291970"/>
                  </a:lnTo>
                  <a:lnTo>
                    <a:pt x="46031" y="268292"/>
                  </a:lnTo>
                  <a:lnTo>
                    <a:pt x="22354" y="237951"/>
                  </a:lnTo>
                  <a:lnTo>
                    <a:pt x="6765" y="202783"/>
                  </a:lnTo>
                  <a:lnTo>
                    <a:pt x="188" y="164883"/>
                  </a:lnTo>
                  <a:lnTo>
                    <a:pt x="0" y="157162"/>
                  </a:lnTo>
                  <a:lnTo>
                    <a:pt x="188" y="149441"/>
                  </a:lnTo>
                  <a:lnTo>
                    <a:pt x="6765" y="111540"/>
                  </a:lnTo>
                  <a:lnTo>
                    <a:pt x="22354" y="76372"/>
                  </a:lnTo>
                  <a:lnTo>
                    <a:pt x="46031" y="46031"/>
                  </a:lnTo>
                  <a:lnTo>
                    <a:pt x="76372" y="22353"/>
                  </a:lnTo>
                  <a:lnTo>
                    <a:pt x="111539" y="6765"/>
                  </a:lnTo>
                  <a:lnTo>
                    <a:pt x="149441" y="188"/>
                  </a:lnTo>
                  <a:lnTo>
                    <a:pt x="157162" y="0"/>
                  </a:lnTo>
                  <a:lnTo>
                    <a:pt x="1309687" y="0"/>
                  </a:lnTo>
                  <a:lnTo>
                    <a:pt x="1347883" y="4710"/>
                  </a:lnTo>
                  <a:lnTo>
                    <a:pt x="1383773" y="18555"/>
                  </a:lnTo>
                  <a:lnTo>
                    <a:pt x="1415224" y="40705"/>
                  </a:lnTo>
                  <a:lnTo>
                    <a:pt x="1440362" y="69847"/>
                  </a:lnTo>
                  <a:lnTo>
                    <a:pt x="1457666" y="104223"/>
                  </a:lnTo>
                  <a:lnTo>
                    <a:pt x="1466094" y="141757"/>
                  </a:lnTo>
                  <a:lnTo>
                    <a:pt x="1466849" y="157162"/>
                  </a:lnTo>
                  <a:lnTo>
                    <a:pt x="1466660" y="164883"/>
                  </a:lnTo>
                  <a:lnTo>
                    <a:pt x="1460083" y="202783"/>
                  </a:lnTo>
                  <a:lnTo>
                    <a:pt x="1444495" y="237951"/>
                  </a:lnTo>
                  <a:lnTo>
                    <a:pt x="1420817" y="268292"/>
                  </a:lnTo>
                  <a:lnTo>
                    <a:pt x="1390477" y="291970"/>
                  </a:lnTo>
                  <a:lnTo>
                    <a:pt x="1355309" y="307558"/>
                  </a:lnTo>
                  <a:lnTo>
                    <a:pt x="1317408" y="314135"/>
                  </a:lnTo>
                  <a:lnTo>
                    <a:pt x="1309687" y="3143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2414587" y="4891087"/>
              <a:ext cx="1466850" cy="314325"/>
            </a:xfrm>
            <a:custGeom>
              <a:avLst/>
              <a:gdLst/>
              <a:ahLst/>
              <a:cxnLst/>
              <a:rect l="l" t="t" r="r" b="b"/>
              <a:pathLst>
                <a:path w="1466850" h="314325">
                  <a:moveTo>
                    <a:pt x="0" y="157162"/>
                  </a:moveTo>
                  <a:lnTo>
                    <a:pt x="4711" y="118965"/>
                  </a:lnTo>
                  <a:lnTo>
                    <a:pt x="18555" y="83075"/>
                  </a:lnTo>
                  <a:lnTo>
                    <a:pt x="40705" y="51624"/>
                  </a:lnTo>
                  <a:lnTo>
                    <a:pt x="69847" y="26486"/>
                  </a:lnTo>
                  <a:lnTo>
                    <a:pt x="104224" y="9182"/>
                  </a:lnTo>
                  <a:lnTo>
                    <a:pt x="141757" y="754"/>
                  </a:lnTo>
                  <a:lnTo>
                    <a:pt x="157162" y="0"/>
                  </a:lnTo>
                  <a:lnTo>
                    <a:pt x="1309687" y="0"/>
                  </a:lnTo>
                  <a:lnTo>
                    <a:pt x="1347883" y="4710"/>
                  </a:lnTo>
                  <a:lnTo>
                    <a:pt x="1383773" y="18555"/>
                  </a:lnTo>
                  <a:lnTo>
                    <a:pt x="1415224" y="40705"/>
                  </a:lnTo>
                  <a:lnTo>
                    <a:pt x="1440362" y="69847"/>
                  </a:lnTo>
                  <a:lnTo>
                    <a:pt x="1457666" y="104223"/>
                  </a:lnTo>
                  <a:lnTo>
                    <a:pt x="1466094" y="141757"/>
                  </a:lnTo>
                  <a:lnTo>
                    <a:pt x="1466849" y="157162"/>
                  </a:lnTo>
                  <a:lnTo>
                    <a:pt x="1466660" y="164883"/>
                  </a:lnTo>
                  <a:lnTo>
                    <a:pt x="1460083" y="202783"/>
                  </a:lnTo>
                  <a:lnTo>
                    <a:pt x="1444495" y="237951"/>
                  </a:lnTo>
                  <a:lnTo>
                    <a:pt x="1420817" y="268292"/>
                  </a:lnTo>
                  <a:lnTo>
                    <a:pt x="1390477" y="291970"/>
                  </a:lnTo>
                  <a:lnTo>
                    <a:pt x="1355309" y="307558"/>
                  </a:lnTo>
                  <a:lnTo>
                    <a:pt x="1317408" y="314135"/>
                  </a:lnTo>
                  <a:lnTo>
                    <a:pt x="1309687" y="314324"/>
                  </a:lnTo>
                  <a:lnTo>
                    <a:pt x="157162" y="314324"/>
                  </a:lnTo>
                  <a:lnTo>
                    <a:pt x="118965" y="309613"/>
                  </a:lnTo>
                  <a:lnTo>
                    <a:pt x="83075" y="295768"/>
                  </a:lnTo>
                  <a:lnTo>
                    <a:pt x="51624" y="273618"/>
                  </a:lnTo>
                  <a:lnTo>
                    <a:pt x="26486" y="244476"/>
                  </a:lnTo>
                  <a:lnTo>
                    <a:pt x="9182" y="210099"/>
                  </a:lnTo>
                  <a:lnTo>
                    <a:pt x="754" y="172566"/>
                  </a:lnTo>
                  <a:lnTo>
                    <a:pt x="0" y="157162"/>
                  </a:lnTo>
                  <a:close/>
                </a:path>
              </a:pathLst>
            </a:custGeom>
            <a:ln w="9524">
              <a:solidFill>
                <a:srgbClr val="E4DED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52699" y="4962524"/>
              <a:ext cx="171449" cy="171449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2598191" y="4949825"/>
            <a:ext cx="1142365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204470" algn="l"/>
              </a:tabLst>
            </a:pPr>
            <a:r>
              <a:rPr dirty="0" sz="700" spc="-50" b="1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r>
              <a:rPr dirty="0" sz="700" b="1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dirty="0" sz="800" spc="-70" b="1">
                <a:solidFill>
                  <a:srgbClr val="293283"/>
                </a:solidFill>
                <a:latin typeface="Cambria"/>
                <a:cs typeface="Cambria"/>
              </a:rPr>
              <a:t>B</a:t>
            </a:r>
            <a:r>
              <a:rPr dirty="0" sz="800" spc="-65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800" b="1">
                <a:solidFill>
                  <a:srgbClr val="293283"/>
                </a:solidFill>
                <a:latin typeface="Cambria"/>
                <a:cs typeface="Cambria"/>
              </a:rPr>
              <a:t>U</a:t>
            </a:r>
            <a:r>
              <a:rPr dirty="0" sz="800" spc="-65" b="1">
                <a:solidFill>
                  <a:srgbClr val="293283"/>
                </a:solidFill>
                <a:latin typeface="Cambria"/>
                <a:cs typeface="Cambria"/>
              </a:rPr>
              <a:t> I </a:t>
            </a:r>
            <a:r>
              <a:rPr dirty="0" sz="800" spc="-100" b="1">
                <a:solidFill>
                  <a:srgbClr val="293283"/>
                </a:solidFill>
                <a:latin typeface="Cambria"/>
                <a:cs typeface="Cambria"/>
              </a:rPr>
              <a:t>L</a:t>
            </a:r>
            <a:r>
              <a:rPr dirty="0" sz="800" spc="-65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800" b="1">
                <a:solidFill>
                  <a:srgbClr val="293283"/>
                </a:solidFill>
                <a:latin typeface="Cambria"/>
                <a:cs typeface="Cambria"/>
              </a:rPr>
              <a:t>D</a:t>
            </a:r>
            <a:r>
              <a:rPr dirty="0" sz="800" spc="475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800">
                <a:solidFill>
                  <a:srgbClr val="797E94"/>
                </a:solidFill>
                <a:latin typeface="Tahoma"/>
                <a:cs typeface="Tahoma"/>
              </a:rPr>
              <a:t>·</a:t>
            </a:r>
            <a:r>
              <a:rPr dirty="0" sz="800" spc="434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65" b="1">
                <a:solidFill>
                  <a:srgbClr val="293283"/>
                </a:solidFill>
                <a:latin typeface="Cambria"/>
                <a:cs typeface="Cambria"/>
              </a:rPr>
              <a:t>1 </a:t>
            </a:r>
            <a:r>
              <a:rPr dirty="0" sz="800" b="1">
                <a:solidFill>
                  <a:srgbClr val="293283"/>
                </a:solidFill>
                <a:latin typeface="Cambria"/>
                <a:cs typeface="Cambria"/>
              </a:rPr>
              <a:t>5</a:t>
            </a:r>
            <a:r>
              <a:rPr dirty="0" sz="800" spc="225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800" b="1">
                <a:solidFill>
                  <a:srgbClr val="293283"/>
                </a:solidFill>
                <a:latin typeface="Cambria"/>
                <a:cs typeface="Cambria"/>
              </a:rPr>
              <a:t>M</a:t>
            </a:r>
            <a:r>
              <a:rPr dirty="0" sz="800" spc="-65" b="1">
                <a:solidFill>
                  <a:srgbClr val="293283"/>
                </a:solidFill>
                <a:latin typeface="Cambria"/>
                <a:cs typeface="Cambria"/>
              </a:rPr>
              <a:t> I </a:t>
            </a:r>
            <a:r>
              <a:rPr dirty="0" sz="800" spc="-50" b="1">
                <a:solidFill>
                  <a:srgbClr val="293283"/>
                </a:solidFill>
                <a:latin typeface="Cambria"/>
                <a:cs typeface="Cambria"/>
              </a:rPr>
              <a:t>N</a:t>
            </a:r>
            <a:endParaRPr sz="800">
              <a:latin typeface="Cambria"/>
              <a:cs typeface="Cambri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000499" y="4886324"/>
            <a:ext cx="1495425" cy="323850"/>
            <a:chOff x="4000499" y="4886324"/>
            <a:chExt cx="1495425" cy="323850"/>
          </a:xfrm>
        </p:grpSpPr>
        <p:sp>
          <p:nvSpPr>
            <p:cNvPr id="17" name="object 17"/>
            <p:cNvSpPr/>
            <p:nvPr/>
          </p:nvSpPr>
          <p:spPr>
            <a:xfrm>
              <a:off x="4005262" y="4891087"/>
              <a:ext cx="1485900" cy="314325"/>
            </a:xfrm>
            <a:custGeom>
              <a:avLst/>
              <a:gdLst/>
              <a:ahLst/>
              <a:cxnLst/>
              <a:rect l="l" t="t" r="r" b="b"/>
              <a:pathLst>
                <a:path w="1485900" h="314325">
                  <a:moveTo>
                    <a:pt x="1328737" y="314324"/>
                  </a:moveTo>
                  <a:lnTo>
                    <a:pt x="157162" y="314324"/>
                  </a:lnTo>
                  <a:lnTo>
                    <a:pt x="149441" y="314135"/>
                  </a:lnTo>
                  <a:lnTo>
                    <a:pt x="111539" y="307558"/>
                  </a:lnTo>
                  <a:lnTo>
                    <a:pt x="76371" y="291970"/>
                  </a:lnTo>
                  <a:lnTo>
                    <a:pt x="46031" y="268292"/>
                  </a:lnTo>
                  <a:lnTo>
                    <a:pt x="22353" y="237951"/>
                  </a:lnTo>
                  <a:lnTo>
                    <a:pt x="6765" y="202783"/>
                  </a:lnTo>
                  <a:lnTo>
                    <a:pt x="188" y="164883"/>
                  </a:lnTo>
                  <a:lnTo>
                    <a:pt x="0" y="157162"/>
                  </a:lnTo>
                  <a:lnTo>
                    <a:pt x="188" y="149441"/>
                  </a:lnTo>
                  <a:lnTo>
                    <a:pt x="6765" y="111540"/>
                  </a:lnTo>
                  <a:lnTo>
                    <a:pt x="22353" y="76372"/>
                  </a:lnTo>
                  <a:lnTo>
                    <a:pt x="46031" y="46031"/>
                  </a:lnTo>
                  <a:lnTo>
                    <a:pt x="76371" y="22353"/>
                  </a:lnTo>
                  <a:lnTo>
                    <a:pt x="111539" y="6765"/>
                  </a:lnTo>
                  <a:lnTo>
                    <a:pt x="149441" y="188"/>
                  </a:lnTo>
                  <a:lnTo>
                    <a:pt x="157162" y="0"/>
                  </a:lnTo>
                  <a:lnTo>
                    <a:pt x="1328737" y="0"/>
                  </a:lnTo>
                  <a:lnTo>
                    <a:pt x="1366933" y="4710"/>
                  </a:lnTo>
                  <a:lnTo>
                    <a:pt x="1402823" y="18555"/>
                  </a:lnTo>
                  <a:lnTo>
                    <a:pt x="1434274" y="40705"/>
                  </a:lnTo>
                  <a:lnTo>
                    <a:pt x="1459412" y="69847"/>
                  </a:lnTo>
                  <a:lnTo>
                    <a:pt x="1476716" y="104223"/>
                  </a:lnTo>
                  <a:lnTo>
                    <a:pt x="1485144" y="141757"/>
                  </a:lnTo>
                  <a:lnTo>
                    <a:pt x="1485899" y="157162"/>
                  </a:lnTo>
                  <a:lnTo>
                    <a:pt x="1485710" y="164883"/>
                  </a:lnTo>
                  <a:lnTo>
                    <a:pt x="1479133" y="202783"/>
                  </a:lnTo>
                  <a:lnTo>
                    <a:pt x="1463545" y="237951"/>
                  </a:lnTo>
                  <a:lnTo>
                    <a:pt x="1439867" y="268292"/>
                  </a:lnTo>
                  <a:lnTo>
                    <a:pt x="1409527" y="291970"/>
                  </a:lnTo>
                  <a:lnTo>
                    <a:pt x="1374359" y="307558"/>
                  </a:lnTo>
                  <a:lnTo>
                    <a:pt x="1336458" y="314135"/>
                  </a:lnTo>
                  <a:lnTo>
                    <a:pt x="1328737" y="3143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4005262" y="4891087"/>
              <a:ext cx="1485900" cy="314325"/>
            </a:xfrm>
            <a:custGeom>
              <a:avLst/>
              <a:gdLst/>
              <a:ahLst/>
              <a:cxnLst/>
              <a:rect l="l" t="t" r="r" b="b"/>
              <a:pathLst>
                <a:path w="1485900" h="314325">
                  <a:moveTo>
                    <a:pt x="0" y="157162"/>
                  </a:moveTo>
                  <a:lnTo>
                    <a:pt x="4711" y="118965"/>
                  </a:lnTo>
                  <a:lnTo>
                    <a:pt x="18555" y="83075"/>
                  </a:lnTo>
                  <a:lnTo>
                    <a:pt x="40705" y="51624"/>
                  </a:lnTo>
                  <a:lnTo>
                    <a:pt x="69847" y="26486"/>
                  </a:lnTo>
                  <a:lnTo>
                    <a:pt x="104223" y="9182"/>
                  </a:lnTo>
                  <a:lnTo>
                    <a:pt x="141757" y="754"/>
                  </a:lnTo>
                  <a:lnTo>
                    <a:pt x="157162" y="0"/>
                  </a:lnTo>
                  <a:lnTo>
                    <a:pt x="1328737" y="0"/>
                  </a:lnTo>
                  <a:lnTo>
                    <a:pt x="1366933" y="4710"/>
                  </a:lnTo>
                  <a:lnTo>
                    <a:pt x="1402823" y="18555"/>
                  </a:lnTo>
                  <a:lnTo>
                    <a:pt x="1434274" y="40705"/>
                  </a:lnTo>
                  <a:lnTo>
                    <a:pt x="1459412" y="69847"/>
                  </a:lnTo>
                  <a:lnTo>
                    <a:pt x="1476716" y="104223"/>
                  </a:lnTo>
                  <a:lnTo>
                    <a:pt x="1485144" y="141757"/>
                  </a:lnTo>
                  <a:lnTo>
                    <a:pt x="1485899" y="157162"/>
                  </a:lnTo>
                  <a:lnTo>
                    <a:pt x="1485710" y="164883"/>
                  </a:lnTo>
                  <a:lnTo>
                    <a:pt x="1479133" y="202783"/>
                  </a:lnTo>
                  <a:lnTo>
                    <a:pt x="1463545" y="237951"/>
                  </a:lnTo>
                  <a:lnTo>
                    <a:pt x="1439867" y="268292"/>
                  </a:lnTo>
                  <a:lnTo>
                    <a:pt x="1409527" y="291970"/>
                  </a:lnTo>
                  <a:lnTo>
                    <a:pt x="1374359" y="307558"/>
                  </a:lnTo>
                  <a:lnTo>
                    <a:pt x="1336458" y="314135"/>
                  </a:lnTo>
                  <a:lnTo>
                    <a:pt x="1328737" y="314324"/>
                  </a:lnTo>
                  <a:lnTo>
                    <a:pt x="157162" y="314324"/>
                  </a:lnTo>
                  <a:lnTo>
                    <a:pt x="118965" y="309613"/>
                  </a:lnTo>
                  <a:lnTo>
                    <a:pt x="83075" y="295768"/>
                  </a:lnTo>
                  <a:lnTo>
                    <a:pt x="51624" y="273618"/>
                  </a:lnTo>
                  <a:lnTo>
                    <a:pt x="26485" y="244476"/>
                  </a:lnTo>
                  <a:lnTo>
                    <a:pt x="9182" y="210099"/>
                  </a:lnTo>
                  <a:lnTo>
                    <a:pt x="754" y="172566"/>
                  </a:lnTo>
                  <a:lnTo>
                    <a:pt x="0" y="157162"/>
                  </a:lnTo>
                  <a:close/>
                </a:path>
              </a:pathLst>
            </a:custGeom>
            <a:ln w="9524">
              <a:solidFill>
                <a:srgbClr val="E4DED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43374" y="4962524"/>
              <a:ext cx="171450" cy="171449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4184848" y="4949825"/>
            <a:ext cx="1170305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204470" algn="l"/>
              </a:tabLst>
            </a:pPr>
            <a:r>
              <a:rPr dirty="0" sz="700" spc="-50" b="1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r>
              <a:rPr dirty="0" sz="700" b="1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dirty="0" sz="800" spc="-70" b="1">
                <a:solidFill>
                  <a:srgbClr val="293283"/>
                </a:solidFill>
                <a:latin typeface="Cambria"/>
                <a:cs typeface="Cambria"/>
              </a:rPr>
              <a:t>E</a:t>
            </a:r>
            <a:r>
              <a:rPr dirty="0" sz="800" spc="-65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800" spc="-50" b="1">
                <a:solidFill>
                  <a:srgbClr val="293283"/>
                </a:solidFill>
                <a:latin typeface="Cambria"/>
                <a:cs typeface="Cambria"/>
              </a:rPr>
              <a:t>X</a:t>
            </a:r>
            <a:r>
              <a:rPr dirty="0" sz="800" spc="-65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800" spc="-114" b="1">
                <a:solidFill>
                  <a:srgbClr val="293283"/>
                </a:solidFill>
                <a:latin typeface="Cambria"/>
                <a:cs typeface="Cambria"/>
              </a:rPr>
              <a:t>T</a:t>
            </a:r>
            <a:r>
              <a:rPr dirty="0" sz="800" spc="-65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800" spc="-70" b="1">
                <a:solidFill>
                  <a:srgbClr val="293283"/>
                </a:solidFill>
                <a:latin typeface="Cambria"/>
                <a:cs typeface="Cambria"/>
              </a:rPr>
              <a:t>E</a:t>
            </a:r>
            <a:r>
              <a:rPr dirty="0" sz="800" spc="-65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800" b="1">
                <a:solidFill>
                  <a:srgbClr val="293283"/>
                </a:solidFill>
                <a:latin typeface="Cambria"/>
                <a:cs typeface="Cambria"/>
              </a:rPr>
              <a:t>N</a:t>
            </a:r>
            <a:r>
              <a:rPr dirty="0" sz="800" spc="-65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800" b="1">
                <a:solidFill>
                  <a:srgbClr val="293283"/>
                </a:solidFill>
                <a:latin typeface="Cambria"/>
                <a:cs typeface="Cambria"/>
              </a:rPr>
              <a:t>D</a:t>
            </a:r>
            <a:r>
              <a:rPr dirty="0" sz="800" spc="475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800">
                <a:solidFill>
                  <a:srgbClr val="797E94"/>
                </a:solidFill>
                <a:latin typeface="Tahoma"/>
                <a:cs typeface="Tahoma"/>
              </a:rPr>
              <a:t>·</a:t>
            </a:r>
            <a:r>
              <a:rPr dirty="0" sz="800" spc="434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b="1">
                <a:solidFill>
                  <a:srgbClr val="293283"/>
                </a:solidFill>
                <a:latin typeface="Cambria"/>
                <a:cs typeface="Cambria"/>
              </a:rPr>
              <a:t>5</a:t>
            </a:r>
            <a:r>
              <a:rPr dirty="0" sz="800" spc="225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800" b="1">
                <a:solidFill>
                  <a:srgbClr val="293283"/>
                </a:solidFill>
                <a:latin typeface="Cambria"/>
                <a:cs typeface="Cambria"/>
              </a:rPr>
              <a:t>M</a:t>
            </a:r>
            <a:r>
              <a:rPr dirty="0" sz="800" spc="-65" b="1">
                <a:solidFill>
                  <a:srgbClr val="293283"/>
                </a:solidFill>
                <a:latin typeface="Cambria"/>
                <a:cs typeface="Cambria"/>
              </a:rPr>
              <a:t> I </a:t>
            </a:r>
            <a:r>
              <a:rPr dirty="0" sz="800" spc="-50" b="1">
                <a:solidFill>
                  <a:srgbClr val="293283"/>
                </a:solidFill>
                <a:latin typeface="Cambria"/>
                <a:cs typeface="Cambria"/>
              </a:rPr>
              <a:t>N</a:t>
            </a:r>
            <a:endParaRPr sz="800">
              <a:latin typeface="Cambria"/>
              <a:cs typeface="Cambria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9553574" y="571499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76199" y="76199"/>
                </a:moveTo>
                <a:lnTo>
                  <a:pt x="0" y="76199"/>
                </a:lnTo>
                <a:lnTo>
                  <a:pt x="0" y="0"/>
                </a:lnTo>
                <a:lnTo>
                  <a:pt x="76199" y="0"/>
                </a:lnTo>
                <a:lnTo>
                  <a:pt x="76199" y="76199"/>
                </a:lnTo>
                <a:close/>
              </a:path>
            </a:pathLst>
          </a:custGeom>
          <a:solidFill>
            <a:srgbClr val="FF6A5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9711878" y="520700"/>
            <a:ext cx="155956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>
                <a:solidFill>
                  <a:srgbClr val="797E94"/>
                </a:solidFill>
                <a:latin typeface="Courier New"/>
                <a:cs typeface="Courier New"/>
              </a:rPr>
              <a:t>D</a:t>
            </a:r>
            <a:r>
              <a:rPr dirty="0" sz="800" spc="-330">
                <a:solidFill>
                  <a:srgbClr val="797E94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797E94"/>
                </a:solidFill>
                <a:latin typeface="Courier New"/>
                <a:cs typeface="Courier New"/>
              </a:rPr>
              <a:t>A</a:t>
            </a:r>
            <a:r>
              <a:rPr dirty="0" sz="800" spc="-325">
                <a:solidFill>
                  <a:srgbClr val="797E94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797E94"/>
                </a:solidFill>
                <a:latin typeface="Courier New"/>
                <a:cs typeface="Courier New"/>
              </a:rPr>
              <a:t>Y</a:t>
            </a:r>
            <a:r>
              <a:rPr dirty="0" sz="800" spc="350">
                <a:solidFill>
                  <a:srgbClr val="797E94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797E94"/>
                </a:solidFill>
                <a:latin typeface="Courier New"/>
                <a:cs typeface="Courier New"/>
              </a:rPr>
              <a:t>0</a:t>
            </a:r>
            <a:r>
              <a:rPr dirty="0" sz="800" spc="-325">
                <a:solidFill>
                  <a:srgbClr val="797E94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797E94"/>
                </a:solidFill>
                <a:latin typeface="Courier New"/>
                <a:cs typeface="Courier New"/>
              </a:rPr>
              <a:t>5</a:t>
            </a:r>
            <a:r>
              <a:rPr dirty="0" sz="800" spc="350">
                <a:solidFill>
                  <a:srgbClr val="797E94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797E94"/>
                </a:solidFill>
                <a:latin typeface="Courier New"/>
                <a:cs typeface="Courier New"/>
              </a:rPr>
              <a:t>·</a:t>
            </a:r>
            <a:r>
              <a:rPr dirty="0" sz="800" spc="350">
                <a:solidFill>
                  <a:srgbClr val="797E94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797E94"/>
                </a:solidFill>
                <a:latin typeface="Courier New"/>
                <a:cs typeface="Courier New"/>
              </a:rPr>
              <a:t>S</a:t>
            </a:r>
            <a:r>
              <a:rPr dirty="0" sz="800" spc="-325">
                <a:solidFill>
                  <a:srgbClr val="797E94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797E94"/>
                </a:solidFill>
                <a:latin typeface="Courier New"/>
                <a:cs typeface="Courier New"/>
              </a:rPr>
              <a:t>E</a:t>
            </a:r>
            <a:r>
              <a:rPr dirty="0" sz="800" spc="-330">
                <a:solidFill>
                  <a:srgbClr val="797E94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797E94"/>
                </a:solidFill>
                <a:latin typeface="Courier New"/>
                <a:cs typeface="Courier New"/>
              </a:rPr>
              <a:t>C</a:t>
            </a:r>
            <a:r>
              <a:rPr dirty="0" sz="800" spc="-325">
                <a:solidFill>
                  <a:srgbClr val="797E94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797E94"/>
                </a:solidFill>
                <a:latin typeface="Courier New"/>
                <a:cs typeface="Courier New"/>
              </a:rPr>
              <a:t>T</a:t>
            </a:r>
            <a:r>
              <a:rPr dirty="0" sz="800" spc="-325">
                <a:solidFill>
                  <a:srgbClr val="797E94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797E94"/>
                </a:solidFill>
                <a:latin typeface="Courier New"/>
                <a:cs typeface="Courier New"/>
              </a:rPr>
              <a:t>I</a:t>
            </a:r>
            <a:r>
              <a:rPr dirty="0" sz="800" spc="-330">
                <a:solidFill>
                  <a:srgbClr val="797E94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797E94"/>
                </a:solidFill>
                <a:latin typeface="Courier New"/>
                <a:cs typeface="Courier New"/>
              </a:rPr>
              <a:t>O</a:t>
            </a:r>
            <a:r>
              <a:rPr dirty="0" sz="800" spc="-325">
                <a:solidFill>
                  <a:srgbClr val="797E94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797E94"/>
                </a:solidFill>
                <a:latin typeface="Courier New"/>
                <a:cs typeface="Courier New"/>
              </a:rPr>
              <a:t>N</a:t>
            </a:r>
            <a:r>
              <a:rPr dirty="0" sz="800" spc="350">
                <a:solidFill>
                  <a:srgbClr val="797E94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797E94"/>
                </a:solidFill>
                <a:latin typeface="Courier New"/>
                <a:cs typeface="Courier New"/>
              </a:rPr>
              <a:t>0</a:t>
            </a:r>
            <a:r>
              <a:rPr dirty="0" sz="800" spc="-325">
                <a:solidFill>
                  <a:srgbClr val="797E94"/>
                </a:solidFill>
                <a:latin typeface="Courier New"/>
                <a:cs typeface="Courier New"/>
              </a:rPr>
              <a:t> </a:t>
            </a:r>
            <a:r>
              <a:rPr dirty="0" sz="800" spc="-50">
                <a:solidFill>
                  <a:srgbClr val="797E94"/>
                </a:solidFill>
                <a:latin typeface="Courier New"/>
                <a:cs typeface="Courier New"/>
              </a:rPr>
              <a:t>3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pc="-45"/>
              <a:t>D</a:t>
            </a:r>
            <a:r>
              <a:rPr dirty="0" spc="-65"/>
              <a:t> </a:t>
            </a:r>
            <a:r>
              <a:rPr dirty="0"/>
              <a:t>AY</a:t>
            </a:r>
            <a:r>
              <a:rPr dirty="0" spc="240"/>
              <a:t> </a:t>
            </a:r>
            <a:r>
              <a:rPr dirty="0" spc="-65"/>
              <a:t>0</a:t>
            </a:r>
            <a:r>
              <a:rPr dirty="0" spc="-45"/>
              <a:t> </a:t>
            </a:r>
            <a:r>
              <a:rPr dirty="0"/>
              <a:t>5</a:t>
            </a:r>
            <a:r>
              <a:rPr dirty="0" spc="265"/>
              <a:t> </a:t>
            </a:r>
            <a:r>
              <a:rPr dirty="0"/>
              <a:t>·</a:t>
            </a:r>
            <a:r>
              <a:rPr dirty="0" spc="260"/>
              <a:t> </a:t>
            </a:r>
            <a:r>
              <a:rPr dirty="0" spc="-40"/>
              <a:t>W</a:t>
            </a:r>
            <a:r>
              <a:rPr dirty="0" spc="-45"/>
              <a:t> </a:t>
            </a:r>
            <a:r>
              <a:rPr dirty="0" spc="-65"/>
              <a:t>I</a:t>
            </a:r>
            <a:r>
              <a:rPr dirty="0" spc="-45"/>
              <a:t> D </a:t>
            </a:r>
            <a:r>
              <a:rPr dirty="0"/>
              <a:t>G</a:t>
            </a:r>
            <a:r>
              <a:rPr dirty="0" spc="-45"/>
              <a:t> </a:t>
            </a:r>
            <a:r>
              <a:rPr dirty="0" spc="-70"/>
              <a:t>E</a:t>
            </a:r>
            <a:r>
              <a:rPr dirty="0" spc="-45"/>
              <a:t> </a:t>
            </a:r>
            <a:r>
              <a:rPr dirty="0" spc="-114"/>
              <a:t>T</a:t>
            </a:r>
            <a:r>
              <a:rPr dirty="0" spc="-50"/>
              <a:t> </a:t>
            </a:r>
            <a:r>
              <a:rPr dirty="0"/>
              <a:t>S</a:t>
            </a:r>
            <a:r>
              <a:rPr dirty="0" spc="265"/>
              <a:t> </a:t>
            </a:r>
            <a:r>
              <a:rPr dirty="0"/>
              <a:t>&amp;</a:t>
            </a:r>
            <a:r>
              <a:rPr dirty="0" spc="265"/>
              <a:t> </a:t>
            </a:r>
            <a:r>
              <a:rPr dirty="0" spc="-100"/>
              <a:t>L</a:t>
            </a:r>
            <a:r>
              <a:rPr dirty="0" spc="-45"/>
              <a:t> </a:t>
            </a:r>
            <a:r>
              <a:rPr dirty="0" spc="-20"/>
              <a:t>AY</a:t>
            </a:r>
            <a:r>
              <a:rPr dirty="0" spc="-80"/>
              <a:t> </a:t>
            </a:r>
            <a:r>
              <a:rPr dirty="0" spc="-10"/>
              <a:t>O</a:t>
            </a:r>
            <a:r>
              <a:rPr dirty="0" spc="-45"/>
              <a:t> </a:t>
            </a:r>
            <a:r>
              <a:rPr dirty="0"/>
              <a:t>U</a:t>
            </a:r>
            <a:r>
              <a:rPr dirty="0" spc="-45"/>
              <a:t> </a:t>
            </a:r>
            <a:r>
              <a:rPr dirty="0" spc="-50"/>
              <a:t>T</a:t>
            </a:r>
          </a:p>
        </p:txBody>
      </p:sp>
      <p:sp>
        <p:nvSpPr>
          <p:cNvPr id="24" name="object 2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pc="-30"/>
              <a:t>1</a:t>
            </a:r>
            <a:r>
              <a:rPr dirty="0" spc="-120"/>
              <a:t> </a:t>
            </a:r>
            <a:r>
              <a:rPr dirty="0"/>
              <a:t>2</a:t>
            </a:r>
            <a:r>
              <a:rPr dirty="0" spc="204"/>
              <a:t> </a:t>
            </a:r>
            <a:r>
              <a:rPr dirty="0"/>
              <a:t>/</a:t>
            </a:r>
            <a:r>
              <a:rPr dirty="0" spc="204"/>
              <a:t> </a:t>
            </a:r>
            <a:r>
              <a:rPr dirty="0" spc="-30"/>
              <a:t>1</a:t>
            </a:r>
            <a:r>
              <a:rPr dirty="0" spc="-120"/>
              <a:t> </a:t>
            </a:r>
            <a:r>
              <a:rPr dirty="0" spc="-60"/>
              <a:t>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3099" y="495118"/>
            <a:ext cx="4546600" cy="600075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marL="164465">
              <a:lnSpc>
                <a:spcPct val="100000"/>
              </a:lnSpc>
              <a:spcBef>
                <a:spcPts val="375"/>
              </a:spcBef>
            </a:pPr>
            <a:r>
              <a:rPr dirty="0" sz="900" spc="-95" b="1">
                <a:solidFill>
                  <a:srgbClr val="FF6A5B"/>
                </a:solidFill>
                <a:latin typeface="Cambria"/>
                <a:cs typeface="Cambria"/>
              </a:rPr>
              <a:t>E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75" b="1">
                <a:solidFill>
                  <a:srgbClr val="FF6A5B"/>
                </a:solidFill>
                <a:latin typeface="Cambria"/>
                <a:cs typeface="Cambria"/>
              </a:rPr>
              <a:t>X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95" b="1">
                <a:solidFill>
                  <a:srgbClr val="FF6A5B"/>
                </a:solidFill>
                <a:latin typeface="Cambria"/>
                <a:cs typeface="Cambria"/>
              </a:rPr>
              <a:t>E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100" b="1">
                <a:solidFill>
                  <a:srgbClr val="FF6A5B"/>
                </a:solidFill>
                <a:latin typeface="Cambria"/>
                <a:cs typeface="Cambria"/>
              </a:rPr>
              <a:t>R</a:t>
            </a:r>
            <a:r>
              <a:rPr dirty="0" sz="900" spc="-45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50" b="1">
                <a:solidFill>
                  <a:srgbClr val="FF6A5B"/>
                </a:solidFill>
                <a:latin typeface="Cambria"/>
                <a:cs typeface="Cambria"/>
              </a:rPr>
              <a:t>C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75" b="1">
                <a:solidFill>
                  <a:srgbClr val="FF6A5B"/>
                </a:solidFill>
                <a:latin typeface="Cambria"/>
                <a:cs typeface="Cambria"/>
              </a:rPr>
              <a:t>I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50" b="1">
                <a:solidFill>
                  <a:srgbClr val="FF6A5B"/>
                </a:solidFill>
                <a:latin typeface="Cambria"/>
                <a:cs typeface="Cambria"/>
              </a:rPr>
              <a:t>S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b="1">
                <a:solidFill>
                  <a:srgbClr val="FF6A5B"/>
                </a:solidFill>
                <a:latin typeface="Cambria"/>
                <a:cs typeface="Cambria"/>
              </a:rPr>
              <a:t>E</a:t>
            </a:r>
            <a:r>
              <a:rPr dirty="0" sz="900" spc="225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b="1">
                <a:solidFill>
                  <a:srgbClr val="FF6A5B"/>
                </a:solidFill>
                <a:latin typeface="Cambria"/>
                <a:cs typeface="Cambria"/>
              </a:rPr>
              <a:t>·</a:t>
            </a:r>
            <a:r>
              <a:rPr dirty="0" sz="900" spc="305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95" b="1">
                <a:solidFill>
                  <a:srgbClr val="FF6A5B"/>
                </a:solidFill>
                <a:latin typeface="Cambria"/>
                <a:cs typeface="Cambria"/>
              </a:rPr>
              <a:t>B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105" b="1">
                <a:solidFill>
                  <a:srgbClr val="FF6A5B"/>
                </a:solidFill>
                <a:latin typeface="Cambria"/>
                <a:cs typeface="Cambria"/>
              </a:rPr>
              <a:t>R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75" b="1">
                <a:solidFill>
                  <a:srgbClr val="FF6A5B"/>
                </a:solidFill>
                <a:latin typeface="Cambria"/>
                <a:cs typeface="Cambria"/>
              </a:rPr>
              <a:t>I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95" b="1">
                <a:solidFill>
                  <a:srgbClr val="FF6A5B"/>
                </a:solidFill>
                <a:latin typeface="Cambria"/>
                <a:cs typeface="Cambria"/>
              </a:rPr>
              <a:t>E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b="1">
                <a:solidFill>
                  <a:srgbClr val="FF6A5B"/>
                </a:solidFill>
                <a:latin typeface="Cambria"/>
                <a:cs typeface="Cambria"/>
              </a:rPr>
              <a:t>F</a:t>
            </a:r>
            <a:r>
              <a:rPr dirty="0" sz="900" spc="31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b="1">
                <a:solidFill>
                  <a:srgbClr val="FF6A5B"/>
                </a:solidFill>
                <a:latin typeface="Cambria"/>
                <a:cs typeface="Cambria"/>
              </a:rPr>
              <a:t>·</a:t>
            </a:r>
            <a:r>
              <a:rPr dirty="0" sz="900" spc="305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b="1">
                <a:solidFill>
                  <a:srgbClr val="FF6A5B"/>
                </a:solidFill>
                <a:latin typeface="Cambria"/>
                <a:cs typeface="Cambria"/>
              </a:rPr>
              <a:t>5</a:t>
            </a:r>
            <a:r>
              <a:rPr dirty="0" sz="900" spc="31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b="1">
                <a:solidFill>
                  <a:srgbClr val="FF6A5B"/>
                </a:solidFill>
                <a:latin typeface="Cambria"/>
                <a:cs typeface="Cambria"/>
              </a:rPr>
              <a:t>M</a:t>
            </a:r>
            <a:r>
              <a:rPr dirty="0" sz="900" spc="-5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75" b="1">
                <a:solidFill>
                  <a:srgbClr val="FF6A5B"/>
                </a:solidFill>
                <a:latin typeface="Cambria"/>
                <a:cs typeface="Cambria"/>
              </a:rPr>
              <a:t>I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60" b="1">
                <a:solidFill>
                  <a:srgbClr val="FF6A5B"/>
                </a:solidFill>
                <a:latin typeface="Cambria"/>
                <a:cs typeface="Cambria"/>
              </a:rPr>
              <a:t>N</a:t>
            </a:r>
            <a:endParaRPr sz="9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dirty="0" sz="2100" spc="-180" b="1">
                <a:solidFill>
                  <a:srgbClr val="293283"/>
                </a:solidFill>
                <a:latin typeface="Cambria"/>
                <a:cs typeface="Cambria"/>
              </a:rPr>
              <a:t>Build</a:t>
            </a:r>
            <a:r>
              <a:rPr dirty="0" sz="2100" spc="-30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2100" spc="-90" b="1">
                <a:solidFill>
                  <a:srgbClr val="293283"/>
                </a:solidFill>
                <a:latin typeface="Cambria"/>
                <a:cs typeface="Cambria"/>
              </a:rPr>
              <a:t>a</a:t>
            </a:r>
            <a:r>
              <a:rPr dirty="0" sz="2100" spc="-25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2100" spc="-165" b="1">
                <a:solidFill>
                  <a:srgbClr val="293283"/>
                </a:solidFill>
                <a:latin typeface="Cambria"/>
                <a:cs typeface="Cambria"/>
              </a:rPr>
              <a:t>personal</a:t>
            </a:r>
            <a:r>
              <a:rPr dirty="0" sz="2100" spc="-25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2100" spc="-140" b="1">
                <a:solidFill>
                  <a:srgbClr val="293283"/>
                </a:solidFill>
                <a:latin typeface="Cambria"/>
                <a:cs typeface="Cambria"/>
              </a:rPr>
              <a:t>info</a:t>
            </a:r>
            <a:r>
              <a:rPr dirty="0" sz="2100" spc="-30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2100" spc="-165" b="1">
                <a:solidFill>
                  <a:srgbClr val="293283"/>
                </a:solidFill>
                <a:latin typeface="Cambria"/>
                <a:cs typeface="Cambria"/>
              </a:rPr>
              <a:t>form</a:t>
            </a:r>
            <a:r>
              <a:rPr dirty="0" sz="2100" spc="-25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2100" spc="-140" b="1">
                <a:solidFill>
                  <a:srgbClr val="293283"/>
                </a:solidFill>
                <a:latin typeface="Cambria"/>
                <a:cs typeface="Cambria"/>
              </a:rPr>
              <a:t>with</a:t>
            </a:r>
            <a:r>
              <a:rPr dirty="0" sz="2100" spc="-20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2100" spc="-10" b="1">
                <a:solidFill>
                  <a:srgbClr val="FF6A5B"/>
                </a:solidFill>
                <a:latin typeface="Courier New"/>
                <a:cs typeface="Courier New"/>
              </a:rPr>
              <a:t>st.form</a:t>
            </a:r>
            <a:r>
              <a:rPr dirty="0" sz="2100" spc="-10" b="1">
                <a:solidFill>
                  <a:srgbClr val="293283"/>
                </a:solidFill>
                <a:latin typeface="Cambria"/>
                <a:cs typeface="Cambria"/>
              </a:rPr>
              <a:t>.</a:t>
            </a:r>
            <a:endParaRPr sz="21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985049" y="715962"/>
            <a:ext cx="4535170" cy="3873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 indent="161290">
              <a:lnSpc>
                <a:spcPct val="131900"/>
              </a:lnSpc>
              <a:spcBef>
                <a:spcPts val="90"/>
              </a:spcBef>
            </a:pPr>
            <a:r>
              <a:rPr dirty="0" sz="900">
                <a:solidFill>
                  <a:srgbClr val="4A4E6A"/>
                </a:solidFill>
                <a:latin typeface="Tahoma"/>
                <a:cs typeface="Tahoma"/>
              </a:rPr>
              <a:t>A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20">
                <a:solidFill>
                  <a:srgbClr val="4A4E6A"/>
                </a:solidFill>
                <a:latin typeface="Tahoma"/>
                <a:cs typeface="Tahoma"/>
              </a:rPr>
              <a:t>form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ahoma"/>
                <a:cs typeface="Tahoma"/>
              </a:rPr>
              <a:t>batches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4A4E6A"/>
                </a:solidFill>
                <a:latin typeface="Tahoma"/>
                <a:cs typeface="Tahoma"/>
              </a:rPr>
              <a:t>multiple</a:t>
            </a:r>
            <a:r>
              <a:rPr dirty="0" sz="90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15">
                <a:solidFill>
                  <a:srgbClr val="4A4E6A"/>
                </a:solidFill>
                <a:latin typeface="Tahoma"/>
                <a:cs typeface="Tahoma"/>
              </a:rPr>
              <a:t>inputs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4A4E6A"/>
                </a:solidFill>
                <a:latin typeface="Tahoma"/>
                <a:cs typeface="Tahoma"/>
              </a:rPr>
              <a:t>into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ahoma"/>
                <a:cs typeface="Tahoma"/>
              </a:rPr>
              <a:t>a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0">
                <a:solidFill>
                  <a:srgbClr val="4A4E6A"/>
                </a:solidFill>
                <a:latin typeface="Tahoma"/>
                <a:cs typeface="Tahoma"/>
              </a:rPr>
              <a:t>single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4A4E6A"/>
                </a:solidFill>
                <a:latin typeface="Tahoma"/>
                <a:cs typeface="Tahoma"/>
              </a:rPr>
              <a:t>submit.</a:t>
            </a:r>
            <a:r>
              <a:rPr dirty="0" sz="90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20">
                <a:solidFill>
                  <a:srgbClr val="4A4E6A"/>
                </a:solidFill>
                <a:latin typeface="Tahoma"/>
                <a:cs typeface="Tahoma"/>
              </a:rPr>
              <a:t>Unlike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0">
                <a:solidFill>
                  <a:srgbClr val="4A4E6A"/>
                </a:solidFill>
                <a:latin typeface="Tahoma"/>
                <a:cs typeface="Tahoma"/>
              </a:rPr>
              <a:t>regular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0">
                <a:solidFill>
                  <a:srgbClr val="4A4E6A"/>
                </a:solidFill>
                <a:latin typeface="Tahoma"/>
                <a:cs typeface="Tahoma"/>
              </a:rPr>
              <a:t>widgets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0">
                <a:solidFill>
                  <a:srgbClr val="4A4E6A"/>
                </a:solidFill>
                <a:latin typeface="Tahoma"/>
                <a:cs typeface="Tahoma"/>
              </a:rPr>
              <a:t>(which</a:t>
            </a:r>
            <a:r>
              <a:rPr dirty="0" sz="90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ahoma"/>
                <a:cs typeface="Tahoma"/>
              </a:rPr>
              <a:t>re-</a:t>
            </a:r>
            <a:r>
              <a:rPr dirty="0" sz="900" spc="-20">
                <a:solidFill>
                  <a:srgbClr val="4A4E6A"/>
                </a:solidFill>
                <a:latin typeface="Tahoma"/>
                <a:cs typeface="Tahoma"/>
              </a:rPr>
              <a:t>run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4A4E6A"/>
                </a:solidFill>
                <a:latin typeface="Tahoma"/>
                <a:cs typeface="Tahoma"/>
              </a:rPr>
              <a:t>on </a:t>
            </a:r>
            <a:r>
              <a:rPr dirty="0" sz="900" spc="-30">
                <a:solidFill>
                  <a:srgbClr val="4A4E6A"/>
                </a:solidFill>
                <a:latin typeface="Tahoma"/>
                <a:cs typeface="Tahoma"/>
              </a:rPr>
              <a:t>every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45">
                <a:solidFill>
                  <a:srgbClr val="4A4E6A"/>
                </a:solidFill>
                <a:latin typeface="Tahoma"/>
                <a:cs typeface="Tahoma"/>
              </a:rPr>
              <a:t>change),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ahoma"/>
                <a:cs typeface="Tahoma"/>
              </a:rPr>
              <a:t>a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20">
                <a:solidFill>
                  <a:srgbClr val="4A4E6A"/>
                </a:solidFill>
                <a:latin typeface="Tahoma"/>
                <a:cs typeface="Tahoma"/>
              </a:rPr>
              <a:t>form</a:t>
            </a:r>
            <a:r>
              <a:rPr dirty="0" sz="90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20">
                <a:solidFill>
                  <a:srgbClr val="4A4E6A"/>
                </a:solidFill>
                <a:latin typeface="Tahoma"/>
                <a:cs typeface="Tahoma"/>
              </a:rPr>
              <a:t>only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ahoma"/>
                <a:cs typeface="Tahoma"/>
              </a:rPr>
              <a:t>re-</a:t>
            </a:r>
            <a:r>
              <a:rPr dirty="0" sz="900" spc="-30">
                <a:solidFill>
                  <a:srgbClr val="4A4E6A"/>
                </a:solidFill>
                <a:latin typeface="Tahoma"/>
                <a:cs typeface="Tahoma"/>
              </a:rPr>
              <a:t>runs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20">
                <a:solidFill>
                  <a:srgbClr val="4A4E6A"/>
                </a:solidFill>
                <a:latin typeface="Tahoma"/>
                <a:cs typeface="Tahoma"/>
              </a:rPr>
              <a:t>when</a:t>
            </a:r>
            <a:r>
              <a:rPr dirty="0" sz="90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0">
                <a:solidFill>
                  <a:srgbClr val="4A4E6A"/>
                </a:solidFill>
                <a:latin typeface="Tahoma"/>
                <a:cs typeface="Tahoma"/>
              </a:rPr>
              <a:t>user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0">
                <a:solidFill>
                  <a:srgbClr val="4A4E6A"/>
                </a:solidFill>
                <a:latin typeface="Tahoma"/>
                <a:cs typeface="Tahoma"/>
              </a:rPr>
              <a:t>clicks</a:t>
            </a:r>
            <a:r>
              <a:rPr dirty="0" sz="90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0">
                <a:solidFill>
                  <a:srgbClr val="4A4E6A"/>
                </a:solidFill>
                <a:latin typeface="Tahoma"/>
                <a:cs typeface="Tahoma"/>
              </a:rPr>
              <a:t>Submit.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45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4A4E6A"/>
                </a:solidFill>
                <a:latin typeface="Tahoma"/>
                <a:cs typeface="Tahoma"/>
              </a:rPr>
              <a:t>pattern</a:t>
            </a:r>
            <a:r>
              <a:rPr dirty="0" sz="90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20">
                <a:solidFill>
                  <a:srgbClr val="4A4E6A"/>
                </a:solidFill>
                <a:latin typeface="Tahoma"/>
                <a:cs typeface="Tahoma"/>
              </a:rPr>
              <a:t>for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ahoma"/>
                <a:cs typeface="Tahoma"/>
              </a:rPr>
              <a:t>data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4A4E6A"/>
                </a:solidFill>
                <a:latin typeface="Tahoma"/>
                <a:cs typeface="Tahoma"/>
              </a:rPr>
              <a:t>collection.</a:t>
            </a:r>
            <a:endParaRPr sz="900">
              <a:latin typeface="Tahoma"/>
              <a:cs typeface="Tahom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85799" y="1238250"/>
            <a:ext cx="5334000" cy="5086350"/>
            <a:chOff x="685799" y="1238250"/>
            <a:chExt cx="5334000" cy="5086350"/>
          </a:xfrm>
        </p:grpSpPr>
        <p:sp>
          <p:nvSpPr>
            <p:cNvPr id="5" name="object 5"/>
            <p:cNvSpPr/>
            <p:nvPr/>
          </p:nvSpPr>
          <p:spPr>
            <a:xfrm>
              <a:off x="704849" y="1243012"/>
              <a:ext cx="5310505" cy="5076825"/>
            </a:xfrm>
            <a:custGeom>
              <a:avLst/>
              <a:gdLst/>
              <a:ahLst/>
              <a:cxnLst/>
              <a:rect l="l" t="t" r="r" b="b"/>
              <a:pathLst>
                <a:path w="5310505" h="5076825">
                  <a:moveTo>
                    <a:pt x="5190042" y="5076824"/>
                  </a:moveTo>
                  <a:lnTo>
                    <a:pt x="106794" y="5076824"/>
                  </a:lnTo>
                  <a:lnTo>
                    <a:pt x="99362" y="5076000"/>
                  </a:lnTo>
                  <a:lnTo>
                    <a:pt x="57038" y="5059843"/>
                  </a:lnTo>
                  <a:lnTo>
                    <a:pt x="28170" y="5033191"/>
                  </a:lnTo>
                  <a:lnTo>
                    <a:pt x="5828" y="4989644"/>
                  </a:lnTo>
                  <a:lnTo>
                    <a:pt x="0" y="4956680"/>
                  </a:lnTo>
                  <a:lnTo>
                    <a:pt x="0" y="4948237"/>
                  </a:lnTo>
                  <a:lnTo>
                    <a:pt x="0" y="120144"/>
                  </a:lnTo>
                  <a:lnTo>
                    <a:pt x="11572" y="71578"/>
                  </a:lnTo>
                  <a:lnTo>
                    <a:pt x="38784" y="31692"/>
                  </a:lnTo>
                  <a:lnTo>
                    <a:pt x="77493" y="6557"/>
                  </a:lnTo>
                  <a:lnTo>
                    <a:pt x="106794" y="0"/>
                  </a:lnTo>
                  <a:lnTo>
                    <a:pt x="5190042" y="0"/>
                  </a:lnTo>
                  <a:lnTo>
                    <a:pt x="5238607" y="13019"/>
                  </a:lnTo>
                  <a:lnTo>
                    <a:pt x="5278494" y="43632"/>
                  </a:lnTo>
                  <a:lnTo>
                    <a:pt x="5303629" y="87179"/>
                  </a:lnTo>
                  <a:lnTo>
                    <a:pt x="5310186" y="120144"/>
                  </a:lnTo>
                  <a:lnTo>
                    <a:pt x="5310186" y="4956680"/>
                  </a:lnTo>
                  <a:lnTo>
                    <a:pt x="5297167" y="5005244"/>
                  </a:lnTo>
                  <a:lnTo>
                    <a:pt x="5266554" y="5045131"/>
                  </a:lnTo>
                  <a:lnTo>
                    <a:pt x="5223006" y="5070266"/>
                  </a:lnTo>
                  <a:lnTo>
                    <a:pt x="5198405" y="5076000"/>
                  </a:lnTo>
                  <a:lnTo>
                    <a:pt x="5190042" y="50768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753770" y="1238249"/>
              <a:ext cx="5266055" cy="5086350"/>
            </a:xfrm>
            <a:custGeom>
              <a:avLst/>
              <a:gdLst/>
              <a:ahLst/>
              <a:cxnLst/>
              <a:rect l="l" t="t" r="r" b="b"/>
              <a:pathLst>
                <a:path w="5266055" h="5086350">
                  <a:moveTo>
                    <a:pt x="5266017" y="133350"/>
                  </a:moveTo>
                  <a:lnTo>
                    <a:pt x="5260314" y="94703"/>
                  </a:lnTo>
                  <a:lnTo>
                    <a:pt x="5243563" y="59258"/>
                  </a:lnTo>
                  <a:lnTo>
                    <a:pt x="5227409" y="39573"/>
                  </a:lnTo>
                  <a:lnTo>
                    <a:pt x="5195595" y="15773"/>
                  </a:lnTo>
                  <a:lnTo>
                    <a:pt x="5158689" y="2540"/>
                  </a:lnTo>
                  <a:lnTo>
                    <a:pt x="5132667" y="0"/>
                  </a:lnTo>
                  <a:lnTo>
                    <a:pt x="65366" y="0"/>
                  </a:lnTo>
                  <a:lnTo>
                    <a:pt x="26720" y="5715"/>
                  </a:lnTo>
                  <a:lnTo>
                    <a:pt x="0" y="17233"/>
                  </a:lnTo>
                  <a:lnTo>
                    <a:pt x="22542" y="22872"/>
                  </a:lnTo>
                  <a:lnTo>
                    <a:pt x="28917" y="18961"/>
                  </a:lnTo>
                  <a:lnTo>
                    <a:pt x="37769" y="14833"/>
                  </a:lnTo>
                  <a:lnTo>
                    <a:pt x="46786" y="11887"/>
                  </a:lnTo>
                  <a:lnTo>
                    <a:pt x="55994" y="10121"/>
                  </a:lnTo>
                  <a:lnTo>
                    <a:pt x="65366" y="9525"/>
                  </a:lnTo>
                  <a:lnTo>
                    <a:pt x="5132667" y="9525"/>
                  </a:lnTo>
                  <a:lnTo>
                    <a:pt x="5180063" y="18961"/>
                  </a:lnTo>
                  <a:lnTo>
                    <a:pt x="5220233" y="45796"/>
                  </a:lnTo>
                  <a:lnTo>
                    <a:pt x="5220678" y="46304"/>
                  </a:lnTo>
                  <a:lnTo>
                    <a:pt x="5228437" y="54838"/>
                  </a:lnTo>
                  <a:lnTo>
                    <a:pt x="5251196" y="97459"/>
                  </a:lnTo>
                  <a:lnTo>
                    <a:pt x="5256492" y="133350"/>
                  </a:lnTo>
                  <a:lnTo>
                    <a:pt x="5256492" y="4953000"/>
                  </a:lnTo>
                  <a:lnTo>
                    <a:pt x="5247068" y="5000396"/>
                  </a:lnTo>
                  <a:lnTo>
                    <a:pt x="5220678" y="5040058"/>
                  </a:lnTo>
                  <a:lnTo>
                    <a:pt x="5220233" y="5040566"/>
                  </a:lnTo>
                  <a:lnTo>
                    <a:pt x="5180050" y="5067401"/>
                  </a:lnTo>
                  <a:lnTo>
                    <a:pt x="5145113" y="5076202"/>
                  </a:lnTo>
                  <a:lnTo>
                    <a:pt x="5145621" y="5076202"/>
                  </a:lnTo>
                  <a:lnTo>
                    <a:pt x="5132667" y="5076825"/>
                  </a:lnTo>
                  <a:lnTo>
                    <a:pt x="65366" y="5076825"/>
                  </a:lnTo>
                  <a:lnTo>
                    <a:pt x="55410" y="5076202"/>
                  </a:lnTo>
                  <a:lnTo>
                    <a:pt x="55803" y="5076202"/>
                  </a:lnTo>
                  <a:lnTo>
                    <a:pt x="46786" y="5074475"/>
                  </a:lnTo>
                  <a:lnTo>
                    <a:pt x="37769" y="5071529"/>
                  </a:lnTo>
                  <a:lnTo>
                    <a:pt x="28917" y="5067401"/>
                  </a:lnTo>
                  <a:lnTo>
                    <a:pt x="22542" y="5063490"/>
                  </a:lnTo>
                  <a:lnTo>
                    <a:pt x="0" y="5069129"/>
                  </a:lnTo>
                  <a:lnTo>
                    <a:pt x="39357" y="5083822"/>
                  </a:lnTo>
                  <a:lnTo>
                    <a:pt x="65366" y="5086350"/>
                  </a:lnTo>
                  <a:lnTo>
                    <a:pt x="5132667" y="5086350"/>
                  </a:lnTo>
                  <a:lnTo>
                    <a:pt x="5145811" y="5085715"/>
                  </a:lnTo>
                  <a:lnTo>
                    <a:pt x="5158689" y="5083822"/>
                  </a:lnTo>
                  <a:lnTo>
                    <a:pt x="5171325" y="5080647"/>
                  </a:lnTo>
                  <a:lnTo>
                    <a:pt x="5181955" y="5076825"/>
                  </a:lnTo>
                  <a:lnTo>
                    <a:pt x="5183708" y="5076202"/>
                  </a:lnTo>
                  <a:lnTo>
                    <a:pt x="5217223" y="5056136"/>
                  </a:lnTo>
                  <a:lnTo>
                    <a:pt x="5243563" y="5027104"/>
                  </a:lnTo>
                  <a:lnTo>
                    <a:pt x="5260314" y="4991659"/>
                  </a:lnTo>
                  <a:lnTo>
                    <a:pt x="5266017" y="4953000"/>
                  </a:lnTo>
                  <a:lnTo>
                    <a:pt x="5266017" y="133350"/>
                  </a:lnTo>
                  <a:close/>
                </a:path>
              </a:pathLst>
            </a:custGeom>
            <a:solidFill>
              <a:srgbClr val="E4DE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685799" y="1255313"/>
              <a:ext cx="90805" cy="5052695"/>
            </a:xfrm>
            <a:custGeom>
              <a:avLst/>
              <a:gdLst/>
              <a:ahLst/>
              <a:cxnLst/>
              <a:rect l="l" t="t" r="r" b="b"/>
              <a:pathLst>
                <a:path w="90804" h="5052695">
                  <a:moveTo>
                    <a:pt x="68254" y="5052222"/>
                  </a:moveTo>
                  <a:lnTo>
                    <a:pt x="30217" y="5020491"/>
                  </a:lnTo>
                  <a:lnTo>
                    <a:pt x="10150" y="4986966"/>
                  </a:lnTo>
                  <a:lnTo>
                    <a:pt x="634" y="4949072"/>
                  </a:lnTo>
                  <a:lnTo>
                    <a:pt x="0" y="4935936"/>
                  </a:lnTo>
                  <a:lnTo>
                    <a:pt x="0" y="116286"/>
                  </a:lnTo>
                  <a:lnTo>
                    <a:pt x="5709" y="77634"/>
                  </a:lnTo>
                  <a:lnTo>
                    <a:pt x="22452" y="42187"/>
                  </a:lnTo>
                  <a:lnTo>
                    <a:pt x="48794" y="13153"/>
                  </a:lnTo>
                  <a:lnTo>
                    <a:pt x="68254" y="0"/>
                  </a:lnTo>
                  <a:lnTo>
                    <a:pt x="90791" y="5634"/>
                  </a:lnTo>
                  <a:lnTo>
                    <a:pt x="88403" y="7099"/>
                  </a:lnTo>
                  <a:lnTo>
                    <a:pt x="80421" y="13310"/>
                  </a:lnTo>
                  <a:lnTo>
                    <a:pt x="54137" y="47479"/>
                  </a:lnTo>
                  <a:lnTo>
                    <a:pt x="39912" y="92124"/>
                  </a:lnTo>
                  <a:lnTo>
                    <a:pt x="38100" y="116286"/>
                  </a:lnTo>
                  <a:lnTo>
                    <a:pt x="38100" y="4935936"/>
                  </a:lnTo>
                  <a:lnTo>
                    <a:pt x="45350" y="4983321"/>
                  </a:lnTo>
                  <a:lnTo>
                    <a:pt x="65998" y="5023493"/>
                  </a:lnTo>
                  <a:lnTo>
                    <a:pt x="90792" y="5046587"/>
                  </a:lnTo>
                  <a:lnTo>
                    <a:pt x="68254" y="5052222"/>
                  </a:lnTo>
                  <a:close/>
                </a:path>
              </a:pathLst>
            </a:custGeom>
            <a:solidFill>
              <a:srgbClr val="29328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895350" y="1377950"/>
            <a:ext cx="601345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800" spc="-114" b="1">
                <a:solidFill>
                  <a:srgbClr val="293283"/>
                </a:solidFill>
                <a:latin typeface="Cambria"/>
                <a:cs typeface="Cambria"/>
              </a:rPr>
              <a:t>T</a:t>
            </a:r>
            <a:r>
              <a:rPr dirty="0" sz="800" spc="-30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800" spc="-65" b="1">
                <a:solidFill>
                  <a:srgbClr val="293283"/>
                </a:solidFill>
                <a:latin typeface="Cambria"/>
                <a:cs typeface="Cambria"/>
              </a:rPr>
              <a:t>H</a:t>
            </a:r>
            <a:r>
              <a:rPr dirty="0" sz="800" spc="-30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800" b="1">
                <a:solidFill>
                  <a:srgbClr val="293283"/>
                </a:solidFill>
                <a:latin typeface="Cambria"/>
                <a:cs typeface="Cambria"/>
              </a:rPr>
              <a:t>E</a:t>
            </a:r>
            <a:r>
              <a:rPr dirty="0" sz="800" spc="290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800" spc="-70" b="1">
                <a:solidFill>
                  <a:srgbClr val="293283"/>
                </a:solidFill>
                <a:latin typeface="Cambria"/>
                <a:cs typeface="Cambria"/>
              </a:rPr>
              <a:t>B</a:t>
            </a:r>
            <a:r>
              <a:rPr dirty="0" sz="800" spc="-30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800" spc="-70" b="1">
                <a:solidFill>
                  <a:srgbClr val="293283"/>
                </a:solidFill>
                <a:latin typeface="Cambria"/>
                <a:cs typeface="Cambria"/>
              </a:rPr>
              <a:t>R</a:t>
            </a:r>
            <a:r>
              <a:rPr dirty="0" sz="800" spc="-30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800" spc="-65" b="1">
                <a:solidFill>
                  <a:srgbClr val="293283"/>
                </a:solidFill>
                <a:latin typeface="Cambria"/>
                <a:cs typeface="Cambria"/>
              </a:rPr>
              <a:t>I</a:t>
            </a:r>
            <a:r>
              <a:rPr dirty="0" sz="800" spc="-30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800" spc="-70" b="1">
                <a:solidFill>
                  <a:srgbClr val="293283"/>
                </a:solidFill>
                <a:latin typeface="Cambria"/>
                <a:cs typeface="Cambria"/>
              </a:rPr>
              <a:t>E</a:t>
            </a:r>
            <a:r>
              <a:rPr dirty="0" sz="800" spc="-30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800" spc="-50" b="1">
                <a:solidFill>
                  <a:srgbClr val="293283"/>
                </a:solidFill>
                <a:latin typeface="Cambria"/>
                <a:cs typeface="Cambria"/>
              </a:rPr>
              <a:t>F</a:t>
            </a:r>
            <a:endParaRPr sz="800">
              <a:latin typeface="Cambria"/>
              <a:cs typeface="Cambri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457824" y="1381124"/>
            <a:ext cx="381000" cy="190500"/>
          </a:xfrm>
          <a:custGeom>
            <a:avLst/>
            <a:gdLst/>
            <a:ahLst/>
            <a:cxnLst/>
            <a:rect l="l" t="t" r="r" b="b"/>
            <a:pathLst>
              <a:path w="381000" h="190500">
                <a:moveTo>
                  <a:pt x="292003" y="190499"/>
                </a:moveTo>
                <a:lnTo>
                  <a:pt x="88995" y="190499"/>
                </a:lnTo>
                <a:lnTo>
                  <a:pt x="82801" y="189889"/>
                </a:lnTo>
                <a:lnTo>
                  <a:pt x="37131" y="170972"/>
                </a:lnTo>
                <a:lnTo>
                  <a:pt x="9643" y="137478"/>
                </a:lnTo>
                <a:lnTo>
                  <a:pt x="0" y="101504"/>
                </a:lnTo>
                <a:lnTo>
                  <a:pt x="0" y="95249"/>
                </a:lnTo>
                <a:lnTo>
                  <a:pt x="0" y="88995"/>
                </a:lnTo>
                <a:lnTo>
                  <a:pt x="12577" y="47531"/>
                </a:lnTo>
                <a:lnTo>
                  <a:pt x="47531" y="12577"/>
                </a:lnTo>
                <a:lnTo>
                  <a:pt x="88995" y="0"/>
                </a:lnTo>
                <a:lnTo>
                  <a:pt x="292003" y="0"/>
                </a:lnTo>
                <a:lnTo>
                  <a:pt x="333466" y="12577"/>
                </a:lnTo>
                <a:lnTo>
                  <a:pt x="368421" y="47531"/>
                </a:lnTo>
                <a:lnTo>
                  <a:pt x="380999" y="88995"/>
                </a:lnTo>
                <a:lnTo>
                  <a:pt x="380999" y="101504"/>
                </a:lnTo>
                <a:lnTo>
                  <a:pt x="368421" y="142967"/>
                </a:lnTo>
                <a:lnTo>
                  <a:pt x="333466" y="177921"/>
                </a:lnTo>
                <a:lnTo>
                  <a:pt x="298198" y="189889"/>
                </a:lnTo>
                <a:lnTo>
                  <a:pt x="292003" y="190499"/>
                </a:lnTo>
                <a:close/>
              </a:path>
            </a:pathLst>
          </a:custGeom>
          <a:solidFill>
            <a:srgbClr val="E7E9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5540126" y="1401762"/>
            <a:ext cx="213360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700" spc="-50" b="1">
                <a:solidFill>
                  <a:srgbClr val="293283"/>
                </a:solidFill>
                <a:latin typeface="Cambria"/>
                <a:cs typeface="Cambria"/>
              </a:rPr>
              <a:t>Ta</a:t>
            </a:r>
            <a:r>
              <a:rPr dirty="0" sz="700" spc="-45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700" spc="-50" b="1">
                <a:solidFill>
                  <a:srgbClr val="293283"/>
                </a:solidFill>
                <a:latin typeface="Cambria"/>
                <a:cs typeface="Cambria"/>
              </a:rPr>
              <a:t>s</a:t>
            </a:r>
            <a:r>
              <a:rPr dirty="0" sz="700" spc="-40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700" spc="-60" b="1">
                <a:solidFill>
                  <a:srgbClr val="293283"/>
                </a:solidFill>
                <a:latin typeface="Cambria"/>
                <a:cs typeface="Cambria"/>
              </a:rPr>
              <a:t>k</a:t>
            </a:r>
            <a:endParaRPr sz="700">
              <a:latin typeface="Cambria"/>
              <a:cs typeface="Cambri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895349" y="1695449"/>
            <a:ext cx="4943475" cy="2657475"/>
            <a:chOff x="895349" y="1695449"/>
            <a:chExt cx="4943475" cy="2657475"/>
          </a:xfrm>
        </p:grpSpPr>
        <p:sp>
          <p:nvSpPr>
            <p:cNvPr id="12" name="object 12"/>
            <p:cNvSpPr/>
            <p:nvPr/>
          </p:nvSpPr>
          <p:spPr>
            <a:xfrm>
              <a:off x="1276337" y="1695449"/>
              <a:ext cx="3781425" cy="1743075"/>
            </a:xfrm>
            <a:custGeom>
              <a:avLst/>
              <a:gdLst/>
              <a:ahLst/>
              <a:cxnLst/>
              <a:rect l="l" t="t" r="r" b="b"/>
              <a:pathLst>
                <a:path w="3781425" h="1743075">
                  <a:moveTo>
                    <a:pt x="1162050" y="1434490"/>
                  </a:moveTo>
                  <a:lnTo>
                    <a:pt x="1137272" y="1409700"/>
                  </a:lnTo>
                  <a:lnTo>
                    <a:pt x="348640" y="1409700"/>
                  </a:lnTo>
                  <a:lnTo>
                    <a:pt x="323850" y="1434490"/>
                  </a:lnTo>
                  <a:lnTo>
                    <a:pt x="323850" y="1514475"/>
                  </a:lnTo>
                  <a:lnTo>
                    <a:pt x="323850" y="1518272"/>
                  </a:lnTo>
                  <a:lnTo>
                    <a:pt x="348640" y="1543050"/>
                  </a:lnTo>
                  <a:lnTo>
                    <a:pt x="1137272" y="1543050"/>
                  </a:lnTo>
                  <a:lnTo>
                    <a:pt x="1162050" y="1518272"/>
                  </a:lnTo>
                  <a:lnTo>
                    <a:pt x="1162050" y="1434490"/>
                  </a:lnTo>
                  <a:close/>
                </a:path>
                <a:path w="3781425" h="1743075">
                  <a:moveTo>
                    <a:pt x="1228725" y="1043965"/>
                  </a:moveTo>
                  <a:lnTo>
                    <a:pt x="1203947" y="1019175"/>
                  </a:lnTo>
                  <a:lnTo>
                    <a:pt x="996340" y="1019175"/>
                  </a:lnTo>
                  <a:lnTo>
                    <a:pt x="971550" y="1043965"/>
                  </a:lnTo>
                  <a:lnTo>
                    <a:pt x="971550" y="1123950"/>
                  </a:lnTo>
                  <a:lnTo>
                    <a:pt x="971550" y="1127747"/>
                  </a:lnTo>
                  <a:lnTo>
                    <a:pt x="996340" y="1152525"/>
                  </a:lnTo>
                  <a:lnTo>
                    <a:pt x="1203947" y="1152525"/>
                  </a:lnTo>
                  <a:lnTo>
                    <a:pt x="1228725" y="1127747"/>
                  </a:lnTo>
                  <a:lnTo>
                    <a:pt x="1228725" y="1043965"/>
                  </a:lnTo>
                  <a:close/>
                </a:path>
                <a:path w="3781425" h="1743075">
                  <a:moveTo>
                    <a:pt x="1409700" y="33058"/>
                  </a:moveTo>
                  <a:lnTo>
                    <a:pt x="1381518" y="977"/>
                  </a:lnTo>
                  <a:lnTo>
                    <a:pt x="1376654" y="0"/>
                  </a:lnTo>
                  <a:lnTo>
                    <a:pt x="918883" y="0"/>
                  </a:lnTo>
                  <a:lnTo>
                    <a:pt x="886802" y="28194"/>
                  </a:lnTo>
                  <a:lnTo>
                    <a:pt x="885825" y="33058"/>
                  </a:lnTo>
                  <a:lnTo>
                    <a:pt x="885825" y="95250"/>
                  </a:lnTo>
                  <a:lnTo>
                    <a:pt x="885825" y="100304"/>
                  </a:lnTo>
                  <a:lnTo>
                    <a:pt x="914019" y="132384"/>
                  </a:lnTo>
                  <a:lnTo>
                    <a:pt x="918883" y="133350"/>
                  </a:lnTo>
                  <a:lnTo>
                    <a:pt x="1376654" y="133350"/>
                  </a:lnTo>
                  <a:lnTo>
                    <a:pt x="1408734" y="105168"/>
                  </a:lnTo>
                  <a:lnTo>
                    <a:pt x="1409700" y="100304"/>
                  </a:lnTo>
                  <a:lnTo>
                    <a:pt x="1409700" y="33058"/>
                  </a:lnTo>
                  <a:close/>
                </a:path>
                <a:path w="3781425" h="1743075">
                  <a:moveTo>
                    <a:pt x="1495425" y="843940"/>
                  </a:moveTo>
                  <a:lnTo>
                    <a:pt x="1470647" y="819150"/>
                  </a:lnTo>
                  <a:lnTo>
                    <a:pt x="24790" y="819150"/>
                  </a:lnTo>
                  <a:lnTo>
                    <a:pt x="0" y="843940"/>
                  </a:lnTo>
                  <a:lnTo>
                    <a:pt x="0" y="923925"/>
                  </a:lnTo>
                  <a:lnTo>
                    <a:pt x="0" y="927722"/>
                  </a:lnTo>
                  <a:lnTo>
                    <a:pt x="24790" y="952500"/>
                  </a:lnTo>
                  <a:lnTo>
                    <a:pt x="1470647" y="952500"/>
                  </a:lnTo>
                  <a:lnTo>
                    <a:pt x="1495425" y="927722"/>
                  </a:lnTo>
                  <a:lnTo>
                    <a:pt x="1495425" y="843940"/>
                  </a:lnTo>
                  <a:close/>
                </a:path>
                <a:path w="3781425" h="1743075">
                  <a:moveTo>
                    <a:pt x="2771775" y="1634515"/>
                  </a:moveTo>
                  <a:lnTo>
                    <a:pt x="2746997" y="1609725"/>
                  </a:lnTo>
                  <a:lnTo>
                    <a:pt x="1767865" y="1609725"/>
                  </a:lnTo>
                  <a:lnTo>
                    <a:pt x="1743075" y="1634515"/>
                  </a:lnTo>
                  <a:lnTo>
                    <a:pt x="1743075" y="1714500"/>
                  </a:lnTo>
                  <a:lnTo>
                    <a:pt x="1743075" y="1718297"/>
                  </a:lnTo>
                  <a:lnTo>
                    <a:pt x="1767865" y="1743075"/>
                  </a:lnTo>
                  <a:lnTo>
                    <a:pt x="2746997" y="1743075"/>
                  </a:lnTo>
                  <a:lnTo>
                    <a:pt x="2771775" y="1718297"/>
                  </a:lnTo>
                  <a:lnTo>
                    <a:pt x="2771775" y="1634515"/>
                  </a:lnTo>
                  <a:close/>
                </a:path>
                <a:path w="3781425" h="1743075">
                  <a:moveTo>
                    <a:pt x="2914650" y="1434490"/>
                  </a:moveTo>
                  <a:lnTo>
                    <a:pt x="2889872" y="1409700"/>
                  </a:lnTo>
                  <a:lnTo>
                    <a:pt x="2386990" y="1409700"/>
                  </a:lnTo>
                  <a:lnTo>
                    <a:pt x="2362200" y="1434490"/>
                  </a:lnTo>
                  <a:lnTo>
                    <a:pt x="2362200" y="1514475"/>
                  </a:lnTo>
                  <a:lnTo>
                    <a:pt x="2362200" y="1518272"/>
                  </a:lnTo>
                  <a:lnTo>
                    <a:pt x="2386990" y="1543050"/>
                  </a:lnTo>
                  <a:lnTo>
                    <a:pt x="2889872" y="1543050"/>
                  </a:lnTo>
                  <a:lnTo>
                    <a:pt x="2914650" y="1518272"/>
                  </a:lnTo>
                  <a:lnTo>
                    <a:pt x="2914650" y="1434490"/>
                  </a:lnTo>
                  <a:close/>
                </a:path>
                <a:path w="3781425" h="1743075">
                  <a:moveTo>
                    <a:pt x="3124200" y="1634515"/>
                  </a:moveTo>
                  <a:lnTo>
                    <a:pt x="3099422" y="1609725"/>
                  </a:lnTo>
                  <a:lnTo>
                    <a:pt x="2891815" y="1609725"/>
                  </a:lnTo>
                  <a:lnTo>
                    <a:pt x="2867025" y="1634515"/>
                  </a:lnTo>
                  <a:lnTo>
                    <a:pt x="2867025" y="1714500"/>
                  </a:lnTo>
                  <a:lnTo>
                    <a:pt x="2867025" y="1718297"/>
                  </a:lnTo>
                  <a:lnTo>
                    <a:pt x="2891815" y="1743075"/>
                  </a:lnTo>
                  <a:lnTo>
                    <a:pt x="3099422" y="1743075"/>
                  </a:lnTo>
                  <a:lnTo>
                    <a:pt x="3124200" y="1718297"/>
                  </a:lnTo>
                  <a:lnTo>
                    <a:pt x="3124200" y="1634515"/>
                  </a:lnTo>
                  <a:close/>
                </a:path>
                <a:path w="3781425" h="1743075">
                  <a:moveTo>
                    <a:pt x="3429000" y="33058"/>
                  </a:moveTo>
                  <a:lnTo>
                    <a:pt x="3400818" y="977"/>
                  </a:lnTo>
                  <a:lnTo>
                    <a:pt x="3395954" y="0"/>
                  </a:lnTo>
                  <a:lnTo>
                    <a:pt x="2938183" y="0"/>
                  </a:lnTo>
                  <a:lnTo>
                    <a:pt x="2906103" y="28194"/>
                  </a:lnTo>
                  <a:lnTo>
                    <a:pt x="2905125" y="33058"/>
                  </a:lnTo>
                  <a:lnTo>
                    <a:pt x="2905125" y="95250"/>
                  </a:lnTo>
                  <a:lnTo>
                    <a:pt x="2905125" y="100304"/>
                  </a:lnTo>
                  <a:lnTo>
                    <a:pt x="2933319" y="132384"/>
                  </a:lnTo>
                  <a:lnTo>
                    <a:pt x="2938183" y="133350"/>
                  </a:lnTo>
                  <a:lnTo>
                    <a:pt x="3395954" y="133350"/>
                  </a:lnTo>
                  <a:lnTo>
                    <a:pt x="3428034" y="105168"/>
                  </a:lnTo>
                  <a:lnTo>
                    <a:pt x="3429000" y="100304"/>
                  </a:lnTo>
                  <a:lnTo>
                    <a:pt x="3429000" y="33058"/>
                  </a:lnTo>
                  <a:close/>
                </a:path>
                <a:path w="3781425" h="1743075">
                  <a:moveTo>
                    <a:pt x="3552825" y="1434490"/>
                  </a:moveTo>
                  <a:lnTo>
                    <a:pt x="3528047" y="1409700"/>
                  </a:lnTo>
                  <a:lnTo>
                    <a:pt x="3082315" y="1409700"/>
                  </a:lnTo>
                  <a:lnTo>
                    <a:pt x="3057525" y="1434490"/>
                  </a:lnTo>
                  <a:lnTo>
                    <a:pt x="3057525" y="1514475"/>
                  </a:lnTo>
                  <a:lnTo>
                    <a:pt x="3057525" y="1518272"/>
                  </a:lnTo>
                  <a:lnTo>
                    <a:pt x="3082315" y="1543050"/>
                  </a:lnTo>
                  <a:lnTo>
                    <a:pt x="3528047" y="1543050"/>
                  </a:lnTo>
                  <a:lnTo>
                    <a:pt x="3552825" y="1518272"/>
                  </a:lnTo>
                  <a:lnTo>
                    <a:pt x="3552825" y="1434490"/>
                  </a:lnTo>
                  <a:close/>
                </a:path>
                <a:path w="3781425" h="1743075">
                  <a:moveTo>
                    <a:pt x="3781425" y="1243990"/>
                  </a:moveTo>
                  <a:lnTo>
                    <a:pt x="3756647" y="1219200"/>
                  </a:lnTo>
                  <a:lnTo>
                    <a:pt x="1177315" y="1219200"/>
                  </a:lnTo>
                  <a:lnTo>
                    <a:pt x="1152525" y="1243990"/>
                  </a:lnTo>
                  <a:lnTo>
                    <a:pt x="1152525" y="1323975"/>
                  </a:lnTo>
                  <a:lnTo>
                    <a:pt x="1152525" y="1327772"/>
                  </a:lnTo>
                  <a:lnTo>
                    <a:pt x="1177315" y="1352550"/>
                  </a:lnTo>
                  <a:lnTo>
                    <a:pt x="3756647" y="1352550"/>
                  </a:lnTo>
                  <a:lnTo>
                    <a:pt x="3781425" y="1327772"/>
                  </a:lnTo>
                  <a:lnTo>
                    <a:pt x="3781425" y="1243990"/>
                  </a:lnTo>
                  <a:close/>
                </a:path>
              </a:pathLst>
            </a:custGeom>
            <a:solidFill>
              <a:srgbClr val="F4EF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909637" y="3562349"/>
              <a:ext cx="4929505" cy="790575"/>
            </a:xfrm>
            <a:custGeom>
              <a:avLst/>
              <a:gdLst/>
              <a:ahLst/>
              <a:cxnLst/>
              <a:rect l="l" t="t" r="r" b="b"/>
              <a:pathLst>
                <a:path w="4929505" h="790575">
                  <a:moveTo>
                    <a:pt x="4875789" y="790574"/>
                  </a:moveTo>
                  <a:lnTo>
                    <a:pt x="40048" y="790574"/>
                  </a:lnTo>
                  <a:lnTo>
                    <a:pt x="37260" y="790208"/>
                  </a:lnTo>
                  <a:lnTo>
                    <a:pt x="5659" y="762055"/>
                  </a:lnTo>
                  <a:lnTo>
                    <a:pt x="0" y="737177"/>
                  </a:lnTo>
                  <a:lnTo>
                    <a:pt x="0" y="733424"/>
                  </a:lnTo>
                  <a:lnTo>
                    <a:pt x="0" y="53397"/>
                  </a:lnTo>
                  <a:lnTo>
                    <a:pt x="14544" y="14085"/>
                  </a:lnTo>
                  <a:lnTo>
                    <a:pt x="40048" y="0"/>
                  </a:lnTo>
                  <a:lnTo>
                    <a:pt x="4875789" y="0"/>
                  </a:lnTo>
                  <a:lnTo>
                    <a:pt x="4915100" y="19392"/>
                  </a:lnTo>
                  <a:lnTo>
                    <a:pt x="4929186" y="53397"/>
                  </a:lnTo>
                  <a:lnTo>
                    <a:pt x="4929186" y="737177"/>
                  </a:lnTo>
                  <a:lnTo>
                    <a:pt x="4909794" y="776489"/>
                  </a:lnTo>
                  <a:lnTo>
                    <a:pt x="4879505" y="790208"/>
                  </a:lnTo>
                  <a:lnTo>
                    <a:pt x="4875789" y="790574"/>
                  </a:lnTo>
                  <a:close/>
                </a:path>
              </a:pathLst>
            </a:custGeom>
            <a:solidFill>
              <a:srgbClr val="E7E9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895349" y="3562349"/>
              <a:ext cx="57150" cy="790575"/>
            </a:xfrm>
            <a:custGeom>
              <a:avLst/>
              <a:gdLst/>
              <a:ahLst/>
              <a:cxnLst/>
              <a:rect l="l" t="t" r="r" b="b"/>
              <a:pathLst>
                <a:path w="57150" h="790575">
                  <a:moveTo>
                    <a:pt x="57150" y="790574"/>
                  </a:moveTo>
                  <a:lnTo>
                    <a:pt x="49571" y="790574"/>
                  </a:lnTo>
                  <a:lnTo>
                    <a:pt x="42281" y="789124"/>
                  </a:lnTo>
                  <a:lnTo>
                    <a:pt x="7250" y="762297"/>
                  </a:lnTo>
                  <a:lnTo>
                    <a:pt x="0" y="741003"/>
                  </a:lnTo>
                  <a:lnTo>
                    <a:pt x="0" y="49571"/>
                  </a:lnTo>
                  <a:lnTo>
                    <a:pt x="22097" y="11379"/>
                  </a:lnTo>
                  <a:lnTo>
                    <a:pt x="49571" y="0"/>
                  </a:lnTo>
                  <a:lnTo>
                    <a:pt x="57150" y="0"/>
                  </a:lnTo>
                  <a:lnTo>
                    <a:pt x="51448" y="1046"/>
                  </a:lnTo>
                  <a:lnTo>
                    <a:pt x="46180" y="4184"/>
                  </a:lnTo>
                  <a:lnTo>
                    <a:pt x="29098" y="45747"/>
                  </a:lnTo>
                  <a:lnTo>
                    <a:pt x="28575" y="57150"/>
                  </a:lnTo>
                  <a:lnTo>
                    <a:pt x="28575" y="733425"/>
                  </a:lnTo>
                  <a:lnTo>
                    <a:pt x="36944" y="773836"/>
                  </a:lnTo>
                  <a:lnTo>
                    <a:pt x="51448" y="789528"/>
                  </a:lnTo>
                  <a:lnTo>
                    <a:pt x="57150" y="790574"/>
                  </a:lnTo>
                  <a:close/>
                </a:path>
              </a:pathLst>
            </a:custGeom>
            <a:solidFill>
              <a:srgbClr val="29328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895350" y="1629410"/>
            <a:ext cx="4766945" cy="2606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R="5080">
              <a:lnSpc>
                <a:spcPct val="125000"/>
              </a:lnSpc>
              <a:spcBef>
                <a:spcPts val="100"/>
              </a:spcBef>
            </a:pPr>
            <a:r>
              <a:rPr dirty="0" sz="900" spc="-30">
                <a:solidFill>
                  <a:srgbClr val="4A4E6A"/>
                </a:solidFill>
                <a:latin typeface="Tahoma"/>
                <a:cs typeface="Tahoma"/>
              </a:rPr>
              <a:t>Build</a:t>
            </a:r>
            <a:r>
              <a:rPr dirty="0" sz="900" spc="-9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a</a:t>
            </a:r>
            <a:r>
              <a:rPr dirty="0" sz="900" spc="-8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40">
                <a:solidFill>
                  <a:srgbClr val="4A4E6A"/>
                </a:solidFill>
                <a:latin typeface="Tahoma"/>
                <a:cs typeface="Tahoma"/>
              </a:rPr>
              <a:t>Streamlit</a:t>
            </a:r>
            <a:r>
              <a:rPr dirty="0" sz="900" spc="-8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50">
                <a:solidFill>
                  <a:srgbClr val="4A4E6A"/>
                </a:solidFill>
                <a:latin typeface="Tahoma"/>
                <a:cs typeface="Tahoma"/>
              </a:rPr>
              <a:t>app</a:t>
            </a:r>
            <a:r>
              <a:rPr dirty="0" sz="900" spc="-8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4A4E6A"/>
                </a:solidFill>
                <a:latin typeface="Tahoma"/>
                <a:cs typeface="Tahoma"/>
              </a:rPr>
              <a:t>called</a:t>
            </a:r>
            <a:r>
              <a:rPr dirty="0" sz="900" spc="31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00">
                <a:solidFill>
                  <a:srgbClr val="293283"/>
                </a:solidFill>
                <a:latin typeface="Courier New"/>
                <a:cs typeface="Courier New"/>
              </a:rPr>
              <a:t>form.py</a:t>
            </a:r>
            <a:r>
              <a:rPr dirty="0" sz="800" spc="110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ahoma"/>
                <a:cs typeface="Tahoma"/>
              </a:rPr>
              <a:t>that</a:t>
            </a:r>
            <a:r>
              <a:rPr dirty="0" sz="900" spc="-8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ahoma"/>
                <a:cs typeface="Tahoma"/>
              </a:rPr>
              <a:t>collects</a:t>
            </a:r>
            <a:r>
              <a:rPr dirty="0" sz="900" spc="-9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45">
                <a:solidFill>
                  <a:srgbClr val="4A4E6A"/>
                </a:solidFill>
                <a:latin typeface="Tahoma"/>
                <a:cs typeface="Tahoma"/>
              </a:rPr>
              <a:t>personal</a:t>
            </a:r>
            <a:r>
              <a:rPr dirty="0" sz="900" spc="-8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ahoma"/>
                <a:cs typeface="Tahoma"/>
              </a:rPr>
              <a:t>info</a:t>
            </a:r>
            <a:r>
              <a:rPr dirty="0" sz="900" spc="-8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4A4E6A"/>
                </a:solidFill>
                <a:latin typeface="Tahoma"/>
                <a:cs typeface="Tahoma"/>
              </a:rPr>
              <a:t>using</a:t>
            </a:r>
            <a:r>
              <a:rPr dirty="0" sz="900" spc="31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00">
                <a:solidFill>
                  <a:srgbClr val="293283"/>
                </a:solidFill>
                <a:latin typeface="Courier New"/>
                <a:cs typeface="Courier New"/>
              </a:rPr>
              <a:t>st.form</a:t>
            </a:r>
            <a:r>
              <a:rPr dirty="0" sz="800" spc="-100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.</a:t>
            </a:r>
            <a:r>
              <a:rPr dirty="0" sz="900" spc="-8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50">
                <a:solidFill>
                  <a:srgbClr val="4A4E6A"/>
                </a:solidFill>
                <a:latin typeface="Tahoma"/>
                <a:cs typeface="Tahoma"/>
              </a:rPr>
              <a:t>Fields:</a:t>
            </a:r>
            <a:r>
              <a:rPr dirty="0" sz="900" spc="-8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50">
                <a:solidFill>
                  <a:srgbClr val="4A4E6A"/>
                </a:solidFill>
                <a:latin typeface="Tahoma"/>
                <a:cs typeface="Tahoma"/>
              </a:rPr>
              <a:t>name</a:t>
            </a:r>
            <a:r>
              <a:rPr dirty="0" sz="900" spc="-8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4A4E6A"/>
                </a:solidFill>
                <a:latin typeface="Tahoma"/>
                <a:cs typeface="Tahoma"/>
              </a:rPr>
              <a:t>(text </a:t>
            </a:r>
            <a:r>
              <a:rPr dirty="0" sz="900" spc="-45">
                <a:solidFill>
                  <a:srgbClr val="4A4E6A"/>
                </a:solidFill>
                <a:latin typeface="Tahoma"/>
                <a:cs typeface="Tahoma"/>
              </a:rPr>
              <a:t>input), </a:t>
            </a:r>
            <a:r>
              <a:rPr dirty="0" sz="900" spc="-35">
                <a:solidFill>
                  <a:srgbClr val="4A4E6A"/>
                </a:solidFill>
                <a:latin typeface="Tahoma"/>
                <a:cs typeface="Tahoma"/>
              </a:rPr>
              <a:t>email</a:t>
            </a:r>
            <a:r>
              <a:rPr dirty="0" sz="900" spc="-4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(text</a:t>
            </a:r>
            <a:r>
              <a:rPr dirty="0" sz="900" spc="-4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45">
                <a:solidFill>
                  <a:srgbClr val="4A4E6A"/>
                </a:solidFill>
                <a:latin typeface="Tahoma"/>
                <a:cs typeface="Tahoma"/>
              </a:rPr>
              <a:t>input), </a:t>
            </a:r>
            <a:r>
              <a:rPr dirty="0" sz="900" spc="-70">
                <a:solidFill>
                  <a:srgbClr val="4A4E6A"/>
                </a:solidFill>
                <a:latin typeface="Tahoma"/>
                <a:cs typeface="Tahoma"/>
              </a:rPr>
              <a:t>age</a:t>
            </a:r>
            <a:r>
              <a:rPr dirty="0" sz="900" spc="-4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45">
                <a:solidFill>
                  <a:srgbClr val="4A4E6A"/>
                </a:solidFill>
                <a:latin typeface="Tahoma"/>
                <a:cs typeface="Tahoma"/>
              </a:rPr>
              <a:t>(slider</a:t>
            </a:r>
            <a:r>
              <a:rPr dirty="0" sz="900" spc="-4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0–</a:t>
            </a:r>
            <a:r>
              <a:rPr dirty="0" sz="900" spc="-65">
                <a:solidFill>
                  <a:srgbClr val="4A4E6A"/>
                </a:solidFill>
                <a:latin typeface="Tahoma"/>
                <a:cs typeface="Tahoma"/>
              </a:rPr>
              <a:t>100),</a:t>
            </a:r>
            <a:r>
              <a:rPr dirty="0" sz="900" spc="-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50">
                <a:solidFill>
                  <a:srgbClr val="4A4E6A"/>
                </a:solidFill>
                <a:latin typeface="Tahoma"/>
                <a:cs typeface="Tahoma"/>
              </a:rPr>
              <a:t>gender</a:t>
            </a:r>
            <a:r>
              <a:rPr dirty="0" sz="900" spc="-4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(radio:</a:t>
            </a:r>
            <a:r>
              <a:rPr dirty="0" sz="900" spc="-40">
                <a:solidFill>
                  <a:srgbClr val="4A4E6A"/>
                </a:solidFill>
                <a:latin typeface="Tahoma"/>
                <a:cs typeface="Tahoma"/>
              </a:rPr>
              <a:t> Male/Female/Other/Prefer</a:t>
            </a:r>
            <a:r>
              <a:rPr dirty="0" sz="900" spc="-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0">
                <a:solidFill>
                  <a:srgbClr val="4A4E6A"/>
                </a:solidFill>
                <a:latin typeface="Tahoma"/>
                <a:cs typeface="Tahoma"/>
              </a:rPr>
              <a:t>not</a:t>
            </a:r>
            <a:r>
              <a:rPr dirty="0" sz="900" spc="-4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4A4E6A"/>
                </a:solidFill>
                <a:latin typeface="Tahoma"/>
                <a:cs typeface="Tahoma"/>
              </a:rPr>
              <a:t>to</a:t>
            </a:r>
            <a:r>
              <a:rPr dirty="0" sz="900" spc="-4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75">
                <a:solidFill>
                  <a:srgbClr val="4A4E6A"/>
                </a:solidFill>
                <a:latin typeface="Tahoma"/>
                <a:cs typeface="Tahoma"/>
              </a:rPr>
              <a:t>say),</a:t>
            </a:r>
            <a:r>
              <a:rPr dirty="0" sz="900" spc="-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50">
                <a:solidFill>
                  <a:srgbClr val="4A4E6A"/>
                </a:solidFill>
                <a:latin typeface="Tahoma"/>
                <a:cs typeface="Tahoma"/>
              </a:rPr>
              <a:t>and</a:t>
            </a:r>
            <a:r>
              <a:rPr dirty="0" sz="900" spc="-4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50">
                <a:solidFill>
                  <a:srgbClr val="4A4E6A"/>
                </a:solidFill>
                <a:latin typeface="Tahoma"/>
                <a:cs typeface="Tahoma"/>
              </a:rPr>
              <a:t>a </a:t>
            </a:r>
            <a:r>
              <a:rPr dirty="0" sz="900" spc="-45">
                <a:solidFill>
                  <a:srgbClr val="4A4E6A"/>
                </a:solidFill>
                <a:latin typeface="Tahoma"/>
                <a:cs typeface="Tahoma"/>
              </a:rPr>
              <a:t>Submit</a:t>
            </a:r>
            <a:r>
              <a:rPr dirty="0" sz="90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40">
                <a:solidFill>
                  <a:srgbClr val="4A4E6A"/>
                </a:solidFill>
                <a:latin typeface="Tahoma"/>
                <a:cs typeface="Tahoma"/>
              </a:rPr>
              <a:t>button.</a:t>
            </a:r>
            <a:r>
              <a:rPr dirty="0" sz="90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50">
                <a:solidFill>
                  <a:srgbClr val="4A4E6A"/>
                </a:solidFill>
                <a:latin typeface="Tahoma"/>
                <a:cs typeface="Tahoma"/>
              </a:rPr>
              <a:t>On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45">
                <a:solidFill>
                  <a:srgbClr val="4A4E6A"/>
                </a:solidFill>
                <a:latin typeface="Tahoma"/>
                <a:cs typeface="Tahoma"/>
              </a:rPr>
              <a:t>submit,</a:t>
            </a:r>
            <a:r>
              <a:rPr dirty="0" sz="90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45">
                <a:solidFill>
                  <a:srgbClr val="4A4E6A"/>
                </a:solidFill>
                <a:latin typeface="Tahoma"/>
                <a:cs typeface="Tahoma"/>
              </a:rPr>
              <a:t>show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a</a:t>
            </a:r>
            <a:r>
              <a:rPr dirty="0" sz="90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50">
                <a:solidFill>
                  <a:srgbClr val="4A4E6A"/>
                </a:solidFill>
                <a:latin typeface="Tahoma"/>
                <a:cs typeface="Tahoma"/>
              </a:rPr>
              <a:t>summary</a:t>
            </a:r>
            <a:r>
              <a:rPr dirty="0" sz="90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50">
                <a:solidFill>
                  <a:srgbClr val="4A4E6A"/>
                </a:solidFill>
                <a:latin typeface="Tahoma"/>
                <a:cs typeface="Tahoma"/>
              </a:rPr>
              <a:t>card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4A4E6A"/>
                </a:solidFill>
                <a:latin typeface="Tahoma"/>
                <a:cs typeface="Tahoma"/>
              </a:rPr>
              <a:t>with</a:t>
            </a:r>
            <a:r>
              <a:rPr dirty="0" sz="90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4A4E6A"/>
                </a:solidFill>
                <a:latin typeface="Tahoma"/>
                <a:cs typeface="Tahoma"/>
              </a:rPr>
              <a:t>all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90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40">
                <a:solidFill>
                  <a:srgbClr val="4A4E6A"/>
                </a:solidFill>
                <a:latin typeface="Tahoma"/>
                <a:cs typeface="Tahoma"/>
              </a:rPr>
              <a:t>entered</a:t>
            </a:r>
            <a:r>
              <a:rPr dirty="0" sz="90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4A4E6A"/>
                </a:solidFill>
                <a:latin typeface="Tahoma"/>
                <a:cs typeface="Tahoma"/>
              </a:rPr>
              <a:t>data.</a:t>
            </a: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900">
              <a:latin typeface="Tahoma"/>
              <a:cs typeface="Tahoma"/>
            </a:endParaRPr>
          </a:p>
          <a:p>
            <a:pPr algn="ctr" marR="3934460">
              <a:lnSpc>
                <a:spcPct val="100000"/>
              </a:lnSpc>
            </a:pPr>
            <a:r>
              <a:rPr dirty="0" sz="750" spc="-80" b="1">
                <a:solidFill>
                  <a:srgbClr val="293283"/>
                </a:solidFill>
                <a:latin typeface="Cambria"/>
                <a:cs typeface="Cambria"/>
              </a:rPr>
              <a:t>R</a:t>
            </a:r>
            <a:r>
              <a:rPr dirty="0" sz="750" spc="-35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750" spc="-80" b="1">
                <a:solidFill>
                  <a:srgbClr val="293283"/>
                </a:solidFill>
                <a:latin typeface="Cambria"/>
                <a:cs typeface="Cambria"/>
              </a:rPr>
              <a:t>E</a:t>
            </a:r>
            <a:r>
              <a:rPr dirty="0" sz="750" spc="-40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750" spc="-20" b="1">
                <a:solidFill>
                  <a:srgbClr val="293283"/>
                </a:solidFill>
                <a:latin typeface="Cambria"/>
                <a:cs typeface="Cambria"/>
              </a:rPr>
              <a:t>Q</a:t>
            </a:r>
            <a:r>
              <a:rPr dirty="0" sz="750" spc="-30" b="1">
                <a:solidFill>
                  <a:srgbClr val="293283"/>
                </a:solidFill>
                <a:latin typeface="Cambria"/>
                <a:cs typeface="Cambria"/>
              </a:rPr>
              <a:t> U </a:t>
            </a:r>
            <a:r>
              <a:rPr dirty="0" sz="750" spc="-65" b="1">
                <a:solidFill>
                  <a:srgbClr val="293283"/>
                </a:solidFill>
                <a:latin typeface="Cambria"/>
                <a:cs typeface="Cambria"/>
              </a:rPr>
              <a:t>I</a:t>
            </a:r>
            <a:r>
              <a:rPr dirty="0" sz="750" spc="-30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750" spc="-80" b="1">
                <a:solidFill>
                  <a:srgbClr val="293283"/>
                </a:solidFill>
                <a:latin typeface="Cambria"/>
                <a:cs typeface="Cambria"/>
              </a:rPr>
              <a:t>R</a:t>
            </a:r>
            <a:r>
              <a:rPr dirty="0" sz="750" spc="-35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750" spc="-75" b="1">
                <a:solidFill>
                  <a:srgbClr val="293283"/>
                </a:solidFill>
                <a:latin typeface="Cambria"/>
                <a:cs typeface="Cambria"/>
              </a:rPr>
              <a:t>E</a:t>
            </a:r>
            <a:r>
              <a:rPr dirty="0" sz="750" spc="-30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750" b="1">
                <a:solidFill>
                  <a:srgbClr val="293283"/>
                </a:solidFill>
                <a:latin typeface="Cambria"/>
                <a:cs typeface="Cambria"/>
              </a:rPr>
              <a:t>M</a:t>
            </a:r>
            <a:r>
              <a:rPr dirty="0" sz="750" spc="-30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750" spc="-75" b="1">
                <a:solidFill>
                  <a:srgbClr val="293283"/>
                </a:solidFill>
                <a:latin typeface="Cambria"/>
                <a:cs typeface="Cambria"/>
              </a:rPr>
              <a:t>E</a:t>
            </a:r>
            <a:r>
              <a:rPr dirty="0" sz="750" spc="-30" b="1">
                <a:solidFill>
                  <a:srgbClr val="293283"/>
                </a:solidFill>
                <a:latin typeface="Cambria"/>
                <a:cs typeface="Cambria"/>
              </a:rPr>
              <a:t> N </a:t>
            </a:r>
            <a:r>
              <a:rPr dirty="0" sz="750" spc="-105" b="1">
                <a:solidFill>
                  <a:srgbClr val="293283"/>
                </a:solidFill>
                <a:latin typeface="Cambria"/>
                <a:cs typeface="Cambria"/>
              </a:rPr>
              <a:t>T</a:t>
            </a:r>
            <a:r>
              <a:rPr dirty="0" sz="750" spc="-30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750" spc="-50" b="1">
                <a:solidFill>
                  <a:srgbClr val="293283"/>
                </a:solidFill>
                <a:latin typeface="Cambria"/>
                <a:cs typeface="Cambria"/>
              </a:rPr>
              <a:t>S</a:t>
            </a:r>
            <a:endParaRPr sz="750">
              <a:latin typeface="Cambria"/>
              <a:cs typeface="Cambria"/>
            </a:endParaRPr>
          </a:p>
          <a:p>
            <a:pPr marL="193040" indent="-193040">
              <a:lnSpc>
                <a:spcPct val="100000"/>
              </a:lnSpc>
              <a:spcBef>
                <a:spcPts val="650"/>
              </a:spcBef>
              <a:buClr>
                <a:srgbClr val="FF6A5B"/>
              </a:buClr>
              <a:buSzPct val="105882"/>
              <a:buFont typeface="Yu Gothic"/>
              <a:buChar char="✓"/>
              <a:tabLst>
                <a:tab pos="193040" algn="l"/>
              </a:tabLst>
            </a:pPr>
            <a:r>
              <a:rPr dirty="0" sz="850">
                <a:solidFill>
                  <a:srgbClr val="1B1F3A"/>
                </a:solidFill>
                <a:latin typeface="Tahoma"/>
                <a:cs typeface="Tahoma"/>
              </a:rPr>
              <a:t>Use</a:t>
            </a:r>
            <a:r>
              <a:rPr dirty="0" sz="850" spc="27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750">
                <a:solidFill>
                  <a:srgbClr val="293283"/>
                </a:solidFill>
                <a:latin typeface="Courier New"/>
                <a:cs typeface="Courier New"/>
              </a:rPr>
              <a:t>with</a:t>
            </a:r>
            <a:r>
              <a:rPr dirty="0" sz="750" spc="70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293283"/>
                </a:solidFill>
                <a:latin typeface="Courier New"/>
                <a:cs typeface="Courier New"/>
              </a:rPr>
              <a:t>st.form("my_form"):</a:t>
            </a:r>
            <a:r>
              <a:rPr dirty="0" sz="750" spc="100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850" spc="-20">
                <a:solidFill>
                  <a:srgbClr val="1B1F3A"/>
                </a:solidFill>
                <a:latin typeface="Tahoma"/>
                <a:cs typeface="Tahoma"/>
              </a:rPr>
              <a:t>to</a:t>
            </a:r>
            <a:r>
              <a:rPr dirty="0" sz="850" spc="-6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850" spc="-40">
                <a:solidFill>
                  <a:srgbClr val="1B1F3A"/>
                </a:solidFill>
                <a:latin typeface="Tahoma"/>
                <a:cs typeface="Tahoma"/>
              </a:rPr>
              <a:t>wrap</a:t>
            </a:r>
            <a:r>
              <a:rPr dirty="0" sz="850" spc="-6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850" spc="-30">
                <a:solidFill>
                  <a:srgbClr val="1B1F3A"/>
                </a:solidFill>
                <a:latin typeface="Tahoma"/>
                <a:cs typeface="Tahoma"/>
              </a:rPr>
              <a:t>the</a:t>
            </a:r>
            <a:r>
              <a:rPr dirty="0" sz="850" spc="-6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850" spc="-10">
                <a:solidFill>
                  <a:srgbClr val="1B1F3A"/>
                </a:solidFill>
                <a:latin typeface="Tahoma"/>
                <a:cs typeface="Tahoma"/>
              </a:rPr>
              <a:t>inputs</a:t>
            </a:r>
            <a:endParaRPr sz="850">
              <a:latin typeface="Tahoma"/>
              <a:cs typeface="Tahoma"/>
            </a:endParaRPr>
          </a:p>
          <a:p>
            <a:pPr marL="193040" indent="-193040">
              <a:lnSpc>
                <a:spcPct val="100000"/>
              </a:lnSpc>
              <a:spcBef>
                <a:spcPts val="555"/>
              </a:spcBef>
              <a:buClr>
                <a:srgbClr val="FF6A5B"/>
              </a:buClr>
              <a:buSzPct val="105882"/>
              <a:buFont typeface="Yu Gothic"/>
              <a:buChar char="✓"/>
              <a:tabLst>
                <a:tab pos="193040" algn="l"/>
              </a:tabLst>
            </a:pPr>
            <a:r>
              <a:rPr dirty="0" sz="850" spc="-55">
                <a:solidFill>
                  <a:srgbClr val="1B1F3A"/>
                </a:solidFill>
                <a:latin typeface="Tahoma"/>
                <a:cs typeface="Tahoma"/>
              </a:rPr>
              <a:t>Every</a:t>
            </a:r>
            <a:r>
              <a:rPr dirty="0" sz="850" spc="-7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850" spc="-40">
                <a:solidFill>
                  <a:srgbClr val="1B1F3A"/>
                </a:solidFill>
                <a:latin typeface="Tahoma"/>
                <a:cs typeface="Tahoma"/>
              </a:rPr>
              <a:t>widget</a:t>
            </a:r>
            <a:r>
              <a:rPr dirty="0" sz="850" spc="-7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850" spc="-50">
                <a:solidFill>
                  <a:srgbClr val="1B1F3A"/>
                </a:solidFill>
                <a:latin typeface="Tahoma"/>
                <a:cs typeface="Tahoma"/>
              </a:rPr>
              <a:t>has</a:t>
            </a:r>
            <a:r>
              <a:rPr dirty="0" sz="850" spc="-7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850" spc="-50">
                <a:solidFill>
                  <a:srgbClr val="1B1F3A"/>
                </a:solidFill>
                <a:latin typeface="Tahoma"/>
                <a:cs typeface="Tahoma"/>
              </a:rPr>
              <a:t>a</a:t>
            </a:r>
            <a:r>
              <a:rPr dirty="0" sz="850" spc="-7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850" spc="-10">
                <a:solidFill>
                  <a:srgbClr val="1B1F3A"/>
                </a:solidFill>
                <a:latin typeface="Tahoma"/>
                <a:cs typeface="Tahoma"/>
              </a:rPr>
              <a:t>unique</a:t>
            </a:r>
            <a:r>
              <a:rPr dirty="0" sz="850" spc="254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750">
                <a:solidFill>
                  <a:srgbClr val="293283"/>
                </a:solidFill>
                <a:latin typeface="Courier New"/>
                <a:cs typeface="Courier New"/>
              </a:rPr>
              <a:t>key</a:t>
            </a:r>
            <a:r>
              <a:rPr dirty="0" sz="750" spc="75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850" spc="-45">
                <a:solidFill>
                  <a:srgbClr val="1B1F3A"/>
                </a:solidFill>
                <a:latin typeface="Tahoma"/>
                <a:cs typeface="Tahoma"/>
              </a:rPr>
              <a:t>(the</a:t>
            </a:r>
            <a:r>
              <a:rPr dirty="0" sz="850" spc="-7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850" spc="-35">
                <a:solidFill>
                  <a:srgbClr val="1B1F3A"/>
                </a:solidFill>
                <a:latin typeface="Tahoma"/>
                <a:cs typeface="Tahoma"/>
              </a:rPr>
              <a:t>habit</a:t>
            </a:r>
            <a:r>
              <a:rPr dirty="0" sz="850" spc="-7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850" spc="-35">
                <a:solidFill>
                  <a:srgbClr val="1B1F3A"/>
                </a:solidFill>
                <a:latin typeface="Tahoma"/>
                <a:cs typeface="Tahoma"/>
              </a:rPr>
              <a:t>from</a:t>
            </a:r>
            <a:r>
              <a:rPr dirty="0" sz="850" spc="-7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850" spc="-35">
                <a:solidFill>
                  <a:srgbClr val="1B1F3A"/>
                </a:solidFill>
                <a:latin typeface="Tahoma"/>
                <a:cs typeface="Tahoma"/>
              </a:rPr>
              <a:t>slide</a:t>
            </a:r>
            <a:r>
              <a:rPr dirty="0" sz="850" spc="-7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850" spc="-25">
                <a:solidFill>
                  <a:srgbClr val="1B1F3A"/>
                </a:solidFill>
                <a:latin typeface="Tahoma"/>
                <a:cs typeface="Tahoma"/>
              </a:rPr>
              <a:t>5)</a:t>
            </a:r>
            <a:endParaRPr sz="850">
              <a:latin typeface="Tahoma"/>
              <a:cs typeface="Tahoma"/>
            </a:endParaRPr>
          </a:p>
          <a:p>
            <a:pPr marL="193040" indent="-193040">
              <a:lnSpc>
                <a:spcPct val="100000"/>
              </a:lnSpc>
              <a:spcBef>
                <a:spcPts val="555"/>
              </a:spcBef>
              <a:buClr>
                <a:srgbClr val="FF6A5B"/>
              </a:buClr>
              <a:buSzPct val="105882"/>
              <a:buFont typeface="Yu Gothic"/>
              <a:buChar char="✓"/>
              <a:tabLst>
                <a:tab pos="193040" algn="l"/>
              </a:tabLst>
            </a:pPr>
            <a:r>
              <a:rPr dirty="0" sz="850" spc="-55">
                <a:solidFill>
                  <a:srgbClr val="1B1F3A"/>
                </a:solidFill>
                <a:latin typeface="Tahoma"/>
                <a:cs typeface="Tahoma"/>
              </a:rPr>
              <a:t>The</a:t>
            </a:r>
            <a:r>
              <a:rPr dirty="0" sz="850" spc="-8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850" spc="-35">
                <a:solidFill>
                  <a:srgbClr val="1B1F3A"/>
                </a:solidFill>
                <a:latin typeface="Tahoma"/>
                <a:cs typeface="Tahoma"/>
              </a:rPr>
              <a:t>form</a:t>
            </a:r>
            <a:r>
              <a:rPr dirty="0" sz="850" spc="-7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850" spc="-50">
                <a:solidFill>
                  <a:srgbClr val="1B1F3A"/>
                </a:solidFill>
                <a:latin typeface="Tahoma"/>
                <a:cs typeface="Tahoma"/>
              </a:rPr>
              <a:t>has</a:t>
            </a:r>
            <a:r>
              <a:rPr dirty="0" sz="850" spc="-7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850" spc="-50">
                <a:solidFill>
                  <a:srgbClr val="1B1F3A"/>
                </a:solidFill>
                <a:latin typeface="Tahoma"/>
                <a:cs typeface="Tahoma"/>
              </a:rPr>
              <a:t>a</a:t>
            </a:r>
            <a:r>
              <a:rPr dirty="0" sz="850" spc="-8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850" spc="-35">
                <a:solidFill>
                  <a:srgbClr val="1B1F3A"/>
                </a:solidFill>
                <a:latin typeface="Tahoma"/>
                <a:cs typeface="Tahoma"/>
              </a:rPr>
              <a:t>submit</a:t>
            </a:r>
            <a:r>
              <a:rPr dirty="0" sz="850" spc="-7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850" spc="-10">
                <a:solidFill>
                  <a:srgbClr val="1B1F3A"/>
                </a:solidFill>
                <a:latin typeface="Tahoma"/>
                <a:cs typeface="Tahoma"/>
              </a:rPr>
              <a:t>button:</a:t>
            </a:r>
            <a:r>
              <a:rPr dirty="0" sz="850" spc="23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750">
                <a:solidFill>
                  <a:srgbClr val="293283"/>
                </a:solidFill>
                <a:latin typeface="Courier New"/>
                <a:cs typeface="Courier New"/>
              </a:rPr>
              <a:t>submitted</a:t>
            </a:r>
            <a:r>
              <a:rPr dirty="0" sz="750" spc="25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293283"/>
                </a:solidFill>
                <a:latin typeface="Courier New"/>
                <a:cs typeface="Courier New"/>
              </a:rPr>
              <a:t>=</a:t>
            </a:r>
            <a:r>
              <a:rPr dirty="0" sz="750" spc="30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750" spc="-10">
                <a:solidFill>
                  <a:srgbClr val="293283"/>
                </a:solidFill>
                <a:latin typeface="Courier New"/>
                <a:cs typeface="Courier New"/>
              </a:rPr>
              <a:t>st.form_submit_button("Submit")</a:t>
            </a:r>
            <a:endParaRPr sz="750">
              <a:latin typeface="Courier New"/>
              <a:cs typeface="Courier New"/>
            </a:endParaRPr>
          </a:p>
          <a:p>
            <a:pPr marL="193040" indent="-193040">
              <a:lnSpc>
                <a:spcPct val="100000"/>
              </a:lnSpc>
              <a:spcBef>
                <a:spcPts val="480"/>
              </a:spcBef>
              <a:buClr>
                <a:srgbClr val="FF6A5B"/>
              </a:buClr>
              <a:buSzPct val="105882"/>
              <a:buFont typeface="Yu Gothic"/>
              <a:buChar char="✓"/>
              <a:tabLst>
                <a:tab pos="193040" algn="l"/>
              </a:tabLst>
            </a:pPr>
            <a:r>
              <a:rPr dirty="0" sz="850" spc="-40">
                <a:solidFill>
                  <a:srgbClr val="1B1F3A"/>
                </a:solidFill>
                <a:latin typeface="Tahoma"/>
                <a:cs typeface="Tahoma"/>
              </a:rPr>
              <a:t>On</a:t>
            </a:r>
            <a:r>
              <a:rPr dirty="0" sz="850" spc="-8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850" spc="-35">
                <a:solidFill>
                  <a:srgbClr val="1B1F3A"/>
                </a:solidFill>
                <a:latin typeface="Tahoma"/>
                <a:cs typeface="Tahoma"/>
              </a:rPr>
              <a:t>submit</a:t>
            </a:r>
            <a:r>
              <a:rPr dirty="0" sz="850" spc="-7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850">
                <a:solidFill>
                  <a:srgbClr val="1B1F3A"/>
                </a:solidFill>
                <a:latin typeface="Tahoma"/>
                <a:cs typeface="Tahoma"/>
              </a:rPr>
              <a:t>(</a:t>
            </a:r>
            <a:r>
              <a:rPr dirty="0" sz="850" spc="4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750">
                <a:solidFill>
                  <a:srgbClr val="293283"/>
                </a:solidFill>
                <a:latin typeface="Courier New"/>
                <a:cs typeface="Courier New"/>
              </a:rPr>
              <a:t>if</a:t>
            </a:r>
            <a:r>
              <a:rPr dirty="0" sz="750" spc="30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293283"/>
                </a:solidFill>
                <a:latin typeface="Courier New"/>
                <a:cs typeface="Courier New"/>
              </a:rPr>
              <a:t>submitted:</a:t>
            </a:r>
            <a:r>
              <a:rPr dirty="0" sz="750" spc="-145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850" spc="-70">
                <a:solidFill>
                  <a:srgbClr val="1B1F3A"/>
                </a:solidFill>
                <a:latin typeface="Tahoma"/>
                <a:cs typeface="Tahoma"/>
              </a:rPr>
              <a:t>),</a:t>
            </a:r>
            <a:r>
              <a:rPr dirty="0" sz="850" spc="-7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850" spc="-35">
                <a:solidFill>
                  <a:srgbClr val="1B1F3A"/>
                </a:solidFill>
                <a:latin typeface="Tahoma"/>
                <a:cs typeface="Tahoma"/>
              </a:rPr>
              <a:t>show</a:t>
            </a:r>
            <a:r>
              <a:rPr dirty="0" sz="850" spc="-7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850" spc="-30">
                <a:solidFill>
                  <a:srgbClr val="1B1F3A"/>
                </a:solidFill>
                <a:latin typeface="Tahoma"/>
                <a:cs typeface="Tahoma"/>
              </a:rPr>
              <a:t>the</a:t>
            </a:r>
            <a:r>
              <a:rPr dirty="0" sz="850" spc="-7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850" spc="-45">
                <a:solidFill>
                  <a:srgbClr val="1B1F3A"/>
                </a:solidFill>
                <a:latin typeface="Tahoma"/>
                <a:cs typeface="Tahoma"/>
              </a:rPr>
              <a:t>summary</a:t>
            </a:r>
            <a:r>
              <a:rPr dirty="0" sz="850" spc="-7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850" spc="-10">
                <a:solidFill>
                  <a:srgbClr val="1B1F3A"/>
                </a:solidFill>
                <a:latin typeface="Tahoma"/>
                <a:cs typeface="Tahoma"/>
              </a:rPr>
              <a:t>using</a:t>
            </a:r>
            <a:r>
              <a:rPr dirty="0" sz="850" spc="23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750">
                <a:solidFill>
                  <a:srgbClr val="293283"/>
                </a:solidFill>
                <a:latin typeface="Courier New"/>
                <a:cs typeface="Courier New"/>
              </a:rPr>
              <a:t>st.write</a:t>
            </a:r>
            <a:r>
              <a:rPr dirty="0" sz="750" spc="55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850">
                <a:solidFill>
                  <a:srgbClr val="1B1F3A"/>
                </a:solidFill>
                <a:latin typeface="Tahoma"/>
                <a:cs typeface="Tahoma"/>
              </a:rPr>
              <a:t>or</a:t>
            </a:r>
            <a:r>
              <a:rPr dirty="0" sz="850" spc="23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750" spc="-10">
                <a:solidFill>
                  <a:srgbClr val="293283"/>
                </a:solidFill>
                <a:latin typeface="Courier New"/>
                <a:cs typeface="Courier New"/>
              </a:rPr>
              <a:t>st.json</a:t>
            </a:r>
            <a:endParaRPr sz="750">
              <a:latin typeface="Courier New"/>
              <a:cs typeface="Courier New"/>
            </a:endParaRPr>
          </a:p>
          <a:p>
            <a:pPr marL="193040" indent="-193040">
              <a:lnSpc>
                <a:spcPct val="100000"/>
              </a:lnSpc>
              <a:spcBef>
                <a:spcPts val="555"/>
              </a:spcBef>
              <a:buClr>
                <a:srgbClr val="FF6A5B"/>
              </a:buClr>
              <a:buSzPct val="105882"/>
              <a:buFont typeface="Yu Gothic"/>
              <a:buChar char="✓"/>
              <a:tabLst>
                <a:tab pos="193040" algn="l"/>
              </a:tabLst>
            </a:pPr>
            <a:r>
              <a:rPr dirty="0" sz="850" spc="-35">
                <a:solidFill>
                  <a:srgbClr val="1B1F3A"/>
                </a:solidFill>
                <a:latin typeface="Tahoma"/>
                <a:cs typeface="Tahoma"/>
              </a:rPr>
              <a:t>Add</a:t>
            </a:r>
            <a:r>
              <a:rPr dirty="0" sz="850" spc="-7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850" spc="-50">
                <a:solidFill>
                  <a:srgbClr val="1B1F3A"/>
                </a:solidFill>
                <a:latin typeface="Tahoma"/>
                <a:cs typeface="Tahoma"/>
              </a:rPr>
              <a:t>a</a:t>
            </a:r>
            <a:r>
              <a:rPr dirty="0" sz="850" spc="-7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850" spc="-35">
                <a:solidFill>
                  <a:srgbClr val="1B1F3A"/>
                </a:solidFill>
                <a:latin typeface="Tahoma"/>
                <a:cs typeface="Tahoma"/>
              </a:rPr>
              <a:t>clear</a:t>
            </a:r>
            <a:r>
              <a:rPr dirty="0" sz="850" spc="-7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850" spc="-30">
                <a:solidFill>
                  <a:srgbClr val="1B1F3A"/>
                </a:solidFill>
                <a:latin typeface="Tahoma"/>
                <a:cs typeface="Tahoma"/>
              </a:rPr>
              <a:t>button</a:t>
            </a:r>
            <a:r>
              <a:rPr dirty="0" sz="850" spc="-7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850" spc="-30">
                <a:solidFill>
                  <a:srgbClr val="1B1F3A"/>
                </a:solidFill>
                <a:latin typeface="Tahoma"/>
                <a:cs typeface="Tahoma"/>
              </a:rPr>
              <a:t>that</a:t>
            </a:r>
            <a:r>
              <a:rPr dirty="0" sz="850" spc="-7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850" spc="-40">
                <a:solidFill>
                  <a:srgbClr val="1B1F3A"/>
                </a:solidFill>
                <a:latin typeface="Tahoma"/>
                <a:cs typeface="Tahoma"/>
              </a:rPr>
              <a:t>resets</a:t>
            </a:r>
            <a:r>
              <a:rPr dirty="0" sz="850" spc="-7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850" spc="-30">
                <a:solidFill>
                  <a:srgbClr val="1B1F3A"/>
                </a:solidFill>
                <a:latin typeface="Tahoma"/>
                <a:cs typeface="Tahoma"/>
              </a:rPr>
              <a:t>the</a:t>
            </a:r>
            <a:r>
              <a:rPr dirty="0" sz="850" spc="-7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850" spc="-35">
                <a:solidFill>
                  <a:srgbClr val="1B1F3A"/>
                </a:solidFill>
                <a:latin typeface="Tahoma"/>
                <a:cs typeface="Tahoma"/>
              </a:rPr>
              <a:t>form</a:t>
            </a:r>
            <a:r>
              <a:rPr dirty="0" sz="850" spc="-7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850" spc="-10">
                <a:solidFill>
                  <a:srgbClr val="1B1F3A"/>
                </a:solidFill>
                <a:latin typeface="Tahoma"/>
                <a:cs typeface="Tahoma"/>
              </a:rPr>
              <a:t>(use</a:t>
            </a:r>
            <a:r>
              <a:rPr dirty="0" sz="850" spc="24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750">
                <a:solidFill>
                  <a:srgbClr val="293283"/>
                </a:solidFill>
                <a:latin typeface="Courier New"/>
                <a:cs typeface="Courier New"/>
              </a:rPr>
              <a:t>st.session_state</a:t>
            </a:r>
            <a:r>
              <a:rPr dirty="0" sz="750" spc="65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850" spc="-25">
                <a:solidFill>
                  <a:srgbClr val="1B1F3A"/>
                </a:solidFill>
                <a:latin typeface="Tahoma"/>
                <a:cs typeface="Tahoma"/>
              </a:rPr>
              <a:t>+</a:t>
            </a:r>
            <a:r>
              <a:rPr dirty="0" sz="850" spc="24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750">
                <a:solidFill>
                  <a:srgbClr val="293283"/>
                </a:solidFill>
                <a:latin typeface="Courier New"/>
                <a:cs typeface="Courier New"/>
              </a:rPr>
              <a:t>del</a:t>
            </a:r>
            <a:r>
              <a:rPr dirty="0" sz="750" spc="65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850">
                <a:solidFill>
                  <a:srgbClr val="1B1F3A"/>
                </a:solidFill>
                <a:latin typeface="Tahoma"/>
                <a:cs typeface="Tahoma"/>
              </a:rPr>
              <a:t>—</a:t>
            </a:r>
            <a:r>
              <a:rPr dirty="0" sz="850" spc="-7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850" spc="-40">
                <a:solidFill>
                  <a:srgbClr val="1B1F3A"/>
                </a:solidFill>
                <a:latin typeface="Tahoma"/>
                <a:cs typeface="Tahoma"/>
              </a:rPr>
              <a:t>preview</a:t>
            </a:r>
            <a:r>
              <a:rPr dirty="0" sz="850" spc="-7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850" spc="-25">
                <a:solidFill>
                  <a:srgbClr val="1B1F3A"/>
                </a:solidFill>
                <a:latin typeface="Tahoma"/>
                <a:cs typeface="Tahoma"/>
              </a:rPr>
              <a:t>of</a:t>
            </a:r>
            <a:r>
              <a:rPr dirty="0" sz="850" spc="-7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850" spc="-35">
                <a:solidFill>
                  <a:srgbClr val="1B1F3A"/>
                </a:solidFill>
                <a:latin typeface="Tahoma"/>
                <a:cs typeface="Tahoma"/>
              </a:rPr>
              <a:t>slide</a:t>
            </a:r>
            <a:r>
              <a:rPr dirty="0" sz="850" spc="-7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850" spc="-25">
                <a:solidFill>
                  <a:srgbClr val="1B1F3A"/>
                </a:solidFill>
                <a:latin typeface="Tahoma"/>
                <a:cs typeface="Tahoma"/>
              </a:rPr>
              <a:t>11)</a:t>
            </a:r>
            <a:endParaRPr sz="8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730"/>
              </a:spcBef>
            </a:pPr>
            <a:endParaRPr sz="850">
              <a:latin typeface="Tahoma"/>
              <a:cs typeface="Tahoma"/>
            </a:endParaRPr>
          </a:p>
          <a:p>
            <a:pPr algn="ctr" marR="3900170">
              <a:lnSpc>
                <a:spcPct val="100000"/>
              </a:lnSpc>
            </a:pPr>
            <a:r>
              <a:rPr dirty="0" sz="700" spc="-60" b="1">
                <a:solidFill>
                  <a:srgbClr val="293283"/>
                </a:solidFill>
                <a:latin typeface="Cambria"/>
                <a:cs typeface="Cambria"/>
              </a:rPr>
              <a:t>B</a:t>
            </a:r>
            <a:r>
              <a:rPr dirty="0" sz="700" spc="-65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700" b="1">
                <a:solidFill>
                  <a:srgbClr val="293283"/>
                </a:solidFill>
                <a:latin typeface="Cambria"/>
                <a:cs typeface="Cambria"/>
              </a:rPr>
              <a:t>Y</a:t>
            </a:r>
            <a:r>
              <a:rPr dirty="0" sz="700" spc="160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700" spc="-105" b="1">
                <a:solidFill>
                  <a:srgbClr val="293283"/>
                </a:solidFill>
                <a:latin typeface="Cambria"/>
                <a:cs typeface="Cambria"/>
              </a:rPr>
              <a:t>T</a:t>
            </a:r>
            <a:r>
              <a:rPr dirty="0" sz="700" spc="-45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700" spc="-55" b="1">
                <a:solidFill>
                  <a:srgbClr val="293283"/>
                </a:solidFill>
                <a:latin typeface="Cambria"/>
                <a:cs typeface="Cambria"/>
              </a:rPr>
              <a:t>H</a:t>
            </a:r>
            <a:r>
              <a:rPr dirty="0" sz="700" spc="-45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700" b="1">
                <a:solidFill>
                  <a:srgbClr val="293283"/>
                </a:solidFill>
                <a:latin typeface="Cambria"/>
                <a:cs typeface="Cambria"/>
              </a:rPr>
              <a:t>E</a:t>
            </a:r>
            <a:r>
              <a:rPr dirty="0" sz="700" spc="200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700" spc="-65" b="1">
                <a:solidFill>
                  <a:srgbClr val="293283"/>
                </a:solidFill>
                <a:latin typeface="Cambria"/>
                <a:cs typeface="Cambria"/>
              </a:rPr>
              <a:t>E</a:t>
            </a:r>
            <a:r>
              <a:rPr dirty="0" sz="700" spc="-45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700" spc="-10" b="1">
                <a:solidFill>
                  <a:srgbClr val="293283"/>
                </a:solidFill>
                <a:latin typeface="Cambria"/>
                <a:cs typeface="Cambria"/>
              </a:rPr>
              <a:t>N</a:t>
            </a:r>
            <a:r>
              <a:rPr dirty="0" sz="700" spc="-45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700" spc="-50" b="1">
                <a:solidFill>
                  <a:srgbClr val="293283"/>
                </a:solidFill>
                <a:latin typeface="Cambria"/>
                <a:cs typeface="Cambria"/>
              </a:rPr>
              <a:t>D</a:t>
            </a:r>
            <a:endParaRPr sz="700">
              <a:latin typeface="Cambria"/>
              <a:cs typeface="Cambria"/>
            </a:endParaRPr>
          </a:p>
          <a:p>
            <a:pPr marL="142240" marR="7620">
              <a:lnSpc>
                <a:spcPts val="1880"/>
              </a:lnSpc>
              <a:spcBef>
                <a:spcPts val="50"/>
              </a:spcBef>
            </a:pPr>
            <a:r>
              <a:rPr dirty="0" sz="850" spc="-55">
                <a:solidFill>
                  <a:srgbClr val="1B1F3A"/>
                </a:solidFill>
                <a:latin typeface="Tahoma"/>
                <a:cs typeface="Tahoma"/>
              </a:rPr>
              <a:t>Every </a:t>
            </a:r>
            <a:r>
              <a:rPr dirty="0" sz="850" spc="-30">
                <a:solidFill>
                  <a:srgbClr val="1B1F3A"/>
                </a:solidFill>
                <a:latin typeface="Tahoma"/>
                <a:cs typeface="Tahoma"/>
              </a:rPr>
              <a:t>student</a:t>
            </a:r>
            <a:r>
              <a:rPr dirty="0" sz="850" spc="-5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850" spc="-50">
                <a:solidFill>
                  <a:srgbClr val="1B1F3A"/>
                </a:solidFill>
                <a:latin typeface="Tahoma"/>
                <a:cs typeface="Tahoma"/>
              </a:rPr>
              <a:t>has</a:t>
            </a:r>
            <a:r>
              <a:rPr dirty="0" sz="850" spc="-5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850" spc="-50">
                <a:solidFill>
                  <a:srgbClr val="1B1F3A"/>
                </a:solidFill>
                <a:latin typeface="Tahoma"/>
                <a:cs typeface="Tahoma"/>
              </a:rPr>
              <a:t>a</a:t>
            </a:r>
            <a:r>
              <a:rPr dirty="0" sz="850" spc="-5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850" spc="-40">
                <a:solidFill>
                  <a:srgbClr val="1B1F3A"/>
                </a:solidFill>
                <a:latin typeface="Tahoma"/>
                <a:cs typeface="Tahoma"/>
              </a:rPr>
              <a:t>working</a:t>
            </a:r>
            <a:r>
              <a:rPr dirty="0" sz="850" spc="-5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850" spc="-35">
                <a:solidFill>
                  <a:srgbClr val="1B1F3A"/>
                </a:solidFill>
                <a:latin typeface="Tahoma"/>
                <a:cs typeface="Tahoma"/>
              </a:rPr>
              <a:t>form</a:t>
            </a:r>
            <a:r>
              <a:rPr dirty="0" sz="850" spc="-5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850" spc="-30">
                <a:solidFill>
                  <a:srgbClr val="1B1F3A"/>
                </a:solidFill>
                <a:latin typeface="Tahoma"/>
                <a:cs typeface="Tahoma"/>
              </a:rPr>
              <a:t>that</a:t>
            </a:r>
            <a:r>
              <a:rPr dirty="0" sz="850" spc="-5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850" spc="-35">
                <a:solidFill>
                  <a:srgbClr val="1B1F3A"/>
                </a:solidFill>
                <a:latin typeface="Tahoma"/>
                <a:cs typeface="Tahoma"/>
              </a:rPr>
              <a:t>collects</a:t>
            </a:r>
            <a:r>
              <a:rPr dirty="0" sz="850" spc="-5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850" spc="-35">
                <a:solidFill>
                  <a:srgbClr val="1B1F3A"/>
                </a:solidFill>
                <a:latin typeface="Tahoma"/>
                <a:cs typeface="Tahoma"/>
              </a:rPr>
              <a:t>4</a:t>
            </a:r>
            <a:r>
              <a:rPr dirty="0" sz="850" spc="-5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850" spc="-35">
                <a:solidFill>
                  <a:srgbClr val="1B1F3A"/>
                </a:solidFill>
                <a:latin typeface="Tahoma"/>
                <a:cs typeface="Tahoma"/>
              </a:rPr>
              <a:t>fields</a:t>
            </a:r>
            <a:r>
              <a:rPr dirty="0" sz="850" spc="-5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850" spc="-45">
                <a:solidFill>
                  <a:srgbClr val="1B1F3A"/>
                </a:solidFill>
                <a:latin typeface="Tahoma"/>
                <a:cs typeface="Tahoma"/>
              </a:rPr>
              <a:t>and</a:t>
            </a:r>
            <a:r>
              <a:rPr dirty="0" sz="850" spc="-5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850" spc="-40">
                <a:solidFill>
                  <a:srgbClr val="1B1F3A"/>
                </a:solidFill>
                <a:latin typeface="Tahoma"/>
                <a:cs typeface="Tahoma"/>
              </a:rPr>
              <a:t>shows</a:t>
            </a:r>
            <a:r>
              <a:rPr dirty="0" sz="850" spc="-5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850" spc="-50">
                <a:solidFill>
                  <a:srgbClr val="1B1F3A"/>
                </a:solidFill>
                <a:latin typeface="Tahoma"/>
                <a:cs typeface="Tahoma"/>
              </a:rPr>
              <a:t>a</a:t>
            </a:r>
            <a:r>
              <a:rPr dirty="0" sz="850" spc="-5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850" spc="-45">
                <a:solidFill>
                  <a:srgbClr val="1B1F3A"/>
                </a:solidFill>
                <a:latin typeface="Tahoma"/>
                <a:cs typeface="Tahoma"/>
              </a:rPr>
              <a:t>summary</a:t>
            </a:r>
            <a:r>
              <a:rPr dirty="0" sz="850" spc="-5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850" spc="-30">
                <a:solidFill>
                  <a:srgbClr val="1B1F3A"/>
                </a:solidFill>
                <a:latin typeface="Tahoma"/>
                <a:cs typeface="Tahoma"/>
              </a:rPr>
              <a:t>on</a:t>
            </a:r>
            <a:r>
              <a:rPr dirty="0" sz="850" spc="-5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850" spc="-40">
                <a:solidFill>
                  <a:srgbClr val="1B1F3A"/>
                </a:solidFill>
                <a:latin typeface="Tahoma"/>
                <a:cs typeface="Tahoma"/>
              </a:rPr>
              <a:t>submit.</a:t>
            </a:r>
            <a:r>
              <a:rPr dirty="0" sz="850" spc="-55">
                <a:solidFill>
                  <a:srgbClr val="1B1F3A"/>
                </a:solidFill>
                <a:latin typeface="Tahoma"/>
                <a:cs typeface="Tahoma"/>
              </a:rPr>
              <a:t> The </a:t>
            </a:r>
            <a:r>
              <a:rPr dirty="0" sz="850" spc="-35">
                <a:solidFill>
                  <a:srgbClr val="1B1F3A"/>
                </a:solidFill>
                <a:latin typeface="Tahoma"/>
                <a:cs typeface="Tahoma"/>
              </a:rPr>
              <a:t>form</a:t>
            </a:r>
            <a:r>
              <a:rPr dirty="0" sz="850" spc="-5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850" spc="-10">
                <a:solidFill>
                  <a:srgbClr val="1B1F3A"/>
                </a:solidFill>
                <a:latin typeface="Tahoma"/>
                <a:cs typeface="Tahoma"/>
              </a:rPr>
              <a:t>pattern </a:t>
            </a:r>
            <a:r>
              <a:rPr dirty="0" sz="850" spc="-50">
                <a:solidFill>
                  <a:srgbClr val="1B1F3A"/>
                </a:solidFill>
                <a:latin typeface="Tahoma"/>
                <a:cs typeface="Tahoma"/>
              </a:rPr>
              <a:t>groups</a:t>
            </a:r>
            <a:r>
              <a:rPr dirty="0" sz="850" spc="-5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850" spc="-20">
                <a:solidFill>
                  <a:srgbClr val="1B1F3A"/>
                </a:solidFill>
                <a:latin typeface="Tahoma"/>
                <a:cs typeface="Tahoma"/>
              </a:rPr>
              <a:t>will</a:t>
            </a:r>
            <a:r>
              <a:rPr dirty="0" sz="850" spc="-5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850" spc="-40">
                <a:solidFill>
                  <a:srgbClr val="1B1F3A"/>
                </a:solidFill>
                <a:latin typeface="Tahoma"/>
                <a:cs typeface="Tahoma"/>
              </a:rPr>
              <a:t>reuse</a:t>
            </a:r>
            <a:r>
              <a:rPr dirty="0" sz="850" spc="-5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850" spc="-25">
                <a:solidFill>
                  <a:srgbClr val="1B1F3A"/>
                </a:solidFill>
                <a:latin typeface="Tahoma"/>
                <a:cs typeface="Tahoma"/>
              </a:rPr>
              <a:t>in</a:t>
            </a:r>
            <a:r>
              <a:rPr dirty="0" sz="850" spc="-5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850" spc="-45">
                <a:solidFill>
                  <a:srgbClr val="1B1F3A"/>
                </a:solidFill>
                <a:latin typeface="Tahoma"/>
                <a:cs typeface="Tahoma"/>
              </a:rPr>
              <a:t>Phase</a:t>
            </a:r>
            <a:r>
              <a:rPr dirty="0" sz="850" spc="-5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850" spc="-25">
                <a:solidFill>
                  <a:srgbClr val="1B1F3A"/>
                </a:solidFill>
                <a:latin typeface="Tahoma"/>
                <a:cs typeface="Tahoma"/>
              </a:rPr>
              <a:t>4.</a:t>
            </a:r>
            <a:endParaRPr sz="850">
              <a:latin typeface="Tahoma"/>
              <a:cs typeface="Tahom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172199" y="1238250"/>
            <a:ext cx="5334000" cy="5086350"/>
            <a:chOff x="6172199" y="1238250"/>
            <a:chExt cx="5334000" cy="5086350"/>
          </a:xfrm>
        </p:grpSpPr>
        <p:sp>
          <p:nvSpPr>
            <p:cNvPr id="17" name="object 17"/>
            <p:cNvSpPr/>
            <p:nvPr/>
          </p:nvSpPr>
          <p:spPr>
            <a:xfrm>
              <a:off x="6191248" y="1243012"/>
              <a:ext cx="5310505" cy="5076825"/>
            </a:xfrm>
            <a:custGeom>
              <a:avLst/>
              <a:gdLst/>
              <a:ahLst/>
              <a:cxnLst/>
              <a:rect l="l" t="t" r="r" b="b"/>
              <a:pathLst>
                <a:path w="5310505" h="5076825">
                  <a:moveTo>
                    <a:pt x="5190042" y="5076824"/>
                  </a:moveTo>
                  <a:lnTo>
                    <a:pt x="106795" y="5076824"/>
                  </a:lnTo>
                  <a:lnTo>
                    <a:pt x="99361" y="5076000"/>
                  </a:lnTo>
                  <a:lnTo>
                    <a:pt x="57037" y="5059843"/>
                  </a:lnTo>
                  <a:lnTo>
                    <a:pt x="28170" y="5033191"/>
                  </a:lnTo>
                  <a:lnTo>
                    <a:pt x="5828" y="4989644"/>
                  </a:lnTo>
                  <a:lnTo>
                    <a:pt x="0" y="4956680"/>
                  </a:lnTo>
                  <a:lnTo>
                    <a:pt x="0" y="4948237"/>
                  </a:lnTo>
                  <a:lnTo>
                    <a:pt x="0" y="120144"/>
                  </a:lnTo>
                  <a:lnTo>
                    <a:pt x="11572" y="71578"/>
                  </a:lnTo>
                  <a:lnTo>
                    <a:pt x="38783" y="31692"/>
                  </a:lnTo>
                  <a:lnTo>
                    <a:pt x="77492" y="6557"/>
                  </a:lnTo>
                  <a:lnTo>
                    <a:pt x="106795" y="0"/>
                  </a:lnTo>
                  <a:lnTo>
                    <a:pt x="5190042" y="0"/>
                  </a:lnTo>
                  <a:lnTo>
                    <a:pt x="5238607" y="13019"/>
                  </a:lnTo>
                  <a:lnTo>
                    <a:pt x="5278494" y="43632"/>
                  </a:lnTo>
                  <a:lnTo>
                    <a:pt x="5303628" y="87179"/>
                  </a:lnTo>
                  <a:lnTo>
                    <a:pt x="5310186" y="120144"/>
                  </a:lnTo>
                  <a:lnTo>
                    <a:pt x="5310186" y="4956680"/>
                  </a:lnTo>
                  <a:lnTo>
                    <a:pt x="5297166" y="5005244"/>
                  </a:lnTo>
                  <a:lnTo>
                    <a:pt x="5266554" y="5045131"/>
                  </a:lnTo>
                  <a:lnTo>
                    <a:pt x="5223006" y="5070266"/>
                  </a:lnTo>
                  <a:lnTo>
                    <a:pt x="5198404" y="5076000"/>
                  </a:lnTo>
                  <a:lnTo>
                    <a:pt x="5190042" y="50768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6240170" y="1238249"/>
              <a:ext cx="5266055" cy="5086350"/>
            </a:xfrm>
            <a:custGeom>
              <a:avLst/>
              <a:gdLst/>
              <a:ahLst/>
              <a:cxnLst/>
              <a:rect l="l" t="t" r="r" b="b"/>
              <a:pathLst>
                <a:path w="5266055" h="5086350">
                  <a:moveTo>
                    <a:pt x="5266017" y="133350"/>
                  </a:moveTo>
                  <a:lnTo>
                    <a:pt x="5260314" y="94703"/>
                  </a:lnTo>
                  <a:lnTo>
                    <a:pt x="5243563" y="59258"/>
                  </a:lnTo>
                  <a:lnTo>
                    <a:pt x="5227409" y="39573"/>
                  </a:lnTo>
                  <a:lnTo>
                    <a:pt x="5195595" y="15773"/>
                  </a:lnTo>
                  <a:lnTo>
                    <a:pt x="5158689" y="2540"/>
                  </a:lnTo>
                  <a:lnTo>
                    <a:pt x="5132667" y="0"/>
                  </a:lnTo>
                  <a:lnTo>
                    <a:pt x="65366" y="0"/>
                  </a:lnTo>
                  <a:lnTo>
                    <a:pt x="26720" y="5715"/>
                  </a:lnTo>
                  <a:lnTo>
                    <a:pt x="0" y="17233"/>
                  </a:lnTo>
                  <a:lnTo>
                    <a:pt x="22542" y="22872"/>
                  </a:lnTo>
                  <a:lnTo>
                    <a:pt x="28917" y="18961"/>
                  </a:lnTo>
                  <a:lnTo>
                    <a:pt x="37769" y="14833"/>
                  </a:lnTo>
                  <a:lnTo>
                    <a:pt x="46786" y="11887"/>
                  </a:lnTo>
                  <a:lnTo>
                    <a:pt x="55994" y="10121"/>
                  </a:lnTo>
                  <a:lnTo>
                    <a:pt x="65366" y="9525"/>
                  </a:lnTo>
                  <a:lnTo>
                    <a:pt x="5132667" y="9525"/>
                  </a:lnTo>
                  <a:lnTo>
                    <a:pt x="5180050" y="18961"/>
                  </a:lnTo>
                  <a:lnTo>
                    <a:pt x="5220233" y="45796"/>
                  </a:lnTo>
                  <a:lnTo>
                    <a:pt x="5220678" y="46304"/>
                  </a:lnTo>
                  <a:lnTo>
                    <a:pt x="5228437" y="54838"/>
                  </a:lnTo>
                  <a:lnTo>
                    <a:pt x="5251196" y="97459"/>
                  </a:lnTo>
                  <a:lnTo>
                    <a:pt x="5256492" y="133350"/>
                  </a:lnTo>
                  <a:lnTo>
                    <a:pt x="5256492" y="4953000"/>
                  </a:lnTo>
                  <a:lnTo>
                    <a:pt x="5247068" y="5000396"/>
                  </a:lnTo>
                  <a:lnTo>
                    <a:pt x="5220678" y="5040058"/>
                  </a:lnTo>
                  <a:lnTo>
                    <a:pt x="5220233" y="5040566"/>
                  </a:lnTo>
                  <a:lnTo>
                    <a:pt x="5180050" y="5067401"/>
                  </a:lnTo>
                  <a:lnTo>
                    <a:pt x="5145113" y="5076202"/>
                  </a:lnTo>
                  <a:lnTo>
                    <a:pt x="5145621" y="5076202"/>
                  </a:lnTo>
                  <a:lnTo>
                    <a:pt x="5132667" y="5076825"/>
                  </a:lnTo>
                  <a:lnTo>
                    <a:pt x="65366" y="5076825"/>
                  </a:lnTo>
                  <a:lnTo>
                    <a:pt x="55410" y="5076202"/>
                  </a:lnTo>
                  <a:lnTo>
                    <a:pt x="55803" y="5076202"/>
                  </a:lnTo>
                  <a:lnTo>
                    <a:pt x="46786" y="5074475"/>
                  </a:lnTo>
                  <a:lnTo>
                    <a:pt x="37769" y="5071529"/>
                  </a:lnTo>
                  <a:lnTo>
                    <a:pt x="28917" y="5067401"/>
                  </a:lnTo>
                  <a:lnTo>
                    <a:pt x="22542" y="5063490"/>
                  </a:lnTo>
                  <a:lnTo>
                    <a:pt x="0" y="5069129"/>
                  </a:lnTo>
                  <a:lnTo>
                    <a:pt x="39357" y="5083822"/>
                  </a:lnTo>
                  <a:lnTo>
                    <a:pt x="65366" y="5086350"/>
                  </a:lnTo>
                  <a:lnTo>
                    <a:pt x="5132667" y="5086350"/>
                  </a:lnTo>
                  <a:lnTo>
                    <a:pt x="5145811" y="5085715"/>
                  </a:lnTo>
                  <a:lnTo>
                    <a:pt x="5158689" y="5083822"/>
                  </a:lnTo>
                  <a:lnTo>
                    <a:pt x="5171325" y="5080647"/>
                  </a:lnTo>
                  <a:lnTo>
                    <a:pt x="5181955" y="5076825"/>
                  </a:lnTo>
                  <a:lnTo>
                    <a:pt x="5183708" y="5076202"/>
                  </a:lnTo>
                  <a:lnTo>
                    <a:pt x="5217223" y="5056136"/>
                  </a:lnTo>
                  <a:lnTo>
                    <a:pt x="5243563" y="5027104"/>
                  </a:lnTo>
                  <a:lnTo>
                    <a:pt x="5260314" y="4991659"/>
                  </a:lnTo>
                  <a:lnTo>
                    <a:pt x="5266017" y="4953000"/>
                  </a:lnTo>
                  <a:lnTo>
                    <a:pt x="5266017" y="133350"/>
                  </a:lnTo>
                  <a:close/>
                </a:path>
              </a:pathLst>
            </a:custGeom>
            <a:solidFill>
              <a:srgbClr val="E4DE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6172199" y="1255313"/>
              <a:ext cx="90805" cy="5052695"/>
            </a:xfrm>
            <a:custGeom>
              <a:avLst/>
              <a:gdLst/>
              <a:ahLst/>
              <a:cxnLst/>
              <a:rect l="l" t="t" r="r" b="b"/>
              <a:pathLst>
                <a:path w="90804" h="5052695">
                  <a:moveTo>
                    <a:pt x="68254" y="5052222"/>
                  </a:moveTo>
                  <a:lnTo>
                    <a:pt x="30216" y="5020491"/>
                  </a:lnTo>
                  <a:lnTo>
                    <a:pt x="10149" y="4986966"/>
                  </a:lnTo>
                  <a:lnTo>
                    <a:pt x="634" y="4949072"/>
                  </a:lnTo>
                  <a:lnTo>
                    <a:pt x="0" y="4935936"/>
                  </a:lnTo>
                  <a:lnTo>
                    <a:pt x="0" y="116286"/>
                  </a:lnTo>
                  <a:lnTo>
                    <a:pt x="5709" y="77634"/>
                  </a:lnTo>
                  <a:lnTo>
                    <a:pt x="22451" y="42187"/>
                  </a:lnTo>
                  <a:lnTo>
                    <a:pt x="48794" y="13153"/>
                  </a:lnTo>
                  <a:lnTo>
                    <a:pt x="68253" y="0"/>
                  </a:lnTo>
                  <a:lnTo>
                    <a:pt x="90791" y="5634"/>
                  </a:lnTo>
                  <a:lnTo>
                    <a:pt x="88403" y="7099"/>
                  </a:lnTo>
                  <a:lnTo>
                    <a:pt x="80421" y="13310"/>
                  </a:lnTo>
                  <a:lnTo>
                    <a:pt x="54137" y="47480"/>
                  </a:lnTo>
                  <a:lnTo>
                    <a:pt x="39912" y="92124"/>
                  </a:lnTo>
                  <a:lnTo>
                    <a:pt x="38100" y="116286"/>
                  </a:lnTo>
                  <a:lnTo>
                    <a:pt x="38100" y="4935936"/>
                  </a:lnTo>
                  <a:lnTo>
                    <a:pt x="45350" y="4983321"/>
                  </a:lnTo>
                  <a:lnTo>
                    <a:pt x="65997" y="5023493"/>
                  </a:lnTo>
                  <a:lnTo>
                    <a:pt x="90792" y="5046588"/>
                  </a:lnTo>
                  <a:lnTo>
                    <a:pt x="68254" y="5052222"/>
                  </a:lnTo>
                  <a:close/>
                </a:path>
              </a:pathLst>
            </a:custGeom>
            <a:solidFill>
              <a:srgbClr val="FF6A5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6381749" y="1377950"/>
            <a:ext cx="121285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800" spc="-30" b="1">
                <a:solidFill>
                  <a:srgbClr val="FF6A5B"/>
                </a:solidFill>
                <a:latin typeface="Cambria"/>
                <a:cs typeface="Cambria"/>
              </a:rPr>
              <a:t>S</a:t>
            </a:r>
            <a:r>
              <a:rPr dirty="0" sz="8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800" spc="-30" b="1">
                <a:solidFill>
                  <a:srgbClr val="FF6A5B"/>
                </a:solidFill>
                <a:latin typeface="Cambria"/>
                <a:cs typeface="Cambria"/>
              </a:rPr>
              <a:t>TA</a:t>
            </a:r>
            <a:r>
              <a:rPr dirty="0" sz="800" spc="-25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800" spc="-65" b="1">
                <a:solidFill>
                  <a:srgbClr val="FF6A5B"/>
                </a:solidFill>
                <a:latin typeface="Cambria"/>
                <a:cs typeface="Cambria"/>
              </a:rPr>
              <a:t>R</a:t>
            </a:r>
            <a:r>
              <a:rPr dirty="0" sz="800" spc="-35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800" spc="-114" b="1">
                <a:solidFill>
                  <a:srgbClr val="FF6A5B"/>
                </a:solidFill>
                <a:latin typeface="Cambria"/>
                <a:cs typeface="Cambria"/>
              </a:rPr>
              <a:t>T</a:t>
            </a:r>
            <a:r>
              <a:rPr dirty="0" sz="800" spc="-25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800" spc="-65" b="1">
                <a:solidFill>
                  <a:srgbClr val="FF6A5B"/>
                </a:solidFill>
                <a:latin typeface="Cambria"/>
                <a:cs typeface="Cambria"/>
              </a:rPr>
              <a:t>I</a:t>
            </a:r>
            <a:r>
              <a:rPr dirty="0" sz="800" spc="-25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800" b="1">
                <a:solidFill>
                  <a:srgbClr val="FF6A5B"/>
                </a:solidFill>
                <a:latin typeface="Cambria"/>
                <a:cs typeface="Cambria"/>
              </a:rPr>
              <a:t>N</a:t>
            </a:r>
            <a:r>
              <a:rPr dirty="0" sz="800" spc="-25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800" b="1">
                <a:solidFill>
                  <a:srgbClr val="FF6A5B"/>
                </a:solidFill>
                <a:latin typeface="Cambria"/>
                <a:cs typeface="Cambria"/>
              </a:rPr>
              <a:t>G</a:t>
            </a:r>
            <a:r>
              <a:rPr dirty="0" sz="800" spc="32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800" spc="-30" b="1">
                <a:solidFill>
                  <a:srgbClr val="FF6A5B"/>
                </a:solidFill>
                <a:latin typeface="Cambria"/>
                <a:cs typeface="Cambria"/>
              </a:rPr>
              <a:t>S</a:t>
            </a:r>
            <a:r>
              <a:rPr dirty="0" sz="800" spc="-25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800" spc="-30" b="1">
                <a:solidFill>
                  <a:srgbClr val="FF6A5B"/>
                </a:solidFill>
                <a:latin typeface="Cambria"/>
                <a:cs typeface="Cambria"/>
              </a:rPr>
              <a:t>C</a:t>
            </a:r>
            <a:r>
              <a:rPr dirty="0" sz="800" spc="-25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800" spc="-30" b="1">
                <a:solidFill>
                  <a:srgbClr val="FF6A5B"/>
                </a:solidFill>
                <a:latin typeface="Cambria"/>
                <a:cs typeface="Cambria"/>
              </a:rPr>
              <a:t>A</a:t>
            </a:r>
            <a:r>
              <a:rPr dirty="0" sz="800" spc="-25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800" spc="-70" b="1">
                <a:solidFill>
                  <a:srgbClr val="FF6A5B"/>
                </a:solidFill>
                <a:latin typeface="Cambria"/>
                <a:cs typeface="Cambria"/>
              </a:rPr>
              <a:t>F</a:t>
            </a:r>
            <a:r>
              <a:rPr dirty="0" sz="800" spc="-25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800" spc="-70" b="1">
                <a:solidFill>
                  <a:srgbClr val="FF6A5B"/>
                </a:solidFill>
                <a:latin typeface="Cambria"/>
                <a:cs typeface="Cambria"/>
              </a:rPr>
              <a:t>F</a:t>
            </a:r>
            <a:r>
              <a:rPr dirty="0" sz="800" spc="-3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800" b="1">
                <a:solidFill>
                  <a:srgbClr val="FF6A5B"/>
                </a:solidFill>
                <a:latin typeface="Cambria"/>
                <a:cs typeface="Cambria"/>
              </a:rPr>
              <a:t>O</a:t>
            </a:r>
            <a:r>
              <a:rPr dirty="0" sz="800" spc="-25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800" spc="-100" b="1">
                <a:solidFill>
                  <a:srgbClr val="FF6A5B"/>
                </a:solidFill>
                <a:latin typeface="Cambria"/>
                <a:cs typeface="Cambria"/>
              </a:rPr>
              <a:t>L</a:t>
            </a:r>
            <a:r>
              <a:rPr dirty="0" sz="800" spc="-3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800" spc="-50" b="1">
                <a:solidFill>
                  <a:srgbClr val="FF6A5B"/>
                </a:solidFill>
                <a:latin typeface="Cambria"/>
                <a:cs typeface="Cambria"/>
              </a:rPr>
              <a:t>D</a:t>
            </a:r>
            <a:endParaRPr sz="800">
              <a:latin typeface="Cambria"/>
              <a:cs typeface="Cambria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0772772" y="1381124"/>
            <a:ext cx="552450" cy="190500"/>
          </a:xfrm>
          <a:custGeom>
            <a:avLst/>
            <a:gdLst/>
            <a:ahLst/>
            <a:cxnLst/>
            <a:rect l="l" t="t" r="r" b="b"/>
            <a:pathLst>
              <a:path w="552450" h="190500">
                <a:moveTo>
                  <a:pt x="463455" y="190499"/>
                </a:moveTo>
                <a:lnTo>
                  <a:pt x="88996" y="190499"/>
                </a:lnTo>
                <a:lnTo>
                  <a:pt x="82801" y="189889"/>
                </a:lnTo>
                <a:lnTo>
                  <a:pt x="37132" y="170972"/>
                </a:lnTo>
                <a:lnTo>
                  <a:pt x="9644" y="137478"/>
                </a:lnTo>
                <a:lnTo>
                  <a:pt x="0" y="101504"/>
                </a:lnTo>
                <a:lnTo>
                  <a:pt x="1" y="95249"/>
                </a:lnTo>
                <a:lnTo>
                  <a:pt x="0" y="88995"/>
                </a:lnTo>
                <a:lnTo>
                  <a:pt x="12578" y="47531"/>
                </a:lnTo>
                <a:lnTo>
                  <a:pt x="47533" y="12577"/>
                </a:lnTo>
                <a:lnTo>
                  <a:pt x="88996" y="0"/>
                </a:lnTo>
                <a:lnTo>
                  <a:pt x="463455" y="0"/>
                </a:lnTo>
                <a:lnTo>
                  <a:pt x="504916" y="12577"/>
                </a:lnTo>
                <a:lnTo>
                  <a:pt x="539872" y="47531"/>
                </a:lnTo>
                <a:lnTo>
                  <a:pt x="552449" y="88995"/>
                </a:lnTo>
                <a:lnTo>
                  <a:pt x="552449" y="101504"/>
                </a:lnTo>
                <a:lnTo>
                  <a:pt x="539872" y="142967"/>
                </a:lnTo>
                <a:lnTo>
                  <a:pt x="504916" y="177921"/>
                </a:lnTo>
                <a:lnTo>
                  <a:pt x="469649" y="189889"/>
                </a:lnTo>
                <a:lnTo>
                  <a:pt x="463455" y="190499"/>
                </a:lnTo>
                <a:close/>
              </a:path>
            </a:pathLst>
          </a:custGeom>
          <a:solidFill>
            <a:srgbClr val="FFE7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10854034" y="1401762"/>
            <a:ext cx="386080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700" b="1">
                <a:solidFill>
                  <a:srgbClr val="FF6A5B"/>
                </a:solidFill>
                <a:latin typeface="Cambria"/>
                <a:cs typeface="Cambria"/>
              </a:rPr>
              <a:t>f</a:t>
            </a:r>
            <a:r>
              <a:rPr dirty="0" sz="700" spc="-65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700" spc="-20" b="1">
                <a:solidFill>
                  <a:srgbClr val="FF6A5B"/>
                </a:solidFill>
                <a:latin typeface="Cambria"/>
                <a:cs typeface="Cambria"/>
              </a:rPr>
              <a:t>o</a:t>
            </a:r>
            <a:r>
              <a:rPr dirty="0" sz="700" spc="-5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700" spc="-80" b="1">
                <a:solidFill>
                  <a:srgbClr val="FF6A5B"/>
                </a:solidFill>
                <a:latin typeface="Cambria"/>
                <a:cs typeface="Cambria"/>
              </a:rPr>
              <a:t>r</a:t>
            </a:r>
            <a:r>
              <a:rPr dirty="0" sz="700" spc="-50" b="1">
                <a:solidFill>
                  <a:srgbClr val="FF6A5B"/>
                </a:solidFill>
                <a:latin typeface="Cambria"/>
                <a:cs typeface="Cambria"/>
              </a:rPr>
              <a:t> m</a:t>
            </a:r>
            <a:r>
              <a:rPr dirty="0" sz="700" spc="-45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700" b="1">
                <a:solidFill>
                  <a:srgbClr val="FF6A5B"/>
                </a:solidFill>
                <a:latin typeface="Cambria"/>
                <a:cs typeface="Cambria"/>
              </a:rPr>
              <a:t>.</a:t>
            </a:r>
            <a:r>
              <a:rPr dirty="0" sz="700" spc="-5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700" spc="-40" b="1">
                <a:solidFill>
                  <a:srgbClr val="FF6A5B"/>
                </a:solidFill>
                <a:latin typeface="Cambria"/>
                <a:cs typeface="Cambria"/>
              </a:rPr>
              <a:t>p</a:t>
            </a:r>
            <a:r>
              <a:rPr dirty="0" sz="700" spc="-55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700" spc="-50" b="1">
                <a:solidFill>
                  <a:srgbClr val="FF6A5B"/>
                </a:solidFill>
                <a:latin typeface="Cambria"/>
                <a:cs typeface="Cambria"/>
              </a:rPr>
              <a:t>y</a:t>
            </a:r>
            <a:endParaRPr sz="700">
              <a:latin typeface="Cambria"/>
              <a:cs typeface="Cambria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6381748" y="1666875"/>
            <a:ext cx="4943475" cy="3933825"/>
          </a:xfrm>
          <a:custGeom>
            <a:avLst/>
            <a:gdLst/>
            <a:ahLst/>
            <a:cxnLst/>
            <a:rect l="l" t="t" r="r" b="b"/>
            <a:pathLst>
              <a:path w="4943475" h="3933825">
                <a:moveTo>
                  <a:pt x="4872278" y="3933824"/>
                </a:moveTo>
                <a:lnTo>
                  <a:pt x="71196" y="3933824"/>
                </a:lnTo>
                <a:lnTo>
                  <a:pt x="66241" y="3933336"/>
                </a:lnTo>
                <a:lnTo>
                  <a:pt x="29705" y="3918202"/>
                </a:lnTo>
                <a:lnTo>
                  <a:pt x="3885" y="3882161"/>
                </a:lnTo>
                <a:lnTo>
                  <a:pt x="0" y="3862627"/>
                </a:lnTo>
                <a:lnTo>
                  <a:pt x="0" y="3857624"/>
                </a:lnTo>
                <a:lnTo>
                  <a:pt x="0" y="71196"/>
                </a:lnTo>
                <a:lnTo>
                  <a:pt x="15621" y="29704"/>
                </a:lnTo>
                <a:lnTo>
                  <a:pt x="51661" y="3885"/>
                </a:lnTo>
                <a:lnTo>
                  <a:pt x="71196" y="0"/>
                </a:lnTo>
                <a:lnTo>
                  <a:pt x="4872278" y="0"/>
                </a:lnTo>
                <a:lnTo>
                  <a:pt x="4913768" y="15621"/>
                </a:lnTo>
                <a:lnTo>
                  <a:pt x="4939588" y="51661"/>
                </a:lnTo>
                <a:lnTo>
                  <a:pt x="4943474" y="71196"/>
                </a:lnTo>
                <a:lnTo>
                  <a:pt x="4943474" y="3862627"/>
                </a:lnTo>
                <a:lnTo>
                  <a:pt x="4927852" y="3904118"/>
                </a:lnTo>
                <a:lnTo>
                  <a:pt x="4891810" y="3929938"/>
                </a:lnTo>
                <a:lnTo>
                  <a:pt x="4877233" y="3933336"/>
                </a:lnTo>
                <a:lnTo>
                  <a:pt x="4872278" y="3933824"/>
                </a:lnTo>
                <a:close/>
              </a:path>
            </a:pathLst>
          </a:custGeom>
          <a:solidFill>
            <a:srgbClr val="1B1F3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6515100" y="1740852"/>
            <a:ext cx="3376295" cy="2149475"/>
          </a:xfrm>
          <a:prstGeom prst="rect">
            <a:avLst/>
          </a:prstGeom>
        </p:spPr>
        <p:txBody>
          <a:bodyPr wrap="square" lIns="0" tIns="4000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15"/>
              </a:spcBef>
            </a:pP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750" spc="6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form.py</a:t>
            </a:r>
            <a:r>
              <a:rPr dirty="0" sz="750" spc="7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—</a:t>
            </a:r>
            <a:r>
              <a:rPr dirty="0" sz="750" spc="6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starting</a:t>
            </a:r>
            <a:r>
              <a:rPr dirty="0" sz="750" spc="7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spc="-10" i="1">
                <a:solidFill>
                  <a:srgbClr val="8B8FB4"/>
                </a:solidFill>
                <a:latin typeface="Courier New"/>
                <a:cs typeface="Courier New"/>
              </a:rPr>
              <a:t>scaffold</a:t>
            </a:r>
            <a:endParaRPr sz="7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25"/>
              </a:spcBef>
            </a:pPr>
            <a:r>
              <a:rPr dirty="0" sz="750">
                <a:solidFill>
                  <a:srgbClr val="FF8B7E"/>
                </a:solidFill>
                <a:latin typeface="Courier New"/>
                <a:cs typeface="Courier New"/>
              </a:rPr>
              <a:t>import</a:t>
            </a:r>
            <a:r>
              <a:rPr dirty="0" sz="750" spc="85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E7E9F5"/>
                </a:solidFill>
                <a:latin typeface="Courier New"/>
                <a:cs typeface="Courier New"/>
              </a:rPr>
              <a:t>streamlit</a:t>
            </a:r>
            <a:r>
              <a:rPr dirty="0" sz="750" spc="9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FF8B7E"/>
                </a:solidFill>
                <a:latin typeface="Courier New"/>
                <a:cs typeface="Courier New"/>
              </a:rPr>
              <a:t>as</a:t>
            </a:r>
            <a:r>
              <a:rPr dirty="0" sz="750" spc="90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750" spc="-25">
                <a:solidFill>
                  <a:srgbClr val="E7E9F5"/>
                </a:solidFill>
                <a:latin typeface="Courier New"/>
                <a:cs typeface="Courier New"/>
              </a:rPr>
              <a:t>st</a:t>
            </a:r>
            <a:endParaRPr sz="7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25"/>
              </a:spcBef>
            </a:pPr>
            <a:endParaRPr sz="7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dirty="0" sz="750">
                <a:solidFill>
                  <a:srgbClr val="E7E9F5"/>
                </a:solidFill>
                <a:latin typeface="Courier New"/>
                <a:cs typeface="Courier New"/>
              </a:rPr>
              <a:t>st.title(</a:t>
            </a:r>
            <a:r>
              <a:rPr dirty="0" sz="750">
                <a:solidFill>
                  <a:srgbClr val="B8E886"/>
                </a:solidFill>
                <a:latin typeface="Courier New"/>
                <a:cs typeface="Courier New"/>
              </a:rPr>
              <a:t>"Personal</a:t>
            </a:r>
            <a:r>
              <a:rPr dirty="0" sz="750" spc="150">
                <a:solidFill>
                  <a:srgbClr val="B8E886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B8E886"/>
                </a:solidFill>
                <a:latin typeface="Courier New"/>
                <a:cs typeface="Courier New"/>
              </a:rPr>
              <a:t>Info</a:t>
            </a:r>
            <a:r>
              <a:rPr dirty="0" sz="750" spc="155">
                <a:solidFill>
                  <a:srgbClr val="B8E886"/>
                </a:solidFill>
                <a:latin typeface="Courier New"/>
                <a:cs typeface="Courier New"/>
              </a:rPr>
              <a:t> </a:t>
            </a:r>
            <a:r>
              <a:rPr dirty="0" sz="750" spc="-10">
                <a:solidFill>
                  <a:srgbClr val="B8E886"/>
                </a:solidFill>
                <a:latin typeface="Courier New"/>
                <a:cs typeface="Courier New"/>
              </a:rPr>
              <a:t>Form"</a:t>
            </a:r>
            <a:r>
              <a:rPr dirty="0" sz="750" spc="-10">
                <a:solidFill>
                  <a:srgbClr val="E7E9F5"/>
                </a:solidFill>
                <a:latin typeface="Courier New"/>
                <a:cs typeface="Courier New"/>
              </a:rPr>
              <a:t>)</a:t>
            </a:r>
            <a:endParaRPr sz="7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00"/>
              </a:spcBef>
            </a:pPr>
            <a:endParaRPr sz="7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750" spc="5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1.</a:t>
            </a:r>
            <a:r>
              <a:rPr dirty="0" sz="750" spc="5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Define</a:t>
            </a:r>
            <a:r>
              <a:rPr dirty="0" sz="750" spc="5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the</a:t>
            </a:r>
            <a:r>
              <a:rPr dirty="0" sz="750" spc="5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spc="-20" i="1">
                <a:solidFill>
                  <a:srgbClr val="8B8FB4"/>
                </a:solidFill>
                <a:latin typeface="Courier New"/>
                <a:cs typeface="Courier New"/>
              </a:rPr>
              <a:t>form</a:t>
            </a:r>
            <a:endParaRPr sz="750">
              <a:latin typeface="Courier New"/>
              <a:cs typeface="Courier New"/>
            </a:endParaRPr>
          </a:p>
          <a:p>
            <a:pPr marL="236220" marR="1117600" indent="-236854">
              <a:lnSpc>
                <a:spcPct val="125000"/>
              </a:lnSpc>
            </a:pPr>
            <a:r>
              <a:rPr dirty="0" sz="750">
                <a:solidFill>
                  <a:srgbClr val="FF8B7E"/>
                </a:solidFill>
                <a:latin typeface="Courier New"/>
                <a:cs typeface="Courier New"/>
              </a:rPr>
              <a:t>with</a:t>
            </a:r>
            <a:r>
              <a:rPr dirty="0" sz="750" spc="70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750" spc="-10">
                <a:solidFill>
                  <a:srgbClr val="E7E9F5"/>
                </a:solidFill>
                <a:latin typeface="Courier New"/>
                <a:cs typeface="Courier New"/>
              </a:rPr>
              <a:t>st.form(</a:t>
            </a:r>
            <a:r>
              <a:rPr dirty="0" sz="750" spc="-10">
                <a:solidFill>
                  <a:srgbClr val="B8E886"/>
                </a:solidFill>
                <a:latin typeface="Courier New"/>
                <a:cs typeface="Courier New"/>
              </a:rPr>
              <a:t>"personal_info"</a:t>
            </a:r>
            <a:r>
              <a:rPr dirty="0" sz="750" spc="-10">
                <a:solidFill>
                  <a:srgbClr val="E7E9F5"/>
                </a:solidFill>
                <a:latin typeface="Courier New"/>
                <a:cs typeface="Courier New"/>
              </a:rPr>
              <a:t>): </a:t>
            </a:r>
            <a:r>
              <a:rPr dirty="0" sz="750">
                <a:solidFill>
                  <a:srgbClr val="E7E9F5"/>
                </a:solidFill>
                <a:latin typeface="Courier New"/>
                <a:cs typeface="Courier New"/>
              </a:rPr>
              <a:t>st.write(</a:t>
            </a:r>
            <a:r>
              <a:rPr dirty="0" sz="750">
                <a:solidFill>
                  <a:srgbClr val="B8E886"/>
                </a:solidFill>
                <a:latin typeface="Courier New"/>
                <a:cs typeface="Courier New"/>
              </a:rPr>
              <a:t>"**Enter</a:t>
            </a:r>
            <a:r>
              <a:rPr dirty="0" sz="750" spc="145">
                <a:solidFill>
                  <a:srgbClr val="B8E886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B8E886"/>
                </a:solidFill>
                <a:latin typeface="Courier New"/>
                <a:cs typeface="Courier New"/>
              </a:rPr>
              <a:t>your</a:t>
            </a:r>
            <a:r>
              <a:rPr dirty="0" sz="750" spc="145">
                <a:solidFill>
                  <a:srgbClr val="B8E886"/>
                </a:solidFill>
                <a:latin typeface="Courier New"/>
                <a:cs typeface="Courier New"/>
              </a:rPr>
              <a:t> </a:t>
            </a:r>
            <a:r>
              <a:rPr dirty="0" sz="750" spc="-10">
                <a:solidFill>
                  <a:srgbClr val="B8E886"/>
                </a:solidFill>
                <a:latin typeface="Courier New"/>
                <a:cs typeface="Courier New"/>
              </a:rPr>
              <a:t>details**"</a:t>
            </a:r>
            <a:r>
              <a:rPr dirty="0" sz="750" spc="-10">
                <a:solidFill>
                  <a:srgbClr val="E7E9F5"/>
                </a:solidFill>
                <a:latin typeface="Courier New"/>
                <a:cs typeface="Courier New"/>
              </a:rPr>
              <a:t>)</a:t>
            </a:r>
            <a:endParaRPr sz="750">
              <a:latin typeface="Courier New"/>
              <a:cs typeface="Courier New"/>
            </a:endParaRPr>
          </a:p>
          <a:p>
            <a:pPr marL="236220" marR="465455">
              <a:lnSpc>
                <a:spcPct val="125000"/>
              </a:lnSpc>
            </a:pPr>
            <a:r>
              <a:rPr dirty="0" sz="750">
                <a:solidFill>
                  <a:srgbClr val="E7E9F5"/>
                </a:solidFill>
                <a:latin typeface="Courier New"/>
                <a:cs typeface="Courier New"/>
              </a:rPr>
              <a:t>name</a:t>
            </a:r>
            <a:r>
              <a:rPr dirty="0" sz="750" spc="12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E7E9F5"/>
                </a:solidFill>
                <a:latin typeface="Courier New"/>
                <a:cs typeface="Courier New"/>
              </a:rPr>
              <a:t>=</a:t>
            </a:r>
            <a:r>
              <a:rPr dirty="0" sz="750" spc="125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E7E9F5"/>
                </a:solidFill>
                <a:latin typeface="Courier New"/>
                <a:cs typeface="Courier New"/>
              </a:rPr>
              <a:t>st.text_input(</a:t>
            </a:r>
            <a:r>
              <a:rPr dirty="0" sz="750">
                <a:solidFill>
                  <a:srgbClr val="B8E886"/>
                </a:solidFill>
                <a:latin typeface="Courier New"/>
                <a:cs typeface="Courier New"/>
              </a:rPr>
              <a:t>"Name"</a:t>
            </a:r>
            <a:r>
              <a:rPr dirty="0" sz="750">
                <a:solidFill>
                  <a:srgbClr val="E7E9F5"/>
                </a:solidFill>
                <a:latin typeface="Courier New"/>
                <a:cs typeface="Courier New"/>
              </a:rPr>
              <a:t>,</a:t>
            </a:r>
            <a:r>
              <a:rPr dirty="0" sz="750" spc="125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750" spc="-10">
                <a:solidFill>
                  <a:srgbClr val="E7E9F5"/>
                </a:solidFill>
                <a:latin typeface="Courier New"/>
                <a:cs typeface="Courier New"/>
              </a:rPr>
              <a:t>key=</a:t>
            </a:r>
            <a:r>
              <a:rPr dirty="0" sz="750" spc="-10">
                <a:solidFill>
                  <a:srgbClr val="B8E886"/>
                </a:solidFill>
                <a:latin typeface="Courier New"/>
                <a:cs typeface="Courier New"/>
              </a:rPr>
              <a:t>"name"</a:t>
            </a:r>
            <a:r>
              <a:rPr dirty="0" sz="750" spc="-10">
                <a:solidFill>
                  <a:srgbClr val="E7E9F5"/>
                </a:solidFill>
                <a:latin typeface="Courier New"/>
                <a:cs typeface="Courier New"/>
              </a:rPr>
              <a:t>)</a:t>
            </a:r>
            <a:r>
              <a:rPr dirty="0" sz="750" spc="50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E7E9F5"/>
                </a:solidFill>
                <a:latin typeface="Courier New"/>
                <a:cs typeface="Courier New"/>
              </a:rPr>
              <a:t>email</a:t>
            </a:r>
            <a:r>
              <a:rPr dirty="0" sz="750" spc="13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E7E9F5"/>
                </a:solidFill>
                <a:latin typeface="Courier New"/>
                <a:cs typeface="Courier New"/>
              </a:rPr>
              <a:t>=</a:t>
            </a:r>
            <a:r>
              <a:rPr dirty="0" sz="750" spc="13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E7E9F5"/>
                </a:solidFill>
                <a:latin typeface="Courier New"/>
                <a:cs typeface="Courier New"/>
              </a:rPr>
              <a:t>st.text_input(</a:t>
            </a:r>
            <a:r>
              <a:rPr dirty="0" sz="750">
                <a:solidFill>
                  <a:srgbClr val="B8E886"/>
                </a:solidFill>
                <a:latin typeface="Courier New"/>
                <a:cs typeface="Courier New"/>
              </a:rPr>
              <a:t>"Email"</a:t>
            </a:r>
            <a:r>
              <a:rPr dirty="0" sz="750">
                <a:solidFill>
                  <a:srgbClr val="E7E9F5"/>
                </a:solidFill>
                <a:latin typeface="Courier New"/>
                <a:cs typeface="Courier New"/>
              </a:rPr>
              <a:t>,</a:t>
            </a:r>
            <a:r>
              <a:rPr dirty="0" sz="750" spc="135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750" spc="-10">
                <a:solidFill>
                  <a:srgbClr val="E7E9F5"/>
                </a:solidFill>
                <a:latin typeface="Courier New"/>
                <a:cs typeface="Courier New"/>
              </a:rPr>
              <a:t>key=</a:t>
            </a:r>
            <a:r>
              <a:rPr dirty="0" sz="750" spc="-10">
                <a:solidFill>
                  <a:srgbClr val="B8E886"/>
                </a:solidFill>
                <a:latin typeface="Courier New"/>
                <a:cs typeface="Courier New"/>
              </a:rPr>
              <a:t>"email"</a:t>
            </a:r>
            <a:r>
              <a:rPr dirty="0" sz="750" spc="-10">
                <a:solidFill>
                  <a:srgbClr val="E7E9F5"/>
                </a:solidFill>
                <a:latin typeface="Courier New"/>
                <a:cs typeface="Courier New"/>
              </a:rPr>
              <a:t>) </a:t>
            </a:r>
            <a:r>
              <a:rPr dirty="0" sz="750">
                <a:solidFill>
                  <a:srgbClr val="E7E9F5"/>
                </a:solidFill>
                <a:latin typeface="Courier New"/>
                <a:cs typeface="Courier New"/>
              </a:rPr>
              <a:t>age</a:t>
            </a:r>
            <a:r>
              <a:rPr dirty="0" sz="750" spc="75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E7E9F5"/>
                </a:solidFill>
                <a:latin typeface="Courier New"/>
                <a:cs typeface="Courier New"/>
              </a:rPr>
              <a:t>=</a:t>
            </a:r>
            <a:r>
              <a:rPr dirty="0" sz="750" spc="75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E7E9F5"/>
                </a:solidFill>
                <a:latin typeface="Courier New"/>
                <a:cs typeface="Courier New"/>
              </a:rPr>
              <a:t>st.slider(</a:t>
            </a:r>
            <a:r>
              <a:rPr dirty="0" sz="750">
                <a:solidFill>
                  <a:srgbClr val="B8E886"/>
                </a:solidFill>
                <a:latin typeface="Courier New"/>
                <a:cs typeface="Courier New"/>
              </a:rPr>
              <a:t>"Age"</a:t>
            </a:r>
            <a:r>
              <a:rPr dirty="0" sz="750">
                <a:solidFill>
                  <a:srgbClr val="E7E9F5"/>
                </a:solidFill>
                <a:latin typeface="Courier New"/>
                <a:cs typeface="Courier New"/>
              </a:rPr>
              <a:t>,</a:t>
            </a:r>
            <a:r>
              <a:rPr dirty="0" sz="750" spc="8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FFD580"/>
                </a:solidFill>
                <a:latin typeface="Courier New"/>
                <a:cs typeface="Courier New"/>
              </a:rPr>
              <a:t>0</a:t>
            </a:r>
            <a:r>
              <a:rPr dirty="0" sz="750">
                <a:solidFill>
                  <a:srgbClr val="E7E9F5"/>
                </a:solidFill>
                <a:latin typeface="Courier New"/>
                <a:cs typeface="Courier New"/>
              </a:rPr>
              <a:t>,</a:t>
            </a:r>
            <a:r>
              <a:rPr dirty="0" sz="750" spc="8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FFD580"/>
                </a:solidFill>
                <a:latin typeface="Courier New"/>
                <a:cs typeface="Courier New"/>
              </a:rPr>
              <a:t>100</a:t>
            </a:r>
            <a:r>
              <a:rPr dirty="0" sz="750">
                <a:solidFill>
                  <a:srgbClr val="E7E9F5"/>
                </a:solidFill>
                <a:latin typeface="Courier New"/>
                <a:cs typeface="Courier New"/>
              </a:rPr>
              <a:t>,</a:t>
            </a:r>
            <a:r>
              <a:rPr dirty="0" sz="750" spc="8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FFD580"/>
                </a:solidFill>
                <a:latin typeface="Courier New"/>
                <a:cs typeface="Courier New"/>
              </a:rPr>
              <a:t>20</a:t>
            </a:r>
            <a:r>
              <a:rPr dirty="0" sz="750">
                <a:solidFill>
                  <a:srgbClr val="E7E9F5"/>
                </a:solidFill>
                <a:latin typeface="Courier New"/>
                <a:cs typeface="Courier New"/>
              </a:rPr>
              <a:t>,</a:t>
            </a:r>
            <a:r>
              <a:rPr dirty="0" sz="750" spc="75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750" spc="-10">
                <a:solidFill>
                  <a:srgbClr val="E7E9F5"/>
                </a:solidFill>
                <a:latin typeface="Courier New"/>
                <a:cs typeface="Courier New"/>
              </a:rPr>
              <a:t>key=</a:t>
            </a:r>
            <a:r>
              <a:rPr dirty="0" sz="750" spc="-10">
                <a:solidFill>
                  <a:srgbClr val="B8E886"/>
                </a:solidFill>
                <a:latin typeface="Courier New"/>
                <a:cs typeface="Courier New"/>
              </a:rPr>
              <a:t>"age"</a:t>
            </a:r>
            <a:r>
              <a:rPr dirty="0" sz="750" spc="-10">
                <a:solidFill>
                  <a:srgbClr val="E7E9F5"/>
                </a:solidFill>
                <a:latin typeface="Courier New"/>
                <a:cs typeface="Courier New"/>
              </a:rPr>
              <a:t>) </a:t>
            </a:r>
            <a:r>
              <a:rPr dirty="0" sz="750">
                <a:solidFill>
                  <a:srgbClr val="E7E9F5"/>
                </a:solidFill>
                <a:latin typeface="Courier New"/>
                <a:cs typeface="Courier New"/>
              </a:rPr>
              <a:t>gender</a:t>
            </a:r>
            <a:r>
              <a:rPr dirty="0" sz="750" spc="55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E7E9F5"/>
                </a:solidFill>
                <a:latin typeface="Courier New"/>
                <a:cs typeface="Courier New"/>
              </a:rPr>
              <a:t>=</a:t>
            </a:r>
            <a:r>
              <a:rPr dirty="0" sz="750" spc="6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750" spc="-10">
                <a:solidFill>
                  <a:srgbClr val="E7E9F5"/>
                </a:solidFill>
                <a:latin typeface="Courier New"/>
                <a:cs typeface="Courier New"/>
              </a:rPr>
              <a:t>st.radio(</a:t>
            </a:r>
            <a:endParaRPr sz="750">
              <a:latin typeface="Courier New"/>
              <a:cs typeface="Courier New"/>
            </a:endParaRPr>
          </a:p>
          <a:p>
            <a:pPr marL="473709">
              <a:lnSpc>
                <a:spcPct val="100000"/>
              </a:lnSpc>
              <a:spcBef>
                <a:spcPts val="225"/>
              </a:spcBef>
            </a:pPr>
            <a:r>
              <a:rPr dirty="0" sz="750" spc="-10">
                <a:solidFill>
                  <a:srgbClr val="B8E886"/>
                </a:solidFill>
                <a:latin typeface="Courier New"/>
                <a:cs typeface="Courier New"/>
              </a:rPr>
              <a:t>"Gender"</a:t>
            </a:r>
            <a:r>
              <a:rPr dirty="0" sz="750" spc="-10">
                <a:solidFill>
                  <a:srgbClr val="E7E9F5"/>
                </a:solidFill>
                <a:latin typeface="Courier New"/>
                <a:cs typeface="Courier New"/>
              </a:rPr>
              <a:t>,</a:t>
            </a:r>
            <a:endParaRPr sz="750">
              <a:latin typeface="Courier New"/>
              <a:cs typeface="Courier New"/>
            </a:endParaRPr>
          </a:p>
          <a:p>
            <a:pPr marL="473075">
              <a:lnSpc>
                <a:spcPct val="116700"/>
              </a:lnSpc>
              <a:spcBef>
                <a:spcPts val="75"/>
              </a:spcBef>
            </a:pPr>
            <a:r>
              <a:rPr dirty="0" sz="750">
                <a:solidFill>
                  <a:srgbClr val="E7E9F5"/>
                </a:solidFill>
                <a:latin typeface="Courier New"/>
                <a:cs typeface="Courier New"/>
              </a:rPr>
              <a:t>[</a:t>
            </a:r>
            <a:r>
              <a:rPr dirty="0" sz="750">
                <a:solidFill>
                  <a:srgbClr val="B8E886"/>
                </a:solidFill>
                <a:latin typeface="Courier New"/>
                <a:cs typeface="Courier New"/>
              </a:rPr>
              <a:t>"Male"</a:t>
            </a:r>
            <a:r>
              <a:rPr dirty="0" sz="750">
                <a:solidFill>
                  <a:srgbClr val="E7E9F5"/>
                </a:solidFill>
                <a:latin typeface="Courier New"/>
                <a:cs typeface="Courier New"/>
              </a:rPr>
              <a:t>,</a:t>
            </a:r>
            <a:r>
              <a:rPr dirty="0" sz="750" spc="95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B8E886"/>
                </a:solidFill>
                <a:latin typeface="Courier New"/>
                <a:cs typeface="Courier New"/>
              </a:rPr>
              <a:t>"Female"</a:t>
            </a:r>
            <a:r>
              <a:rPr dirty="0" sz="750">
                <a:solidFill>
                  <a:srgbClr val="E7E9F5"/>
                </a:solidFill>
                <a:latin typeface="Courier New"/>
                <a:cs typeface="Courier New"/>
              </a:rPr>
              <a:t>,</a:t>
            </a:r>
            <a:r>
              <a:rPr dirty="0" sz="750" spc="10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B8E886"/>
                </a:solidFill>
                <a:latin typeface="Courier New"/>
                <a:cs typeface="Courier New"/>
              </a:rPr>
              <a:t>"Other"</a:t>
            </a:r>
            <a:r>
              <a:rPr dirty="0" sz="750">
                <a:solidFill>
                  <a:srgbClr val="E7E9F5"/>
                </a:solidFill>
                <a:latin typeface="Courier New"/>
                <a:cs typeface="Courier New"/>
              </a:rPr>
              <a:t>,</a:t>
            </a:r>
            <a:r>
              <a:rPr dirty="0" sz="750" spc="95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B8E886"/>
                </a:solidFill>
                <a:latin typeface="Courier New"/>
                <a:cs typeface="Courier New"/>
              </a:rPr>
              <a:t>"Prefer</a:t>
            </a:r>
            <a:r>
              <a:rPr dirty="0" sz="750" spc="90">
                <a:solidFill>
                  <a:srgbClr val="B8E886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B8E886"/>
                </a:solidFill>
                <a:latin typeface="Courier New"/>
                <a:cs typeface="Courier New"/>
              </a:rPr>
              <a:t>not</a:t>
            </a:r>
            <a:r>
              <a:rPr dirty="0" sz="750" spc="95">
                <a:solidFill>
                  <a:srgbClr val="B8E886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B8E886"/>
                </a:solidFill>
                <a:latin typeface="Courier New"/>
                <a:cs typeface="Courier New"/>
              </a:rPr>
              <a:t>to</a:t>
            </a:r>
            <a:r>
              <a:rPr dirty="0" sz="750" spc="90">
                <a:solidFill>
                  <a:srgbClr val="B8E886"/>
                </a:solidFill>
                <a:latin typeface="Courier New"/>
                <a:cs typeface="Courier New"/>
              </a:rPr>
              <a:t> </a:t>
            </a:r>
            <a:r>
              <a:rPr dirty="0" sz="750" spc="-10">
                <a:solidFill>
                  <a:srgbClr val="B8E886"/>
                </a:solidFill>
                <a:latin typeface="Courier New"/>
                <a:cs typeface="Courier New"/>
              </a:rPr>
              <a:t>say"</a:t>
            </a:r>
            <a:r>
              <a:rPr dirty="0" sz="750" spc="-10">
                <a:solidFill>
                  <a:srgbClr val="E7E9F5"/>
                </a:solidFill>
                <a:latin typeface="Courier New"/>
                <a:cs typeface="Courier New"/>
              </a:rPr>
              <a:t>], key=</a:t>
            </a:r>
            <a:r>
              <a:rPr dirty="0" sz="750" spc="-10">
                <a:solidFill>
                  <a:srgbClr val="B8E886"/>
                </a:solidFill>
                <a:latin typeface="Courier New"/>
                <a:cs typeface="Courier New"/>
              </a:rPr>
              <a:t>"gender"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751930" y="3887787"/>
            <a:ext cx="60325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dirty="0" sz="750" spc="-50">
                <a:solidFill>
                  <a:srgbClr val="E7E9F5"/>
                </a:solidFill>
                <a:latin typeface="Courier New"/>
                <a:cs typeface="Courier New"/>
              </a:rPr>
              <a:t>)</a:t>
            </a:r>
            <a:endParaRPr sz="750">
              <a:latin typeface="Courier New"/>
              <a:cs typeface="Courier New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6381749" y="5695949"/>
            <a:ext cx="4943475" cy="485775"/>
            <a:chOff x="6381749" y="5695949"/>
            <a:chExt cx="4943475" cy="485775"/>
          </a:xfrm>
        </p:grpSpPr>
        <p:sp>
          <p:nvSpPr>
            <p:cNvPr id="27" name="object 27"/>
            <p:cNvSpPr/>
            <p:nvPr/>
          </p:nvSpPr>
          <p:spPr>
            <a:xfrm>
              <a:off x="6400798" y="5695949"/>
              <a:ext cx="4924425" cy="485775"/>
            </a:xfrm>
            <a:custGeom>
              <a:avLst/>
              <a:gdLst/>
              <a:ahLst/>
              <a:cxnLst/>
              <a:rect l="l" t="t" r="r" b="b"/>
              <a:pathLst>
                <a:path w="4924425" h="485775">
                  <a:moveTo>
                    <a:pt x="4853228" y="485774"/>
                  </a:moveTo>
                  <a:lnTo>
                    <a:pt x="53397" y="485774"/>
                  </a:lnTo>
                  <a:lnTo>
                    <a:pt x="49681" y="485286"/>
                  </a:lnTo>
                  <a:lnTo>
                    <a:pt x="14085" y="459917"/>
                  </a:lnTo>
                  <a:lnTo>
                    <a:pt x="365" y="419533"/>
                  </a:lnTo>
                  <a:lnTo>
                    <a:pt x="0" y="414578"/>
                  </a:lnTo>
                  <a:lnTo>
                    <a:pt x="0" y="409574"/>
                  </a:lnTo>
                  <a:lnTo>
                    <a:pt x="0" y="71196"/>
                  </a:lnTo>
                  <a:lnTo>
                    <a:pt x="11716" y="29705"/>
                  </a:lnTo>
                  <a:lnTo>
                    <a:pt x="42320" y="2439"/>
                  </a:lnTo>
                  <a:lnTo>
                    <a:pt x="53397" y="0"/>
                  </a:lnTo>
                  <a:lnTo>
                    <a:pt x="4853228" y="0"/>
                  </a:lnTo>
                  <a:lnTo>
                    <a:pt x="4894718" y="15620"/>
                  </a:lnTo>
                  <a:lnTo>
                    <a:pt x="4920538" y="51661"/>
                  </a:lnTo>
                  <a:lnTo>
                    <a:pt x="4924424" y="71196"/>
                  </a:lnTo>
                  <a:lnTo>
                    <a:pt x="4924424" y="414578"/>
                  </a:lnTo>
                  <a:lnTo>
                    <a:pt x="4908802" y="456068"/>
                  </a:lnTo>
                  <a:lnTo>
                    <a:pt x="4872760" y="481889"/>
                  </a:lnTo>
                  <a:lnTo>
                    <a:pt x="4858183" y="485286"/>
                  </a:lnTo>
                  <a:lnTo>
                    <a:pt x="4853228" y="485774"/>
                  </a:lnTo>
                  <a:close/>
                </a:path>
              </a:pathLst>
            </a:custGeom>
            <a:solidFill>
              <a:srgbClr val="FFE7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6381749" y="5696227"/>
              <a:ext cx="70485" cy="485775"/>
            </a:xfrm>
            <a:custGeom>
              <a:avLst/>
              <a:gdLst/>
              <a:ahLst/>
              <a:cxnLst/>
              <a:rect l="l" t="t" r="r" b="b"/>
              <a:pathLst>
                <a:path w="70485" h="485775">
                  <a:moveTo>
                    <a:pt x="70450" y="485219"/>
                  </a:moveTo>
                  <a:lnTo>
                    <a:pt x="33857" y="472666"/>
                  </a:lnTo>
                  <a:lnTo>
                    <a:pt x="5800" y="438457"/>
                  </a:lnTo>
                  <a:lnTo>
                    <a:pt x="0" y="409297"/>
                  </a:lnTo>
                  <a:lnTo>
                    <a:pt x="0" y="75922"/>
                  </a:lnTo>
                  <a:lnTo>
                    <a:pt x="12830" y="33579"/>
                  </a:lnTo>
                  <a:lnTo>
                    <a:pt x="47036" y="5522"/>
                  </a:lnTo>
                  <a:lnTo>
                    <a:pt x="70449" y="0"/>
                  </a:lnTo>
                  <a:lnTo>
                    <a:pt x="66287" y="1655"/>
                  </a:lnTo>
                  <a:lnTo>
                    <a:pt x="56951" y="9388"/>
                  </a:lnTo>
                  <a:lnTo>
                    <a:pt x="41000" y="46761"/>
                  </a:lnTo>
                  <a:lnTo>
                    <a:pt x="38100" y="75922"/>
                  </a:lnTo>
                  <a:lnTo>
                    <a:pt x="38100" y="409297"/>
                  </a:lnTo>
                  <a:lnTo>
                    <a:pt x="44515" y="451639"/>
                  </a:lnTo>
                  <a:lnTo>
                    <a:pt x="66287" y="483563"/>
                  </a:lnTo>
                  <a:lnTo>
                    <a:pt x="70450" y="485219"/>
                  </a:lnTo>
                  <a:close/>
                </a:path>
              </a:pathLst>
            </a:custGeom>
            <a:solidFill>
              <a:srgbClr val="FF6A5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7153273" y="5791199"/>
              <a:ext cx="1400175" cy="133350"/>
            </a:xfrm>
            <a:custGeom>
              <a:avLst/>
              <a:gdLst/>
              <a:ahLst/>
              <a:cxnLst/>
              <a:rect l="l" t="t" r="r" b="b"/>
              <a:pathLst>
                <a:path w="1400175" h="133350">
                  <a:moveTo>
                    <a:pt x="1367126" y="133349"/>
                  </a:moveTo>
                  <a:lnTo>
                    <a:pt x="33047" y="133349"/>
                  </a:lnTo>
                  <a:lnTo>
                    <a:pt x="28187" y="132382"/>
                  </a:lnTo>
                  <a:lnTo>
                    <a:pt x="966" y="105161"/>
                  </a:lnTo>
                  <a:lnTo>
                    <a:pt x="0" y="100302"/>
                  </a:lnTo>
                  <a:lnTo>
                    <a:pt x="0" y="9524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367126" y="0"/>
                  </a:lnTo>
                  <a:lnTo>
                    <a:pt x="1399208" y="28186"/>
                  </a:lnTo>
                  <a:lnTo>
                    <a:pt x="1400174" y="33047"/>
                  </a:lnTo>
                  <a:lnTo>
                    <a:pt x="1400174" y="100302"/>
                  </a:lnTo>
                  <a:lnTo>
                    <a:pt x="1371987" y="132382"/>
                  </a:lnTo>
                  <a:lnTo>
                    <a:pt x="1367126" y="133349"/>
                  </a:lnTo>
                  <a:close/>
                </a:path>
              </a:pathLst>
            </a:custGeom>
            <a:solidFill>
              <a:srgbClr val="1B1F3A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/>
          <p:cNvSpPr txBox="1"/>
          <p:nvPr/>
        </p:nvSpPr>
        <p:spPr>
          <a:xfrm>
            <a:off x="6515100" y="4150677"/>
            <a:ext cx="4623435" cy="1941830"/>
          </a:xfrm>
          <a:prstGeom prst="rect">
            <a:avLst/>
          </a:prstGeom>
        </p:spPr>
        <p:txBody>
          <a:bodyPr wrap="square" lIns="0" tIns="40005" rIns="0" bIns="0" rtlCol="0" vert="horz">
            <a:spAutoFit/>
          </a:bodyPr>
          <a:lstStyle/>
          <a:p>
            <a:pPr marL="236854">
              <a:lnSpc>
                <a:spcPct val="100000"/>
              </a:lnSpc>
              <a:spcBef>
                <a:spcPts val="315"/>
              </a:spcBef>
            </a:pP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750" spc="6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Every</a:t>
            </a:r>
            <a:r>
              <a:rPr dirty="0" sz="750" spc="6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form</a:t>
            </a:r>
            <a:r>
              <a:rPr dirty="0" sz="750" spc="6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needs</a:t>
            </a:r>
            <a:r>
              <a:rPr dirty="0" sz="750" spc="6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a</a:t>
            </a:r>
            <a:r>
              <a:rPr dirty="0" sz="750" spc="6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submit</a:t>
            </a:r>
            <a:r>
              <a:rPr dirty="0" sz="750" spc="6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spc="-10" i="1">
                <a:solidFill>
                  <a:srgbClr val="8B8FB4"/>
                </a:solidFill>
                <a:latin typeface="Courier New"/>
                <a:cs typeface="Courier New"/>
              </a:rPr>
              <a:t>button</a:t>
            </a:r>
            <a:endParaRPr sz="750">
              <a:latin typeface="Courier New"/>
              <a:cs typeface="Courier New"/>
            </a:endParaRPr>
          </a:p>
          <a:p>
            <a:pPr marL="236220">
              <a:lnSpc>
                <a:spcPct val="100000"/>
              </a:lnSpc>
              <a:spcBef>
                <a:spcPts val="225"/>
              </a:spcBef>
            </a:pPr>
            <a:r>
              <a:rPr dirty="0" sz="750">
                <a:solidFill>
                  <a:srgbClr val="E7E9F5"/>
                </a:solidFill>
                <a:latin typeface="Courier New"/>
                <a:cs typeface="Courier New"/>
              </a:rPr>
              <a:t>submitted</a:t>
            </a:r>
            <a:r>
              <a:rPr dirty="0" sz="750" spc="75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E7E9F5"/>
                </a:solidFill>
                <a:latin typeface="Courier New"/>
                <a:cs typeface="Courier New"/>
              </a:rPr>
              <a:t>=</a:t>
            </a:r>
            <a:r>
              <a:rPr dirty="0" sz="750" spc="8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750" spc="-10">
                <a:solidFill>
                  <a:srgbClr val="E7E9F5"/>
                </a:solidFill>
                <a:latin typeface="Courier New"/>
                <a:cs typeface="Courier New"/>
              </a:rPr>
              <a:t>st.form_submit_button(</a:t>
            </a:r>
            <a:r>
              <a:rPr dirty="0" sz="750" spc="-10">
                <a:solidFill>
                  <a:srgbClr val="B8E886"/>
                </a:solidFill>
                <a:latin typeface="Courier New"/>
                <a:cs typeface="Courier New"/>
              </a:rPr>
              <a:t>"Submit"</a:t>
            </a:r>
            <a:r>
              <a:rPr dirty="0" sz="750" spc="-10">
                <a:solidFill>
                  <a:srgbClr val="E7E9F5"/>
                </a:solidFill>
                <a:latin typeface="Courier New"/>
                <a:cs typeface="Courier New"/>
              </a:rPr>
              <a:t>)</a:t>
            </a:r>
            <a:endParaRPr sz="7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00"/>
              </a:spcBef>
            </a:pPr>
            <a:endParaRPr sz="7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750" spc="5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2.</a:t>
            </a:r>
            <a:r>
              <a:rPr dirty="0" sz="750" spc="5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Handle</a:t>
            </a:r>
            <a:r>
              <a:rPr dirty="0" sz="750" spc="5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the</a:t>
            </a:r>
            <a:r>
              <a:rPr dirty="0" sz="750" spc="5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spc="-10" i="1">
                <a:solidFill>
                  <a:srgbClr val="8B8FB4"/>
                </a:solidFill>
                <a:latin typeface="Courier New"/>
                <a:cs typeface="Courier New"/>
              </a:rPr>
              <a:t>submit</a:t>
            </a:r>
            <a:endParaRPr sz="7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25"/>
              </a:spcBef>
            </a:pPr>
            <a:r>
              <a:rPr dirty="0" sz="750">
                <a:solidFill>
                  <a:srgbClr val="FF8B7E"/>
                </a:solidFill>
                <a:latin typeface="Courier New"/>
                <a:cs typeface="Courier New"/>
              </a:rPr>
              <a:t>if</a:t>
            </a:r>
            <a:r>
              <a:rPr dirty="0" sz="750" spc="45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750" spc="-10">
                <a:solidFill>
                  <a:srgbClr val="E7E9F5"/>
                </a:solidFill>
                <a:latin typeface="Courier New"/>
                <a:cs typeface="Courier New"/>
              </a:rPr>
              <a:t>submitted:</a:t>
            </a:r>
            <a:endParaRPr sz="750">
              <a:latin typeface="Courier New"/>
              <a:cs typeface="Courier New"/>
            </a:endParaRPr>
          </a:p>
          <a:p>
            <a:pPr marL="236220" marR="2423160">
              <a:lnSpc>
                <a:spcPct val="122900"/>
              </a:lnSpc>
              <a:spcBef>
                <a:spcPts val="20"/>
              </a:spcBef>
            </a:pPr>
            <a:r>
              <a:rPr dirty="0" sz="750">
                <a:solidFill>
                  <a:srgbClr val="E7E9F5"/>
                </a:solidFill>
                <a:latin typeface="Courier New"/>
                <a:cs typeface="Courier New"/>
              </a:rPr>
              <a:t>st.success(</a:t>
            </a:r>
            <a:r>
              <a:rPr dirty="0" sz="750">
                <a:solidFill>
                  <a:srgbClr val="B8E886"/>
                </a:solidFill>
                <a:latin typeface="Courier New"/>
                <a:cs typeface="Courier New"/>
              </a:rPr>
              <a:t>"Form</a:t>
            </a:r>
            <a:r>
              <a:rPr dirty="0" sz="750" spc="215">
                <a:solidFill>
                  <a:srgbClr val="B8E886"/>
                </a:solidFill>
                <a:latin typeface="Courier New"/>
                <a:cs typeface="Courier New"/>
              </a:rPr>
              <a:t> </a:t>
            </a:r>
            <a:r>
              <a:rPr dirty="0" sz="750" spc="-10">
                <a:solidFill>
                  <a:srgbClr val="B8E886"/>
                </a:solidFill>
                <a:latin typeface="Courier New"/>
                <a:cs typeface="Courier New"/>
              </a:rPr>
              <a:t>submitted!"</a:t>
            </a:r>
            <a:r>
              <a:rPr dirty="0" sz="750" spc="-10">
                <a:solidFill>
                  <a:srgbClr val="E7E9F5"/>
                </a:solidFill>
                <a:latin typeface="Courier New"/>
                <a:cs typeface="Courier New"/>
              </a:rPr>
              <a:t>) </a:t>
            </a:r>
            <a:r>
              <a:rPr dirty="0" sz="750">
                <a:solidFill>
                  <a:srgbClr val="E7E9F5"/>
                </a:solidFill>
                <a:latin typeface="Courier New"/>
                <a:cs typeface="Courier New"/>
              </a:rPr>
              <a:t>st.write(</a:t>
            </a:r>
            <a:r>
              <a:rPr dirty="0" sz="750">
                <a:solidFill>
                  <a:srgbClr val="B8E886"/>
                </a:solidFill>
                <a:latin typeface="Courier New"/>
                <a:cs typeface="Courier New"/>
              </a:rPr>
              <a:t>f"**Name:**</a:t>
            </a:r>
            <a:r>
              <a:rPr dirty="0" sz="750" spc="265">
                <a:solidFill>
                  <a:srgbClr val="B8E886"/>
                </a:solidFill>
                <a:latin typeface="Courier New"/>
                <a:cs typeface="Courier New"/>
              </a:rPr>
              <a:t> </a:t>
            </a:r>
            <a:r>
              <a:rPr dirty="0" sz="750" spc="-10">
                <a:solidFill>
                  <a:srgbClr val="B8E886"/>
                </a:solidFill>
                <a:latin typeface="Courier New"/>
                <a:cs typeface="Courier New"/>
              </a:rPr>
              <a:t>{name}"</a:t>
            </a:r>
            <a:r>
              <a:rPr dirty="0" sz="750" spc="-10">
                <a:solidFill>
                  <a:srgbClr val="E7E9F5"/>
                </a:solidFill>
                <a:latin typeface="Courier New"/>
                <a:cs typeface="Courier New"/>
              </a:rPr>
              <a:t>) </a:t>
            </a:r>
            <a:r>
              <a:rPr dirty="0" sz="750">
                <a:solidFill>
                  <a:srgbClr val="E7E9F5"/>
                </a:solidFill>
                <a:latin typeface="Courier New"/>
                <a:cs typeface="Courier New"/>
              </a:rPr>
              <a:t>st.write(</a:t>
            </a:r>
            <a:r>
              <a:rPr dirty="0" sz="750">
                <a:solidFill>
                  <a:srgbClr val="B8E886"/>
                </a:solidFill>
                <a:latin typeface="Courier New"/>
                <a:cs typeface="Courier New"/>
              </a:rPr>
              <a:t>f"**Email:**</a:t>
            </a:r>
            <a:r>
              <a:rPr dirty="0" sz="750" spc="275">
                <a:solidFill>
                  <a:srgbClr val="B8E886"/>
                </a:solidFill>
                <a:latin typeface="Courier New"/>
                <a:cs typeface="Courier New"/>
              </a:rPr>
              <a:t> </a:t>
            </a:r>
            <a:r>
              <a:rPr dirty="0" sz="750" spc="-10">
                <a:solidFill>
                  <a:srgbClr val="B8E886"/>
                </a:solidFill>
                <a:latin typeface="Courier New"/>
                <a:cs typeface="Courier New"/>
              </a:rPr>
              <a:t>{email}"</a:t>
            </a:r>
            <a:r>
              <a:rPr dirty="0" sz="750" spc="-10">
                <a:solidFill>
                  <a:srgbClr val="E7E9F5"/>
                </a:solidFill>
                <a:latin typeface="Courier New"/>
                <a:cs typeface="Courier New"/>
              </a:rPr>
              <a:t>) </a:t>
            </a:r>
            <a:r>
              <a:rPr dirty="0" sz="750">
                <a:solidFill>
                  <a:srgbClr val="E7E9F5"/>
                </a:solidFill>
                <a:latin typeface="Courier New"/>
                <a:cs typeface="Courier New"/>
              </a:rPr>
              <a:t>st.write(</a:t>
            </a:r>
            <a:r>
              <a:rPr dirty="0" sz="750">
                <a:solidFill>
                  <a:srgbClr val="B8E886"/>
                </a:solidFill>
                <a:latin typeface="Courier New"/>
                <a:cs typeface="Courier New"/>
              </a:rPr>
              <a:t>f"**Age:**</a:t>
            </a:r>
            <a:r>
              <a:rPr dirty="0" sz="750" spc="250">
                <a:solidFill>
                  <a:srgbClr val="B8E886"/>
                </a:solidFill>
                <a:latin typeface="Courier New"/>
                <a:cs typeface="Courier New"/>
              </a:rPr>
              <a:t> </a:t>
            </a:r>
            <a:r>
              <a:rPr dirty="0" sz="750" spc="-10">
                <a:solidFill>
                  <a:srgbClr val="B8E886"/>
                </a:solidFill>
                <a:latin typeface="Courier New"/>
                <a:cs typeface="Courier New"/>
              </a:rPr>
              <a:t>{age}"</a:t>
            </a:r>
            <a:r>
              <a:rPr dirty="0" sz="750" spc="-10">
                <a:solidFill>
                  <a:srgbClr val="E7E9F5"/>
                </a:solidFill>
                <a:latin typeface="Courier New"/>
                <a:cs typeface="Courier New"/>
              </a:rPr>
              <a:t>) </a:t>
            </a:r>
            <a:r>
              <a:rPr dirty="0" sz="750">
                <a:solidFill>
                  <a:srgbClr val="E7E9F5"/>
                </a:solidFill>
                <a:latin typeface="Courier New"/>
                <a:cs typeface="Courier New"/>
              </a:rPr>
              <a:t>st.write(</a:t>
            </a:r>
            <a:r>
              <a:rPr dirty="0" sz="750">
                <a:solidFill>
                  <a:srgbClr val="B8E886"/>
                </a:solidFill>
                <a:latin typeface="Courier New"/>
                <a:cs typeface="Courier New"/>
              </a:rPr>
              <a:t>f"**Gender:**</a:t>
            </a:r>
            <a:r>
              <a:rPr dirty="0" sz="750" spc="290">
                <a:solidFill>
                  <a:srgbClr val="B8E886"/>
                </a:solidFill>
                <a:latin typeface="Courier New"/>
                <a:cs typeface="Courier New"/>
              </a:rPr>
              <a:t> </a:t>
            </a:r>
            <a:r>
              <a:rPr dirty="0" sz="750" spc="-10">
                <a:solidFill>
                  <a:srgbClr val="B8E886"/>
                </a:solidFill>
                <a:latin typeface="Courier New"/>
                <a:cs typeface="Courier New"/>
              </a:rPr>
              <a:t>{gender}"</a:t>
            </a:r>
            <a:r>
              <a:rPr dirty="0" sz="750" spc="-10">
                <a:solidFill>
                  <a:srgbClr val="E7E9F5"/>
                </a:solidFill>
                <a:latin typeface="Courier New"/>
                <a:cs typeface="Courier New"/>
              </a:rPr>
              <a:t>)</a:t>
            </a:r>
            <a:endParaRPr sz="7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70"/>
              </a:spcBef>
            </a:pPr>
            <a:endParaRPr sz="750">
              <a:latin typeface="Courier New"/>
              <a:cs typeface="Courier New"/>
            </a:endParaRPr>
          </a:p>
          <a:p>
            <a:pPr marL="641985" indent="-604520">
              <a:lnSpc>
                <a:spcPct val="132400"/>
              </a:lnSpc>
              <a:tabLst>
                <a:tab pos="689610" algn="l"/>
              </a:tabLst>
            </a:pPr>
            <a:r>
              <a:rPr dirty="0" sz="750" b="1">
                <a:solidFill>
                  <a:srgbClr val="FF6A5B"/>
                </a:solidFill>
                <a:latin typeface="Cambria"/>
                <a:cs typeface="Cambria"/>
              </a:rPr>
              <a:t>RU</a:t>
            </a:r>
            <a:r>
              <a:rPr dirty="0" sz="750" spc="-55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750" b="1">
                <a:solidFill>
                  <a:srgbClr val="FF6A5B"/>
                </a:solidFill>
                <a:latin typeface="Cambria"/>
                <a:cs typeface="Cambria"/>
              </a:rPr>
              <a:t>N</a:t>
            </a:r>
            <a:r>
              <a:rPr dirty="0" sz="750" spc="20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750" spc="-65" b="1">
                <a:solidFill>
                  <a:srgbClr val="FF6A5B"/>
                </a:solidFill>
                <a:latin typeface="Cambria"/>
                <a:cs typeface="Cambria"/>
              </a:rPr>
              <a:t>I</a:t>
            </a:r>
            <a:r>
              <a:rPr dirty="0" sz="750" spc="-55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750" b="1">
                <a:solidFill>
                  <a:srgbClr val="FF6A5B"/>
                </a:solidFill>
                <a:latin typeface="Cambria"/>
                <a:cs typeface="Cambria"/>
              </a:rPr>
              <a:t>T</a:t>
            </a:r>
            <a:r>
              <a:rPr dirty="0" sz="750" spc="204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750" spc="-50" b="1">
                <a:solidFill>
                  <a:srgbClr val="FF6A5B"/>
                </a:solidFill>
                <a:latin typeface="Cambria"/>
                <a:cs typeface="Cambria"/>
              </a:rPr>
              <a:t>—</a:t>
            </a:r>
            <a:r>
              <a:rPr dirty="0" sz="750" b="1">
                <a:solidFill>
                  <a:srgbClr val="FF6A5B"/>
                </a:solidFill>
                <a:latin typeface="Cambria"/>
                <a:cs typeface="Cambria"/>
              </a:rPr>
              <a:t>		</a:t>
            </a:r>
            <a:r>
              <a:rPr dirty="0" sz="800" b="1">
                <a:solidFill>
                  <a:srgbClr val="293283"/>
                </a:solidFill>
                <a:latin typeface="Courier New"/>
                <a:cs typeface="Courier New"/>
              </a:rPr>
              <a:t>streamlit</a:t>
            </a:r>
            <a:r>
              <a:rPr dirty="0" sz="800" spc="80" b="1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800" b="1">
                <a:solidFill>
                  <a:srgbClr val="293283"/>
                </a:solidFill>
                <a:latin typeface="Courier New"/>
                <a:cs typeface="Courier New"/>
              </a:rPr>
              <a:t>run</a:t>
            </a:r>
            <a:r>
              <a:rPr dirty="0" sz="800" spc="85" b="1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800" b="1">
                <a:solidFill>
                  <a:srgbClr val="293283"/>
                </a:solidFill>
                <a:latin typeface="Courier New"/>
                <a:cs typeface="Courier New"/>
              </a:rPr>
              <a:t>form.py</a:t>
            </a:r>
            <a:r>
              <a:rPr dirty="0" sz="800" spc="-50" b="1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850" spc="-55">
                <a:solidFill>
                  <a:srgbClr val="1B1F3A"/>
                </a:solidFill>
                <a:latin typeface="Tahoma"/>
                <a:cs typeface="Tahoma"/>
              </a:rPr>
              <a:t>. </a:t>
            </a:r>
            <a:r>
              <a:rPr dirty="0" sz="850" spc="-30">
                <a:solidFill>
                  <a:srgbClr val="1B1F3A"/>
                </a:solidFill>
                <a:latin typeface="Tahoma"/>
                <a:cs typeface="Tahoma"/>
              </a:rPr>
              <a:t>Fill</a:t>
            </a:r>
            <a:r>
              <a:rPr dirty="0" sz="850" spc="-5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850" spc="-30">
                <a:solidFill>
                  <a:srgbClr val="1B1F3A"/>
                </a:solidFill>
                <a:latin typeface="Tahoma"/>
                <a:cs typeface="Tahoma"/>
              </a:rPr>
              <a:t>the</a:t>
            </a:r>
            <a:r>
              <a:rPr dirty="0" sz="850" spc="-5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850" spc="-40">
                <a:solidFill>
                  <a:srgbClr val="1B1F3A"/>
                </a:solidFill>
                <a:latin typeface="Tahoma"/>
                <a:cs typeface="Tahoma"/>
              </a:rPr>
              <a:t>form,</a:t>
            </a:r>
            <a:r>
              <a:rPr dirty="0" sz="850" spc="-5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850" spc="-35">
                <a:solidFill>
                  <a:srgbClr val="1B1F3A"/>
                </a:solidFill>
                <a:latin typeface="Tahoma"/>
                <a:cs typeface="Tahoma"/>
              </a:rPr>
              <a:t>click</a:t>
            </a:r>
            <a:r>
              <a:rPr dirty="0" sz="850" spc="-5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850" spc="-45">
                <a:solidFill>
                  <a:srgbClr val="1B1F3A"/>
                </a:solidFill>
                <a:latin typeface="Tahoma"/>
                <a:cs typeface="Tahoma"/>
              </a:rPr>
              <a:t>Submit.</a:t>
            </a:r>
            <a:r>
              <a:rPr dirty="0" sz="850" spc="-5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850" spc="-35">
                <a:solidFill>
                  <a:srgbClr val="1B1F3A"/>
                </a:solidFill>
                <a:latin typeface="Tahoma"/>
                <a:cs typeface="Tahoma"/>
              </a:rPr>
              <a:t>Notice:</a:t>
            </a:r>
            <a:r>
              <a:rPr dirty="0" sz="850" spc="-5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850" spc="-45">
                <a:solidFill>
                  <a:srgbClr val="1B1F3A"/>
                </a:solidFill>
                <a:latin typeface="Tahoma"/>
                <a:cs typeface="Tahoma"/>
              </a:rPr>
              <a:t>typing</a:t>
            </a:r>
            <a:r>
              <a:rPr dirty="0" sz="850" spc="-5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850" spc="-25">
                <a:solidFill>
                  <a:srgbClr val="1B1F3A"/>
                </a:solidFill>
                <a:latin typeface="Tahoma"/>
                <a:cs typeface="Tahoma"/>
              </a:rPr>
              <a:t>in</a:t>
            </a:r>
            <a:r>
              <a:rPr dirty="0" sz="850" spc="-5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850" spc="-30">
                <a:solidFill>
                  <a:srgbClr val="1B1F3A"/>
                </a:solidFill>
                <a:latin typeface="Tahoma"/>
                <a:cs typeface="Tahoma"/>
              </a:rPr>
              <a:t>the</a:t>
            </a:r>
            <a:r>
              <a:rPr dirty="0" sz="850" spc="-5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850" spc="-35">
                <a:solidFill>
                  <a:srgbClr val="1B1F3A"/>
                </a:solidFill>
                <a:latin typeface="Tahoma"/>
                <a:cs typeface="Tahoma"/>
              </a:rPr>
              <a:t>fields</a:t>
            </a:r>
            <a:r>
              <a:rPr dirty="0" sz="850" spc="-5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850" spc="-20">
                <a:solidFill>
                  <a:srgbClr val="1B1F3A"/>
                </a:solidFill>
                <a:latin typeface="Tahoma"/>
                <a:cs typeface="Tahoma"/>
              </a:rPr>
              <a:t>does </a:t>
            </a:r>
            <a:r>
              <a:rPr dirty="0" sz="850" spc="-60">
                <a:solidFill>
                  <a:srgbClr val="1B1F3A"/>
                </a:solidFill>
                <a:latin typeface="Tahoma"/>
                <a:cs typeface="Tahoma"/>
              </a:rPr>
              <a:t>NOT</a:t>
            </a:r>
            <a:r>
              <a:rPr dirty="0" sz="850" spc="-5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850" spc="-45">
                <a:solidFill>
                  <a:srgbClr val="1B1F3A"/>
                </a:solidFill>
                <a:latin typeface="Tahoma"/>
                <a:cs typeface="Tahoma"/>
              </a:rPr>
              <a:t>trigger</a:t>
            </a:r>
            <a:r>
              <a:rPr dirty="0" sz="850" spc="-50">
                <a:solidFill>
                  <a:srgbClr val="1B1F3A"/>
                </a:solidFill>
                <a:latin typeface="Tahoma"/>
                <a:cs typeface="Tahoma"/>
              </a:rPr>
              <a:t> a </a:t>
            </a:r>
            <a:r>
              <a:rPr dirty="0" sz="850" spc="-40">
                <a:solidFill>
                  <a:srgbClr val="1B1F3A"/>
                </a:solidFill>
                <a:latin typeface="Tahoma"/>
                <a:cs typeface="Tahoma"/>
              </a:rPr>
              <a:t>rerun.</a:t>
            </a:r>
            <a:r>
              <a:rPr dirty="0" sz="850" spc="-4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850" spc="-40">
                <a:solidFill>
                  <a:srgbClr val="1B1F3A"/>
                </a:solidFill>
                <a:latin typeface="Tahoma"/>
                <a:cs typeface="Tahoma"/>
              </a:rPr>
              <a:t>Only</a:t>
            </a:r>
            <a:r>
              <a:rPr dirty="0" sz="850" spc="-5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850" spc="-45">
                <a:solidFill>
                  <a:srgbClr val="1B1F3A"/>
                </a:solidFill>
                <a:latin typeface="Tahoma"/>
                <a:cs typeface="Tahoma"/>
              </a:rPr>
              <a:t>Submit</a:t>
            </a:r>
            <a:r>
              <a:rPr dirty="0" sz="850" spc="-5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850" spc="-45">
                <a:solidFill>
                  <a:srgbClr val="1B1F3A"/>
                </a:solidFill>
                <a:latin typeface="Tahoma"/>
                <a:cs typeface="Tahoma"/>
              </a:rPr>
              <a:t>does. That's</a:t>
            </a:r>
            <a:r>
              <a:rPr dirty="0" sz="850" spc="-5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850" spc="-30">
                <a:solidFill>
                  <a:srgbClr val="1B1F3A"/>
                </a:solidFill>
                <a:latin typeface="Tahoma"/>
                <a:cs typeface="Tahoma"/>
              </a:rPr>
              <a:t>the</a:t>
            </a:r>
            <a:r>
              <a:rPr dirty="0" sz="850" spc="-5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850" spc="-35">
                <a:solidFill>
                  <a:srgbClr val="1B1F3A"/>
                </a:solidFill>
                <a:latin typeface="Tahoma"/>
                <a:cs typeface="Tahoma"/>
              </a:rPr>
              <a:t>form</a:t>
            </a:r>
            <a:r>
              <a:rPr dirty="0" sz="850" spc="-5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850" spc="-10">
                <a:solidFill>
                  <a:srgbClr val="1B1F3A"/>
                </a:solidFill>
                <a:latin typeface="Tahoma"/>
                <a:cs typeface="Tahoma"/>
              </a:rPr>
              <a:t>pattern.</a:t>
            </a:r>
            <a:endParaRPr sz="850">
              <a:latin typeface="Tahoma"/>
              <a:cs typeface="Tahoma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pc="-45"/>
              <a:t>D</a:t>
            </a:r>
            <a:r>
              <a:rPr dirty="0" spc="-65"/>
              <a:t> </a:t>
            </a:r>
            <a:r>
              <a:rPr dirty="0"/>
              <a:t>AY</a:t>
            </a:r>
            <a:r>
              <a:rPr dirty="0" spc="240"/>
              <a:t> </a:t>
            </a:r>
            <a:r>
              <a:rPr dirty="0" spc="-65"/>
              <a:t>0</a:t>
            </a:r>
            <a:r>
              <a:rPr dirty="0" spc="-45"/>
              <a:t> </a:t>
            </a:r>
            <a:r>
              <a:rPr dirty="0"/>
              <a:t>5</a:t>
            </a:r>
            <a:r>
              <a:rPr dirty="0" spc="265"/>
              <a:t> </a:t>
            </a:r>
            <a:r>
              <a:rPr dirty="0"/>
              <a:t>·</a:t>
            </a:r>
            <a:r>
              <a:rPr dirty="0" spc="260"/>
              <a:t> </a:t>
            </a:r>
            <a:r>
              <a:rPr dirty="0" spc="-40"/>
              <a:t>W</a:t>
            </a:r>
            <a:r>
              <a:rPr dirty="0" spc="-45"/>
              <a:t> </a:t>
            </a:r>
            <a:r>
              <a:rPr dirty="0" spc="-65"/>
              <a:t>I</a:t>
            </a:r>
            <a:r>
              <a:rPr dirty="0" spc="-45"/>
              <a:t> D </a:t>
            </a:r>
            <a:r>
              <a:rPr dirty="0"/>
              <a:t>G</a:t>
            </a:r>
            <a:r>
              <a:rPr dirty="0" spc="-45"/>
              <a:t> </a:t>
            </a:r>
            <a:r>
              <a:rPr dirty="0" spc="-70"/>
              <a:t>E</a:t>
            </a:r>
            <a:r>
              <a:rPr dirty="0" spc="-45"/>
              <a:t> </a:t>
            </a:r>
            <a:r>
              <a:rPr dirty="0" spc="-114"/>
              <a:t>T</a:t>
            </a:r>
            <a:r>
              <a:rPr dirty="0" spc="-50"/>
              <a:t> </a:t>
            </a:r>
            <a:r>
              <a:rPr dirty="0"/>
              <a:t>S</a:t>
            </a:r>
            <a:r>
              <a:rPr dirty="0" spc="265"/>
              <a:t> </a:t>
            </a:r>
            <a:r>
              <a:rPr dirty="0"/>
              <a:t>&amp;</a:t>
            </a:r>
            <a:r>
              <a:rPr dirty="0" spc="265"/>
              <a:t> </a:t>
            </a:r>
            <a:r>
              <a:rPr dirty="0" spc="-100"/>
              <a:t>L</a:t>
            </a:r>
            <a:r>
              <a:rPr dirty="0" spc="-45"/>
              <a:t> </a:t>
            </a:r>
            <a:r>
              <a:rPr dirty="0" spc="-20"/>
              <a:t>AY</a:t>
            </a:r>
            <a:r>
              <a:rPr dirty="0" spc="-80"/>
              <a:t> </a:t>
            </a:r>
            <a:r>
              <a:rPr dirty="0" spc="-10"/>
              <a:t>O</a:t>
            </a:r>
            <a:r>
              <a:rPr dirty="0" spc="-45"/>
              <a:t> </a:t>
            </a:r>
            <a:r>
              <a:rPr dirty="0"/>
              <a:t>U</a:t>
            </a:r>
            <a:r>
              <a:rPr dirty="0" spc="-45"/>
              <a:t> </a:t>
            </a:r>
            <a:r>
              <a:rPr dirty="0" spc="-50"/>
              <a:t>T</a:t>
            </a:r>
          </a:p>
        </p:txBody>
      </p:sp>
      <p:sp>
        <p:nvSpPr>
          <p:cNvPr id="32" name="object 3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pc="-30"/>
              <a:t>1</a:t>
            </a:r>
            <a:r>
              <a:rPr dirty="0" spc="-120"/>
              <a:t> </a:t>
            </a:r>
            <a:r>
              <a:rPr dirty="0"/>
              <a:t>3</a:t>
            </a:r>
            <a:r>
              <a:rPr dirty="0" spc="204"/>
              <a:t> </a:t>
            </a:r>
            <a:r>
              <a:rPr dirty="0"/>
              <a:t>/</a:t>
            </a:r>
            <a:r>
              <a:rPr dirty="0" spc="204"/>
              <a:t> </a:t>
            </a:r>
            <a:r>
              <a:rPr dirty="0" spc="-30"/>
              <a:t>1</a:t>
            </a:r>
            <a:r>
              <a:rPr dirty="0" spc="-120"/>
              <a:t> </a:t>
            </a:r>
            <a:r>
              <a:rPr dirty="0" spc="-60"/>
              <a:t>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25500" y="530225"/>
            <a:ext cx="2002789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95" b="1">
                <a:solidFill>
                  <a:srgbClr val="FF6A5B"/>
                </a:solidFill>
                <a:latin typeface="Cambria"/>
                <a:cs typeface="Cambria"/>
              </a:rPr>
              <a:t>E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75" b="1">
                <a:solidFill>
                  <a:srgbClr val="FF6A5B"/>
                </a:solidFill>
                <a:latin typeface="Cambria"/>
                <a:cs typeface="Cambria"/>
              </a:rPr>
              <a:t>X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95" b="1">
                <a:solidFill>
                  <a:srgbClr val="FF6A5B"/>
                </a:solidFill>
                <a:latin typeface="Cambria"/>
                <a:cs typeface="Cambria"/>
              </a:rPr>
              <a:t>E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100" b="1">
                <a:solidFill>
                  <a:srgbClr val="FF6A5B"/>
                </a:solidFill>
                <a:latin typeface="Cambria"/>
                <a:cs typeface="Cambria"/>
              </a:rPr>
              <a:t>R</a:t>
            </a:r>
            <a:r>
              <a:rPr dirty="0" sz="900" spc="-45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50" b="1">
                <a:solidFill>
                  <a:srgbClr val="FF6A5B"/>
                </a:solidFill>
                <a:latin typeface="Cambria"/>
                <a:cs typeface="Cambria"/>
              </a:rPr>
              <a:t>C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75" b="1">
                <a:solidFill>
                  <a:srgbClr val="FF6A5B"/>
                </a:solidFill>
                <a:latin typeface="Cambria"/>
                <a:cs typeface="Cambria"/>
              </a:rPr>
              <a:t>I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50" b="1">
                <a:solidFill>
                  <a:srgbClr val="FF6A5B"/>
                </a:solidFill>
                <a:latin typeface="Cambria"/>
                <a:cs typeface="Cambria"/>
              </a:rPr>
              <a:t>S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b="1">
                <a:solidFill>
                  <a:srgbClr val="FF6A5B"/>
                </a:solidFill>
                <a:latin typeface="Cambria"/>
                <a:cs typeface="Cambria"/>
              </a:rPr>
              <a:t>E</a:t>
            </a:r>
            <a:r>
              <a:rPr dirty="0" sz="900" spc="215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b="1">
                <a:solidFill>
                  <a:srgbClr val="FF6A5B"/>
                </a:solidFill>
                <a:latin typeface="Cambria"/>
                <a:cs typeface="Cambria"/>
              </a:rPr>
              <a:t>·</a:t>
            </a:r>
            <a:r>
              <a:rPr dirty="0" sz="900" spc="31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95" b="1">
                <a:solidFill>
                  <a:srgbClr val="FF6A5B"/>
                </a:solidFill>
                <a:latin typeface="Cambria"/>
                <a:cs typeface="Cambria"/>
              </a:rPr>
              <a:t>E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75" b="1">
                <a:solidFill>
                  <a:srgbClr val="FF6A5B"/>
                </a:solidFill>
                <a:latin typeface="Cambria"/>
                <a:cs typeface="Cambria"/>
              </a:rPr>
              <a:t>X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140" b="1">
                <a:solidFill>
                  <a:srgbClr val="FF6A5B"/>
                </a:solidFill>
                <a:latin typeface="Cambria"/>
                <a:cs typeface="Cambria"/>
              </a:rPr>
              <a:t>T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95" b="1">
                <a:solidFill>
                  <a:srgbClr val="FF6A5B"/>
                </a:solidFill>
                <a:latin typeface="Cambria"/>
                <a:cs typeface="Cambria"/>
              </a:rPr>
              <a:t>E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30" b="1">
                <a:solidFill>
                  <a:srgbClr val="FF6A5B"/>
                </a:solidFill>
                <a:latin typeface="Cambria"/>
                <a:cs typeface="Cambria"/>
              </a:rPr>
              <a:t>N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b="1">
                <a:solidFill>
                  <a:srgbClr val="FF6A5B"/>
                </a:solidFill>
                <a:latin typeface="Cambria"/>
                <a:cs typeface="Cambria"/>
              </a:rPr>
              <a:t>D</a:t>
            </a:r>
            <a:r>
              <a:rPr dirty="0" sz="900" spc="315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b="1">
                <a:solidFill>
                  <a:srgbClr val="FF6A5B"/>
                </a:solidFill>
                <a:latin typeface="Cambria"/>
                <a:cs typeface="Cambria"/>
              </a:rPr>
              <a:t>+</a:t>
            </a:r>
            <a:r>
              <a:rPr dirty="0" sz="900" spc="31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80" b="1">
                <a:solidFill>
                  <a:srgbClr val="FF6A5B"/>
                </a:solidFill>
                <a:latin typeface="Cambria"/>
                <a:cs typeface="Cambria"/>
              </a:rPr>
              <a:t>P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75" b="1">
                <a:solidFill>
                  <a:srgbClr val="FF6A5B"/>
                </a:solidFill>
                <a:latin typeface="Cambria"/>
                <a:cs typeface="Cambria"/>
              </a:rPr>
              <a:t>I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140" b="1">
                <a:solidFill>
                  <a:srgbClr val="FF6A5B"/>
                </a:solidFill>
                <a:latin typeface="Cambria"/>
                <a:cs typeface="Cambria"/>
              </a:rPr>
              <a:t>T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20" b="1">
                <a:solidFill>
                  <a:srgbClr val="FF6A5B"/>
                </a:solidFill>
                <a:latin typeface="Cambria"/>
                <a:cs typeface="Cambria"/>
              </a:rPr>
              <a:t>FA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120" b="1">
                <a:solidFill>
                  <a:srgbClr val="FF6A5B"/>
                </a:solidFill>
                <a:latin typeface="Cambria"/>
                <a:cs typeface="Cambria"/>
              </a:rPr>
              <a:t>L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120" b="1">
                <a:solidFill>
                  <a:srgbClr val="FF6A5B"/>
                </a:solidFill>
                <a:latin typeface="Cambria"/>
                <a:cs typeface="Cambria"/>
              </a:rPr>
              <a:t>L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50" b="1">
                <a:solidFill>
                  <a:srgbClr val="FF6A5B"/>
                </a:solidFill>
                <a:latin typeface="Cambria"/>
                <a:cs typeface="Cambria"/>
              </a:rPr>
              <a:t>S</a:t>
            </a:r>
            <a:endParaRPr sz="9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73099" y="787400"/>
            <a:ext cx="5427345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175" b="1">
                <a:solidFill>
                  <a:srgbClr val="293283"/>
                </a:solidFill>
                <a:latin typeface="Cambria"/>
                <a:cs typeface="Cambria"/>
              </a:rPr>
              <a:t>Finished</a:t>
            </a:r>
            <a:r>
              <a:rPr dirty="0" sz="2100" spc="-20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2100" spc="-140" b="1">
                <a:solidFill>
                  <a:srgbClr val="293283"/>
                </a:solidFill>
                <a:latin typeface="Cambria"/>
                <a:cs typeface="Cambria"/>
              </a:rPr>
              <a:t>early?</a:t>
            </a:r>
            <a:r>
              <a:rPr dirty="0" sz="2100" spc="-20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2100" spc="-150" b="1">
                <a:solidFill>
                  <a:srgbClr val="293283"/>
                </a:solidFill>
                <a:latin typeface="Cambria"/>
                <a:cs typeface="Cambria"/>
              </a:rPr>
              <a:t>Add</a:t>
            </a:r>
            <a:r>
              <a:rPr dirty="0" sz="2100" spc="-20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2100" spc="-135" b="1">
                <a:solidFill>
                  <a:srgbClr val="293283"/>
                </a:solidFill>
                <a:latin typeface="Cambria"/>
                <a:cs typeface="Cambria"/>
              </a:rPr>
              <a:t>validation.</a:t>
            </a:r>
            <a:r>
              <a:rPr dirty="0" sz="2100" spc="-20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2100" spc="-165" b="1">
                <a:solidFill>
                  <a:srgbClr val="293283"/>
                </a:solidFill>
                <a:latin typeface="Cambria"/>
                <a:cs typeface="Cambria"/>
              </a:rPr>
              <a:t>Or</a:t>
            </a:r>
            <a:r>
              <a:rPr dirty="0" sz="2100" spc="-20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2100" spc="-165" b="1">
                <a:solidFill>
                  <a:srgbClr val="293283"/>
                </a:solidFill>
                <a:latin typeface="Cambria"/>
                <a:cs typeface="Cambria"/>
              </a:rPr>
              <a:t>read</a:t>
            </a:r>
            <a:r>
              <a:rPr dirty="0" sz="2100" spc="-20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2100" spc="-105" b="1">
                <a:solidFill>
                  <a:srgbClr val="293283"/>
                </a:solidFill>
                <a:latin typeface="Cambria"/>
                <a:cs typeface="Cambria"/>
              </a:rPr>
              <a:t>the</a:t>
            </a:r>
            <a:r>
              <a:rPr dirty="0" sz="2100" spc="-20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2100" spc="-90" b="1">
                <a:solidFill>
                  <a:srgbClr val="293283"/>
                </a:solidFill>
                <a:latin typeface="Cambria"/>
                <a:cs typeface="Cambria"/>
              </a:rPr>
              <a:t>pitfalls.</a:t>
            </a:r>
            <a:endParaRPr sz="21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412632" y="716915"/>
            <a:ext cx="4107179" cy="406400"/>
          </a:xfrm>
          <a:prstGeom prst="rect">
            <a:avLst/>
          </a:prstGeom>
        </p:spPr>
        <p:txBody>
          <a:bodyPr wrap="square" lIns="0" tIns="57785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455"/>
              </a:spcBef>
            </a:pPr>
            <a:r>
              <a:rPr dirty="0" sz="950" spc="-40">
                <a:solidFill>
                  <a:srgbClr val="4A4E6A"/>
                </a:solidFill>
                <a:latin typeface="Tahoma"/>
                <a:cs typeface="Tahoma"/>
              </a:rPr>
              <a:t>Three</a:t>
            </a:r>
            <a:r>
              <a:rPr dirty="0" sz="95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50" spc="-35">
                <a:solidFill>
                  <a:srgbClr val="4A4E6A"/>
                </a:solidFill>
                <a:latin typeface="Tahoma"/>
                <a:cs typeface="Tahoma"/>
              </a:rPr>
              <a:t>extension</a:t>
            </a:r>
            <a:r>
              <a:rPr dirty="0" sz="95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50" spc="-35">
                <a:solidFill>
                  <a:srgbClr val="4A4E6A"/>
                </a:solidFill>
                <a:latin typeface="Tahoma"/>
                <a:cs typeface="Tahoma"/>
              </a:rPr>
              <a:t>ideas</a:t>
            </a:r>
            <a:r>
              <a:rPr dirty="0" sz="95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50" spc="-20">
                <a:solidFill>
                  <a:srgbClr val="4A4E6A"/>
                </a:solidFill>
                <a:latin typeface="Tahoma"/>
                <a:cs typeface="Tahoma"/>
              </a:rPr>
              <a:t>for</a:t>
            </a:r>
            <a:r>
              <a:rPr dirty="0" sz="95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50" spc="-40">
                <a:solidFill>
                  <a:srgbClr val="4A4E6A"/>
                </a:solidFill>
                <a:latin typeface="Tahoma"/>
                <a:cs typeface="Tahoma"/>
              </a:rPr>
              <a:t>fast</a:t>
            </a:r>
            <a:r>
              <a:rPr dirty="0" sz="95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50" spc="-40">
                <a:solidFill>
                  <a:srgbClr val="4A4E6A"/>
                </a:solidFill>
                <a:latin typeface="Tahoma"/>
                <a:cs typeface="Tahoma"/>
              </a:rPr>
              <a:t>students.</a:t>
            </a:r>
            <a:r>
              <a:rPr dirty="0" sz="95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50" spc="-40">
                <a:solidFill>
                  <a:srgbClr val="4A4E6A"/>
                </a:solidFill>
                <a:latin typeface="Tahoma"/>
                <a:cs typeface="Tahoma"/>
              </a:rPr>
              <a:t>Three</a:t>
            </a:r>
            <a:r>
              <a:rPr dirty="0" sz="95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50" spc="-25">
                <a:solidFill>
                  <a:srgbClr val="4A4E6A"/>
                </a:solidFill>
                <a:latin typeface="Tahoma"/>
                <a:cs typeface="Tahoma"/>
              </a:rPr>
              <a:t>pitfalls</a:t>
            </a:r>
            <a:r>
              <a:rPr dirty="0" sz="95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50" spc="-35">
                <a:solidFill>
                  <a:srgbClr val="4A4E6A"/>
                </a:solidFill>
                <a:latin typeface="Tahoma"/>
                <a:cs typeface="Tahoma"/>
              </a:rPr>
              <a:t>everyone</a:t>
            </a:r>
            <a:r>
              <a:rPr dirty="0" sz="95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50" spc="-25">
                <a:solidFill>
                  <a:srgbClr val="4A4E6A"/>
                </a:solidFill>
                <a:latin typeface="Tahoma"/>
                <a:cs typeface="Tahoma"/>
              </a:rPr>
              <a:t>hits</a:t>
            </a:r>
            <a:r>
              <a:rPr dirty="0" sz="95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50" spc="-10">
                <a:solidFill>
                  <a:srgbClr val="4A4E6A"/>
                </a:solidFill>
                <a:latin typeface="Tahoma"/>
                <a:cs typeface="Tahoma"/>
              </a:rPr>
              <a:t>with</a:t>
            </a:r>
            <a:r>
              <a:rPr dirty="0" sz="95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50" spc="-35">
                <a:solidFill>
                  <a:srgbClr val="4A4E6A"/>
                </a:solidFill>
                <a:latin typeface="Tahoma"/>
                <a:cs typeface="Tahoma"/>
              </a:rPr>
              <a:t>forms</a:t>
            </a:r>
            <a:r>
              <a:rPr dirty="0" sz="95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50" spc="-25">
                <a:solidFill>
                  <a:srgbClr val="4A4E6A"/>
                </a:solidFill>
                <a:latin typeface="Tahoma"/>
                <a:cs typeface="Tahoma"/>
              </a:rPr>
              <a:t>and</a:t>
            </a:r>
            <a:endParaRPr sz="950">
              <a:latin typeface="Tahoma"/>
              <a:cs typeface="Tahoma"/>
            </a:endParaRPr>
          </a:p>
          <a:p>
            <a:pPr algn="r" marR="5080">
              <a:lnSpc>
                <a:spcPct val="100000"/>
              </a:lnSpc>
              <a:spcBef>
                <a:spcPts val="360"/>
              </a:spcBef>
            </a:pPr>
            <a:r>
              <a:rPr dirty="0" sz="950" spc="-10">
                <a:solidFill>
                  <a:srgbClr val="4A4E6A"/>
                </a:solidFill>
                <a:latin typeface="Tahoma"/>
                <a:cs typeface="Tahoma"/>
              </a:rPr>
              <a:t>session_state.</a:t>
            </a:r>
            <a:endParaRPr sz="95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85799" y="1266825"/>
            <a:ext cx="5334000" cy="4552950"/>
            <a:chOff x="685799" y="1266825"/>
            <a:chExt cx="5334000" cy="4552950"/>
          </a:xfrm>
        </p:grpSpPr>
        <p:sp>
          <p:nvSpPr>
            <p:cNvPr id="6" name="object 6"/>
            <p:cNvSpPr/>
            <p:nvPr/>
          </p:nvSpPr>
          <p:spPr>
            <a:xfrm>
              <a:off x="704849" y="1271587"/>
              <a:ext cx="5310505" cy="4543425"/>
            </a:xfrm>
            <a:custGeom>
              <a:avLst/>
              <a:gdLst/>
              <a:ahLst/>
              <a:cxnLst/>
              <a:rect l="l" t="t" r="r" b="b"/>
              <a:pathLst>
                <a:path w="5310505" h="4543425">
                  <a:moveTo>
                    <a:pt x="5190042" y="4543424"/>
                  </a:moveTo>
                  <a:lnTo>
                    <a:pt x="106794" y="4543424"/>
                  </a:lnTo>
                  <a:lnTo>
                    <a:pt x="99362" y="4542600"/>
                  </a:lnTo>
                  <a:lnTo>
                    <a:pt x="57038" y="4526444"/>
                  </a:lnTo>
                  <a:lnTo>
                    <a:pt x="28170" y="4499791"/>
                  </a:lnTo>
                  <a:lnTo>
                    <a:pt x="5828" y="4456244"/>
                  </a:lnTo>
                  <a:lnTo>
                    <a:pt x="0" y="4423280"/>
                  </a:lnTo>
                  <a:lnTo>
                    <a:pt x="0" y="4414837"/>
                  </a:lnTo>
                  <a:lnTo>
                    <a:pt x="0" y="120144"/>
                  </a:lnTo>
                  <a:lnTo>
                    <a:pt x="11572" y="71578"/>
                  </a:lnTo>
                  <a:lnTo>
                    <a:pt x="38784" y="31692"/>
                  </a:lnTo>
                  <a:lnTo>
                    <a:pt x="77493" y="6557"/>
                  </a:lnTo>
                  <a:lnTo>
                    <a:pt x="106794" y="0"/>
                  </a:lnTo>
                  <a:lnTo>
                    <a:pt x="5190042" y="0"/>
                  </a:lnTo>
                  <a:lnTo>
                    <a:pt x="5238607" y="13019"/>
                  </a:lnTo>
                  <a:lnTo>
                    <a:pt x="5278494" y="43632"/>
                  </a:lnTo>
                  <a:lnTo>
                    <a:pt x="5303629" y="87179"/>
                  </a:lnTo>
                  <a:lnTo>
                    <a:pt x="5310186" y="120144"/>
                  </a:lnTo>
                  <a:lnTo>
                    <a:pt x="5310186" y="4423280"/>
                  </a:lnTo>
                  <a:lnTo>
                    <a:pt x="5297167" y="4471844"/>
                  </a:lnTo>
                  <a:lnTo>
                    <a:pt x="5266554" y="4511731"/>
                  </a:lnTo>
                  <a:lnTo>
                    <a:pt x="5223006" y="4536866"/>
                  </a:lnTo>
                  <a:lnTo>
                    <a:pt x="5198405" y="4542600"/>
                  </a:lnTo>
                  <a:lnTo>
                    <a:pt x="5190042" y="45434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753770" y="1266824"/>
              <a:ext cx="5266055" cy="4552950"/>
            </a:xfrm>
            <a:custGeom>
              <a:avLst/>
              <a:gdLst/>
              <a:ahLst/>
              <a:cxnLst/>
              <a:rect l="l" t="t" r="r" b="b"/>
              <a:pathLst>
                <a:path w="5266055" h="4552950">
                  <a:moveTo>
                    <a:pt x="5266017" y="133350"/>
                  </a:moveTo>
                  <a:lnTo>
                    <a:pt x="5260314" y="94703"/>
                  </a:lnTo>
                  <a:lnTo>
                    <a:pt x="5243563" y="59258"/>
                  </a:lnTo>
                  <a:lnTo>
                    <a:pt x="5227409" y="39573"/>
                  </a:lnTo>
                  <a:lnTo>
                    <a:pt x="5195595" y="15773"/>
                  </a:lnTo>
                  <a:lnTo>
                    <a:pt x="5158689" y="2540"/>
                  </a:lnTo>
                  <a:lnTo>
                    <a:pt x="5132667" y="0"/>
                  </a:lnTo>
                  <a:lnTo>
                    <a:pt x="65366" y="0"/>
                  </a:lnTo>
                  <a:lnTo>
                    <a:pt x="26720" y="5715"/>
                  </a:lnTo>
                  <a:lnTo>
                    <a:pt x="0" y="17233"/>
                  </a:lnTo>
                  <a:lnTo>
                    <a:pt x="22542" y="22872"/>
                  </a:lnTo>
                  <a:lnTo>
                    <a:pt x="28917" y="18961"/>
                  </a:lnTo>
                  <a:lnTo>
                    <a:pt x="37769" y="14833"/>
                  </a:lnTo>
                  <a:lnTo>
                    <a:pt x="46786" y="11887"/>
                  </a:lnTo>
                  <a:lnTo>
                    <a:pt x="55994" y="10121"/>
                  </a:lnTo>
                  <a:lnTo>
                    <a:pt x="65366" y="9525"/>
                  </a:lnTo>
                  <a:lnTo>
                    <a:pt x="5132667" y="9525"/>
                  </a:lnTo>
                  <a:lnTo>
                    <a:pt x="5180063" y="18961"/>
                  </a:lnTo>
                  <a:lnTo>
                    <a:pt x="5220233" y="45796"/>
                  </a:lnTo>
                  <a:lnTo>
                    <a:pt x="5220678" y="46304"/>
                  </a:lnTo>
                  <a:lnTo>
                    <a:pt x="5228437" y="54838"/>
                  </a:lnTo>
                  <a:lnTo>
                    <a:pt x="5251196" y="97459"/>
                  </a:lnTo>
                  <a:lnTo>
                    <a:pt x="5256492" y="133350"/>
                  </a:lnTo>
                  <a:lnTo>
                    <a:pt x="5256492" y="4419600"/>
                  </a:lnTo>
                  <a:lnTo>
                    <a:pt x="5247068" y="4466996"/>
                  </a:lnTo>
                  <a:lnTo>
                    <a:pt x="5220678" y="4506658"/>
                  </a:lnTo>
                  <a:lnTo>
                    <a:pt x="5220233" y="4507166"/>
                  </a:lnTo>
                  <a:lnTo>
                    <a:pt x="5180063" y="4534001"/>
                  </a:lnTo>
                  <a:lnTo>
                    <a:pt x="5145125" y="4542802"/>
                  </a:lnTo>
                  <a:lnTo>
                    <a:pt x="5145646" y="4542802"/>
                  </a:lnTo>
                  <a:lnTo>
                    <a:pt x="5132667" y="4543425"/>
                  </a:lnTo>
                  <a:lnTo>
                    <a:pt x="65366" y="4543425"/>
                  </a:lnTo>
                  <a:lnTo>
                    <a:pt x="55397" y="4542802"/>
                  </a:lnTo>
                  <a:lnTo>
                    <a:pt x="55791" y="4542802"/>
                  </a:lnTo>
                  <a:lnTo>
                    <a:pt x="46786" y="4541075"/>
                  </a:lnTo>
                  <a:lnTo>
                    <a:pt x="37769" y="4538129"/>
                  </a:lnTo>
                  <a:lnTo>
                    <a:pt x="28917" y="4534001"/>
                  </a:lnTo>
                  <a:lnTo>
                    <a:pt x="22542" y="4530090"/>
                  </a:lnTo>
                  <a:lnTo>
                    <a:pt x="0" y="4535729"/>
                  </a:lnTo>
                  <a:lnTo>
                    <a:pt x="39357" y="4550422"/>
                  </a:lnTo>
                  <a:lnTo>
                    <a:pt x="65366" y="4552950"/>
                  </a:lnTo>
                  <a:lnTo>
                    <a:pt x="5132667" y="4552950"/>
                  </a:lnTo>
                  <a:lnTo>
                    <a:pt x="5145811" y="4552327"/>
                  </a:lnTo>
                  <a:lnTo>
                    <a:pt x="5158689" y="4550422"/>
                  </a:lnTo>
                  <a:lnTo>
                    <a:pt x="5171325" y="4547247"/>
                  </a:lnTo>
                  <a:lnTo>
                    <a:pt x="5181955" y="4543425"/>
                  </a:lnTo>
                  <a:lnTo>
                    <a:pt x="5183708" y="4542802"/>
                  </a:lnTo>
                  <a:lnTo>
                    <a:pt x="5217223" y="4522736"/>
                  </a:lnTo>
                  <a:lnTo>
                    <a:pt x="5243563" y="4493704"/>
                  </a:lnTo>
                  <a:lnTo>
                    <a:pt x="5260314" y="4458259"/>
                  </a:lnTo>
                  <a:lnTo>
                    <a:pt x="5266017" y="4419600"/>
                  </a:lnTo>
                  <a:lnTo>
                    <a:pt x="5266017" y="133350"/>
                  </a:lnTo>
                  <a:close/>
                </a:path>
              </a:pathLst>
            </a:custGeom>
            <a:solidFill>
              <a:srgbClr val="E4DE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685799" y="1283888"/>
              <a:ext cx="90805" cy="4519295"/>
            </a:xfrm>
            <a:custGeom>
              <a:avLst/>
              <a:gdLst/>
              <a:ahLst/>
              <a:cxnLst/>
              <a:rect l="l" t="t" r="r" b="b"/>
              <a:pathLst>
                <a:path w="90804" h="4519295">
                  <a:moveTo>
                    <a:pt x="68255" y="4518822"/>
                  </a:moveTo>
                  <a:lnTo>
                    <a:pt x="30217" y="4487090"/>
                  </a:lnTo>
                  <a:lnTo>
                    <a:pt x="10150" y="4453566"/>
                  </a:lnTo>
                  <a:lnTo>
                    <a:pt x="634" y="4415672"/>
                  </a:lnTo>
                  <a:lnTo>
                    <a:pt x="0" y="4402536"/>
                  </a:lnTo>
                  <a:lnTo>
                    <a:pt x="0" y="116286"/>
                  </a:lnTo>
                  <a:lnTo>
                    <a:pt x="5709" y="77634"/>
                  </a:lnTo>
                  <a:lnTo>
                    <a:pt x="22452" y="42187"/>
                  </a:lnTo>
                  <a:lnTo>
                    <a:pt x="48794" y="13153"/>
                  </a:lnTo>
                  <a:lnTo>
                    <a:pt x="68254" y="0"/>
                  </a:lnTo>
                  <a:lnTo>
                    <a:pt x="90791" y="5634"/>
                  </a:lnTo>
                  <a:lnTo>
                    <a:pt x="88403" y="7099"/>
                  </a:lnTo>
                  <a:lnTo>
                    <a:pt x="80421" y="13310"/>
                  </a:lnTo>
                  <a:lnTo>
                    <a:pt x="54137" y="47479"/>
                  </a:lnTo>
                  <a:lnTo>
                    <a:pt x="39912" y="92124"/>
                  </a:lnTo>
                  <a:lnTo>
                    <a:pt x="38100" y="116286"/>
                  </a:lnTo>
                  <a:lnTo>
                    <a:pt x="38100" y="4402536"/>
                  </a:lnTo>
                  <a:lnTo>
                    <a:pt x="45350" y="4449921"/>
                  </a:lnTo>
                  <a:lnTo>
                    <a:pt x="65998" y="4490093"/>
                  </a:lnTo>
                  <a:lnTo>
                    <a:pt x="90792" y="4513187"/>
                  </a:lnTo>
                  <a:lnTo>
                    <a:pt x="68255" y="4518822"/>
                  </a:lnTo>
                  <a:close/>
                </a:path>
              </a:pathLst>
            </a:custGeom>
            <a:solidFill>
              <a:srgbClr val="29328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895349" y="1700212"/>
              <a:ext cx="4943475" cy="0"/>
            </a:xfrm>
            <a:custGeom>
              <a:avLst/>
              <a:gdLst/>
              <a:ahLst/>
              <a:cxnLst/>
              <a:rect l="l" t="t" r="r" b="b"/>
              <a:pathLst>
                <a:path w="4943475" h="0">
                  <a:moveTo>
                    <a:pt x="0" y="0"/>
                  </a:moveTo>
                  <a:lnTo>
                    <a:pt x="4943474" y="0"/>
                  </a:lnTo>
                </a:path>
              </a:pathLst>
            </a:custGeom>
            <a:ln w="9524">
              <a:solidFill>
                <a:srgbClr val="E4DED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895350" y="1416050"/>
            <a:ext cx="115062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900" spc="-95" b="1">
                <a:solidFill>
                  <a:srgbClr val="293283"/>
                </a:solidFill>
                <a:latin typeface="Cambria"/>
                <a:cs typeface="Cambria"/>
              </a:rPr>
              <a:t>E</a:t>
            </a:r>
            <a:r>
              <a:rPr dirty="0" sz="900" spc="-40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900" spc="-75" b="1">
                <a:solidFill>
                  <a:srgbClr val="293283"/>
                </a:solidFill>
                <a:latin typeface="Cambria"/>
                <a:cs typeface="Cambria"/>
              </a:rPr>
              <a:t>X</a:t>
            </a:r>
            <a:r>
              <a:rPr dirty="0" sz="900" spc="-35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900" spc="-140" b="1">
                <a:solidFill>
                  <a:srgbClr val="293283"/>
                </a:solidFill>
                <a:latin typeface="Cambria"/>
                <a:cs typeface="Cambria"/>
              </a:rPr>
              <a:t>T</a:t>
            </a:r>
            <a:r>
              <a:rPr dirty="0" sz="900" spc="-40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900" spc="-95" b="1">
                <a:solidFill>
                  <a:srgbClr val="293283"/>
                </a:solidFill>
                <a:latin typeface="Cambria"/>
                <a:cs typeface="Cambria"/>
              </a:rPr>
              <a:t>E</a:t>
            </a:r>
            <a:r>
              <a:rPr dirty="0" sz="900" spc="-35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900" spc="-30" b="1">
                <a:solidFill>
                  <a:srgbClr val="293283"/>
                </a:solidFill>
                <a:latin typeface="Cambria"/>
                <a:cs typeface="Cambria"/>
              </a:rPr>
              <a:t>N</a:t>
            </a:r>
            <a:r>
              <a:rPr dirty="0" sz="900" spc="-40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900" spc="-50" b="1">
                <a:solidFill>
                  <a:srgbClr val="293283"/>
                </a:solidFill>
                <a:latin typeface="Cambria"/>
                <a:cs typeface="Cambria"/>
              </a:rPr>
              <a:t>S</a:t>
            </a:r>
            <a:r>
              <a:rPr dirty="0" sz="900" spc="-35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900" spc="-75" b="1">
                <a:solidFill>
                  <a:srgbClr val="293283"/>
                </a:solidFill>
                <a:latin typeface="Cambria"/>
                <a:cs typeface="Cambria"/>
              </a:rPr>
              <a:t>I</a:t>
            </a:r>
            <a:r>
              <a:rPr dirty="0" sz="900" spc="-40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900" spc="-20" b="1">
                <a:solidFill>
                  <a:srgbClr val="293283"/>
                </a:solidFill>
                <a:latin typeface="Cambria"/>
                <a:cs typeface="Cambria"/>
              </a:rPr>
              <a:t>O</a:t>
            </a:r>
            <a:r>
              <a:rPr dirty="0" sz="900" spc="-35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900" b="1">
                <a:solidFill>
                  <a:srgbClr val="293283"/>
                </a:solidFill>
                <a:latin typeface="Cambria"/>
                <a:cs typeface="Cambria"/>
              </a:rPr>
              <a:t>N</a:t>
            </a:r>
            <a:r>
              <a:rPr dirty="0" sz="900" spc="335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900" spc="-75" b="1">
                <a:solidFill>
                  <a:srgbClr val="293283"/>
                </a:solidFill>
                <a:latin typeface="Cambria"/>
                <a:cs typeface="Cambria"/>
              </a:rPr>
              <a:t>I</a:t>
            </a:r>
            <a:r>
              <a:rPr dirty="0" sz="900" spc="-35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900" spc="-85" b="1">
                <a:solidFill>
                  <a:srgbClr val="293283"/>
                </a:solidFill>
                <a:latin typeface="Cambria"/>
                <a:cs typeface="Cambria"/>
              </a:rPr>
              <a:t>D</a:t>
            </a:r>
            <a:r>
              <a:rPr dirty="0" sz="900" spc="-40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900" spc="-95" b="1">
                <a:solidFill>
                  <a:srgbClr val="293283"/>
                </a:solidFill>
                <a:latin typeface="Cambria"/>
                <a:cs typeface="Cambria"/>
              </a:rPr>
              <a:t>E</a:t>
            </a:r>
            <a:r>
              <a:rPr dirty="0" sz="900" spc="-45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900" spc="-55" b="1">
                <a:solidFill>
                  <a:srgbClr val="293283"/>
                </a:solidFill>
                <a:latin typeface="Cambria"/>
                <a:cs typeface="Cambria"/>
              </a:rPr>
              <a:t>A</a:t>
            </a:r>
            <a:r>
              <a:rPr dirty="0" sz="900" spc="-40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900" spc="-50" b="1">
                <a:solidFill>
                  <a:srgbClr val="293283"/>
                </a:solidFill>
                <a:latin typeface="Cambria"/>
                <a:cs typeface="Cambria"/>
              </a:rPr>
              <a:t>S</a:t>
            </a:r>
            <a:endParaRPr sz="900">
              <a:latin typeface="Cambria"/>
              <a:cs typeface="Cambri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810124" y="1409699"/>
            <a:ext cx="1028700" cy="190500"/>
          </a:xfrm>
          <a:custGeom>
            <a:avLst/>
            <a:gdLst/>
            <a:ahLst/>
            <a:cxnLst/>
            <a:rect l="l" t="t" r="r" b="b"/>
            <a:pathLst>
              <a:path w="1028700" h="190500">
                <a:moveTo>
                  <a:pt x="939703" y="190499"/>
                </a:moveTo>
                <a:lnTo>
                  <a:pt x="88995" y="190499"/>
                </a:lnTo>
                <a:lnTo>
                  <a:pt x="82801" y="189889"/>
                </a:lnTo>
                <a:lnTo>
                  <a:pt x="37131" y="170972"/>
                </a:lnTo>
                <a:lnTo>
                  <a:pt x="9643" y="137478"/>
                </a:lnTo>
                <a:lnTo>
                  <a:pt x="0" y="101504"/>
                </a:lnTo>
                <a:lnTo>
                  <a:pt x="0" y="95249"/>
                </a:lnTo>
                <a:lnTo>
                  <a:pt x="0" y="88995"/>
                </a:lnTo>
                <a:lnTo>
                  <a:pt x="12577" y="47531"/>
                </a:lnTo>
                <a:lnTo>
                  <a:pt x="47531" y="12577"/>
                </a:lnTo>
                <a:lnTo>
                  <a:pt x="88995" y="0"/>
                </a:lnTo>
                <a:lnTo>
                  <a:pt x="939703" y="0"/>
                </a:lnTo>
                <a:lnTo>
                  <a:pt x="981167" y="12577"/>
                </a:lnTo>
                <a:lnTo>
                  <a:pt x="1016121" y="47531"/>
                </a:lnTo>
                <a:lnTo>
                  <a:pt x="1028699" y="88995"/>
                </a:lnTo>
                <a:lnTo>
                  <a:pt x="1028699" y="101504"/>
                </a:lnTo>
                <a:lnTo>
                  <a:pt x="1016121" y="142967"/>
                </a:lnTo>
                <a:lnTo>
                  <a:pt x="981167" y="177921"/>
                </a:lnTo>
                <a:lnTo>
                  <a:pt x="945898" y="189889"/>
                </a:lnTo>
                <a:lnTo>
                  <a:pt x="939703" y="190499"/>
                </a:lnTo>
                <a:close/>
              </a:path>
            </a:pathLst>
          </a:custGeom>
          <a:solidFill>
            <a:srgbClr val="E7E9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4893319" y="1430337"/>
            <a:ext cx="859790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700" spc="-70" b="1">
                <a:solidFill>
                  <a:srgbClr val="293283"/>
                </a:solidFill>
                <a:latin typeface="Cambria"/>
                <a:cs typeface="Cambria"/>
              </a:rPr>
              <a:t>F</a:t>
            </a:r>
            <a:r>
              <a:rPr dirty="0" sz="700" spc="-65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700" spc="-20" b="1">
                <a:solidFill>
                  <a:srgbClr val="293283"/>
                </a:solidFill>
                <a:latin typeface="Cambria"/>
                <a:cs typeface="Cambria"/>
              </a:rPr>
              <a:t>o</a:t>
            </a:r>
            <a:r>
              <a:rPr dirty="0" sz="700" spc="-55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700" b="1">
                <a:solidFill>
                  <a:srgbClr val="293283"/>
                </a:solidFill>
                <a:latin typeface="Cambria"/>
                <a:cs typeface="Cambria"/>
              </a:rPr>
              <a:t>r</a:t>
            </a:r>
            <a:r>
              <a:rPr dirty="0" sz="700" spc="190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700" spc="-10" b="1">
                <a:solidFill>
                  <a:srgbClr val="293283"/>
                </a:solidFill>
                <a:latin typeface="Cambria"/>
                <a:cs typeface="Cambria"/>
              </a:rPr>
              <a:t>Fa</a:t>
            </a:r>
            <a:r>
              <a:rPr dirty="0" sz="700" spc="-55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700" spc="-50" b="1">
                <a:solidFill>
                  <a:srgbClr val="293283"/>
                </a:solidFill>
                <a:latin typeface="Cambria"/>
                <a:cs typeface="Cambria"/>
              </a:rPr>
              <a:t>s</a:t>
            </a:r>
            <a:r>
              <a:rPr dirty="0" sz="700" spc="-65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700" b="1">
                <a:solidFill>
                  <a:srgbClr val="293283"/>
                </a:solidFill>
                <a:latin typeface="Cambria"/>
                <a:cs typeface="Cambria"/>
              </a:rPr>
              <a:t>t</a:t>
            </a:r>
            <a:r>
              <a:rPr dirty="0" sz="700" spc="200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700" spc="-35" b="1">
                <a:solidFill>
                  <a:srgbClr val="293283"/>
                </a:solidFill>
                <a:latin typeface="Cambria"/>
                <a:cs typeface="Cambria"/>
              </a:rPr>
              <a:t>S</a:t>
            </a:r>
            <a:r>
              <a:rPr dirty="0" sz="700" spc="-55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700" spc="-10" b="1">
                <a:solidFill>
                  <a:srgbClr val="293283"/>
                </a:solidFill>
                <a:latin typeface="Cambria"/>
                <a:cs typeface="Cambria"/>
              </a:rPr>
              <a:t>t</a:t>
            </a:r>
            <a:r>
              <a:rPr dirty="0" sz="700" spc="-55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700" spc="-40" b="1">
                <a:solidFill>
                  <a:srgbClr val="293283"/>
                </a:solidFill>
                <a:latin typeface="Cambria"/>
                <a:cs typeface="Cambria"/>
              </a:rPr>
              <a:t>u</a:t>
            </a:r>
            <a:r>
              <a:rPr dirty="0" sz="700" spc="-55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700" spc="-40" b="1">
                <a:solidFill>
                  <a:srgbClr val="293283"/>
                </a:solidFill>
                <a:latin typeface="Cambria"/>
                <a:cs typeface="Cambria"/>
              </a:rPr>
              <a:t>d</a:t>
            </a:r>
            <a:r>
              <a:rPr dirty="0" sz="700" spc="-55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700" spc="-25" b="1">
                <a:solidFill>
                  <a:srgbClr val="293283"/>
                </a:solidFill>
                <a:latin typeface="Cambria"/>
                <a:cs typeface="Cambria"/>
              </a:rPr>
              <a:t>e</a:t>
            </a:r>
            <a:r>
              <a:rPr dirty="0" sz="700" spc="-55" b="1">
                <a:solidFill>
                  <a:srgbClr val="293283"/>
                </a:solidFill>
                <a:latin typeface="Cambria"/>
                <a:cs typeface="Cambria"/>
              </a:rPr>
              <a:t> n</a:t>
            </a:r>
            <a:r>
              <a:rPr dirty="0" sz="700" spc="-65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700" spc="-10" b="1">
                <a:solidFill>
                  <a:srgbClr val="293283"/>
                </a:solidFill>
                <a:latin typeface="Cambria"/>
                <a:cs typeface="Cambria"/>
              </a:rPr>
              <a:t>t</a:t>
            </a:r>
            <a:r>
              <a:rPr dirty="0" sz="700" spc="-55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700" spc="-50" b="1">
                <a:solidFill>
                  <a:srgbClr val="293283"/>
                </a:solidFill>
                <a:latin typeface="Cambria"/>
                <a:cs typeface="Cambria"/>
              </a:rPr>
              <a:t>s</a:t>
            </a:r>
            <a:endParaRPr sz="700">
              <a:latin typeface="Cambria"/>
              <a:cs typeface="Cambri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5349" y="1828799"/>
            <a:ext cx="247649" cy="247649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985688" y="1854200"/>
            <a:ext cx="8064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050" spc="-50" b="1">
                <a:solidFill>
                  <a:srgbClr val="FFFFFF"/>
                </a:solidFill>
                <a:latin typeface="Cambria"/>
                <a:cs typeface="Cambria"/>
              </a:rPr>
              <a:t>1</a:t>
            </a:r>
            <a:endParaRPr sz="1050">
              <a:latin typeface="Cambria"/>
              <a:cs typeface="Cambri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257287" y="2028824"/>
            <a:ext cx="4267200" cy="295275"/>
          </a:xfrm>
          <a:custGeom>
            <a:avLst/>
            <a:gdLst/>
            <a:ahLst/>
            <a:cxnLst/>
            <a:rect l="l" t="t" r="r" b="b"/>
            <a:pathLst>
              <a:path w="4267200" h="295275">
                <a:moveTo>
                  <a:pt x="1514475" y="186715"/>
                </a:moveTo>
                <a:lnTo>
                  <a:pt x="1489697" y="161925"/>
                </a:lnTo>
                <a:lnTo>
                  <a:pt x="0" y="161925"/>
                </a:lnTo>
                <a:lnTo>
                  <a:pt x="0" y="295275"/>
                </a:lnTo>
                <a:lnTo>
                  <a:pt x="1489697" y="295275"/>
                </a:lnTo>
                <a:lnTo>
                  <a:pt x="1514475" y="270497"/>
                </a:lnTo>
                <a:lnTo>
                  <a:pt x="1514475" y="186715"/>
                </a:lnTo>
                <a:close/>
              </a:path>
              <a:path w="4267200" h="295275">
                <a:moveTo>
                  <a:pt x="4267200" y="0"/>
                </a:moveTo>
                <a:lnTo>
                  <a:pt x="939190" y="0"/>
                </a:lnTo>
                <a:lnTo>
                  <a:pt x="935545" y="736"/>
                </a:lnTo>
                <a:lnTo>
                  <a:pt x="914400" y="24790"/>
                </a:lnTo>
                <a:lnTo>
                  <a:pt x="914400" y="108572"/>
                </a:lnTo>
                <a:lnTo>
                  <a:pt x="939190" y="133350"/>
                </a:lnTo>
                <a:lnTo>
                  <a:pt x="4267200" y="133350"/>
                </a:lnTo>
                <a:lnTo>
                  <a:pt x="4267200" y="0"/>
                </a:lnTo>
                <a:close/>
              </a:path>
            </a:pathLst>
          </a:custGeom>
          <a:solidFill>
            <a:srgbClr val="F4EF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1257299" y="1733522"/>
            <a:ext cx="4591685" cy="587375"/>
          </a:xfrm>
          <a:prstGeom prst="rect">
            <a:avLst/>
          </a:prstGeom>
        </p:spPr>
        <p:txBody>
          <a:bodyPr wrap="square" lIns="0" tIns="793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625"/>
              </a:spcBef>
            </a:pPr>
            <a:r>
              <a:rPr dirty="0" sz="950" spc="-55" b="1">
                <a:solidFill>
                  <a:srgbClr val="1B1F3A"/>
                </a:solidFill>
                <a:latin typeface="Cambria"/>
                <a:cs typeface="Cambria"/>
              </a:rPr>
              <a:t>Add</a:t>
            </a:r>
            <a:r>
              <a:rPr dirty="0" sz="950" spc="-10" b="1">
                <a:solidFill>
                  <a:srgbClr val="1B1F3A"/>
                </a:solidFill>
                <a:latin typeface="Cambria"/>
                <a:cs typeface="Cambria"/>
              </a:rPr>
              <a:t> </a:t>
            </a:r>
            <a:r>
              <a:rPr dirty="0" sz="950" spc="-40" b="1">
                <a:solidFill>
                  <a:srgbClr val="1B1F3A"/>
                </a:solidFill>
                <a:latin typeface="Cambria"/>
                <a:cs typeface="Cambria"/>
              </a:rPr>
              <a:t>a</a:t>
            </a:r>
            <a:r>
              <a:rPr dirty="0" sz="950" spc="-5" b="1">
                <a:solidFill>
                  <a:srgbClr val="1B1F3A"/>
                </a:solidFill>
                <a:latin typeface="Cambria"/>
                <a:cs typeface="Cambria"/>
              </a:rPr>
              <a:t> </a:t>
            </a:r>
            <a:r>
              <a:rPr dirty="0" sz="950" spc="-60" b="1">
                <a:solidFill>
                  <a:srgbClr val="1B1F3A"/>
                </a:solidFill>
                <a:latin typeface="Cambria"/>
                <a:cs typeface="Cambria"/>
              </a:rPr>
              <a:t>Clear</a:t>
            </a:r>
            <a:r>
              <a:rPr dirty="0" sz="950" spc="-10" b="1">
                <a:solidFill>
                  <a:srgbClr val="1B1F3A"/>
                </a:solidFill>
                <a:latin typeface="Cambria"/>
                <a:cs typeface="Cambria"/>
              </a:rPr>
              <a:t> button</a:t>
            </a:r>
            <a:endParaRPr sz="950">
              <a:latin typeface="Cambria"/>
              <a:cs typeface="Cambria"/>
            </a:endParaRPr>
          </a:p>
          <a:p>
            <a:pPr marR="5080">
              <a:lnSpc>
                <a:spcPct val="125000"/>
              </a:lnSpc>
              <a:spcBef>
                <a:spcPts val="204"/>
              </a:spcBef>
            </a:pPr>
            <a:r>
              <a:rPr dirty="0" sz="850" spc="-30">
                <a:solidFill>
                  <a:srgbClr val="4A4E6A"/>
                </a:solidFill>
                <a:latin typeface="Tahoma"/>
                <a:cs typeface="Tahoma"/>
              </a:rPr>
              <a:t>Below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0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0">
                <a:solidFill>
                  <a:srgbClr val="4A4E6A"/>
                </a:solidFill>
                <a:latin typeface="Tahoma"/>
                <a:cs typeface="Tahoma"/>
              </a:rPr>
              <a:t>form,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>
                <a:solidFill>
                  <a:srgbClr val="4A4E6A"/>
                </a:solidFill>
                <a:latin typeface="Tahoma"/>
                <a:cs typeface="Tahoma"/>
              </a:rPr>
              <a:t>add</a:t>
            </a:r>
            <a:r>
              <a:rPr dirty="0" sz="850" spc="31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750">
                <a:solidFill>
                  <a:srgbClr val="293283"/>
                </a:solidFill>
                <a:latin typeface="Courier New"/>
                <a:cs typeface="Courier New"/>
              </a:rPr>
              <a:t>if</a:t>
            </a:r>
            <a:r>
              <a:rPr dirty="0" sz="750" spc="105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293283"/>
                </a:solidFill>
                <a:latin typeface="Courier New"/>
                <a:cs typeface="Courier New"/>
              </a:rPr>
              <a:t>st.button("Clear"):</a:t>
            </a:r>
            <a:r>
              <a:rPr dirty="0" sz="750" spc="105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293283"/>
                </a:solidFill>
                <a:latin typeface="Courier New"/>
                <a:cs typeface="Courier New"/>
              </a:rPr>
              <a:t>del</a:t>
            </a:r>
            <a:r>
              <a:rPr dirty="0" sz="750" spc="110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293283"/>
                </a:solidFill>
                <a:latin typeface="Courier New"/>
                <a:cs typeface="Courier New"/>
              </a:rPr>
              <a:t>st.session_state["name"];</a:t>
            </a:r>
            <a:r>
              <a:rPr dirty="0" sz="750" spc="105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750" spc="-25">
                <a:solidFill>
                  <a:srgbClr val="293283"/>
                </a:solidFill>
                <a:latin typeface="Courier New"/>
                <a:cs typeface="Courier New"/>
              </a:rPr>
              <a:t>del </a:t>
            </a:r>
            <a:r>
              <a:rPr dirty="0" sz="750">
                <a:solidFill>
                  <a:srgbClr val="293283"/>
                </a:solidFill>
                <a:latin typeface="Courier New"/>
                <a:cs typeface="Courier New"/>
              </a:rPr>
              <a:t>st.session_state["email"]</a:t>
            </a:r>
            <a:r>
              <a:rPr dirty="0" sz="750" spc="175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850" spc="-40">
                <a:solidFill>
                  <a:srgbClr val="4A4E6A"/>
                </a:solidFill>
                <a:latin typeface="Tahoma"/>
                <a:cs typeface="Tahoma"/>
              </a:rPr>
              <a:t>etc.</a:t>
            </a:r>
            <a:r>
              <a:rPr dirty="0" sz="850" spc="-3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This</a:t>
            </a:r>
            <a:r>
              <a:rPr dirty="0" sz="850" spc="-3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0">
                <a:solidFill>
                  <a:srgbClr val="4A4E6A"/>
                </a:solidFill>
                <a:latin typeface="Tahoma"/>
                <a:cs typeface="Tahoma"/>
              </a:rPr>
              <a:t>resets</a:t>
            </a:r>
            <a:r>
              <a:rPr dirty="0" sz="850" spc="-30">
                <a:solidFill>
                  <a:srgbClr val="4A4E6A"/>
                </a:solidFill>
                <a:latin typeface="Tahoma"/>
                <a:cs typeface="Tahoma"/>
              </a:rPr>
              <a:t> all </a:t>
            </a:r>
            <a:r>
              <a:rPr dirty="0" sz="850" spc="-40">
                <a:solidFill>
                  <a:srgbClr val="4A4E6A"/>
                </a:solidFill>
                <a:latin typeface="Tahoma"/>
                <a:cs typeface="Tahoma"/>
              </a:rPr>
              <a:t>fields.</a:t>
            </a:r>
            <a:r>
              <a:rPr dirty="0" sz="850" spc="-2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Uses</a:t>
            </a:r>
            <a:r>
              <a:rPr dirty="0" sz="850" spc="-30">
                <a:solidFill>
                  <a:srgbClr val="4A4E6A"/>
                </a:solidFill>
                <a:latin typeface="Tahoma"/>
                <a:cs typeface="Tahoma"/>
              </a:rPr>
              <a:t> the 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session_state</a:t>
            </a:r>
            <a:r>
              <a:rPr dirty="0" sz="850" spc="-3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5">
                <a:solidFill>
                  <a:srgbClr val="4A4E6A"/>
                </a:solidFill>
                <a:latin typeface="Tahoma"/>
                <a:cs typeface="Tahoma"/>
              </a:rPr>
              <a:t>pattern</a:t>
            </a:r>
            <a:r>
              <a:rPr dirty="0" sz="850" spc="-3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5">
                <a:solidFill>
                  <a:srgbClr val="4A4E6A"/>
                </a:solidFill>
                <a:latin typeface="Tahoma"/>
                <a:cs typeface="Tahoma"/>
              </a:rPr>
              <a:t>from</a:t>
            </a:r>
            <a:r>
              <a:rPr dirty="0" sz="850" spc="-3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5">
                <a:solidFill>
                  <a:srgbClr val="4A4E6A"/>
                </a:solidFill>
                <a:latin typeface="Tahoma"/>
                <a:cs typeface="Tahoma"/>
              </a:rPr>
              <a:t>slide</a:t>
            </a:r>
            <a:r>
              <a:rPr dirty="0" sz="850" spc="-3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25">
                <a:solidFill>
                  <a:srgbClr val="4A4E6A"/>
                </a:solidFill>
                <a:latin typeface="Tahoma"/>
                <a:cs typeface="Tahoma"/>
              </a:rPr>
              <a:t>11.</a:t>
            </a:r>
            <a:endParaRPr sz="850">
              <a:latin typeface="Tahoma"/>
              <a:cs typeface="Tahoma"/>
            </a:endParaRPr>
          </a:p>
        </p:txBody>
      </p:sp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5349" y="2486024"/>
            <a:ext cx="247649" cy="247649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985688" y="2511425"/>
            <a:ext cx="8064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050" spc="-50" b="1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endParaRPr sz="1050">
              <a:latin typeface="Cambria"/>
              <a:cs typeface="Cambri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514462" y="2676524"/>
            <a:ext cx="3771900" cy="304800"/>
          </a:xfrm>
          <a:custGeom>
            <a:avLst/>
            <a:gdLst/>
            <a:ahLst/>
            <a:cxnLst/>
            <a:rect l="l" t="t" r="r" b="b"/>
            <a:pathLst>
              <a:path w="3771900" h="304800">
                <a:moveTo>
                  <a:pt x="1047750" y="24790"/>
                </a:moveTo>
                <a:lnTo>
                  <a:pt x="1022972" y="0"/>
                </a:lnTo>
                <a:lnTo>
                  <a:pt x="224815" y="0"/>
                </a:lnTo>
                <a:lnTo>
                  <a:pt x="200025" y="24790"/>
                </a:lnTo>
                <a:lnTo>
                  <a:pt x="200025" y="104775"/>
                </a:lnTo>
                <a:lnTo>
                  <a:pt x="200025" y="108572"/>
                </a:lnTo>
                <a:lnTo>
                  <a:pt x="224815" y="133350"/>
                </a:lnTo>
                <a:lnTo>
                  <a:pt x="1022972" y="133350"/>
                </a:lnTo>
                <a:lnTo>
                  <a:pt x="1047750" y="108572"/>
                </a:lnTo>
                <a:lnTo>
                  <a:pt x="1047750" y="24790"/>
                </a:lnTo>
                <a:close/>
              </a:path>
              <a:path w="3771900" h="304800">
                <a:moveTo>
                  <a:pt x="2324100" y="196240"/>
                </a:moveTo>
                <a:lnTo>
                  <a:pt x="2299322" y="171450"/>
                </a:lnTo>
                <a:lnTo>
                  <a:pt x="24790" y="171450"/>
                </a:lnTo>
                <a:lnTo>
                  <a:pt x="0" y="196240"/>
                </a:lnTo>
                <a:lnTo>
                  <a:pt x="0" y="276225"/>
                </a:lnTo>
                <a:lnTo>
                  <a:pt x="0" y="280022"/>
                </a:lnTo>
                <a:lnTo>
                  <a:pt x="24790" y="304800"/>
                </a:lnTo>
                <a:lnTo>
                  <a:pt x="2299322" y="304800"/>
                </a:lnTo>
                <a:lnTo>
                  <a:pt x="2324100" y="280022"/>
                </a:lnTo>
                <a:lnTo>
                  <a:pt x="2324100" y="196240"/>
                </a:lnTo>
                <a:close/>
              </a:path>
              <a:path w="3771900" h="304800">
                <a:moveTo>
                  <a:pt x="3771900" y="24790"/>
                </a:moveTo>
                <a:lnTo>
                  <a:pt x="3747122" y="0"/>
                </a:lnTo>
                <a:lnTo>
                  <a:pt x="3539515" y="0"/>
                </a:lnTo>
                <a:lnTo>
                  <a:pt x="3514725" y="24790"/>
                </a:lnTo>
                <a:lnTo>
                  <a:pt x="3514725" y="104775"/>
                </a:lnTo>
                <a:lnTo>
                  <a:pt x="3514725" y="108572"/>
                </a:lnTo>
                <a:lnTo>
                  <a:pt x="3539515" y="133350"/>
                </a:lnTo>
                <a:lnTo>
                  <a:pt x="3747122" y="133350"/>
                </a:lnTo>
                <a:lnTo>
                  <a:pt x="3771900" y="108572"/>
                </a:lnTo>
                <a:lnTo>
                  <a:pt x="3771900" y="24790"/>
                </a:lnTo>
                <a:close/>
              </a:path>
            </a:pathLst>
          </a:custGeom>
          <a:solidFill>
            <a:srgbClr val="F4EF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1257299" y="2401514"/>
            <a:ext cx="4483100" cy="748030"/>
          </a:xfrm>
          <a:prstGeom prst="rect">
            <a:avLst/>
          </a:prstGeom>
        </p:spPr>
        <p:txBody>
          <a:bodyPr wrap="square" lIns="0" tIns="68580" rIns="0" bIns="0" rtlCol="0" vert="horz">
            <a:spAutoFit/>
          </a:bodyPr>
          <a:lstStyle/>
          <a:p>
            <a:pPr algn="just">
              <a:lnSpc>
                <a:spcPct val="100000"/>
              </a:lnSpc>
              <a:spcBef>
                <a:spcPts val="540"/>
              </a:spcBef>
            </a:pPr>
            <a:r>
              <a:rPr dirty="0" sz="950" spc="-55" b="1">
                <a:solidFill>
                  <a:srgbClr val="1B1F3A"/>
                </a:solidFill>
                <a:latin typeface="Cambria"/>
                <a:cs typeface="Cambria"/>
              </a:rPr>
              <a:t>Add</a:t>
            </a:r>
            <a:r>
              <a:rPr dirty="0" sz="950" spc="-5" b="1">
                <a:solidFill>
                  <a:srgbClr val="1B1F3A"/>
                </a:solidFill>
                <a:latin typeface="Cambria"/>
                <a:cs typeface="Cambria"/>
              </a:rPr>
              <a:t> </a:t>
            </a:r>
            <a:r>
              <a:rPr dirty="0" sz="950" spc="-10" b="1">
                <a:solidFill>
                  <a:srgbClr val="1B1F3A"/>
                </a:solidFill>
                <a:latin typeface="Cambria"/>
                <a:cs typeface="Cambria"/>
              </a:rPr>
              <a:t>validation</a:t>
            </a:r>
            <a:endParaRPr sz="950">
              <a:latin typeface="Cambria"/>
              <a:cs typeface="Cambria"/>
            </a:endParaRPr>
          </a:p>
          <a:p>
            <a:pPr algn="just" marR="5080">
              <a:lnSpc>
                <a:spcPct val="132400"/>
              </a:lnSpc>
              <a:spcBef>
                <a:spcPts val="55"/>
              </a:spcBef>
            </a:pP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Inside</a:t>
            </a:r>
            <a:r>
              <a:rPr dirty="0" sz="850" spc="-8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25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850" spc="21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750" spc="15">
                <a:solidFill>
                  <a:srgbClr val="293283"/>
                </a:solidFill>
                <a:latin typeface="Courier New"/>
                <a:cs typeface="Courier New"/>
              </a:rPr>
              <a:t>if</a:t>
            </a:r>
            <a:r>
              <a:rPr dirty="0" sz="750" spc="5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750" spc="10">
                <a:solidFill>
                  <a:srgbClr val="293283"/>
                </a:solidFill>
                <a:latin typeface="Courier New"/>
                <a:cs typeface="Courier New"/>
              </a:rPr>
              <a:t>submitted:</a:t>
            </a:r>
            <a:r>
              <a:rPr dirty="0" sz="750" spc="30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850" spc="-35">
                <a:solidFill>
                  <a:srgbClr val="4A4E6A"/>
                </a:solidFill>
                <a:latin typeface="Tahoma"/>
                <a:cs typeface="Tahoma"/>
              </a:rPr>
              <a:t>block,</a:t>
            </a:r>
            <a:r>
              <a:rPr dirty="0" sz="850" spc="-8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5">
                <a:solidFill>
                  <a:srgbClr val="4A4E6A"/>
                </a:solidFill>
                <a:latin typeface="Tahoma"/>
                <a:cs typeface="Tahoma"/>
              </a:rPr>
              <a:t>check</a:t>
            </a:r>
            <a:r>
              <a:rPr dirty="0" sz="850" spc="-8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25">
                <a:solidFill>
                  <a:srgbClr val="4A4E6A"/>
                </a:solidFill>
                <a:latin typeface="Tahoma"/>
                <a:cs typeface="Tahoma"/>
              </a:rPr>
              <a:t>that</a:t>
            </a:r>
            <a:r>
              <a:rPr dirty="0" sz="850" spc="-8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0">
                <a:solidFill>
                  <a:srgbClr val="4A4E6A"/>
                </a:solidFill>
                <a:latin typeface="Tahoma"/>
                <a:cs typeface="Tahoma"/>
              </a:rPr>
              <a:t>name</a:t>
            </a:r>
            <a:r>
              <a:rPr dirty="0" sz="850" spc="-8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0">
                <a:solidFill>
                  <a:srgbClr val="4A4E6A"/>
                </a:solidFill>
                <a:latin typeface="Tahoma"/>
                <a:cs typeface="Tahoma"/>
              </a:rPr>
              <a:t>is</a:t>
            </a:r>
            <a:r>
              <a:rPr dirty="0" sz="850" spc="-8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20">
                <a:solidFill>
                  <a:srgbClr val="4A4E6A"/>
                </a:solidFill>
                <a:latin typeface="Tahoma"/>
                <a:cs typeface="Tahoma"/>
              </a:rPr>
              <a:t>not</a:t>
            </a:r>
            <a:r>
              <a:rPr dirty="0" sz="850" spc="-8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5">
                <a:solidFill>
                  <a:srgbClr val="4A4E6A"/>
                </a:solidFill>
                <a:latin typeface="Tahoma"/>
                <a:cs typeface="Tahoma"/>
              </a:rPr>
              <a:t>empty</a:t>
            </a:r>
            <a:r>
              <a:rPr dirty="0" sz="850" spc="-8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0">
                <a:solidFill>
                  <a:srgbClr val="4A4E6A"/>
                </a:solidFill>
                <a:latin typeface="Tahoma"/>
                <a:cs typeface="Tahoma"/>
              </a:rPr>
              <a:t>and</a:t>
            </a:r>
            <a:r>
              <a:rPr dirty="0" sz="850" spc="-8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0">
                <a:solidFill>
                  <a:srgbClr val="4A4E6A"/>
                </a:solidFill>
                <a:latin typeface="Tahoma"/>
                <a:cs typeface="Tahoma"/>
              </a:rPr>
              <a:t>email</a:t>
            </a:r>
            <a:r>
              <a:rPr dirty="0" sz="850" spc="-8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5">
                <a:solidFill>
                  <a:srgbClr val="4A4E6A"/>
                </a:solidFill>
                <a:latin typeface="Tahoma"/>
                <a:cs typeface="Tahoma"/>
              </a:rPr>
              <a:t>contains</a:t>
            </a:r>
            <a:r>
              <a:rPr dirty="0" sz="850" spc="21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750" spc="15">
                <a:solidFill>
                  <a:srgbClr val="293283"/>
                </a:solidFill>
                <a:latin typeface="Courier New"/>
                <a:cs typeface="Courier New"/>
              </a:rPr>
              <a:t>"@"</a:t>
            </a:r>
            <a:r>
              <a:rPr dirty="0" sz="750" spc="-160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.</a:t>
            </a:r>
            <a:r>
              <a:rPr dirty="0" sz="850" spc="-8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65">
                <a:solidFill>
                  <a:srgbClr val="4A4E6A"/>
                </a:solidFill>
                <a:latin typeface="Tahoma"/>
                <a:cs typeface="Tahoma"/>
              </a:rPr>
              <a:t>If</a:t>
            </a:r>
            <a:r>
              <a:rPr dirty="0" sz="850" spc="-8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0">
                <a:solidFill>
                  <a:srgbClr val="4A4E6A"/>
                </a:solidFill>
                <a:latin typeface="Tahoma"/>
                <a:cs typeface="Tahoma"/>
              </a:rPr>
              <a:t>invalid,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0">
                <a:solidFill>
                  <a:srgbClr val="4A4E6A"/>
                </a:solidFill>
                <a:latin typeface="Tahoma"/>
                <a:cs typeface="Tahoma"/>
              </a:rPr>
              <a:t>show</a:t>
            </a:r>
            <a:r>
              <a:rPr dirty="0" sz="850" spc="21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750" spc="10">
                <a:solidFill>
                  <a:srgbClr val="293283"/>
                </a:solidFill>
                <a:latin typeface="Courier New"/>
                <a:cs typeface="Courier New"/>
              </a:rPr>
              <a:t>st.error("Please</a:t>
            </a:r>
            <a:r>
              <a:rPr dirty="0" sz="750" spc="5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750" spc="10">
                <a:solidFill>
                  <a:srgbClr val="293283"/>
                </a:solidFill>
                <a:latin typeface="Courier New"/>
                <a:cs typeface="Courier New"/>
              </a:rPr>
              <a:t>enter</a:t>
            </a:r>
            <a:r>
              <a:rPr dirty="0" sz="750" spc="5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750" spc="20">
                <a:solidFill>
                  <a:srgbClr val="293283"/>
                </a:solidFill>
                <a:latin typeface="Courier New"/>
                <a:cs typeface="Courier New"/>
              </a:rPr>
              <a:t>a</a:t>
            </a:r>
            <a:r>
              <a:rPr dirty="0" sz="750" spc="5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750" spc="10">
                <a:solidFill>
                  <a:srgbClr val="293283"/>
                </a:solidFill>
                <a:latin typeface="Courier New"/>
                <a:cs typeface="Courier New"/>
              </a:rPr>
              <a:t>valid</a:t>
            </a:r>
            <a:r>
              <a:rPr dirty="0" sz="750" spc="5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750" spc="10">
                <a:solidFill>
                  <a:srgbClr val="293283"/>
                </a:solidFill>
                <a:latin typeface="Courier New"/>
                <a:cs typeface="Courier New"/>
              </a:rPr>
              <a:t>email")</a:t>
            </a:r>
            <a:r>
              <a:rPr dirty="0" sz="750" spc="30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850" spc="-40">
                <a:solidFill>
                  <a:srgbClr val="4A4E6A"/>
                </a:solidFill>
                <a:latin typeface="Tahoma"/>
                <a:cs typeface="Tahoma"/>
              </a:rPr>
              <a:t>and</a:t>
            </a:r>
            <a:r>
              <a:rPr dirty="0" sz="850" spc="-8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20">
                <a:solidFill>
                  <a:srgbClr val="4A4E6A"/>
                </a:solidFill>
                <a:latin typeface="Tahoma"/>
                <a:cs typeface="Tahoma"/>
              </a:rPr>
              <a:t>don't</a:t>
            </a:r>
            <a:r>
              <a:rPr dirty="0" sz="850" spc="-8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0">
                <a:solidFill>
                  <a:srgbClr val="4A4E6A"/>
                </a:solidFill>
                <a:latin typeface="Tahoma"/>
                <a:cs typeface="Tahoma"/>
              </a:rPr>
              <a:t>show</a:t>
            </a:r>
            <a:r>
              <a:rPr dirty="0" sz="850" spc="-8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25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850" spc="-8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summary.</a:t>
            </a:r>
            <a:r>
              <a:rPr dirty="0" sz="850" spc="-8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850" spc="-8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0">
                <a:solidFill>
                  <a:srgbClr val="4A4E6A"/>
                </a:solidFill>
                <a:latin typeface="Tahoma"/>
                <a:cs typeface="Tahoma"/>
              </a:rPr>
              <a:t>pattern</a:t>
            </a:r>
            <a:r>
              <a:rPr dirty="0" sz="850" spc="-1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25">
                <a:solidFill>
                  <a:srgbClr val="4A4E6A"/>
                </a:solidFill>
                <a:latin typeface="Tahoma"/>
                <a:cs typeface="Tahoma"/>
              </a:rPr>
              <a:t>for</a:t>
            </a:r>
            <a:r>
              <a:rPr dirty="0" sz="850" spc="-8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any</a:t>
            </a:r>
            <a:r>
              <a:rPr dirty="0" sz="850" spc="-8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data-</a:t>
            </a:r>
            <a:r>
              <a:rPr dirty="0" sz="850" spc="-25">
                <a:solidFill>
                  <a:srgbClr val="4A4E6A"/>
                </a:solidFill>
                <a:latin typeface="Tahoma"/>
                <a:cs typeface="Tahoma"/>
              </a:rPr>
              <a:t>collection</a:t>
            </a:r>
            <a:r>
              <a:rPr dirty="0" sz="850" spc="-8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app.</a:t>
            </a:r>
            <a:endParaRPr sz="850">
              <a:latin typeface="Tahoma"/>
              <a:cs typeface="Tahoma"/>
            </a:endParaRPr>
          </a:p>
        </p:txBody>
      </p:sp>
      <p:pic>
        <p:nvPicPr>
          <p:cNvPr id="21" name="object 2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5349" y="3305174"/>
            <a:ext cx="247649" cy="247649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985688" y="3330575"/>
            <a:ext cx="8064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050" spc="-50" b="1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endParaRPr sz="1050">
              <a:latin typeface="Cambria"/>
              <a:cs typeface="Cambria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257287" y="3495675"/>
            <a:ext cx="2667000" cy="466725"/>
          </a:xfrm>
          <a:custGeom>
            <a:avLst/>
            <a:gdLst/>
            <a:ahLst/>
            <a:cxnLst/>
            <a:rect l="l" t="t" r="r" b="b"/>
            <a:pathLst>
              <a:path w="2667000" h="466725">
                <a:moveTo>
                  <a:pt x="2562225" y="358165"/>
                </a:moveTo>
                <a:lnTo>
                  <a:pt x="2537447" y="333375"/>
                </a:lnTo>
                <a:lnTo>
                  <a:pt x="24790" y="333375"/>
                </a:lnTo>
                <a:lnTo>
                  <a:pt x="0" y="358165"/>
                </a:lnTo>
                <a:lnTo>
                  <a:pt x="0" y="438150"/>
                </a:lnTo>
                <a:lnTo>
                  <a:pt x="0" y="441947"/>
                </a:lnTo>
                <a:lnTo>
                  <a:pt x="24790" y="466725"/>
                </a:lnTo>
                <a:lnTo>
                  <a:pt x="2537447" y="466725"/>
                </a:lnTo>
                <a:lnTo>
                  <a:pt x="2562225" y="441947"/>
                </a:lnTo>
                <a:lnTo>
                  <a:pt x="2562225" y="358165"/>
                </a:lnTo>
                <a:close/>
              </a:path>
              <a:path w="2667000" h="466725">
                <a:moveTo>
                  <a:pt x="2667000" y="24790"/>
                </a:moveTo>
                <a:lnTo>
                  <a:pt x="2642222" y="0"/>
                </a:lnTo>
                <a:lnTo>
                  <a:pt x="662965" y="0"/>
                </a:lnTo>
                <a:lnTo>
                  <a:pt x="638175" y="24790"/>
                </a:lnTo>
                <a:lnTo>
                  <a:pt x="638175" y="104775"/>
                </a:lnTo>
                <a:lnTo>
                  <a:pt x="638175" y="108572"/>
                </a:lnTo>
                <a:lnTo>
                  <a:pt x="662965" y="133350"/>
                </a:lnTo>
                <a:lnTo>
                  <a:pt x="2642222" y="133350"/>
                </a:lnTo>
                <a:lnTo>
                  <a:pt x="2667000" y="108572"/>
                </a:lnTo>
                <a:lnTo>
                  <a:pt x="2667000" y="24790"/>
                </a:lnTo>
                <a:close/>
              </a:path>
            </a:pathLst>
          </a:custGeom>
          <a:solidFill>
            <a:srgbClr val="F4EF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1257299" y="3220664"/>
            <a:ext cx="4573270" cy="738505"/>
          </a:xfrm>
          <a:prstGeom prst="rect">
            <a:avLst/>
          </a:prstGeom>
        </p:spPr>
        <p:txBody>
          <a:bodyPr wrap="square" lIns="0" tIns="6858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40"/>
              </a:spcBef>
            </a:pPr>
            <a:r>
              <a:rPr dirty="0" sz="950" spc="-55" b="1">
                <a:solidFill>
                  <a:srgbClr val="1B1F3A"/>
                </a:solidFill>
                <a:latin typeface="Cambria"/>
                <a:cs typeface="Cambria"/>
              </a:rPr>
              <a:t>Save</a:t>
            </a:r>
            <a:r>
              <a:rPr dirty="0" sz="950" spc="-15" b="1">
                <a:solidFill>
                  <a:srgbClr val="1B1F3A"/>
                </a:solidFill>
                <a:latin typeface="Cambria"/>
                <a:cs typeface="Cambria"/>
              </a:rPr>
              <a:t> </a:t>
            </a:r>
            <a:r>
              <a:rPr dirty="0" sz="950" spc="-30" b="1">
                <a:solidFill>
                  <a:srgbClr val="1B1F3A"/>
                </a:solidFill>
                <a:latin typeface="Cambria"/>
                <a:cs typeface="Cambria"/>
              </a:rPr>
              <a:t>to</a:t>
            </a:r>
            <a:r>
              <a:rPr dirty="0" sz="950" spc="-10" b="1">
                <a:solidFill>
                  <a:srgbClr val="1B1F3A"/>
                </a:solidFill>
                <a:latin typeface="Cambria"/>
                <a:cs typeface="Cambria"/>
              </a:rPr>
              <a:t> </a:t>
            </a:r>
            <a:r>
              <a:rPr dirty="0" sz="950" spc="-40" b="1">
                <a:solidFill>
                  <a:srgbClr val="1B1F3A"/>
                </a:solidFill>
                <a:latin typeface="Cambria"/>
                <a:cs typeface="Cambria"/>
              </a:rPr>
              <a:t>a</a:t>
            </a:r>
            <a:r>
              <a:rPr dirty="0" sz="950" spc="-10" b="1">
                <a:solidFill>
                  <a:srgbClr val="1B1F3A"/>
                </a:solidFill>
                <a:latin typeface="Cambria"/>
                <a:cs typeface="Cambria"/>
              </a:rPr>
              <a:t> </a:t>
            </a:r>
            <a:r>
              <a:rPr dirty="0" sz="950" spc="-60" b="1">
                <a:solidFill>
                  <a:srgbClr val="1B1F3A"/>
                </a:solidFill>
                <a:latin typeface="Cambria"/>
                <a:cs typeface="Cambria"/>
              </a:rPr>
              <a:t>list</a:t>
            </a:r>
            <a:r>
              <a:rPr dirty="0" sz="950" spc="-10" b="1">
                <a:solidFill>
                  <a:srgbClr val="1B1F3A"/>
                </a:solidFill>
                <a:latin typeface="Cambria"/>
                <a:cs typeface="Cambria"/>
              </a:rPr>
              <a:t> </a:t>
            </a:r>
            <a:r>
              <a:rPr dirty="0" sz="950" spc="-50" b="1">
                <a:solidFill>
                  <a:srgbClr val="1B1F3A"/>
                </a:solidFill>
                <a:latin typeface="Cambria"/>
                <a:cs typeface="Cambria"/>
              </a:rPr>
              <a:t>with</a:t>
            </a:r>
            <a:r>
              <a:rPr dirty="0" sz="950" spc="-10" b="1">
                <a:solidFill>
                  <a:srgbClr val="1B1F3A"/>
                </a:solidFill>
                <a:latin typeface="Cambria"/>
                <a:cs typeface="Cambria"/>
              </a:rPr>
              <a:t> session_state</a:t>
            </a:r>
            <a:endParaRPr sz="950">
              <a:latin typeface="Cambria"/>
              <a:cs typeface="Cambria"/>
            </a:endParaRPr>
          </a:p>
          <a:p>
            <a:pPr marR="5080">
              <a:lnSpc>
                <a:spcPct val="128699"/>
              </a:lnSpc>
              <a:spcBef>
                <a:spcPts val="90"/>
              </a:spcBef>
            </a:pPr>
            <a:r>
              <a:rPr dirty="0" sz="850" spc="-25">
                <a:solidFill>
                  <a:srgbClr val="4A4E6A"/>
                </a:solidFill>
                <a:latin typeface="Tahoma"/>
                <a:cs typeface="Tahoma"/>
              </a:rPr>
              <a:t>Maintain</a:t>
            </a:r>
            <a:r>
              <a:rPr dirty="0" sz="85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a</a:t>
            </a:r>
            <a:r>
              <a:rPr dirty="0" sz="85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>
                <a:solidFill>
                  <a:srgbClr val="4A4E6A"/>
                </a:solidFill>
                <a:latin typeface="Tahoma"/>
                <a:cs typeface="Tahoma"/>
              </a:rPr>
              <a:t>list</a:t>
            </a:r>
            <a:r>
              <a:rPr dirty="0" sz="850" spc="29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750">
                <a:solidFill>
                  <a:srgbClr val="293283"/>
                </a:solidFill>
                <a:latin typeface="Courier New"/>
                <a:cs typeface="Courier New"/>
              </a:rPr>
              <a:t>st.session_state.submissions</a:t>
            </a:r>
            <a:r>
              <a:rPr dirty="0" sz="750" spc="75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293283"/>
                </a:solidFill>
                <a:latin typeface="Courier New"/>
                <a:cs typeface="Courier New"/>
              </a:rPr>
              <a:t>=</a:t>
            </a:r>
            <a:r>
              <a:rPr dirty="0" sz="750" spc="80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293283"/>
                </a:solidFill>
                <a:latin typeface="Courier New"/>
                <a:cs typeface="Courier New"/>
              </a:rPr>
              <a:t>[]</a:t>
            </a:r>
            <a:r>
              <a:rPr dirty="0" sz="750" spc="110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and</a:t>
            </a:r>
            <a:r>
              <a:rPr dirty="0" sz="85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0">
                <a:solidFill>
                  <a:srgbClr val="4A4E6A"/>
                </a:solidFill>
                <a:latin typeface="Tahoma"/>
                <a:cs typeface="Tahoma"/>
              </a:rPr>
              <a:t>append</a:t>
            </a:r>
            <a:r>
              <a:rPr dirty="0" sz="85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5">
                <a:solidFill>
                  <a:srgbClr val="4A4E6A"/>
                </a:solidFill>
                <a:latin typeface="Tahoma"/>
                <a:cs typeface="Tahoma"/>
              </a:rPr>
              <a:t>each</a:t>
            </a:r>
            <a:r>
              <a:rPr dirty="0" sz="85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5">
                <a:solidFill>
                  <a:srgbClr val="4A4E6A"/>
                </a:solidFill>
                <a:latin typeface="Tahoma"/>
                <a:cs typeface="Tahoma"/>
              </a:rPr>
              <a:t>submitted</a:t>
            </a:r>
            <a:r>
              <a:rPr dirty="0" sz="85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5">
                <a:solidFill>
                  <a:srgbClr val="4A4E6A"/>
                </a:solidFill>
                <a:latin typeface="Tahoma"/>
                <a:cs typeface="Tahoma"/>
              </a:rPr>
              <a:t>form</a:t>
            </a:r>
            <a:r>
              <a:rPr dirty="0" sz="850" spc="-55">
                <a:solidFill>
                  <a:srgbClr val="4A4E6A"/>
                </a:solidFill>
                <a:latin typeface="Tahoma"/>
                <a:cs typeface="Tahoma"/>
              </a:rPr>
              <a:t> as 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a</a:t>
            </a:r>
            <a:r>
              <a:rPr dirty="0" sz="85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10">
                <a:solidFill>
                  <a:srgbClr val="4A4E6A"/>
                </a:solidFill>
                <a:latin typeface="Tahoma"/>
                <a:cs typeface="Tahoma"/>
              </a:rPr>
              <a:t>dict. 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Show</a:t>
            </a:r>
            <a:r>
              <a:rPr dirty="0" sz="85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0">
                <a:solidFill>
                  <a:srgbClr val="4A4E6A"/>
                </a:solidFill>
                <a:latin typeface="Tahoma"/>
                <a:cs typeface="Tahoma"/>
              </a:rPr>
              <a:t>all</a:t>
            </a:r>
            <a:r>
              <a:rPr dirty="0" sz="85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past</a:t>
            </a:r>
            <a:r>
              <a:rPr dirty="0" sz="85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0">
                <a:solidFill>
                  <a:srgbClr val="4A4E6A"/>
                </a:solidFill>
                <a:latin typeface="Tahoma"/>
                <a:cs typeface="Tahoma"/>
              </a:rPr>
              <a:t>submissions</a:t>
            </a:r>
            <a:r>
              <a:rPr dirty="0" sz="85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0">
                <a:solidFill>
                  <a:srgbClr val="4A4E6A"/>
                </a:solidFill>
                <a:latin typeface="Tahoma"/>
                <a:cs typeface="Tahoma"/>
              </a:rPr>
              <a:t>below</a:t>
            </a:r>
            <a:r>
              <a:rPr dirty="0" sz="85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0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85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5">
                <a:solidFill>
                  <a:srgbClr val="4A4E6A"/>
                </a:solidFill>
                <a:latin typeface="Tahoma"/>
                <a:cs typeface="Tahoma"/>
              </a:rPr>
              <a:t>form</a:t>
            </a:r>
            <a:r>
              <a:rPr dirty="0" sz="85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using</a:t>
            </a:r>
            <a:r>
              <a:rPr dirty="0" sz="8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750" spc="-10">
                <a:solidFill>
                  <a:srgbClr val="293283"/>
                </a:solidFill>
                <a:latin typeface="Courier New"/>
                <a:cs typeface="Courier New"/>
              </a:rPr>
              <a:t>st.dataframe(st.session_state.submissions)</a:t>
            </a:r>
            <a:r>
              <a:rPr dirty="0" sz="750" spc="500">
                <a:solidFill>
                  <a:srgbClr val="293283"/>
                </a:solidFill>
                <a:latin typeface="Courier New"/>
                <a:cs typeface="Courier New"/>
              </a:rPr>
              <a:t>  </a:t>
            </a:r>
            <a:r>
              <a:rPr dirty="0" sz="850" spc="-55">
                <a:solidFill>
                  <a:srgbClr val="4A4E6A"/>
                </a:solidFill>
                <a:latin typeface="Tahoma"/>
                <a:cs typeface="Tahoma"/>
              </a:rPr>
              <a:t>.</a:t>
            </a:r>
            <a:r>
              <a:rPr dirty="0" sz="85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25">
                <a:solidFill>
                  <a:srgbClr val="4A4E6A"/>
                </a:solidFill>
                <a:latin typeface="Tahoma"/>
                <a:cs typeface="Tahoma"/>
              </a:rPr>
              <a:t>A</a:t>
            </a:r>
            <a:r>
              <a:rPr dirty="0" sz="85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0">
                <a:solidFill>
                  <a:srgbClr val="4A4E6A"/>
                </a:solidFill>
                <a:latin typeface="Tahoma"/>
                <a:cs typeface="Tahoma"/>
              </a:rPr>
              <a:t>mini</a:t>
            </a:r>
            <a:r>
              <a:rPr dirty="0" sz="85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database</a:t>
            </a:r>
            <a:r>
              <a:rPr dirty="0" sz="85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>
                <a:solidFill>
                  <a:srgbClr val="4A4E6A"/>
                </a:solidFill>
                <a:latin typeface="Tahoma"/>
                <a:cs typeface="Tahoma"/>
              </a:rPr>
              <a:t>—</a:t>
            </a:r>
            <a:r>
              <a:rPr dirty="0" sz="85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25">
                <a:solidFill>
                  <a:srgbClr val="4A4E6A"/>
                </a:solidFill>
                <a:latin typeface="Tahoma"/>
                <a:cs typeface="Tahoma"/>
              </a:rPr>
              <a:t>without</a:t>
            </a:r>
            <a:r>
              <a:rPr dirty="0" sz="85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a</a:t>
            </a:r>
            <a:r>
              <a:rPr dirty="0" sz="85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10">
                <a:solidFill>
                  <a:srgbClr val="4A4E6A"/>
                </a:solidFill>
                <a:latin typeface="Tahoma"/>
                <a:cs typeface="Tahoma"/>
              </a:rPr>
              <a:t>database.</a:t>
            </a:r>
            <a:endParaRPr sz="850">
              <a:latin typeface="Tahoma"/>
              <a:cs typeface="Tahoma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6172199" y="1266825"/>
            <a:ext cx="5334000" cy="4552950"/>
            <a:chOff x="6172199" y="1266825"/>
            <a:chExt cx="5334000" cy="4552950"/>
          </a:xfrm>
        </p:grpSpPr>
        <p:sp>
          <p:nvSpPr>
            <p:cNvPr id="26" name="object 26"/>
            <p:cNvSpPr/>
            <p:nvPr/>
          </p:nvSpPr>
          <p:spPr>
            <a:xfrm>
              <a:off x="6191248" y="1271587"/>
              <a:ext cx="5310505" cy="4543425"/>
            </a:xfrm>
            <a:custGeom>
              <a:avLst/>
              <a:gdLst/>
              <a:ahLst/>
              <a:cxnLst/>
              <a:rect l="l" t="t" r="r" b="b"/>
              <a:pathLst>
                <a:path w="5310505" h="4543425">
                  <a:moveTo>
                    <a:pt x="5190042" y="4543424"/>
                  </a:moveTo>
                  <a:lnTo>
                    <a:pt x="106795" y="4543424"/>
                  </a:lnTo>
                  <a:lnTo>
                    <a:pt x="99361" y="4542600"/>
                  </a:lnTo>
                  <a:lnTo>
                    <a:pt x="57037" y="4526444"/>
                  </a:lnTo>
                  <a:lnTo>
                    <a:pt x="28170" y="4499791"/>
                  </a:lnTo>
                  <a:lnTo>
                    <a:pt x="5828" y="4456244"/>
                  </a:lnTo>
                  <a:lnTo>
                    <a:pt x="0" y="4423280"/>
                  </a:lnTo>
                  <a:lnTo>
                    <a:pt x="0" y="4414837"/>
                  </a:lnTo>
                  <a:lnTo>
                    <a:pt x="0" y="120144"/>
                  </a:lnTo>
                  <a:lnTo>
                    <a:pt x="11572" y="71578"/>
                  </a:lnTo>
                  <a:lnTo>
                    <a:pt x="38783" y="31692"/>
                  </a:lnTo>
                  <a:lnTo>
                    <a:pt x="77492" y="6557"/>
                  </a:lnTo>
                  <a:lnTo>
                    <a:pt x="106795" y="0"/>
                  </a:lnTo>
                  <a:lnTo>
                    <a:pt x="5190042" y="0"/>
                  </a:lnTo>
                  <a:lnTo>
                    <a:pt x="5238607" y="13019"/>
                  </a:lnTo>
                  <a:lnTo>
                    <a:pt x="5278494" y="43632"/>
                  </a:lnTo>
                  <a:lnTo>
                    <a:pt x="5303628" y="87179"/>
                  </a:lnTo>
                  <a:lnTo>
                    <a:pt x="5310186" y="120144"/>
                  </a:lnTo>
                  <a:lnTo>
                    <a:pt x="5310186" y="4423280"/>
                  </a:lnTo>
                  <a:lnTo>
                    <a:pt x="5297166" y="4471844"/>
                  </a:lnTo>
                  <a:lnTo>
                    <a:pt x="5266554" y="4511731"/>
                  </a:lnTo>
                  <a:lnTo>
                    <a:pt x="5223006" y="4536866"/>
                  </a:lnTo>
                  <a:lnTo>
                    <a:pt x="5198404" y="4542600"/>
                  </a:lnTo>
                  <a:lnTo>
                    <a:pt x="5190042" y="45434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6240170" y="1266824"/>
              <a:ext cx="5266055" cy="4552950"/>
            </a:xfrm>
            <a:custGeom>
              <a:avLst/>
              <a:gdLst/>
              <a:ahLst/>
              <a:cxnLst/>
              <a:rect l="l" t="t" r="r" b="b"/>
              <a:pathLst>
                <a:path w="5266055" h="4552950">
                  <a:moveTo>
                    <a:pt x="5266017" y="133350"/>
                  </a:moveTo>
                  <a:lnTo>
                    <a:pt x="5260314" y="94703"/>
                  </a:lnTo>
                  <a:lnTo>
                    <a:pt x="5243563" y="59258"/>
                  </a:lnTo>
                  <a:lnTo>
                    <a:pt x="5227409" y="39573"/>
                  </a:lnTo>
                  <a:lnTo>
                    <a:pt x="5195595" y="15773"/>
                  </a:lnTo>
                  <a:lnTo>
                    <a:pt x="5158689" y="2540"/>
                  </a:lnTo>
                  <a:lnTo>
                    <a:pt x="5132667" y="0"/>
                  </a:lnTo>
                  <a:lnTo>
                    <a:pt x="65366" y="0"/>
                  </a:lnTo>
                  <a:lnTo>
                    <a:pt x="26720" y="5715"/>
                  </a:lnTo>
                  <a:lnTo>
                    <a:pt x="0" y="17233"/>
                  </a:lnTo>
                  <a:lnTo>
                    <a:pt x="22542" y="22872"/>
                  </a:lnTo>
                  <a:lnTo>
                    <a:pt x="28917" y="18961"/>
                  </a:lnTo>
                  <a:lnTo>
                    <a:pt x="37769" y="14833"/>
                  </a:lnTo>
                  <a:lnTo>
                    <a:pt x="46786" y="11887"/>
                  </a:lnTo>
                  <a:lnTo>
                    <a:pt x="55994" y="10121"/>
                  </a:lnTo>
                  <a:lnTo>
                    <a:pt x="65366" y="9525"/>
                  </a:lnTo>
                  <a:lnTo>
                    <a:pt x="5132667" y="9525"/>
                  </a:lnTo>
                  <a:lnTo>
                    <a:pt x="5180050" y="18961"/>
                  </a:lnTo>
                  <a:lnTo>
                    <a:pt x="5220233" y="45796"/>
                  </a:lnTo>
                  <a:lnTo>
                    <a:pt x="5220678" y="46304"/>
                  </a:lnTo>
                  <a:lnTo>
                    <a:pt x="5228437" y="54838"/>
                  </a:lnTo>
                  <a:lnTo>
                    <a:pt x="5251196" y="97459"/>
                  </a:lnTo>
                  <a:lnTo>
                    <a:pt x="5256492" y="133350"/>
                  </a:lnTo>
                  <a:lnTo>
                    <a:pt x="5256492" y="4419600"/>
                  </a:lnTo>
                  <a:lnTo>
                    <a:pt x="5247068" y="4466996"/>
                  </a:lnTo>
                  <a:lnTo>
                    <a:pt x="5220678" y="4506658"/>
                  </a:lnTo>
                  <a:lnTo>
                    <a:pt x="5220233" y="4507166"/>
                  </a:lnTo>
                  <a:lnTo>
                    <a:pt x="5180050" y="4534001"/>
                  </a:lnTo>
                  <a:lnTo>
                    <a:pt x="5145125" y="4542802"/>
                  </a:lnTo>
                  <a:lnTo>
                    <a:pt x="5145646" y="4542802"/>
                  </a:lnTo>
                  <a:lnTo>
                    <a:pt x="5132667" y="4543425"/>
                  </a:lnTo>
                  <a:lnTo>
                    <a:pt x="65366" y="4543425"/>
                  </a:lnTo>
                  <a:lnTo>
                    <a:pt x="55397" y="4542802"/>
                  </a:lnTo>
                  <a:lnTo>
                    <a:pt x="55791" y="4542802"/>
                  </a:lnTo>
                  <a:lnTo>
                    <a:pt x="46786" y="4541075"/>
                  </a:lnTo>
                  <a:lnTo>
                    <a:pt x="37769" y="4538129"/>
                  </a:lnTo>
                  <a:lnTo>
                    <a:pt x="28917" y="4534001"/>
                  </a:lnTo>
                  <a:lnTo>
                    <a:pt x="22542" y="4530090"/>
                  </a:lnTo>
                  <a:lnTo>
                    <a:pt x="0" y="4535729"/>
                  </a:lnTo>
                  <a:lnTo>
                    <a:pt x="39357" y="4550422"/>
                  </a:lnTo>
                  <a:lnTo>
                    <a:pt x="65366" y="4552950"/>
                  </a:lnTo>
                  <a:lnTo>
                    <a:pt x="5132667" y="4552950"/>
                  </a:lnTo>
                  <a:lnTo>
                    <a:pt x="5145811" y="4552327"/>
                  </a:lnTo>
                  <a:lnTo>
                    <a:pt x="5158689" y="4550422"/>
                  </a:lnTo>
                  <a:lnTo>
                    <a:pt x="5171325" y="4547247"/>
                  </a:lnTo>
                  <a:lnTo>
                    <a:pt x="5181955" y="4543425"/>
                  </a:lnTo>
                  <a:lnTo>
                    <a:pt x="5183708" y="4542802"/>
                  </a:lnTo>
                  <a:lnTo>
                    <a:pt x="5217223" y="4522736"/>
                  </a:lnTo>
                  <a:lnTo>
                    <a:pt x="5243563" y="4493704"/>
                  </a:lnTo>
                  <a:lnTo>
                    <a:pt x="5260314" y="4458259"/>
                  </a:lnTo>
                  <a:lnTo>
                    <a:pt x="5266017" y="4419600"/>
                  </a:lnTo>
                  <a:lnTo>
                    <a:pt x="5266017" y="133350"/>
                  </a:lnTo>
                  <a:close/>
                </a:path>
              </a:pathLst>
            </a:custGeom>
            <a:solidFill>
              <a:srgbClr val="E4DE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6172199" y="1283888"/>
              <a:ext cx="90805" cy="4519295"/>
            </a:xfrm>
            <a:custGeom>
              <a:avLst/>
              <a:gdLst/>
              <a:ahLst/>
              <a:cxnLst/>
              <a:rect l="l" t="t" r="r" b="b"/>
              <a:pathLst>
                <a:path w="90804" h="4519295">
                  <a:moveTo>
                    <a:pt x="68255" y="4518822"/>
                  </a:moveTo>
                  <a:lnTo>
                    <a:pt x="30216" y="4487090"/>
                  </a:lnTo>
                  <a:lnTo>
                    <a:pt x="10149" y="4453566"/>
                  </a:lnTo>
                  <a:lnTo>
                    <a:pt x="634" y="4415672"/>
                  </a:lnTo>
                  <a:lnTo>
                    <a:pt x="0" y="4402536"/>
                  </a:lnTo>
                  <a:lnTo>
                    <a:pt x="0" y="116286"/>
                  </a:lnTo>
                  <a:lnTo>
                    <a:pt x="5709" y="77634"/>
                  </a:lnTo>
                  <a:lnTo>
                    <a:pt x="22451" y="42187"/>
                  </a:lnTo>
                  <a:lnTo>
                    <a:pt x="48794" y="13153"/>
                  </a:lnTo>
                  <a:lnTo>
                    <a:pt x="68253" y="0"/>
                  </a:lnTo>
                  <a:lnTo>
                    <a:pt x="90791" y="5634"/>
                  </a:lnTo>
                  <a:lnTo>
                    <a:pt x="88403" y="7099"/>
                  </a:lnTo>
                  <a:lnTo>
                    <a:pt x="80421" y="13310"/>
                  </a:lnTo>
                  <a:lnTo>
                    <a:pt x="54137" y="47480"/>
                  </a:lnTo>
                  <a:lnTo>
                    <a:pt x="39912" y="92124"/>
                  </a:lnTo>
                  <a:lnTo>
                    <a:pt x="38100" y="116286"/>
                  </a:lnTo>
                  <a:lnTo>
                    <a:pt x="38100" y="4402536"/>
                  </a:lnTo>
                  <a:lnTo>
                    <a:pt x="45350" y="4449921"/>
                  </a:lnTo>
                  <a:lnTo>
                    <a:pt x="65997" y="4490093"/>
                  </a:lnTo>
                  <a:lnTo>
                    <a:pt x="90792" y="4513188"/>
                  </a:lnTo>
                  <a:lnTo>
                    <a:pt x="68255" y="4518822"/>
                  </a:lnTo>
                  <a:close/>
                </a:path>
              </a:pathLst>
            </a:custGeom>
            <a:solidFill>
              <a:srgbClr val="FF6A5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6381749" y="1700212"/>
              <a:ext cx="4943475" cy="0"/>
            </a:xfrm>
            <a:custGeom>
              <a:avLst/>
              <a:gdLst/>
              <a:ahLst/>
              <a:cxnLst/>
              <a:rect l="l" t="t" r="r" b="b"/>
              <a:pathLst>
                <a:path w="4943475" h="0">
                  <a:moveTo>
                    <a:pt x="0" y="0"/>
                  </a:moveTo>
                  <a:lnTo>
                    <a:pt x="4943474" y="0"/>
                  </a:lnTo>
                </a:path>
              </a:pathLst>
            </a:custGeom>
            <a:ln w="9524">
              <a:solidFill>
                <a:srgbClr val="E4DED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/>
          <p:cNvSpPr txBox="1"/>
          <p:nvPr/>
        </p:nvSpPr>
        <p:spPr>
          <a:xfrm>
            <a:off x="6381749" y="1416050"/>
            <a:ext cx="133858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900" spc="-80" b="1">
                <a:solidFill>
                  <a:srgbClr val="FF6A5B"/>
                </a:solidFill>
                <a:latin typeface="Cambria"/>
                <a:cs typeface="Cambria"/>
              </a:rPr>
              <a:t>P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75" b="1">
                <a:solidFill>
                  <a:srgbClr val="FF6A5B"/>
                </a:solidFill>
                <a:latin typeface="Cambria"/>
                <a:cs typeface="Cambria"/>
              </a:rPr>
              <a:t>I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140" b="1">
                <a:solidFill>
                  <a:srgbClr val="FF6A5B"/>
                </a:solidFill>
                <a:latin typeface="Cambria"/>
                <a:cs typeface="Cambria"/>
              </a:rPr>
              <a:t>T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20" b="1">
                <a:solidFill>
                  <a:srgbClr val="FF6A5B"/>
                </a:solidFill>
                <a:latin typeface="Cambria"/>
                <a:cs typeface="Cambria"/>
              </a:rPr>
              <a:t>FA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120" b="1">
                <a:solidFill>
                  <a:srgbClr val="FF6A5B"/>
                </a:solidFill>
                <a:latin typeface="Cambria"/>
                <a:cs typeface="Cambria"/>
              </a:rPr>
              <a:t>L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120" b="1">
                <a:solidFill>
                  <a:srgbClr val="FF6A5B"/>
                </a:solidFill>
                <a:latin typeface="Cambria"/>
                <a:cs typeface="Cambria"/>
              </a:rPr>
              <a:t>L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b="1">
                <a:solidFill>
                  <a:srgbClr val="FF6A5B"/>
                </a:solidFill>
                <a:latin typeface="Cambria"/>
                <a:cs typeface="Cambria"/>
              </a:rPr>
              <a:t>S</a:t>
            </a:r>
            <a:r>
              <a:rPr dirty="0" sz="900" spc="2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90" b="1">
                <a:solidFill>
                  <a:srgbClr val="FF6A5B"/>
                </a:solidFill>
                <a:latin typeface="Cambria"/>
                <a:cs typeface="Cambria"/>
              </a:rPr>
              <a:t>Y</a:t>
            </a:r>
            <a:r>
              <a:rPr dirty="0" sz="900" spc="-7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20" b="1">
                <a:solidFill>
                  <a:srgbClr val="FF6A5B"/>
                </a:solidFill>
                <a:latin typeface="Cambria"/>
                <a:cs typeface="Cambria"/>
              </a:rPr>
              <a:t>O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U </a:t>
            </a:r>
            <a:r>
              <a:rPr dirty="0" sz="900" spc="-20" b="1">
                <a:solidFill>
                  <a:srgbClr val="FF6A5B"/>
                </a:solidFill>
                <a:latin typeface="Cambria"/>
                <a:cs typeface="Cambria"/>
              </a:rPr>
              <a:t>'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120" b="1">
                <a:solidFill>
                  <a:srgbClr val="FF6A5B"/>
                </a:solidFill>
                <a:latin typeface="Cambria"/>
                <a:cs typeface="Cambria"/>
              </a:rPr>
              <a:t>L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b="1">
                <a:solidFill>
                  <a:srgbClr val="FF6A5B"/>
                </a:solidFill>
                <a:latin typeface="Cambria"/>
                <a:cs typeface="Cambria"/>
              </a:rPr>
              <a:t>L</a:t>
            </a:r>
            <a:r>
              <a:rPr dirty="0" sz="900" spc="315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90" b="1">
                <a:solidFill>
                  <a:srgbClr val="FF6A5B"/>
                </a:solidFill>
                <a:latin typeface="Cambria"/>
                <a:cs typeface="Cambria"/>
              </a:rPr>
              <a:t>H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75" b="1">
                <a:solidFill>
                  <a:srgbClr val="FF6A5B"/>
                </a:solidFill>
                <a:latin typeface="Cambria"/>
                <a:cs typeface="Cambria"/>
              </a:rPr>
              <a:t>I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50" b="1">
                <a:solidFill>
                  <a:srgbClr val="FF6A5B"/>
                </a:solidFill>
                <a:latin typeface="Cambria"/>
                <a:cs typeface="Cambria"/>
              </a:rPr>
              <a:t>T</a:t>
            </a:r>
            <a:endParaRPr sz="900">
              <a:latin typeface="Cambria"/>
              <a:cs typeface="Cambria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10439397" y="1409699"/>
            <a:ext cx="885825" cy="190500"/>
          </a:xfrm>
          <a:custGeom>
            <a:avLst/>
            <a:gdLst/>
            <a:ahLst/>
            <a:cxnLst/>
            <a:rect l="l" t="t" r="r" b="b"/>
            <a:pathLst>
              <a:path w="885825" h="190500">
                <a:moveTo>
                  <a:pt x="796830" y="190499"/>
                </a:moveTo>
                <a:lnTo>
                  <a:pt x="88995" y="190499"/>
                </a:lnTo>
                <a:lnTo>
                  <a:pt x="82800" y="189889"/>
                </a:lnTo>
                <a:lnTo>
                  <a:pt x="37131" y="170972"/>
                </a:lnTo>
                <a:lnTo>
                  <a:pt x="9643" y="137478"/>
                </a:lnTo>
                <a:lnTo>
                  <a:pt x="0" y="101504"/>
                </a:lnTo>
                <a:lnTo>
                  <a:pt x="1" y="95249"/>
                </a:lnTo>
                <a:lnTo>
                  <a:pt x="0" y="88995"/>
                </a:lnTo>
                <a:lnTo>
                  <a:pt x="12577" y="47531"/>
                </a:lnTo>
                <a:lnTo>
                  <a:pt x="47531" y="12577"/>
                </a:lnTo>
                <a:lnTo>
                  <a:pt x="88995" y="0"/>
                </a:lnTo>
                <a:lnTo>
                  <a:pt x="796830" y="0"/>
                </a:lnTo>
                <a:lnTo>
                  <a:pt x="838291" y="12577"/>
                </a:lnTo>
                <a:lnTo>
                  <a:pt x="873247" y="47531"/>
                </a:lnTo>
                <a:lnTo>
                  <a:pt x="885824" y="88995"/>
                </a:lnTo>
                <a:lnTo>
                  <a:pt x="885824" y="101504"/>
                </a:lnTo>
                <a:lnTo>
                  <a:pt x="873247" y="142967"/>
                </a:lnTo>
                <a:lnTo>
                  <a:pt x="838291" y="177921"/>
                </a:lnTo>
                <a:lnTo>
                  <a:pt x="803024" y="189889"/>
                </a:lnTo>
                <a:lnTo>
                  <a:pt x="796830" y="190499"/>
                </a:lnTo>
                <a:close/>
              </a:path>
            </a:pathLst>
          </a:custGeom>
          <a:solidFill>
            <a:srgbClr val="FFE7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10526761" y="1430337"/>
            <a:ext cx="713105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700" spc="-30" b="1">
                <a:solidFill>
                  <a:srgbClr val="FF6A5B"/>
                </a:solidFill>
                <a:latin typeface="Cambria"/>
                <a:cs typeface="Cambria"/>
              </a:rPr>
              <a:t>C</a:t>
            </a:r>
            <a:r>
              <a:rPr dirty="0" sz="700" spc="-55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700" spc="-20" b="1">
                <a:solidFill>
                  <a:srgbClr val="FF6A5B"/>
                </a:solidFill>
                <a:latin typeface="Cambria"/>
                <a:cs typeface="Cambria"/>
              </a:rPr>
              <a:t>o</a:t>
            </a:r>
            <a:r>
              <a:rPr dirty="0" sz="700" spc="-55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700" spc="-50" b="1">
                <a:solidFill>
                  <a:srgbClr val="FF6A5B"/>
                </a:solidFill>
                <a:latin typeface="Cambria"/>
                <a:cs typeface="Cambria"/>
              </a:rPr>
              <a:t>m</a:t>
            </a:r>
            <a:r>
              <a:rPr dirty="0" sz="700" spc="-55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700" spc="-50" b="1">
                <a:solidFill>
                  <a:srgbClr val="FF6A5B"/>
                </a:solidFill>
                <a:latin typeface="Cambria"/>
                <a:cs typeface="Cambria"/>
              </a:rPr>
              <a:t>m</a:t>
            </a:r>
            <a:r>
              <a:rPr dirty="0" sz="700" spc="-55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700" spc="-20" b="1">
                <a:solidFill>
                  <a:srgbClr val="FF6A5B"/>
                </a:solidFill>
                <a:latin typeface="Cambria"/>
                <a:cs typeface="Cambria"/>
              </a:rPr>
              <a:t>o</a:t>
            </a:r>
            <a:r>
              <a:rPr dirty="0" sz="700" spc="-55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700" b="1">
                <a:solidFill>
                  <a:srgbClr val="FF6A5B"/>
                </a:solidFill>
                <a:latin typeface="Cambria"/>
                <a:cs typeface="Cambria"/>
              </a:rPr>
              <a:t>n</a:t>
            </a:r>
            <a:r>
              <a:rPr dirty="0" sz="700" spc="165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700" spc="-20" b="1">
                <a:solidFill>
                  <a:srgbClr val="FF6A5B"/>
                </a:solidFill>
                <a:latin typeface="Cambria"/>
                <a:cs typeface="Cambria"/>
              </a:rPr>
              <a:t>Tra</a:t>
            </a:r>
            <a:r>
              <a:rPr dirty="0" sz="700" spc="-55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700" spc="-40" b="1">
                <a:solidFill>
                  <a:srgbClr val="FF6A5B"/>
                </a:solidFill>
                <a:latin typeface="Cambria"/>
                <a:cs typeface="Cambria"/>
              </a:rPr>
              <a:t>p</a:t>
            </a:r>
            <a:r>
              <a:rPr dirty="0" sz="700" spc="-6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700" spc="-50" b="1">
                <a:solidFill>
                  <a:srgbClr val="FF6A5B"/>
                </a:solidFill>
                <a:latin typeface="Cambria"/>
                <a:cs typeface="Cambria"/>
              </a:rPr>
              <a:t>s</a:t>
            </a:r>
            <a:endParaRPr sz="700">
              <a:latin typeface="Cambria"/>
              <a:cs typeface="Cambria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6381748" y="1828799"/>
            <a:ext cx="4581525" cy="2305050"/>
            <a:chOff x="6381748" y="1828799"/>
            <a:chExt cx="4581525" cy="2305050"/>
          </a:xfrm>
        </p:grpSpPr>
        <p:pic>
          <p:nvPicPr>
            <p:cNvPr id="34" name="object 3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81748" y="1828799"/>
              <a:ext cx="247649" cy="247649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30962" y="1889124"/>
              <a:ext cx="149225" cy="130175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6743698" y="2190749"/>
              <a:ext cx="1323975" cy="133350"/>
            </a:xfrm>
            <a:custGeom>
              <a:avLst/>
              <a:gdLst/>
              <a:ahLst/>
              <a:cxnLst/>
              <a:rect l="l" t="t" r="r" b="b"/>
              <a:pathLst>
                <a:path w="1323975" h="133350">
                  <a:moveTo>
                    <a:pt x="1299189" y="133349"/>
                  </a:moveTo>
                  <a:lnTo>
                    <a:pt x="24785" y="133349"/>
                  </a:lnTo>
                  <a:lnTo>
                    <a:pt x="21139" y="132624"/>
                  </a:lnTo>
                  <a:lnTo>
                    <a:pt x="0" y="108564"/>
                  </a:lnTo>
                  <a:lnTo>
                    <a:pt x="0" y="104774"/>
                  </a:lnTo>
                  <a:lnTo>
                    <a:pt x="0" y="24785"/>
                  </a:lnTo>
                  <a:lnTo>
                    <a:pt x="24785" y="0"/>
                  </a:lnTo>
                  <a:lnTo>
                    <a:pt x="1299189" y="0"/>
                  </a:lnTo>
                  <a:lnTo>
                    <a:pt x="1323974" y="24785"/>
                  </a:lnTo>
                  <a:lnTo>
                    <a:pt x="1323974" y="108564"/>
                  </a:lnTo>
                  <a:lnTo>
                    <a:pt x="1302833" y="132624"/>
                  </a:lnTo>
                  <a:lnTo>
                    <a:pt x="1299189" y="133349"/>
                  </a:lnTo>
                  <a:close/>
                </a:path>
              </a:pathLst>
            </a:custGeom>
            <a:solidFill>
              <a:srgbClr val="F4EFE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7" name="object 3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81748" y="2647949"/>
              <a:ext cx="247649" cy="247649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30962" y="2698749"/>
              <a:ext cx="149225" cy="130175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7296148" y="2838449"/>
              <a:ext cx="1800225" cy="133350"/>
            </a:xfrm>
            <a:custGeom>
              <a:avLst/>
              <a:gdLst/>
              <a:ahLst/>
              <a:cxnLst/>
              <a:rect l="l" t="t" r="r" b="b"/>
              <a:pathLst>
                <a:path w="1800225" h="133350">
                  <a:moveTo>
                    <a:pt x="1775439" y="133349"/>
                  </a:moveTo>
                  <a:lnTo>
                    <a:pt x="24785" y="133349"/>
                  </a:lnTo>
                  <a:lnTo>
                    <a:pt x="21140" y="132624"/>
                  </a:lnTo>
                  <a:lnTo>
                    <a:pt x="0" y="108564"/>
                  </a:lnTo>
                  <a:lnTo>
                    <a:pt x="0" y="104774"/>
                  </a:lnTo>
                  <a:lnTo>
                    <a:pt x="0" y="24785"/>
                  </a:lnTo>
                  <a:lnTo>
                    <a:pt x="24785" y="0"/>
                  </a:lnTo>
                  <a:lnTo>
                    <a:pt x="1775439" y="0"/>
                  </a:lnTo>
                  <a:lnTo>
                    <a:pt x="1800224" y="24785"/>
                  </a:lnTo>
                  <a:lnTo>
                    <a:pt x="1800224" y="108564"/>
                  </a:lnTo>
                  <a:lnTo>
                    <a:pt x="1779084" y="132624"/>
                  </a:lnTo>
                  <a:lnTo>
                    <a:pt x="1775439" y="133349"/>
                  </a:lnTo>
                  <a:close/>
                </a:path>
              </a:pathLst>
            </a:custGeom>
            <a:solidFill>
              <a:srgbClr val="F4EFE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0" name="object 4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753724" y="2838449"/>
              <a:ext cx="161924" cy="133349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6743699" y="3009899"/>
              <a:ext cx="3771900" cy="133350"/>
            </a:xfrm>
            <a:custGeom>
              <a:avLst/>
              <a:gdLst/>
              <a:ahLst/>
              <a:cxnLst/>
              <a:rect l="l" t="t" r="r" b="b"/>
              <a:pathLst>
                <a:path w="3771900" h="133350">
                  <a:moveTo>
                    <a:pt x="3747113" y="133349"/>
                  </a:moveTo>
                  <a:lnTo>
                    <a:pt x="0" y="133349"/>
                  </a:lnTo>
                  <a:lnTo>
                    <a:pt x="0" y="0"/>
                  </a:lnTo>
                  <a:lnTo>
                    <a:pt x="3747111" y="0"/>
                  </a:lnTo>
                  <a:lnTo>
                    <a:pt x="3750756" y="724"/>
                  </a:lnTo>
                  <a:lnTo>
                    <a:pt x="3771899" y="24785"/>
                  </a:lnTo>
                  <a:lnTo>
                    <a:pt x="3771899" y="108564"/>
                  </a:lnTo>
                  <a:lnTo>
                    <a:pt x="3747113" y="133349"/>
                  </a:lnTo>
                  <a:close/>
                </a:path>
              </a:pathLst>
            </a:custGeom>
            <a:solidFill>
              <a:srgbClr val="F4EFE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2" name="object 4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81748" y="3467099"/>
              <a:ext cx="247649" cy="247649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30962" y="3517899"/>
              <a:ext cx="149225" cy="130175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6743687" y="3657599"/>
              <a:ext cx="4219575" cy="476250"/>
            </a:xfrm>
            <a:custGeom>
              <a:avLst/>
              <a:gdLst/>
              <a:ahLst/>
              <a:cxnLst/>
              <a:rect l="l" t="t" r="r" b="b"/>
              <a:pathLst>
                <a:path w="4219575" h="476250">
                  <a:moveTo>
                    <a:pt x="314325" y="367690"/>
                  </a:moveTo>
                  <a:lnTo>
                    <a:pt x="289547" y="342900"/>
                  </a:lnTo>
                  <a:lnTo>
                    <a:pt x="24790" y="342900"/>
                  </a:lnTo>
                  <a:lnTo>
                    <a:pt x="0" y="367690"/>
                  </a:lnTo>
                  <a:lnTo>
                    <a:pt x="0" y="447675"/>
                  </a:lnTo>
                  <a:lnTo>
                    <a:pt x="0" y="451472"/>
                  </a:lnTo>
                  <a:lnTo>
                    <a:pt x="24790" y="476250"/>
                  </a:lnTo>
                  <a:lnTo>
                    <a:pt x="289547" y="476250"/>
                  </a:lnTo>
                  <a:lnTo>
                    <a:pt x="314325" y="451472"/>
                  </a:lnTo>
                  <a:lnTo>
                    <a:pt x="314325" y="367690"/>
                  </a:lnTo>
                  <a:close/>
                </a:path>
                <a:path w="4219575" h="476250">
                  <a:moveTo>
                    <a:pt x="733425" y="367690"/>
                  </a:moveTo>
                  <a:lnTo>
                    <a:pt x="708647" y="342900"/>
                  </a:lnTo>
                  <a:lnTo>
                    <a:pt x="386740" y="342900"/>
                  </a:lnTo>
                  <a:lnTo>
                    <a:pt x="361950" y="367690"/>
                  </a:lnTo>
                  <a:lnTo>
                    <a:pt x="361950" y="447675"/>
                  </a:lnTo>
                  <a:lnTo>
                    <a:pt x="361950" y="451472"/>
                  </a:lnTo>
                  <a:lnTo>
                    <a:pt x="386740" y="476250"/>
                  </a:lnTo>
                  <a:lnTo>
                    <a:pt x="708647" y="476250"/>
                  </a:lnTo>
                  <a:lnTo>
                    <a:pt x="733425" y="451472"/>
                  </a:lnTo>
                  <a:lnTo>
                    <a:pt x="733425" y="367690"/>
                  </a:lnTo>
                  <a:close/>
                </a:path>
                <a:path w="4219575" h="476250">
                  <a:moveTo>
                    <a:pt x="1885950" y="24790"/>
                  </a:moveTo>
                  <a:lnTo>
                    <a:pt x="1861172" y="0"/>
                  </a:lnTo>
                  <a:lnTo>
                    <a:pt x="1243990" y="0"/>
                  </a:lnTo>
                  <a:lnTo>
                    <a:pt x="1219200" y="24790"/>
                  </a:lnTo>
                  <a:lnTo>
                    <a:pt x="1219200" y="104775"/>
                  </a:lnTo>
                  <a:lnTo>
                    <a:pt x="1219200" y="108572"/>
                  </a:lnTo>
                  <a:lnTo>
                    <a:pt x="1243990" y="133350"/>
                  </a:lnTo>
                  <a:lnTo>
                    <a:pt x="1861172" y="133350"/>
                  </a:lnTo>
                  <a:lnTo>
                    <a:pt x="1885950" y="108572"/>
                  </a:lnTo>
                  <a:lnTo>
                    <a:pt x="1885950" y="24790"/>
                  </a:lnTo>
                  <a:close/>
                </a:path>
                <a:path w="4219575" h="476250">
                  <a:moveTo>
                    <a:pt x="3324225" y="196240"/>
                  </a:moveTo>
                  <a:lnTo>
                    <a:pt x="3299447" y="171450"/>
                  </a:lnTo>
                  <a:lnTo>
                    <a:pt x="2739415" y="171450"/>
                  </a:lnTo>
                  <a:lnTo>
                    <a:pt x="2714625" y="196240"/>
                  </a:lnTo>
                  <a:lnTo>
                    <a:pt x="2714625" y="276225"/>
                  </a:lnTo>
                  <a:lnTo>
                    <a:pt x="2714625" y="280022"/>
                  </a:lnTo>
                  <a:lnTo>
                    <a:pt x="2739415" y="304800"/>
                  </a:lnTo>
                  <a:lnTo>
                    <a:pt x="3299447" y="304800"/>
                  </a:lnTo>
                  <a:lnTo>
                    <a:pt x="3324225" y="280022"/>
                  </a:lnTo>
                  <a:lnTo>
                    <a:pt x="3324225" y="196240"/>
                  </a:lnTo>
                  <a:close/>
                </a:path>
                <a:path w="4219575" h="476250">
                  <a:moveTo>
                    <a:pt x="4219575" y="196240"/>
                  </a:moveTo>
                  <a:lnTo>
                    <a:pt x="4194797" y="171450"/>
                  </a:lnTo>
                  <a:lnTo>
                    <a:pt x="3406165" y="171450"/>
                  </a:lnTo>
                  <a:lnTo>
                    <a:pt x="3381375" y="196240"/>
                  </a:lnTo>
                  <a:lnTo>
                    <a:pt x="3381375" y="276225"/>
                  </a:lnTo>
                  <a:lnTo>
                    <a:pt x="3381375" y="280022"/>
                  </a:lnTo>
                  <a:lnTo>
                    <a:pt x="3406165" y="304800"/>
                  </a:lnTo>
                  <a:lnTo>
                    <a:pt x="4194797" y="304800"/>
                  </a:lnTo>
                  <a:lnTo>
                    <a:pt x="4219575" y="280022"/>
                  </a:lnTo>
                  <a:lnTo>
                    <a:pt x="4219575" y="196240"/>
                  </a:lnTo>
                  <a:close/>
                </a:path>
              </a:pathLst>
            </a:custGeom>
            <a:solidFill>
              <a:srgbClr val="F4EFE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5" name="object 45"/>
          <p:cNvSpPr txBox="1"/>
          <p:nvPr/>
        </p:nvSpPr>
        <p:spPr>
          <a:xfrm>
            <a:off x="6743700" y="1733522"/>
            <a:ext cx="4541520" cy="2397125"/>
          </a:xfrm>
          <a:prstGeom prst="rect">
            <a:avLst/>
          </a:prstGeom>
        </p:spPr>
        <p:txBody>
          <a:bodyPr wrap="square" lIns="0" tIns="793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625"/>
              </a:spcBef>
            </a:pPr>
            <a:r>
              <a:rPr dirty="0" sz="950" spc="-85" b="1">
                <a:solidFill>
                  <a:srgbClr val="1B1F3A"/>
                </a:solidFill>
                <a:latin typeface="Cambria"/>
                <a:cs typeface="Cambria"/>
              </a:rPr>
              <a:t>Form</a:t>
            </a:r>
            <a:r>
              <a:rPr dirty="0" sz="950" b="1">
                <a:solidFill>
                  <a:srgbClr val="1B1F3A"/>
                </a:solidFill>
                <a:latin typeface="Cambria"/>
                <a:cs typeface="Cambria"/>
              </a:rPr>
              <a:t> </a:t>
            </a:r>
            <a:r>
              <a:rPr dirty="0" sz="950" spc="-55" b="1">
                <a:solidFill>
                  <a:srgbClr val="1B1F3A"/>
                </a:solidFill>
                <a:latin typeface="Cambria"/>
                <a:cs typeface="Cambria"/>
              </a:rPr>
              <a:t>widgets</a:t>
            </a:r>
            <a:r>
              <a:rPr dirty="0" sz="950" b="1">
                <a:solidFill>
                  <a:srgbClr val="1B1F3A"/>
                </a:solidFill>
                <a:latin typeface="Cambria"/>
                <a:cs typeface="Cambria"/>
              </a:rPr>
              <a:t> </a:t>
            </a:r>
            <a:r>
              <a:rPr dirty="0" sz="950" spc="-50" b="1">
                <a:solidFill>
                  <a:srgbClr val="1B1F3A"/>
                </a:solidFill>
                <a:latin typeface="Cambria"/>
                <a:cs typeface="Cambria"/>
              </a:rPr>
              <a:t>don't</a:t>
            </a:r>
            <a:r>
              <a:rPr dirty="0" sz="950" b="1">
                <a:solidFill>
                  <a:srgbClr val="1B1F3A"/>
                </a:solidFill>
                <a:latin typeface="Cambria"/>
                <a:cs typeface="Cambria"/>
              </a:rPr>
              <a:t> </a:t>
            </a:r>
            <a:r>
              <a:rPr dirty="0" sz="950" spc="-70" b="1">
                <a:solidFill>
                  <a:srgbClr val="1B1F3A"/>
                </a:solidFill>
                <a:latin typeface="Cambria"/>
                <a:cs typeface="Cambria"/>
              </a:rPr>
              <a:t>re-</a:t>
            </a:r>
            <a:r>
              <a:rPr dirty="0" sz="950" spc="-80" b="1">
                <a:solidFill>
                  <a:srgbClr val="1B1F3A"/>
                </a:solidFill>
                <a:latin typeface="Cambria"/>
                <a:cs typeface="Cambria"/>
              </a:rPr>
              <a:t>run</a:t>
            </a:r>
            <a:r>
              <a:rPr dirty="0" sz="950" b="1">
                <a:solidFill>
                  <a:srgbClr val="1B1F3A"/>
                </a:solidFill>
                <a:latin typeface="Cambria"/>
                <a:cs typeface="Cambria"/>
              </a:rPr>
              <a:t> </a:t>
            </a:r>
            <a:r>
              <a:rPr dirty="0" sz="950" spc="-50" b="1">
                <a:solidFill>
                  <a:srgbClr val="1B1F3A"/>
                </a:solidFill>
                <a:latin typeface="Cambria"/>
                <a:cs typeface="Cambria"/>
              </a:rPr>
              <a:t>on</a:t>
            </a:r>
            <a:r>
              <a:rPr dirty="0" sz="950" b="1">
                <a:solidFill>
                  <a:srgbClr val="1B1F3A"/>
                </a:solidFill>
                <a:latin typeface="Cambria"/>
                <a:cs typeface="Cambria"/>
              </a:rPr>
              <a:t> </a:t>
            </a:r>
            <a:r>
              <a:rPr dirty="0" sz="950" spc="-55" b="1">
                <a:solidFill>
                  <a:srgbClr val="1B1F3A"/>
                </a:solidFill>
                <a:latin typeface="Cambria"/>
                <a:cs typeface="Cambria"/>
              </a:rPr>
              <a:t>every</a:t>
            </a:r>
            <a:r>
              <a:rPr dirty="0" sz="950" b="1">
                <a:solidFill>
                  <a:srgbClr val="1B1F3A"/>
                </a:solidFill>
                <a:latin typeface="Cambria"/>
                <a:cs typeface="Cambria"/>
              </a:rPr>
              <a:t> </a:t>
            </a:r>
            <a:r>
              <a:rPr dirty="0" sz="950" spc="-10" b="1">
                <a:solidFill>
                  <a:srgbClr val="1B1F3A"/>
                </a:solidFill>
                <a:latin typeface="Cambria"/>
                <a:cs typeface="Cambria"/>
              </a:rPr>
              <a:t>change</a:t>
            </a:r>
            <a:endParaRPr sz="950">
              <a:latin typeface="Cambria"/>
              <a:cs typeface="Cambria"/>
            </a:endParaRPr>
          </a:p>
          <a:p>
            <a:pPr marR="295910">
              <a:lnSpc>
                <a:spcPct val="128699"/>
              </a:lnSpc>
              <a:spcBef>
                <a:spcPts val="165"/>
              </a:spcBef>
            </a:pPr>
            <a:r>
              <a:rPr dirty="0" sz="850" spc="-35">
                <a:solidFill>
                  <a:srgbClr val="4A4E6A"/>
                </a:solidFill>
                <a:latin typeface="Tahoma"/>
                <a:cs typeface="Tahoma"/>
              </a:rPr>
              <a:t>Unlike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regular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widgets,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typing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25">
                <a:solidFill>
                  <a:srgbClr val="4A4E6A"/>
                </a:solidFill>
                <a:latin typeface="Tahoma"/>
                <a:cs typeface="Tahoma"/>
              </a:rPr>
              <a:t>in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 a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5">
                <a:solidFill>
                  <a:srgbClr val="4A4E6A"/>
                </a:solidFill>
                <a:latin typeface="Tahoma"/>
                <a:cs typeface="Tahoma"/>
              </a:rPr>
              <a:t>form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0">
                <a:solidFill>
                  <a:srgbClr val="4A4E6A"/>
                </a:solidFill>
                <a:latin typeface="Tahoma"/>
                <a:cs typeface="Tahoma"/>
              </a:rPr>
              <a:t>field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0">
                <a:solidFill>
                  <a:srgbClr val="4A4E6A"/>
                </a:solidFill>
                <a:latin typeface="Tahoma"/>
                <a:cs typeface="Tahoma"/>
              </a:rPr>
              <a:t>does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60">
                <a:solidFill>
                  <a:srgbClr val="4A4E6A"/>
                </a:solidFill>
                <a:latin typeface="Tahoma"/>
                <a:cs typeface="Tahoma"/>
              </a:rPr>
              <a:t>NOT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trigger 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a </a:t>
            </a:r>
            <a:r>
              <a:rPr dirty="0" sz="850" spc="-40">
                <a:solidFill>
                  <a:srgbClr val="4A4E6A"/>
                </a:solidFill>
                <a:latin typeface="Tahoma"/>
                <a:cs typeface="Tahoma"/>
              </a:rPr>
              <a:t>rerun.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20">
                <a:solidFill>
                  <a:srgbClr val="4A4E6A"/>
                </a:solidFill>
                <a:latin typeface="Tahoma"/>
                <a:cs typeface="Tahoma"/>
              </a:rPr>
              <a:t>Only </a:t>
            </a:r>
            <a:r>
              <a:rPr dirty="0" sz="750">
                <a:solidFill>
                  <a:srgbClr val="293283"/>
                </a:solidFill>
                <a:latin typeface="Courier New"/>
                <a:cs typeface="Courier New"/>
              </a:rPr>
              <a:t>st.form_submit_button</a:t>
            </a:r>
            <a:r>
              <a:rPr dirty="0" sz="750" spc="125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does. 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This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5">
                <a:solidFill>
                  <a:srgbClr val="4A4E6A"/>
                </a:solidFill>
                <a:latin typeface="Tahoma"/>
                <a:cs typeface="Tahoma"/>
              </a:rPr>
              <a:t>is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0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0">
                <a:solidFill>
                  <a:srgbClr val="4A4E6A"/>
                </a:solidFill>
                <a:latin typeface="Tahoma"/>
                <a:cs typeface="Tahoma"/>
              </a:rPr>
              <a:t>point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25">
                <a:solidFill>
                  <a:srgbClr val="4A4E6A"/>
                </a:solidFill>
                <a:latin typeface="Tahoma"/>
                <a:cs typeface="Tahoma"/>
              </a:rPr>
              <a:t>of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0">
                <a:solidFill>
                  <a:srgbClr val="4A4E6A"/>
                </a:solidFill>
                <a:latin typeface="Tahoma"/>
                <a:cs typeface="Tahoma"/>
              </a:rPr>
              <a:t>forms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>
                <a:solidFill>
                  <a:srgbClr val="4A4E6A"/>
                </a:solidFill>
                <a:latin typeface="Tahoma"/>
                <a:cs typeface="Tahoma"/>
              </a:rPr>
              <a:t>—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0">
                <a:solidFill>
                  <a:srgbClr val="4A4E6A"/>
                </a:solidFill>
                <a:latin typeface="Tahoma"/>
                <a:cs typeface="Tahoma"/>
              </a:rPr>
              <a:t>batch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0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0">
                <a:solidFill>
                  <a:srgbClr val="4A4E6A"/>
                </a:solidFill>
                <a:latin typeface="Tahoma"/>
                <a:cs typeface="Tahoma"/>
              </a:rPr>
              <a:t>inputs.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5">
                <a:solidFill>
                  <a:srgbClr val="4A4E6A"/>
                </a:solidFill>
                <a:latin typeface="Tahoma"/>
                <a:cs typeface="Tahoma"/>
              </a:rPr>
              <a:t>But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10">
                <a:solidFill>
                  <a:srgbClr val="4A4E6A"/>
                </a:solidFill>
                <a:latin typeface="Tahoma"/>
                <a:cs typeface="Tahoma"/>
              </a:rPr>
              <a:t>it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10">
                <a:solidFill>
                  <a:srgbClr val="4A4E6A"/>
                </a:solidFill>
                <a:latin typeface="Tahoma"/>
                <a:cs typeface="Tahoma"/>
              </a:rPr>
              <a:t>confuses </a:t>
            </a:r>
            <a:r>
              <a:rPr dirty="0" sz="850" spc="-40">
                <a:solidFill>
                  <a:srgbClr val="4A4E6A"/>
                </a:solidFill>
                <a:latin typeface="Tahoma"/>
                <a:cs typeface="Tahoma"/>
              </a:rPr>
              <a:t>students</a:t>
            </a:r>
            <a:r>
              <a:rPr dirty="0" sz="850" spc="-3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expecting</a:t>
            </a:r>
            <a:r>
              <a:rPr dirty="0" sz="850" spc="-3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5">
                <a:solidFill>
                  <a:srgbClr val="4A4E6A"/>
                </a:solidFill>
                <a:latin typeface="Tahoma"/>
                <a:cs typeface="Tahoma"/>
              </a:rPr>
              <a:t>live</a:t>
            </a:r>
            <a:r>
              <a:rPr dirty="0" sz="850" spc="-3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10">
                <a:solidFill>
                  <a:srgbClr val="4A4E6A"/>
                </a:solidFill>
                <a:latin typeface="Tahoma"/>
                <a:cs typeface="Tahoma"/>
              </a:rPr>
              <a:t>updates.</a:t>
            </a:r>
            <a:endParaRPr sz="8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80"/>
              </a:spcBef>
            </a:pPr>
            <a:endParaRPr sz="85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r>
              <a:rPr dirty="0" sz="950" spc="-45" b="1">
                <a:solidFill>
                  <a:srgbClr val="1B1F3A"/>
                </a:solidFill>
                <a:latin typeface="Cambria"/>
                <a:cs typeface="Cambria"/>
              </a:rPr>
              <a:t>session_state</a:t>
            </a:r>
            <a:r>
              <a:rPr dirty="0" sz="950" b="1">
                <a:solidFill>
                  <a:srgbClr val="1B1F3A"/>
                </a:solidFill>
                <a:latin typeface="Cambria"/>
                <a:cs typeface="Cambria"/>
              </a:rPr>
              <a:t> </a:t>
            </a:r>
            <a:r>
              <a:rPr dirty="0" sz="950" spc="-80" b="1">
                <a:solidFill>
                  <a:srgbClr val="1B1F3A"/>
                </a:solidFill>
                <a:latin typeface="Cambria"/>
                <a:cs typeface="Cambria"/>
              </a:rPr>
              <a:t>key</a:t>
            </a:r>
            <a:r>
              <a:rPr dirty="0" sz="950" spc="5" b="1">
                <a:solidFill>
                  <a:srgbClr val="1B1F3A"/>
                </a:solidFill>
                <a:latin typeface="Cambria"/>
                <a:cs typeface="Cambria"/>
              </a:rPr>
              <a:t> </a:t>
            </a:r>
            <a:r>
              <a:rPr dirty="0" sz="950" spc="-65" b="1">
                <a:solidFill>
                  <a:srgbClr val="1B1F3A"/>
                </a:solidFill>
                <a:latin typeface="Cambria"/>
                <a:cs typeface="Cambria"/>
              </a:rPr>
              <a:t>must</a:t>
            </a:r>
            <a:r>
              <a:rPr dirty="0" sz="950" spc="5" b="1">
                <a:solidFill>
                  <a:srgbClr val="1B1F3A"/>
                </a:solidFill>
                <a:latin typeface="Cambria"/>
                <a:cs typeface="Cambria"/>
              </a:rPr>
              <a:t> </a:t>
            </a:r>
            <a:r>
              <a:rPr dirty="0" sz="950" spc="-60" b="1">
                <a:solidFill>
                  <a:srgbClr val="1B1F3A"/>
                </a:solidFill>
                <a:latin typeface="Cambria"/>
                <a:cs typeface="Cambria"/>
              </a:rPr>
              <a:t>exist</a:t>
            </a:r>
            <a:r>
              <a:rPr dirty="0" sz="950" spc="5" b="1">
                <a:solidFill>
                  <a:srgbClr val="1B1F3A"/>
                </a:solidFill>
                <a:latin typeface="Cambria"/>
                <a:cs typeface="Cambria"/>
              </a:rPr>
              <a:t> </a:t>
            </a:r>
            <a:r>
              <a:rPr dirty="0" sz="950" spc="-50" b="1">
                <a:solidFill>
                  <a:srgbClr val="1B1F3A"/>
                </a:solidFill>
                <a:latin typeface="Cambria"/>
                <a:cs typeface="Cambria"/>
              </a:rPr>
              <a:t>before</a:t>
            </a:r>
            <a:r>
              <a:rPr dirty="0" sz="950" spc="5" b="1">
                <a:solidFill>
                  <a:srgbClr val="1B1F3A"/>
                </a:solidFill>
                <a:latin typeface="Cambria"/>
                <a:cs typeface="Cambria"/>
              </a:rPr>
              <a:t> </a:t>
            </a:r>
            <a:r>
              <a:rPr dirty="0" sz="950" spc="-55" b="1">
                <a:solidFill>
                  <a:srgbClr val="1B1F3A"/>
                </a:solidFill>
                <a:latin typeface="Cambria"/>
                <a:cs typeface="Cambria"/>
              </a:rPr>
              <a:t>you</a:t>
            </a:r>
            <a:r>
              <a:rPr dirty="0" sz="950" spc="5" b="1">
                <a:solidFill>
                  <a:srgbClr val="1B1F3A"/>
                </a:solidFill>
                <a:latin typeface="Cambria"/>
                <a:cs typeface="Cambria"/>
              </a:rPr>
              <a:t> </a:t>
            </a:r>
            <a:r>
              <a:rPr dirty="0" sz="950" spc="-60" b="1">
                <a:solidFill>
                  <a:srgbClr val="1B1F3A"/>
                </a:solidFill>
                <a:latin typeface="Cambria"/>
                <a:cs typeface="Cambria"/>
              </a:rPr>
              <a:t>read</a:t>
            </a:r>
            <a:r>
              <a:rPr dirty="0" sz="950" spc="5" b="1">
                <a:solidFill>
                  <a:srgbClr val="1B1F3A"/>
                </a:solidFill>
                <a:latin typeface="Cambria"/>
                <a:cs typeface="Cambria"/>
              </a:rPr>
              <a:t> </a:t>
            </a:r>
            <a:r>
              <a:rPr dirty="0" sz="950" spc="-25" b="1">
                <a:solidFill>
                  <a:srgbClr val="1B1F3A"/>
                </a:solidFill>
                <a:latin typeface="Cambria"/>
                <a:cs typeface="Cambria"/>
              </a:rPr>
              <a:t>it</a:t>
            </a:r>
            <a:endParaRPr sz="950">
              <a:latin typeface="Cambria"/>
              <a:cs typeface="Cambria"/>
            </a:endParaRPr>
          </a:p>
          <a:p>
            <a:pPr marR="283845">
              <a:lnSpc>
                <a:spcPct val="132400"/>
              </a:lnSpc>
              <a:spcBef>
                <a:spcPts val="55"/>
              </a:spcBef>
            </a:pPr>
            <a:r>
              <a:rPr dirty="0" sz="850" spc="-70">
                <a:solidFill>
                  <a:srgbClr val="4A4E6A"/>
                </a:solidFill>
                <a:latin typeface="Tahoma"/>
                <a:cs typeface="Tahoma"/>
              </a:rPr>
              <a:t>You</a:t>
            </a:r>
            <a:r>
              <a:rPr dirty="0" sz="85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0">
                <a:solidFill>
                  <a:srgbClr val="4A4E6A"/>
                </a:solidFill>
                <a:latin typeface="Tahoma"/>
                <a:cs typeface="Tahoma"/>
              </a:rPr>
              <a:t>can't</a:t>
            </a:r>
            <a:r>
              <a:rPr dirty="0" sz="85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>
                <a:solidFill>
                  <a:srgbClr val="4A4E6A"/>
                </a:solidFill>
                <a:latin typeface="Tahoma"/>
                <a:cs typeface="Tahoma"/>
              </a:rPr>
              <a:t>do</a:t>
            </a:r>
            <a:r>
              <a:rPr dirty="0" sz="850" spc="27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750">
                <a:solidFill>
                  <a:srgbClr val="293283"/>
                </a:solidFill>
                <a:latin typeface="Courier New"/>
                <a:cs typeface="Courier New"/>
              </a:rPr>
              <a:t>st.session_state.counter</a:t>
            </a:r>
            <a:r>
              <a:rPr dirty="0" sz="750" spc="70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293283"/>
                </a:solidFill>
                <a:latin typeface="Courier New"/>
                <a:cs typeface="Courier New"/>
              </a:rPr>
              <a:t>+=</a:t>
            </a:r>
            <a:r>
              <a:rPr dirty="0" sz="750" spc="65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293283"/>
                </a:solidFill>
                <a:latin typeface="Courier New"/>
                <a:cs typeface="Courier New"/>
              </a:rPr>
              <a:t>1</a:t>
            </a:r>
            <a:r>
              <a:rPr dirty="0" sz="750" spc="100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850" spc="-25">
                <a:solidFill>
                  <a:srgbClr val="4A4E6A"/>
                </a:solidFill>
                <a:latin typeface="Tahoma"/>
                <a:cs typeface="Tahoma"/>
              </a:rPr>
              <a:t>without</a:t>
            </a:r>
            <a:r>
              <a:rPr dirty="0" sz="85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5">
                <a:solidFill>
                  <a:srgbClr val="4A4E6A"/>
                </a:solidFill>
                <a:latin typeface="Tahoma"/>
                <a:cs typeface="Tahoma"/>
              </a:rPr>
              <a:t>initializing</a:t>
            </a:r>
            <a:r>
              <a:rPr dirty="0" sz="85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10">
                <a:solidFill>
                  <a:srgbClr val="4A4E6A"/>
                </a:solidFill>
                <a:latin typeface="Tahoma"/>
                <a:cs typeface="Tahoma"/>
              </a:rPr>
              <a:t>it</a:t>
            </a:r>
            <a:r>
              <a:rPr dirty="0" sz="85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0">
                <a:solidFill>
                  <a:srgbClr val="4A4E6A"/>
                </a:solidFill>
                <a:latin typeface="Tahoma"/>
                <a:cs typeface="Tahoma"/>
              </a:rPr>
              <a:t>first.</a:t>
            </a:r>
            <a:r>
              <a:rPr dirty="0" sz="85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Always</a:t>
            </a:r>
            <a:r>
              <a:rPr dirty="0" sz="85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>
                <a:solidFill>
                  <a:srgbClr val="4A4E6A"/>
                </a:solidFill>
                <a:latin typeface="Tahoma"/>
                <a:cs typeface="Tahoma"/>
              </a:rPr>
              <a:t>use</a:t>
            </a:r>
            <a:r>
              <a:rPr dirty="0" sz="850" spc="27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750" spc="-25">
                <a:solidFill>
                  <a:srgbClr val="293283"/>
                </a:solidFill>
                <a:latin typeface="Courier New"/>
                <a:cs typeface="Courier New"/>
              </a:rPr>
              <a:t>if </a:t>
            </a:r>
            <a:r>
              <a:rPr dirty="0" sz="750">
                <a:solidFill>
                  <a:srgbClr val="293283"/>
                </a:solidFill>
                <a:latin typeface="Courier New"/>
                <a:cs typeface="Courier New"/>
              </a:rPr>
              <a:t>"counter"</a:t>
            </a:r>
            <a:r>
              <a:rPr dirty="0" sz="750" spc="105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293283"/>
                </a:solidFill>
                <a:latin typeface="Courier New"/>
                <a:cs typeface="Courier New"/>
              </a:rPr>
              <a:t>not</a:t>
            </a:r>
            <a:r>
              <a:rPr dirty="0" sz="750" spc="110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293283"/>
                </a:solidFill>
                <a:latin typeface="Courier New"/>
                <a:cs typeface="Courier New"/>
              </a:rPr>
              <a:t>in</a:t>
            </a:r>
            <a:r>
              <a:rPr dirty="0" sz="750" spc="110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293283"/>
                </a:solidFill>
                <a:latin typeface="Courier New"/>
                <a:cs typeface="Courier New"/>
              </a:rPr>
              <a:t>st.session_state:</a:t>
            </a:r>
            <a:r>
              <a:rPr dirty="0" sz="750" spc="110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293283"/>
                </a:solidFill>
                <a:latin typeface="Courier New"/>
                <a:cs typeface="Courier New"/>
              </a:rPr>
              <a:t>st.session_state.counter</a:t>
            </a:r>
            <a:r>
              <a:rPr dirty="0" sz="750" spc="110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293283"/>
                </a:solidFill>
                <a:latin typeface="Courier New"/>
                <a:cs typeface="Courier New"/>
              </a:rPr>
              <a:t>=</a:t>
            </a:r>
            <a:r>
              <a:rPr dirty="0" sz="750" spc="110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293283"/>
                </a:solidFill>
                <a:latin typeface="Courier New"/>
                <a:cs typeface="Courier New"/>
              </a:rPr>
              <a:t>0</a:t>
            </a:r>
            <a:r>
              <a:rPr dirty="0" sz="750" spc="140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850" spc="-35">
                <a:solidFill>
                  <a:srgbClr val="4A4E6A"/>
                </a:solidFill>
                <a:latin typeface="Tahoma"/>
                <a:cs typeface="Tahoma"/>
              </a:rPr>
              <a:t>at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0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850" spc="-4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20">
                <a:solidFill>
                  <a:srgbClr val="4A4E6A"/>
                </a:solidFill>
                <a:latin typeface="Tahoma"/>
                <a:cs typeface="Tahoma"/>
              </a:rPr>
              <a:t>top. </a:t>
            </a:r>
            <a:r>
              <a:rPr dirty="0" sz="850" spc="-40">
                <a:solidFill>
                  <a:srgbClr val="4A4E6A"/>
                </a:solidFill>
                <a:latin typeface="Tahoma"/>
                <a:cs typeface="Tahoma"/>
              </a:rPr>
              <a:t>Otherwise:</a:t>
            </a:r>
            <a:r>
              <a:rPr dirty="0" sz="850" spc="-1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10">
                <a:solidFill>
                  <a:srgbClr val="4A4E6A"/>
                </a:solidFill>
                <a:latin typeface="Tahoma"/>
                <a:cs typeface="Tahoma"/>
              </a:rPr>
              <a:t>KeyError.</a:t>
            </a:r>
            <a:endParaRPr sz="8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endParaRPr sz="75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r>
              <a:rPr dirty="0" sz="950" spc="-55" b="1">
                <a:solidFill>
                  <a:srgbClr val="1B1F3A"/>
                </a:solidFill>
                <a:latin typeface="Cambria"/>
                <a:cs typeface="Cambria"/>
              </a:rPr>
              <a:t>Widget</a:t>
            </a:r>
            <a:r>
              <a:rPr dirty="0" sz="950" spc="5" b="1">
                <a:solidFill>
                  <a:srgbClr val="1B1F3A"/>
                </a:solidFill>
                <a:latin typeface="Cambria"/>
                <a:cs typeface="Cambria"/>
              </a:rPr>
              <a:t> </a:t>
            </a:r>
            <a:r>
              <a:rPr dirty="0" sz="950" spc="-80" b="1">
                <a:solidFill>
                  <a:srgbClr val="1B1F3A"/>
                </a:solidFill>
                <a:latin typeface="Cambria"/>
                <a:cs typeface="Cambria"/>
              </a:rPr>
              <a:t>key</a:t>
            </a:r>
            <a:r>
              <a:rPr dirty="0" sz="950" spc="5" b="1">
                <a:solidFill>
                  <a:srgbClr val="1B1F3A"/>
                </a:solidFill>
                <a:latin typeface="Cambria"/>
                <a:cs typeface="Cambria"/>
              </a:rPr>
              <a:t> </a:t>
            </a:r>
            <a:r>
              <a:rPr dirty="0" sz="950" spc="-10" b="1">
                <a:solidFill>
                  <a:srgbClr val="1B1F3A"/>
                </a:solidFill>
                <a:latin typeface="Cambria"/>
                <a:cs typeface="Cambria"/>
              </a:rPr>
              <a:t>collisions</a:t>
            </a:r>
            <a:endParaRPr sz="950">
              <a:latin typeface="Cambria"/>
              <a:cs typeface="Cambria"/>
            </a:endParaRPr>
          </a:p>
          <a:p>
            <a:pPr marR="5080">
              <a:lnSpc>
                <a:spcPct val="132400"/>
              </a:lnSpc>
              <a:spcBef>
                <a:spcPts val="55"/>
              </a:spcBef>
            </a:pPr>
            <a:r>
              <a:rPr dirty="0" sz="850" spc="-60">
                <a:solidFill>
                  <a:srgbClr val="4A4E6A"/>
                </a:solidFill>
                <a:latin typeface="Tahoma"/>
                <a:cs typeface="Tahoma"/>
              </a:rPr>
              <a:t>Two</a:t>
            </a:r>
            <a:r>
              <a:rPr dirty="0" sz="85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widgets</a:t>
            </a:r>
            <a:r>
              <a:rPr dirty="0" sz="85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25">
                <a:solidFill>
                  <a:srgbClr val="4A4E6A"/>
                </a:solidFill>
                <a:latin typeface="Tahoma"/>
                <a:cs typeface="Tahoma"/>
              </a:rPr>
              <a:t>with</a:t>
            </a:r>
            <a:r>
              <a:rPr dirty="0" sz="85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0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85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>
                <a:solidFill>
                  <a:srgbClr val="4A4E6A"/>
                </a:solidFill>
                <a:latin typeface="Tahoma"/>
                <a:cs typeface="Tahoma"/>
              </a:rPr>
              <a:t>same</a:t>
            </a:r>
            <a:r>
              <a:rPr dirty="0" sz="850" spc="29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750">
                <a:solidFill>
                  <a:srgbClr val="293283"/>
                </a:solidFill>
                <a:latin typeface="Courier New"/>
                <a:cs typeface="Courier New"/>
              </a:rPr>
              <a:t>key="name"</a:t>
            </a:r>
            <a:r>
              <a:rPr dirty="0" sz="750" spc="114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850" spc="-20">
                <a:solidFill>
                  <a:srgbClr val="4A4E6A"/>
                </a:solidFill>
                <a:latin typeface="Tahoma"/>
                <a:cs typeface="Tahoma"/>
              </a:rPr>
              <a:t>will</a:t>
            </a:r>
            <a:r>
              <a:rPr dirty="0" sz="85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5">
                <a:solidFill>
                  <a:srgbClr val="4A4E6A"/>
                </a:solidFill>
                <a:latin typeface="Tahoma"/>
                <a:cs typeface="Tahoma"/>
              </a:rPr>
              <a:t>conflict.</a:t>
            </a:r>
            <a:r>
              <a:rPr dirty="0" sz="85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0">
                <a:solidFill>
                  <a:srgbClr val="4A4E6A"/>
                </a:solidFill>
                <a:latin typeface="Tahoma"/>
                <a:cs typeface="Tahoma"/>
              </a:rPr>
              <a:t>Streamlit</a:t>
            </a:r>
            <a:r>
              <a:rPr dirty="0" sz="85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raises</a:t>
            </a:r>
            <a:r>
              <a:rPr dirty="0" sz="85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a 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DuplicateWidgetID</a:t>
            </a:r>
            <a:r>
              <a:rPr dirty="0" sz="85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error.</a:t>
            </a:r>
            <a:r>
              <a:rPr dirty="0" sz="85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20">
                <a:solidFill>
                  <a:srgbClr val="4A4E6A"/>
                </a:solidFill>
                <a:latin typeface="Tahoma"/>
                <a:cs typeface="Tahoma"/>
              </a:rPr>
              <a:t>Keys </a:t>
            </a:r>
            <a:r>
              <a:rPr dirty="0" sz="850" spc="-40">
                <a:solidFill>
                  <a:srgbClr val="4A4E6A"/>
                </a:solidFill>
                <a:latin typeface="Tahoma"/>
                <a:cs typeface="Tahoma"/>
              </a:rPr>
              <a:t>must</a:t>
            </a:r>
            <a:r>
              <a:rPr dirty="0" sz="85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5">
                <a:solidFill>
                  <a:srgbClr val="4A4E6A"/>
                </a:solidFill>
                <a:latin typeface="Tahoma"/>
                <a:cs typeface="Tahoma"/>
              </a:rPr>
              <a:t>be</a:t>
            </a:r>
            <a:r>
              <a:rPr dirty="0" sz="85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5">
                <a:solidFill>
                  <a:srgbClr val="4A4E6A"/>
                </a:solidFill>
                <a:latin typeface="Tahoma"/>
                <a:cs typeface="Tahoma"/>
              </a:rPr>
              <a:t>unique</a:t>
            </a:r>
            <a:r>
              <a:rPr dirty="0" sz="85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across</a:t>
            </a:r>
            <a:r>
              <a:rPr dirty="0" sz="85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0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85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0">
                <a:solidFill>
                  <a:srgbClr val="4A4E6A"/>
                </a:solidFill>
                <a:latin typeface="Tahoma"/>
                <a:cs typeface="Tahoma"/>
              </a:rPr>
              <a:t>whole</a:t>
            </a:r>
            <a:r>
              <a:rPr dirty="0" sz="85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app.</a:t>
            </a:r>
            <a:r>
              <a:rPr dirty="0" sz="85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0">
                <a:solidFill>
                  <a:srgbClr val="4A4E6A"/>
                </a:solidFill>
                <a:latin typeface="Tahoma"/>
                <a:cs typeface="Tahoma"/>
              </a:rPr>
              <a:t>Use</a:t>
            </a:r>
            <a:r>
              <a:rPr dirty="0" sz="85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5">
                <a:solidFill>
                  <a:srgbClr val="4A4E6A"/>
                </a:solidFill>
                <a:latin typeface="Tahoma"/>
                <a:cs typeface="Tahoma"/>
              </a:rPr>
              <a:t>descriptive</a:t>
            </a:r>
            <a:r>
              <a:rPr dirty="0" sz="85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25">
                <a:solidFill>
                  <a:srgbClr val="4A4E6A"/>
                </a:solidFill>
                <a:latin typeface="Tahoma"/>
                <a:cs typeface="Tahoma"/>
              </a:rPr>
              <a:t>names:</a:t>
            </a:r>
            <a:r>
              <a:rPr dirty="0" sz="850" spc="2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750">
                <a:solidFill>
                  <a:srgbClr val="293283"/>
                </a:solidFill>
                <a:latin typeface="Courier New"/>
                <a:cs typeface="Courier New"/>
              </a:rPr>
              <a:t>user_name</a:t>
            </a:r>
            <a:r>
              <a:rPr dirty="0" sz="750" spc="-125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850">
                <a:solidFill>
                  <a:srgbClr val="4A4E6A"/>
                </a:solidFill>
                <a:latin typeface="Tahoma"/>
                <a:cs typeface="Tahoma"/>
              </a:rPr>
              <a:t>,</a:t>
            </a:r>
            <a:r>
              <a:rPr dirty="0" sz="850" spc="2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750">
                <a:solidFill>
                  <a:srgbClr val="293283"/>
                </a:solidFill>
                <a:latin typeface="Courier New"/>
                <a:cs typeface="Courier New"/>
              </a:rPr>
              <a:t>contact_email</a:t>
            </a:r>
            <a:r>
              <a:rPr dirty="0" sz="750" spc="-120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850" spc="-55">
                <a:solidFill>
                  <a:srgbClr val="4A4E6A"/>
                </a:solidFill>
                <a:latin typeface="Tahoma"/>
                <a:cs typeface="Tahoma"/>
              </a:rPr>
              <a:t>,</a:t>
            </a:r>
            <a:r>
              <a:rPr dirty="0" sz="85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25">
                <a:solidFill>
                  <a:srgbClr val="4A4E6A"/>
                </a:solidFill>
                <a:latin typeface="Tahoma"/>
                <a:cs typeface="Tahoma"/>
              </a:rPr>
              <a:t>not </a:t>
            </a:r>
            <a:r>
              <a:rPr dirty="0" sz="750">
                <a:solidFill>
                  <a:srgbClr val="293283"/>
                </a:solidFill>
                <a:latin typeface="Courier New"/>
                <a:cs typeface="Courier New"/>
              </a:rPr>
              <a:t>name</a:t>
            </a:r>
            <a:r>
              <a:rPr dirty="0" sz="750" spc="-140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850">
                <a:solidFill>
                  <a:srgbClr val="4A4E6A"/>
                </a:solidFill>
                <a:latin typeface="Tahoma"/>
                <a:cs typeface="Tahoma"/>
              </a:rPr>
              <a:t>,</a:t>
            </a:r>
            <a:r>
              <a:rPr dirty="0" sz="850" spc="2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750">
                <a:solidFill>
                  <a:srgbClr val="293283"/>
                </a:solidFill>
                <a:latin typeface="Courier New"/>
                <a:cs typeface="Courier New"/>
              </a:rPr>
              <a:t>email</a:t>
            </a:r>
            <a:r>
              <a:rPr dirty="0" sz="750" spc="-135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.</a:t>
            </a:r>
            <a:endParaRPr sz="850">
              <a:latin typeface="Tahoma"/>
              <a:cs typeface="Tahoma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685799" y="5934074"/>
            <a:ext cx="10820400" cy="390525"/>
            <a:chOff x="685799" y="5934074"/>
            <a:chExt cx="10820400" cy="390525"/>
          </a:xfrm>
        </p:grpSpPr>
        <p:sp>
          <p:nvSpPr>
            <p:cNvPr id="47" name="object 47"/>
            <p:cNvSpPr/>
            <p:nvPr/>
          </p:nvSpPr>
          <p:spPr>
            <a:xfrm>
              <a:off x="704849" y="5934074"/>
              <a:ext cx="10801350" cy="390525"/>
            </a:xfrm>
            <a:custGeom>
              <a:avLst/>
              <a:gdLst/>
              <a:ahLst/>
              <a:cxnLst/>
              <a:rect l="l" t="t" r="r" b="b"/>
              <a:pathLst>
                <a:path w="10801350" h="390525">
                  <a:moveTo>
                    <a:pt x="10712353" y="390524"/>
                  </a:moveTo>
                  <a:lnTo>
                    <a:pt x="71196" y="390524"/>
                  </a:lnTo>
                  <a:lnTo>
                    <a:pt x="66241" y="389915"/>
                  </a:lnTo>
                  <a:lnTo>
                    <a:pt x="29705" y="370997"/>
                  </a:lnTo>
                  <a:lnTo>
                    <a:pt x="7715" y="337503"/>
                  </a:lnTo>
                  <a:lnTo>
                    <a:pt x="0" y="301528"/>
                  </a:lnTo>
                  <a:lnTo>
                    <a:pt x="0" y="295274"/>
                  </a:lnTo>
                  <a:lnTo>
                    <a:pt x="0" y="88995"/>
                  </a:lnTo>
                  <a:lnTo>
                    <a:pt x="10062" y="47531"/>
                  </a:lnTo>
                  <a:lnTo>
                    <a:pt x="38025" y="12577"/>
                  </a:lnTo>
                  <a:lnTo>
                    <a:pt x="71196" y="0"/>
                  </a:lnTo>
                  <a:lnTo>
                    <a:pt x="10712353" y="0"/>
                  </a:lnTo>
                  <a:lnTo>
                    <a:pt x="10753816" y="12577"/>
                  </a:lnTo>
                  <a:lnTo>
                    <a:pt x="10788770" y="47531"/>
                  </a:lnTo>
                  <a:lnTo>
                    <a:pt x="10801349" y="88995"/>
                  </a:lnTo>
                  <a:lnTo>
                    <a:pt x="10801349" y="301528"/>
                  </a:lnTo>
                  <a:lnTo>
                    <a:pt x="10788770" y="342991"/>
                  </a:lnTo>
                  <a:lnTo>
                    <a:pt x="10753816" y="377946"/>
                  </a:lnTo>
                  <a:lnTo>
                    <a:pt x="10718547" y="389915"/>
                  </a:lnTo>
                  <a:lnTo>
                    <a:pt x="10712353" y="390524"/>
                  </a:lnTo>
                  <a:close/>
                </a:path>
              </a:pathLst>
            </a:custGeom>
            <a:solidFill>
              <a:srgbClr val="FFE7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685799" y="5934503"/>
              <a:ext cx="86995" cy="389890"/>
            </a:xfrm>
            <a:custGeom>
              <a:avLst/>
              <a:gdLst/>
              <a:ahLst/>
              <a:cxnLst/>
              <a:rect l="l" t="t" r="r" b="b"/>
              <a:pathLst>
                <a:path w="86995" h="389889">
                  <a:moveTo>
                    <a:pt x="86380" y="389667"/>
                  </a:moveTo>
                  <a:lnTo>
                    <a:pt x="42321" y="374058"/>
                  </a:lnTo>
                  <a:lnTo>
                    <a:pt x="11259" y="339791"/>
                  </a:lnTo>
                  <a:lnTo>
                    <a:pt x="0" y="294846"/>
                  </a:lnTo>
                  <a:lnTo>
                    <a:pt x="0" y="94821"/>
                  </a:lnTo>
                  <a:lnTo>
                    <a:pt x="11259" y="49874"/>
                  </a:lnTo>
                  <a:lnTo>
                    <a:pt x="42321" y="15608"/>
                  </a:lnTo>
                  <a:lnTo>
                    <a:pt x="86379" y="0"/>
                  </a:lnTo>
                  <a:lnTo>
                    <a:pt x="80381" y="1988"/>
                  </a:lnTo>
                  <a:lnTo>
                    <a:pt x="73379" y="6821"/>
                  </a:lnTo>
                  <a:lnTo>
                    <a:pt x="47722" y="41892"/>
                  </a:lnTo>
                  <a:lnTo>
                    <a:pt x="38371" y="85438"/>
                  </a:lnTo>
                  <a:lnTo>
                    <a:pt x="38100" y="94821"/>
                  </a:lnTo>
                  <a:lnTo>
                    <a:pt x="38100" y="294846"/>
                  </a:lnTo>
                  <a:lnTo>
                    <a:pt x="44855" y="339791"/>
                  </a:lnTo>
                  <a:lnTo>
                    <a:pt x="63493" y="374058"/>
                  </a:lnTo>
                  <a:lnTo>
                    <a:pt x="80381" y="387678"/>
                  </a:lnTo>
                  <a:lnTo>
                    <a:pt x="86380" y="389667"/>
                  </a:lnTo>
                  <a:close/>
                </a:path>
              </a:pathLst>
            </a:custGeom>
            <a:solidFill>
              <a:srgbClr val="FF6A5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9" name="object 49"/>
          <p:cNvSpPr txBox="1"/>
          <p:nvPr/>
        </p:nvSpPr>
        <p:spPr>
          <a:xfrm>
            <a:off x="882650" y="6035674"/>
            <a:ext cx="1108075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65" b="1">
                <a:solidFill>
                  <a:srgbClr val="FF6A5B"/>
                </a:solidFill>
                <a:latin typeface="Cambria"/>
                <a:cs typeface="Cambria"/>
              </a:rPr>
              <a:t>I </a:t>
            </a:r>
            <a:r>
              <a:rPr dirty="0" sz="800" b="1">
                <a:solidFill>
                  <a:srgbClr val="FF6A5B"/>
                </a:solidFill>
                <a:latin typeface="Cambria"/>
                <a:cs typeface="Cambria"/>
              </a:rPr>
              <a:t>F</a:t>
            </a:r>
            <a:r>
              <a:rPr dirty="0" sz="800" spc="13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800" b="1">
                <a:solidFill>
                  <a:srgbClr val="FF6A5B"/>
                </a:solidFill>
                <a:latin typeface="Cambria"/>
                <a:cs typeface="Cambria"/>
              </a:rPr>
              <a:t>YO</a:t>
            </a:r>
            <a:r>
              <a:rPr dirty="0" sz="800" spc="-65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800" b="1">
                <a:solidFill>
                  <a:srgbClr val="FF6A5B"/>
                </a:solidFill>
                <a:latin typeface="Cambria"/>
                <a:cs typeface="Cambria"/>
              </a:rPr>
              <a:t>U</a:t>
            </a:r>
            <a:r>
              <a:rPr dirty="0" sz="800" spc="-65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800" spc="-10" b="1">
                <a:solidFill>
                  <a:srgbClr val="FF6A5B"/>
                </a:solidFill>
                <a:latin typeface="Cambria"/>
                <a:cs typeface="Cambria"/>
              </a:rPr>
              <a:t>'</a:t>
            </a:r>
            <a:r>
              <a:rPr dirty="0" sz="800" spc="-65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800" spc="-70" b="1">
                <a:solidFill>
                  <a:srgbClr val="FF6A5B"/>
                </a:solidFill>
                <a:latin typeface="Cambria"/>
                <a:cs typeface="Cambria"/>
              </a:rPr>
              <a:t>R</a:t>
            </a:r>
            <a:r>
              <a:rPr dirty="0" sz="800" spc="-65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800" b="1">
                <a:solidFill>
                  <a:srgbClr val="FF6A5B"/>
                </a:solidFill>
                <a:latin typeface="Cambria"/>
                <a:cs typeface="Cambria"/>
              </a:rPr>
              <a:t>E</a:t>
            </a:r>
            <a:r>
              <a:rPr dirty="0" sz="800" spc="204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800" spc="-30" b="1">
                <a:solidFill>
                  <a:srgbClr val="FF6A5B"/>
                </a:solidFill>
                <a:latin typeface="Cambria"/>
                <a:cs typeface="Cambria"/>
              </a:rPr>
              <a:t>S</a:t>
            </a:r>
            <a:r>
              <a:rPr dirty="0" sz="800" spc="-7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800" spc="-114" b="1">
                <a:solidFill>
                  <a:srgbClr val="FF6A5B"/>
                </a:solidFill>
                <a:latin typeface="Cambria"/>
                <a:cs typeface="Cambria"/>
              </a:rPr>
              <a:t>T</a:t>
            </a:r>
            <a:r>
              <a:rPr dirty="0" sz="800" spc="-65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800" b="1">
                <a:solidFill>
                  <a:srgbClr val="FF6A5B"/>
                </a:solidFill>
                <a:latin typeface="Cambria"/>
                <a:cs typeface="Cambria"/>
              </a:rPr>
              <a:t>U</a:t>
            </a:r>
            <a:r>
              <a:rPr dirty="0" sz="800" spc="-65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800" spc="-35" b="1">
                <a:solidFill>
                  <a:srgbClr val="FF6A5B"/>
                </a:solidFill>
                <a:latin typeface="Cambria"/>
                <a:cs typeface="Cambria"/>
              </a:rPr>
              <a:t>C</a:t>
            </a:r>
            <a:r>
              <a:rPr dirty="0" sz="800" spc="-65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800" b="1">
                <a:solidFill>
                  <a:srgbClr val="FF6A5B"/>
                </a:solidFill>
                <a:latin typeface="Cambria"/>
                <a:cs typeface="Cambria"/>
              </a:rPr>
              <a:t>K</a:t>
            </a:r>
            <a:r>
              <a:rPr dirty="0" sz="800" spc="21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800" spc="-50" b="1">
                <a:solidFill>
                  <a:srgbClr val="FF6A5B"/>
                </a:solidFill>
                <a:latin typeface="Cambria"/>
                <a:cs typeface="Cambria"/>
              </a:rPr>
              <a:t>—</a:t>
            </a:r>
            <a:endParaRPr sz="800">
              <a:latin typeface="Cambria"/>
              <a:cs typeface="Cambria"/>
            </a:endParaRPr>
          </a:p>
        </p:txBody>
      </p:sp>
      <p:sp>
        <p:nvSpPr>
          <p:cNvPr id="51" name="object 5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pc="-45"/>
              <a:t>D</a:t>
            </a:r>
            <a:r>
              <a:rPr dirty="0" spc="-65"/>
              <a:t> </a:t>
            </a:r>
            <a:r>
              <a:rPr dirty="0"/>
              <a:t>AY</a:t>
            </a:r>
            <a:r>
              <a:rPr dirty="0" spc="240"/>
              <a:t> </a:t>
            </a:r>
            <a:r>
              <a:rPr dirty="0" spc="-65"/>
              <a:t>0</a:t>
            </a:r>
            <a:r>
              <a:rPr dirty="0" spc="-45"/>
              <a:t> </a:t>
            </a:r>
            <a:r>
              <a:rPr dirty="0"/>
              <a:t>5</a:t>
            </a:r>
            <a:r>
              <a:rPr dirty="0" spc="265"/>
              <a:t> </a:t>
            </a:r>
            <a:r>
              <a:rPr dirty="0"/>
              <a:t>·</a:t>
            </a:r>
            <a:r>
              <a:rPr dirty="0" spc="260"/>
              <a:t> </a:t>
            </a:r>
            <a:r>
              <a:rPr dirty="0" spc="-40"/>
              <a:t>W</a:t>
            </a:r>
            <a:r>
              <a:rPr dirty="0" spc="-45"/>
              <a:t> </a:t>
            </a:r>
            <a:r>
              <a:rPr dirty="0" spc="-65"/>
              <a:t>I</a:t>
            </a:r>
            <a:r>
              <a:rPr dirty="0" spc="-45"/>
              <a:t> D </a:t>
            </a:r>
            <a:r>
              <a:rPr dirty="0"/>
              <a:t>G</a:t>
            </a:r>
            <a:r>
              <a:rPr dirty="0" spc="-45"/>
              <a:t> </a:t>
            </a:r>
            <a:r>
              <a:rPr dirty="0" spc="-70"/>
              <a:t>E</a:t>
            </a:r>
            <a:r>
              <a:rPr dirty="0" spc="-45"/>
              <a:t> </a:t>
            </a:r>
            <a:r>
              <a:rPr dirty="0" spc="-114"/>
              <a:t>T</a:t>
            </a:r>
            <a:r>
              <a:rPr dirty="0" spc="-50"/>
              <a:t> </a:t>
            </a:r>
            <a:r>
              <a:rPr dirty="0"/>
              <a:t>S</a:t>
            </a:r>
            <a:r>
              <a:rPr dirty="0" spc="265"/>
              <a:t> </a:t>
            </a:r>
            <a:r>
              <a:rPr dirty="0"/>
              <a:t>&amp;</a:t>
            </a:r>
            <a:r>
              <a:rPr dirty="0" spc="265"/>
              <a:t> </a:t>
            </a:r>
            <a:r>
              <a:rPr dirty="0" spc="-100"/>
              <a:t>L</a:t>
            </a:r>
            <a:r>
              <a:rPr dirty="0" spc="-45"/>
              <a:t> </a:t>
            </a:r>
            <a:r>
              <a:rPr dirty="0" spc="-20"/>
              <a:t>AY</a:t>
            </a:r>
            <a:r>
              <a:rPr dirty="0" spc="-80"/>
              <a:t> </a:t>
            </a:r>
            <a:r>
              <a:rPr dirty="0" spc="-10"/>
              <a:t>O</a:t>
            </a:r>
            <a:r>
              <a:rPr dirty="0" spc="-45"/>
              <a:t> </a:t>
            </a:r>
            <a:r>
              <a:rPr dirty="0"/>
              <a:t>U</a:t>
            </a:r>
            <a:r>
              <a:rPr dirty="0" spc="-45"/>
              <a:t> </a:t>
            </a:r>
            <a:r>
              <a:rPr dirty="0" spc="-50"/>
              <a:t>T</a:t>
            </a:r>
          </a:p>
        </p:txBody>
      </p:sp>
      <p:sp>
        <p:nvSpPr>
          <p:cNvPr id="52" name="object 5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pc="-30"/>
              <a:t>1</a:t>
            </a:r>
            <a:r>
              <a:rPr dirty="0" spc="-120"/>
              <a:t> </a:t>
            </a:r>
            <a:r>
              <a:rPr dirty="0"/>
              <a:t>4</a:t>
            </a:r>
            <a:r>
              <a:rPr dirty="0" spc="204"/>
              <a:t> </a:t>
            </a:r>
            <a:r>
              <a:rPr dirty="0"/>
              <a:t>/</a:t>
            </a:r>
            <a:r>
              <a:rPr dirty="0" spc="204"/>
              <a:t> </a:t>
            </a:r>
            <a:r>
              <a:rPr dirty="0" spc="-30"/>
              <a:t>1</a:t>
            </a:r>
            <a:r>
              <a:rPr dirty="0" spc="-120"/>
              <a:t> </a:t>
            </a:r>
            <a:r>
              <a:rPr dirty="0" spc="-60"/>
              <a:t>5</a:t>
            </a:r>
          </a:p>
        </p:txBody>
      </p:sp>
      <p:sp>
        <p:nvSpPr>
          <p:cNvPr id="50" name="object 50"/>
          <p:cNvSpPr txBox="1"/>
          <p:nvPr/>
        </p:nvSpPr>
        <p:spPr>
          <a:xfrm>
            <a:off x="2094110" y="6030912"/>
            <a:ext cx="4907915" cy="1682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 spc="-30">
                <a:solidFill>
                  <a:srgbClr val="1B1F3A"/>
                </a:solidFill>
                <a:latin typeface="Tahoma"/>
                <a:cs typeface="Tahoma"/>
              </a:rPr>
              <a:t>Pair</a:t>
            </a:r>
            <a:r>
              <a:rPr dirty="0" sz="900" spc="-5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1B1F3A"/>
                </a:solidFill>
                <a:latin typeface="Tahoma"/>
                <a:cs typeface="Tahoma"/>
              </a:rPr>
              <a:t>with</a:t>
            </a:r>
            <a:r>
              <a:rPr dirty="0" sz="900" spc="-5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1B1F3A"/>
                </a:solidFill>
                <a:latin typeface="Tahoma"/>
                <a:cs typeface="Tahoma"/>
              </a:rPr>
              <a:t>a</a:t>
            </a:r>
            <a:r>
              <a:rPr dirty="0" sz="900" spc="-5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40">
                <a:solidFill>
                  <a:srgbClr val="1B1F3A"/>
                </a:solidFill>
                <a:latin typeface="Tahoma"/>
                <a:cs typeface="Tahoma"/>
              </a:rPr>
              <a:t>neighbour.</a:t>
            </a:r>
            <a:r>
              <a:rPr dirty="0" sz="900" spc="-5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45">
                <a:solidFill>
                  <a:srgbClr val="1B1F3A"/>
                </a:solidFill>
                <a:latin typeface="Tahoma"/>
                <a:cs typeface="Tahoma"/>
              </a:rPr>
              <a:t>Read</a:t>
            </a:r>
            <a:r>
              <a:rPr dirty="0" sz="900" spc="-5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1B1F3A"/>
                </a:solidFill>
                <a:latin typeface="Tahoma"/>
                <a:cs typeface="Tahoma"/>
              </a:rPr>
              <a:t>the</a:t>
            </a:r>
            <a:r>
              <a:rPr dirty="0" sz="900" spc="-5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20">
                <a:solidFill>
                  <a:srgbClr val="1B1F3A"/>
                </a:solidFill>
                <a:latin typeface="Tahoma"/>
                <a:cs typeface="Tahoma"/>
              </a:rPr>
              <a:t>error</a:t>
            </a:r>
            <a:r>
              <a:rPr dirty="0" sz="900" spc="-5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45">
                <a:solidFill>
                  <a:srgbClr val="1B1F3A"/>
                </a:solidFill>
                <a:latin typeface="Tahoma"/>
                <a:cs typeface="Tahoma"/>
              </a:rPr>
              <a:t>message</a:t>
            </a:r>
            <a:r>
              <a:rPr dirty="0" sz="900" spc="-5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1B1F3A"/>
                </a:solidFill>
                <a:latin typeface="Tahoma"/>
                <a:cs typeface="Tahoma"/>
              </a:rPr>
              <a:t>out</a:t>
            </a:r>
            <a:r>
              <a:rPr dirty="0" sz="900" spc="-5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1B1F3A"/>
                </a:solidFill>
                <a:latin typeface="Tahoma"/>
                <a:cs typeface="Tahoma"/>
              </a:rPr>
              <a:t>loud.</a:t>
            </a:r>
            <a:r>
              <a:rPr dirty="0" sz="900" spc="-5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40">
                <a:solidFill>
                  <a:srgbClr val="1B1F3A"/>
                </a:solidFill>
                <a:latin typeface="Tahoma"/>
                <a:cs typeface="Tahoma"/>
              </a:rPr>
              <a:t>Raise</a:t>
            </a:r>
            <a:r>
              <a:rPr dirty="0" sz="900" spc="-5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1B1F3A"/>
                </a:solidFill>
                <a:latin typeface="Tahoma"/>
                <a:cs typeface="Tahoma"/>
              </a:rPr>
              <a:t>your</a:t>
            </a:r>
            <a:r>
              <a:rPr dirty="0" sz="900" spc="-5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1B1F3A"/>
                </a:solidFill>
                <a:latin typeface="Tahoma"/>
                <a:cs typeface="Tahoma"/>
              </a:rPr>
              <a:t>hand.</a:t>
            </a:r>
            <a:r>
              <a:rPr dirty="0" sz="900" spc="-5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1B1F3A"/>
                </a:solidFill>
                <a:latin typeface="Tahoma"/>
                <a:cs typeface="Tahoma"/>
              </a:rPr>
              <a:t>We</a:t>
            </a:r>
            <a:r>
              <a:rPr dirty="0" sz="900" spc="-5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30">
                <a:solidFill>
                  <a:srgbClr val="1B1F3A"/>
                </a:solidFill>
                <a:latin typeface="Tahoma"/>
                <a:cs typeface="Tahoma"/>
              </a:rPr>
              <a:t>move</a:t>
            </a:r>
            <a:r>
              <a:rPr dirty="0" sz="900" spc="-5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1B1F3A"/>
                </a:solidFill>
                <a:latin typeface="Tahoma"/>
                <a:cs typeface="Tahoma"/>
              </a:rPr>
              <a:t>at</a:t>
            </a:r>
            <a:r>
              <a:rPr dirty="0" sz="900" spc="-5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1B1F3A"/>
                </a:solidFill>
                <a:latin typeface="Tahoma"/>
                <a:cs typeface="Tahoma"/>
              </a:rPr>
              <a:t>the</a:t>
            </a:r>
            <a:r>
              <a:rPr dirty="0" sz="900" spc="-5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20">
                <a:solidFill>
                  <a:srgbClr val="1B1F3A"/>
                </a:solidFill>
                <a:latin typeface="Tahoma"/>
                <a:cs typeface="Tahoma"/>
              </a:rPr>
              <a:t>room's</a:t>
            </a:r>
            <a:r>
              <a:rPr dirty="0" sz="900" spc="-5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1B1F3A"/>
                </a:solidFill>
                <a:latin typeface="Tahoma"/>
                <a:cs typeface="Tahoma"/>
              </a:rPr>
              <a:t>pace.</a:t>
            </a:r>
            <a:endParaRPr sz="9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25500" y="530225"/>
            <a:ext cx="153606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 b="1">
                <a:solidFill>
                  <a:srgbClr val="FF6A5B"/>
                </a:solidFill>
                <a:latin typeface="Cambria"/>
                <a:cs typeface="Cambria"/>
              </a:rPr>
              <a:t>Q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&amp; </a:t>
            </a:r>
            <a:r>
              <a:rPr dirty="0" sz="900" b="1">
                <a:solidFill>
                  <a:srgbClr val="FF6A5B"/>
                </a:solidFill>
                <a:latin typeface="Cambria"/>
                <a:cs typeface="Cambria"/>
              </a:rPr>
              <a:t>A</a:t>
            </a:r>
            <a:r>
              <a:rPr dirty="0" sz="900" spc="275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b="1">
                <a:solidFill>
                  <a:srgbClr val="FF6A5B"/>
                </a:solidFill>
                <a:latin typeface="Cambria"/>
                <a:cs typeface="Cambria"/>
              </a:rPr>
              <a:t>·</a:t>
            </a:r>
            <a:r>
              <a:rPr dirty="0" sz="900" spc="32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50" b="1">
                <a:solidFill>
                  <a:srgbClr val="FF6A5B"/>
                </a:solidFill>
                <a:latin typeface="Cambria"/>
                <a:cs typeface="Cambria"/>
              </a:rPr>
              <a:t>C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120" b="1">
                <a:solidFill>
                  <a:srgbClr val="FF6A5B"/>
                </a:solidFill>
                <a:latin typeface="Cambria"/>
                <a:cs typeface="Cambria"/>
              </a:rPr>
              <a:t>L</a:t>
            </a:r>
            <a:r>
              <a:rPr dirty="0" sz="900" spc="-55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20" b="1">
                <a:solidFill>
                  <a:srgbClr val="FF6A5B"/>
                </a:solidFill>
                <a:latin typeface="Cambria"/>
                <a:cs typeface="Cambria"/>
              </a:rPr>
              <a:t>O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50" b="1">
                <a:solidFill>
                  <a:srgbClr val="FF6A5B"/>
                </a:solidFill>
                <a:latin typeface="Cambria"/>
                <a:cs typeface="Cambria"/>
              </a:rPr>
              <a:t>S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75" b="1">
                <a:solidFill>
                  <a:srgbClr val="FF6A5B"/>
                </a:solidFill>
                <a:latin typeface="Cambria"/>
                <a:cs typeface="Cambria"/>
              </a:rPr>
              <a:t>I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30" b="1">
                <a:solidFill>
                  <a:srgbClr val="FF6A5B"/>
                </a:solidFill>
                <a:latin typeface="Cambria"/>
                <a:cs typeface="Cambria"/>
              </a:rPr>
              <a:t>N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b="1">
                <a:solidFill>
                  <a:srgbClr val="FF6A5B"/>
                </a:solidFill>
                <a:latin typeface="Cambria"/>
                <a:cs typeface="Cambria"/>
              </a:rPr>
              <a:t>G</a:t>
            </a:r>
            <a:r>
              <a:rPr dirty="0" sz="900" spc="315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b="1">
                <a:solidFill>
                  <a:srgbClr val="FF6A5B"/>
                </a:solidFill>
                <a:latin typeface="Cambria"/>
                <a:cs typeface="Cambria"/>
              </a:rPr>
              <a:t>·</a:t>
            </a:r>
            <a:r>
              <a:rPr dirty="0" sz="900" spc="315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b="1">
                <a:solidFill>
                  <a:srgbClr val="FF6A5B"/>
                </a:solidFill>
                <a:latin typeface="Cambria"/>
                <a:cs typeface="Cambria"/>
              </a:rPr>
              <a:t>5</a:t>
            </a:r>
            <a:r>
              <a:rPr dirty="0" sz="900" spc="315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b="1">
                <a:solidFill>
                  <a:srgbClr val="FF6A5B"/>
                </a:solidFill>
                <a:latin typeface="Cambria"/>
                <a:cs typeface="Cambria"/>
              </a:rPr>
              <a:t>M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75" b="1">
                <a:solidFill>
                  <a:srgbClr val="FF6A5B"/>
                </a:solidFill>
                <a:latin typeface="Cambria"/>
                <a:cs typeface="Cambria"/>
              </a:rPr>
              <a:t>I</a:t>
            </a:r>
            <a:r>
              <a:rPr dirty="0" sz="9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900" spc="-50" b="1">
                <a:solidFill>
                  <a:srgbClr val="FF6A5B"/>
                </a:solidFill>
                <a:latin typeface="Cambria"/>
                <a:cs typeface="Cambria"/>
              </a:rPr>
              <a:t>N</a:t>
            </a:r>
            <a:endParaRPr sz="900">
              <a:latin typeface="Cambria"/>
              <a:cs typeface="Cambri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673099" y="711200"/>
            <a:ext cx="6711950" cy="4597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50" spc="-310"/>
              <a:t>Today</a:t>
            </a:r>
            <a:r>
              <a:rPr dirty="0" sz="2850" spc="-95"/>
              <a:t> </a:t>
            </a:r>
            <a:r>
              <a:rPr dirty="0" sz="2850" spc="-250"/>
              <a:t>your</a:t>
            </a:r>
            <a:r>
              <a:rPr dirty="0" sz="2850" spc="-85"/>
              <a:t> </a:t>
            </a:r>
            <a:r>
              <a:rPr dirty="0" sz="2850" spc="-229"/>
              <a:t>apps</a:t>
            </a:r>
            <a:r>
              <a:rPr dirty="0" sz="2850" spc="-85"/>
              <a:t> </a:t>
            </a:r>
            <a:r>
              <a:rPr dirty="0" sz="2850" spc="-204"/>
              <a:t>stopped</a:t>
            </a:r>
            <a:r>
              <a:rPr dirty="0" sz="2850" spc="-80"/>
              <a:t> </a:t>
            </a:r>
            <a:r>
              <a:rPr dirty="0" sz="2850" spc="-225"/>
              <a:t>being</a:t>
            </a:r>
            <a:r>
              <a:rPr dirty="0" sz="2850" spc="-85"/>
              <a:t> </a:t>
            </a:r>
            <a:r>
              <a:rPr dirty="0" sz="2850" spc="-130"/>
              <a:t>a</a:t>
            </a:r>
            <a:r>
              <a:rPr dirty="0" sz="2850" spc="-85"/>
              <a:t> </a:t>
            </a:r>
            <a:r>
              <a:rPr dirty="0" sz="2850" spc="-229"/>
              <a:t>vertical</a:t>
            </a:r>
            <a:r>
              <a:rPr dirty="0" sz="2850" spc="-85"/>
              <a:t> </a:t>
            </a:r>
            <a:r>
              <a:rPr dirty="0" sz="2850" spc="-110"/>
              <a:t>stack.</a:t>
            </a:r>
            <a:endParaRPr sz="2850"/>
          </a:p>
        </p:txBody>
      </p:sp>
      <p:sp>
        <p:nvSpPr>
          <p:cNvPr id="4" name="object 4"/>
          <p:cNvSpPr txBox="1"/>
          <p:nvPr/>
        </p:nvSpPr>
        <p:spPr>
          <a:xfrm>
            <a:off x="673099" y="1230312"/>
            <a:ext cx="5597525" cy="1911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050" spc="-45">
                <a:solidFill>
                  <a:srgbClr val="4A4E6A"/>
                </a:solidFill>
                <a:latin typeface="Tahoma"/>
                <a:cs typeface="Tahoma"/>
              </a:rPr>
              <a:t>Tomorrow</a:t>
            </a:r>
            <a:r>
              <a:rPr dirty="0" sz="105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25">
                <a:solidFill>
                  <a:srgbClr val="4A4E6A"/>
                </a:solidFill>
                <a:latin typeface="Tahoma"/>
                <a:cs typeface="Tahoma"/>
              </a:rPr>
              <a:t>we</a:t>
            </a:r>
            <a:r>
              <a:rPr dirty="0" sz="105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30">
                <a:solidFill>
                  <a:srgbClr val="4A4E6A"/>
                </a:solidFill>
                <a:latin typeface="Tahoma"/>
                <a:cs typeface="Tahoma"/>
              </a:rPr>
              <a:t>add</a:t>
            </a:r>
            <a:r>
              <a:rPr dirty="0" sz="1050" spc="-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35">
                <a:solidFill>
                  <a:srgbClr val="4A4E6A"/>
                </a:solidFill>
                <a:latin typeface="Tahoma"/>
                <a:cs typeface="Tahoma"/>
              </a:rPr>
              <a:t>data</a:t>
            </a:r>
            <a:r>
              <a:rPr dirty="0" sz="105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4A4E6A"/>
                </a:solidFill>
                <a:latin typeface="Tahoma"/>
                <a:cs typeface="Tahoma"/>
              </a:rPr>
              <a:t>—</a:t>
            </a:r>
            <a:r>
              <a:rPr dirty="0" sz="105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40">
                <a:solidFill>
                  <a:srgbClr val="4A4E6A"/>
                </a:solidFill>
                <a:latin typeface="Tahoma"/>
                <a:cs typeface="Tahoma"/>
              </a:rPr>
              <a:t>pandas,</a:t>
            </a:r>
            <a:r>
              <a:rPr dirty="0" sz="1050" spc="-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40">
                <a:solidFill>
                  <a:srgbClr val="4A4E6A"/>
                </a:solidFill>
                <a:latin typeface="Tahoma"/>
                <a:cs typeface="Tahoma"/>
              </a:rPr>
              <a:t>dataframes,</a:t>
            </a:r>
            <a:r>
              <a:rPr dirty="0" sz="105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25">
                <a:solidFill>
                  <a:srgbClr val="4A4E6A"/>
                </a:solidFill>
                <a:latin typeface="Tahoma"/>
                <a:cs typeface="Tahoma"/>
              </a:rPr>
              <a:t>filtering,</a:t>
            </a:r>
            <a:r>
              <a:rPr dirty="0" sz="105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35">
                <a:solidFill>
                  <a:srgbClr val="4A4E6A"/>
                </a:solidFill>
                <a:latin typeface="Tahoma"/>
                <a:cs typeface="Tahoma"/>
              </a:rPr>
              <a:t>sorting.</a:t>
            </a:r>
            <a:r>
              <a:rPr dirty="0" sz="1050" spc="-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60">
                <a:solidFill>
                  <a:srgbClr val="4A4E6A"/>
                </a:solidFill>
                <a:latin typeface="Tahoma"/>
                <a:cs typeface="Tahoma"/>
              </a:rPr>
              <a:t>Your</a:t>
            </a:r>
            <a:r>
              <a:rPr dirty="0" sz="105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40">
                <a:solidFill>
                  <a:srgbClr val="4A4E6A"/>
                </a:solidFill>
                <a:latin typeface="Tahoma"/>
                <a:cs typeface="Tahoma"/>
              </a:rPr>
              <a:t>apps</a:t>
            </a:r>
            <a:r>
              <a:rPr dirty="0" sz="105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30">
                <a:solidFill>
                  <a:srgbClr val="4A4E6A"/>
                </a:solidFill>
                <a:latin typeface="Tahoma"/>
                <a:cs typeface="Tahoma"/>
              </a:rPr>
              <a:t>start</a:t>
            </a:r>
            <a:r>
              <a:rPr dirty="0" sz="1050" spc="-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30">
                <a:solidFill>
                  <a:srgbClr val="4A4E6A"/>
                </a:solidFill>
                <a:latin typeface="Tahoma"/>
                <a:cs typeface="Tahoma"/>
              </a:rPr>
              <a:t>remembering</a:t>
            </a:r>
            <a:r>
              <a:rPr dirty="0" sz="105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10">
                <a:solidFill>
                  <a:srgbClr val="4A4E6A"/>
                </a:solidFill>
                <a:latin typeface="Tahoma"/>
                <a:cs typeface="Tahoma"/>
              </a:rPr>
              <a:t>things.</a:t>
            </a:r>
            <a:endParaRPr sz="105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85799" y="1600200"/>
            <a:ext cx="3505200" cy="4305300"/>
            <a:chOff x="685799" y="1600200"/>
            <a:chExt cx="3505200" cy="4305300"/>
          </a:xfrm>
        </p:grpSpPr>
        <p:sp>
          <p:nvSpPr>
            <p:cNvPr id="6" name="object 6"/>
            <p:cNvSpPr/>
            <p:nvPr/>
          </p:nvSpPr>
          <p:spPr>
            <a:xfrm>
              <a:off x="704849" y="1604962"/>
              <a:ext cx="3481704" cy="4295775"/>
            </a:xfrm>
            <a:custGeom>
              <a:avLst/>
              <a:gdLst/>
              <a:ahLst/>
              <a:cxnLst/>
              <a:rect l="l" t="t" r="r" b="b"/>
              <a:pathLst>
                <a:path w="3481704" h="4295775">
                  <a:moveTo>
                    <a:pt x="3361242" y="4295774"/>
                  </a:moveTo>
                  <a:lnTo>
                    <a:pt x="106794" y="4295774"/>
                  </a:lnTo>
                  <a:lnTo>
                    <a:pt x="99362" y="4294950"/>
                  </a:lnTo>
                  <a:lnTo>
                    <a:pt x="57038" y="4278793"/>
                  </a:lnTo>
                  <a:lnTo>
                    <a:pt x="28170" y="4252141"/>
                  </a:lnTo>
                  <a:lnTo>
                    <a:pt x="5828" y="4208593"/>
                  </a:lnTo>
                  <a:lnTo>
                    <a:pt x="0" y="4175630"/>
                  </a:lnTo>
                  <a:lnTo>
                    <a:pt x="0" y="4167187"/>
                  </a:lnTo>
                  <a:lnTo>
                    <a:pt x="0" y="120144"/>
                  </a:lnTo>
                  <a:lnTo>
                    <a:pt x="11572" y="71578"/>
                  </a:lnTo>
                  <a:lnTo>
                    <a:pt x="38784" y="31692"/>
                  </a:lnTo>
                  <a:lnTo>
                    <a:pt x="77493" y="6556"/>
                  </a:lnTo>
                  <a:lnTo>
                    <a:pt x="106794" y="0"/>
                  </a:lnTo>
                  <a:lnTo>
                    <a:pt x="3361242" y="0"/>
                  </a:lnTo>
                  <a:lnTo>
                    <a:pt x="3409807" y="13018"/>
                  </a:lnTo>
                  <a:lnTo>
                    <a:pt x="3449694" y="43632"/>
                  </a:lnTo>
                  <a:lnTo>
                    <a:pt x="3474829" y="87179"/>
                  </a:lnTo>
                  <a:lnTo>
                    <a:pt x="3481387" y="120144"/>
                  </a:lnTo>
                  <a:lnTo>
                    <a:pt x="3481387" y="4175630"/>
                  </a:lnTo>
                  <a:lnTo>
                    <a:pt x="3468367" y="4224194"/>
                  </a:lnTo>
                  <a:lnTo>
                    <a:pt x="3437754" y="4264081"/>
                  </a:lnTo>
                  <a:lnTo>
                    <a:pt x="3394207" y="4289216"/>
                  </a:lnTo>
                  <a:lnTo>
                    <a:pt x="3369604" y="4294950"/>
                  </a:lnTo>
                  <a:lnTo>
                    <a:pt x="3361242" y="42957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753770" y="1600199"/>
              <a:ext cx="3437254" cy="4305300"/>
            </a:xfrm>
            <a:custGeom>
              <a:avLst/>
              <a:gdLst/>
              <a:ahLst/>
              <a:cxnLst/>
              <a:rect l="l" t="t" r="r" b="b"/>
              <a:pathLst>
                <a:path w="3437254" h="4305300">
                  <a:moveTo>
                    <a:pt x="3437217" y="133350"/>
                  </a:moveTo>
                  <a:lnTo>
                    <a:pt x="3431514" y="94703"/>
                  </a:lnTo>
                  <a:lnTo>
                    <a:pt x="3414776" y="59258"/>
                  </a:lnTo>
                  <a:lnTo>
                    <a:pt x="3398609" y="39573"/>
                  </a:lnTo>
                  <a:lnTo>
                    <a:pt x="3366795" y="15773"/>
                  </a:lnTo>
                  <a:lnTo>
                    <a:pt x="3329889" y="2540"/>
                  </a:lnTo>
                  <a:lnTo>
                    <a:pt x="3303867" y="0"/>
                  </a:lnTo>
                  <a:lnTo>
                    <a:pt x="65366" y="0"/>
                  </a:lnTo>
                  <a:lnTo>
                    <a:pt x="26720" y="5715"/>
                  </a:lnTo>
                  <a:lnTo>
                    <a:pt x="0" y="17233"/>
                  </a:lnTo>
                  <a:lnTo>
                    <a:pt x="22542" y="22872"/>
                  </a:lnTo>
                  <a:lnTo>
                    <a:pt x="28917" y="18961"/>
                  </a:lnTo>
                  <a:lnTo>
                    <a:pt x="37769" y="14833"/>
                  </a:lnTo>
                  <a:lnTo>
                    <a:pt x="46786" y="11887"/>
                  </a:lnTo>
                  <a:lnTo>
                    <a:pt x="55994" y="10121"/>
                  </a:lnTo>
                  <a:lnTo>
                    <a:pt x="65366" y="9525"/>
                  </a:lnTo>
                  <a:lnTo>
                    <a:pt x="3303867" y="9525"/>
                  </a:lnTo>
                  <a:lnTo>
                    <a:pt x="3351263" y="18961"/>
                  </a:lnTo>
                  <a:lnTo>
                    <a:pt x="3391433" y="45796"/>
                  </a:lnTo>
                  <a:lnTo>
                    <a:pt x="3391878" y="46304"/>
                  </a:lnTo>
                  <a:lnTo>
                    <a:pt x="3399637" y="54838"/>
                  </a:lnTo>
                  <a:lnTo>
                    <a:pt x="3422396" y="97459"/>
                  </a:lnTo>
                  <a:lnTo>
                    <a:pt x="3427692" y="133350"/>
                  </a:lnTo>
                  <a:lnTo>
                    <a:pt x="3427692" y="4171950"/>
                  </a:lnTo>
                  <a:lnTo>
                    <a:pt x="3418268" y="4219346"/>
                  </a:lnTo>
                  <a:lnTo>
                    <a:pt x="3391878" y="4259008"/>
                  </a:lnTo>
                  <a:lnTo>
                    <a:pt x="3391433" y="4259516"/>
                  </a:lnTo>
                  <a:lnTo>
                    <a:pt x="3351263" y="4286351"/>
                  </a:lnTo>
                  <a:lnTo>
                    <a:pt x="3316325" y="4295152"/>
                  </a:lnTo>
                  <a:lnTo>
                    <a:pt x="3316833" y="4295152"/>
                  </a:lnTo>
                  <a:lnTo>
                    <a:pt x="3303867" y="4295775"/>
                  </a:lnTo>
                  <a:lnTo>
                    <a:pt x="65366" y="4295775"/>
                  </a:lnTo>
                  <a:lnTo>
                    <a:pt x="55410" y="4295152"/>
                  </a:lnTo>
                  <a:lnTo>
                    <a:pt x="55803" y="4295152"/>
                  </a:lnTo>
                  <a:lnTo>
                    <a:pt x="46786" y="4293425"/>
                  </a:lnTo>
                  <a:lnTo>
                    <a:pt x="37769" y="4290479"/>
                  </a:lnTo>
                  <a:lnTo>
                    <a:pt x="28917" y="4286351"/>
                  </a:lnTo>
                  <a:lnTo>
                    <a:pt x="22542" y="4282440"/>
                  </a:lnTo>
                  <a:lnTo>
                    <a:pt x="0" y="4288079"/>
                  </a:lnTo>
                  <a:lnTo>
                    <a:pt x="39357" y="4302772"/>
                  </a:lnTo>
                  <a:lnTo>
                    <a:pt x="65366" y="4305300"/>
                  </a:lnTo>
                  <a:lnTo>
                    <a:pt x="3303867" y="4305300"/>
                  </a:lnTo>
                  <a:lnTo>
                    <a:pt x="3317011" y="4304677"/>
                  </a:lnTo>
                  <a:lnTo>
                    <a:pt x="3329889" y="4302772"/>
                  </a:lnTo>
                  <a:lnTo>
                    <a:pt x="3342525" y="4299597"/>
                  </a:lnTo>
                  <a:lnTo>
                    <a:pt x="3353155" y="4295775"/>
                  </a:lnTo>
                  <a:lnTo>
                    <a:pt x="3354908" y="4295152"/>
                  </a:lnTo>
                  <a:lnTo>
                    <a:pt x="3388423" y="4275086"/>
                  </a:lnTo>
                  <a:lnTo>
                    <a:pt x="3414776" y="4246054"/>
                  </a:lnTo>
                  <a:lnTo>
                    <a:pt x="3431514" y="4210608"/>
                  </a:lnTo>
                  <a:lnTo>
                    <a:pt x="3437217" y="4171950"/>
                  </a:lnTo>
                  <a:lnTo>
                    <a:pt x="3437217" y="133350"/>
                  </a:lnTo>
                  <a:close/>
                </a:path>
              </a:pathLst>
            </a:custGeom>
            <a:solidFill>
              <a:srgbClr val="E4DE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685799" y="1617263"/>
              <a:ext cx="90805" cy="4271645"/>
            </a:xfrm>
            <a:custGeom>
              <a:avLst/>
              <a:gdLst/>
              <a:ahLst/>
              <a:cxnLst/>
              <a:rect l="l" t="t" r="r" b="b"/>
              <a:pathLst>
                <a:path w="90804" h="4271645">
                  <a:moveTo>
                    <a:pt x="68254" y="4271172"/>
                  </a:moveTo>
                  <a:lnTo>
                    <a:pt x="30217" y="4239441"/>
                  </a:lnTo>
                  <a:lnTo>
                    <a:pt x="10150" y="4205916"/>
                  </a:lnTo>
                  <a:lnTo>
                    <a:pt x="634" y="4168022"/>
                  </a:lnTo>
                  <a:lnTo>
                    <a:pt x="0" y="4154886"/>
                  </a:lnTo>
                  <a:lnTo>
                    <a:pt x="0" y="116286"/>
                  </a:lnTo>
                  <a:lnTo>
                    <a:pt x="5709" y="77634"/>
                  </a:lnTo>
                  <a:lnTo>
                    <a:pt x="22452" y="42187"/>
                  </a:lnTo>
                  <a:lnTo>
                    <a:pt x="48794" y="13153"/>
                  </a:lnTo>
                  <a:lnTo>
                    <a:pt x="68254" y="0"/>
                  </a:lnTo>
                  <a:lnTo>
                    <a:pt x="90791" y="5634"/>
                  </a:lnTo>
                  <a:lnTo>
                    <a:pt x="88403" y="7099"/>
                  </a:lnTo>
                  <a:lnTo>
                    <a:pt x="80421" y="13310"/>
                  </a:lnTo>
                  <a:lnTo>
                    <a:pt x="54137" y="47479"/>
                  </a:lnTo>
                  <a:lnTo>
                    <a:pt x="39912" y="92124"/>
                  </a:lnTo>
                  <a:lnTo>
                    <a:pt x="38100" y="116286"/>
                  </a:lnTo>
                  <a:lnTo>
                    <a:pt x="38100" y="4154886"/>
                  </a:lnTo>
                  <a:lnTo>
                    <a:pt x="45350" y="4202271"/>
                  </a:lnTo>
                  <a:lnTo>
                    <a:pt x="65998" y="4242443"/>
                  </a:lnTo>
                  <a:lnTo>
                    <a:pt x="90792" y="4265537"/>
                  </a:lnTo>
                  <a:lnTo>
                    <a:pt x="68254" y="4271172"/>
                  </a:lnTo>
                  <a:close/>
                </a:path>
              </a:pathLst>
            </a:custGeom>
            <a:solidFill>
              <a:srgbClr val="29328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895349" y="2071687"/>
              <a:ext cx="3114675" cy="0"/>
            </a:xfrm>
            <a:custGeom>
              <a:avLst/>
              <a:gdLst/>
              <a:ahLst/>
              <a:cxnLst/>
              <a:rect l="l" t="t" r="r" b="b"/>
              <a:pathLst>
                <a:path w="3114675" h="0">
                  <a:moveTo>
                    <a:pt x="0" y="0"/>
                  </a:moveTo>
                  <a:lnTo>
                    <a:pt x="3114674" y="0"/>
                  </a:lnTo>
                </a:path>
              </a:pathLst>
            </a:custGeom>
            <a:ln w="9524">
              <a:solidFill>
                <a:srgbClr val="E4DED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895350" y="1778000"/>
            <a:ext cx="985519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800" spc="-10" b="1">
                <a:solidFill>
                  <a:srgbClr val="293283"/>
                </a:solidFill>
                <a:latin typeface="Cambria"/>
                <a:cs typeface="Cambria"/>
              </a:rPr>
              <a:t>O</a:t>
            </a:r>
            <a:r>
              <a:rPr dirty="0" sz="800" spc="-45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800" spc="-55" b="1">
                <a:solidFill>
                  <a:srgbClr val="293283"/>
                </a:solidFill>
                <a:latin typeface="Cambria"/>
                <a:cs typeface="Cambria"/>
              </a:rPr>
              <a:t>P</a:t>
            </a:r>
            <a:r>
              <a:rPr dirty="0" sz="800" spc="-45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800" spc="-70" b="1">
                <a:solidFill>
                  <a:srgbClr val="293283"/>
                </a:solidFill>
                <a:latin typeface="Cambria"/>
                <a:cs typeface="Cambria"/>
              </a:rPr>
              <a:t>E</a:t>
            </a:r>
            <a:r>
              <a:rPr dirty="0" sz="800" spc="-45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800" b="1">
                <a:solidFill>
                  <a:srgbClr val="293283"/>
                </a:solidFill>
                <a:latin typeface="Cambria"/>
                <a:cs typeface="Cambria"/>
              </a:rPr>
              <a:t>N</a:t>
            </a:r>
            <a:r>
              <a:rPr dirty="0" sz="800" spc="270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800" spc="-114" b="1">
                <a:solidFill>
                  <a:srgbClr val="293283"/>
                </a:solidFill>
                <a:latin typeface="Cambria"/>
                <a:cs typeface="Cambria"/>
              </a:rPr>
              <a:t>T</a:t>
            </a:r>
            <a:r>
              <a:rPr dirty="0" sz="800" spc="-45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800" spc="-65" b="1">
                <a:solidFill>
                  <a:srgbClr val="293283"/>
                </a:solidFill>
                <a:latin typeface="Cambria"/>
                <a:cs typeface="Cambria"/>
              </a:rPr>
              <a:t>H</a:t>
            </a:r>
            <a:r>
              <a:rPr dirty="0" sz="800" spc="-45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800" b="1">
                <a:solidFill>
                  <a:srgbClr val="293283"/>
                </a:solidFill>
                <a:latin typeface="Cambria"/>
                <a:cs typeface="Cambria"/>
              </a:rPr>
              <a:t>E</a:t>
            </a:r>
            <a:r>
              <a:rPr dirty="0" sz="800" spc="270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800" spc="-70" b="1">
                <a:solidFill>
                  <a:srgbClr val="293283"/>
                </a:solidFill>
                <a:latin typeface="Cambria"/>
                <a:cs typeface="Cambria"/>
              </a:rPr>
              <a:t>F</a:t>
            </a:r>
            <a:r>
              <a:rPr dirty="0" sz="800" spc="-40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800" spc="-100" b="1">
                <a:solidFill>
                  <a:srgbClr val="293283"/>
                </a:solidFill>
                <a:latin typeface="Cambria"/>
                <a:cs typeface="Cambria"/>
              </a:rPr>
              <a:t>L</a:t>
            </a:r>
            <a:r>
              <a:rPr dirty="0" sz="800" spc="-60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800" spc="-10" b="1">
                <a:solidFill>
                  <a:srgbClr val="293283"/>
                </a:solidFill>
                <a:latin typeface="Cambria"/>
                <a:cs typeface="Cambria"/>
              </a:rPr>
              <a:t>O</a:t>
            </a:r>
            <a:r>
              <a:rPr dirty="0" sz="800" spc="-45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800" spc="-10" b="1">
                <a:solidFill>
                  <a:srgbClr val="293283"/>
                </a:solidFill>
                <a:latin typeface="Cambria"/>
                <a:cs typeface="Cambria"/>
              </a:rPr>
              <a:t>O</a:t>
            </a:r>
            <a:r>
              <a:rPr dirty="0" sz="800" spc="-45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800" spc="-50" b="1">
                <a:solidFill>
                  <a:srgbClr val="293283"/>
                </a:solidFill>
                <a:latin typeface="Cambria"/>
                <a:cs typeface="Cambria"/>
              </a:rPr>
              <a:t>R</a:t>
            </a:r>
            <a:endParaRPr sz="800">
              <a:latin typeface="Cambria"/>
              <a:cs typeface="Cambri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419474" y="1762124"/>
            <a:ext cx="590550" cy="209550"/>
          </a:xfrm>
          <a:custGeom>
            <a:avLst/>
            <a:gdLst/>
            <a:ahLst/>
            <a:cxnLst/>
            <a:rect l="l" t="t" r="r" b="b"/>
            <a:pathLst>
              <a:path w="590550" h="209550">
                <a:moveTo>
                  <a:pt x="492654" y="209549"/>
                </a:moveTo>
                <a:lnTo>
                  <a:pt x="97895" y="209549"/>
                </a:lnTo>
                <a:lnTo>
                  <a:pt x="91081" y="208878"/>
                </a:lnTo>
                <a:lnTo>
                  <a:pt x="52284" y="195713"/>
                </a:lnTo>
                <a:lnTo>
                  <a:pt x="21479" y="168704"/>
                </a:lnTo>
                <a:lnTo>
                  <a:pt x="3354" y="131962"/>
                </a:lnTo>
                <a:lnTo>
                  <a:pt x="0" y="111654"/>
                </a:lnTo>
                <a:lnTo>
                  <a:pt x="0" y="104774"/>
                </a:lnTo>
                <a:lnTo>
                  <a:pt x="0" y="97895"/>
                </a:lnTo>
                <a:lnTo>
                  <a:pt x="10607" y="58323"/>
                </a:lnTo>
                <a:lnTo>
                  <a:pt x="35552" y="25823"/>
                </a:lnTo>
                <a:lnTo>
                  <a:pt x="71034" y="5342"/>
                </a:lnTo>
                <a:lnTo>
                  <a:pt x="97895" y="0"/>
                </a:lnTo>
                <a:lnTo>
                  <a:pt x="492654" y="0"/>
                </a:lnTo>
                <a:lnTo>
                  <a:pt x="532225" y="10608"/>
                </a:lnTo>
                <a:lnTo>
                  <a:pt x="564726" y="35552"/>
                </a:lnTo>
                <a:lnTo>
                  <a:pt x="585206" y="71035"/>
                </a:lnTo>
                <a:lnTo>
                  <a:pt x="590549" y="97895"/>
                </a:lnTo>
                <a:lnTo>
                  <a:pt x="590549" y="111654"/>
                </a:lnTo>
                <a:lnTo>
                  <a:pt x="579941" y="151226"/>
                </a:lnTo>
                <a:lnTo>
                  <a:pt x="554997" y="183726"/>
                </a:lnTo>
                <a:lnTo>
                  <a:pt x="519514" y="204207"/>
                </a:lnTo>
                <a:lnTo>
                  <a:pt x="499468" y="208878"/>
                </a:lnTo>
                <a:lnTo>
                  <a:pt x="492654" y="209549"/>
                </a:lnTo>
                <a:close/>
              </a:path>
            </a:pathLst>
          </a:custGeom>
          <a:solidFill>
            <a:srgbClr val="E7E9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3505200" y="1792287"/>
            <a:ext cx="419100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700" spc="-40" b="1">
                <a:solidFill>
                  <a:srgbClr val="293283"/>
                </a:solidFill>
                <a:latin typeface="Cambria"/>
                <a:cs typeface="Cambria"/>
              </a:rPr>
              <a:t>A</a:t>
            </a:r>
            <a:r>
              <a:rPr dirty="0" sz="700" spc="-55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700" spc="-50" b="1">
                <a:solidFill>
                  <a:srgbClr val="293283"/>
                </a:solidFill>
                <a:latin typeface="Cambria"/>
                <a:cs typeface="Cambria"/>
              </a:rPr>
              <a:t>s</a:t>
            </a:r>
            <a:r>
              <a:rPr dirty="0" sz="700" spc="-55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700" b="1">
                <a:solidFill>
                  <a:srgbClr val="293283"/>
                </a:solidFill>
                <a:latin typeface="Cambria"/>
                <a:cs typeface="Cambria"/>
              </a:rPr>
              <a:t>k</a:t>
            </a:r>
            <a:r>
              <a:rPr dirty="0" sz="700" spc="140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700" spc="-10" b="1">
                <a:solidFill>
                  <a:srgbClr val="293283"/>
                </a:solidFill>
                <a:latin typeface="Cambria"/>
                <a:cs typeface="Cambria"/>
              </a:rPr>
              <a:t>N</a:t>
            </a:r>
            <a:r>
              <a:rPr dirty="0" sz="700" spc="-55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700" spc="-20" b="1">
                <a:solidFill>
                  <a:srgbClr val="293283"/>
                </a:solidFill>
                <a:latin typeface="Cambria"/>
                <a:cs typeface="Cambria"/>
              </a:rPr>
              <a:t>o</a:t>
            </a:r>
            <a:r>
              <a:rPr dirty="0" sz="700" spc="-60" b="1">
                <a:solidFill>
                  <a:srgbClr val="293283"/>
                </a:solidFill>
                <a:latin typeface="Cambria"/>
                <a:cs typeface="Cambria"/>
              </a:rPr>
              <a:t> w</a:t>
            </a:r>
            <a:endParaRPr sz="700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95350" y="2144712"/>
            <a:ext cx="2836545" cy="95059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227965" marR="72390" indent="-228600">
              <a:lnSpc>
                <a:spcPct val="131900"/>
              </a:lnSpc>
              <a:spcBef>
                <a:spcPts val="90"/>
              </a:spcBef>
              <a:buClr>
                <a:srgbClr val="FF6A5B"/>
              </a:buClr>
              <a:buSzPct val="105555"/>
              <a:buFont typeface="Yu Gothic"/>
              <a:buChar char="✓"/>
              <a:tabLst>
                <a:tab pos="227965" algn="l"/>
              </a:tabLst>
            </a:pPr>
            <a:r>
              <a:rPr dirty="0" sz="900" spc="-10">
                <a:solidFill>
                  <a:srgbClr val="1B1F3A"/>
                </a:solidFill>
                <a:latin typeface="Tahoma"/>
                <a:cs typeface="Tahoma"/>
              </a:rPr>
              <a:t>"Which</a:t>
            </a:r>
            <a:r>
              <a:rPr dirty="0" sz="900" spc="-6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1B1F3A"/>
                </a:solidFill>
                <a:latin typeface="Tahoma"/>
                <a:cs typeface="Tahoma"/>
              </a:rPr>
              <a:t>layout</a:t>
            </a:r>
            <a:r>
              <a:rPr dirty="0" sz="900" spc="-5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1B1F3A"/>
                </a:solidFill>
                <a:latin typeface="Tahoma"/>
                <a:cs typeface="Tahoma"/>
              </a:rPr>
              <a:t>primitive</a:t>
            </a:r>
            <a:r>
              <a:rPr dirty="0" sz="900" spc="-6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1B1F3A"/>
                </a:solidFill>
                <a:latin typeface="Tahoma"/>
                <a:cs typeface="Tahoma"/>
              </a:rPr>
              <a:t>felt</a:t>
            </a:r>
            <a:r>
              <a:rPr dirty="0" sz="900" spc="-5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1B1F3A"/>
                </a:solidFill>
                <a:latin typeface="Tahoma"/>
                <a:cs typeface="Tahoma"/>
              </a:rPr>
              <a:t>most</a:t>
            </a:r>
            <a:r>
              <a:rPr dirty="0" sz="900" spc="-6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30">
                <a:solidFill>
                  <a:srgbClr val="1B1F3A"/>
                </a:solidFill>
                <a:latin typeface="Tahoma"/>
                <a:cs typeface="Tahoma"/>
              </a:rPr>
              <a:t>natural</a:t>
            </a:r>
            <a:r>
              <a:rPr dirty="0" sz="900" spc="-5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1B1F3A"/>
                </a:solidFill>
                <a:latin typeface="Tahoma"/>
                <a:cs typeface="Tahoma"/>
              </a:rPr>
              <a:t>—</a:t>
            </a:r>
            <a:r>
              <a:rPr dirty="0" sz="900" spc="-6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1B1F3A"/>
                </a:solidFill>
                <a:latin typeface="Tahoma"/>
                <a:cs typeface="Tahoma"/>
              </a:rPr>
              <a:t>columns, </a:t>
            </a:r>
            <a:r>
              <a:rPr dirty="0" sz="900" spc="-40">
                <a:solidFill>
                  <a:srgbClr val="1B1F3A"/>
                </a:solidFill>
                <a:latin typeface="Tahoma"/>
                <a:cs typeface="Tahoma"/>
              </a:rPr>
              <a:t>sidebar, </a:t>
            </a:r>
            <a:r>
              <a:rPr dirty="0" sz="900" spc="-10">
                <a:solidFill>
                  <a:srgbClr val="1B1F3A"/>
                </a:solidFill>
                <a:latin typeface="Tahoma"/>
                <a:cs typeface="Tahoma"/>
              </a:rPr>
              <a:t>tabs?"</a:t>
            </a: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lr>
                <a:srgbClr val="FF6A5B"/>
              </a:buClr>
              <a:buFont typeface="Yu Gothic"/>
              <a:buChar char="✓"/>
            </a:pPr>
            <a:endParaRPr sz="900">
              <a:latin typeface="Tahoma"/>
              <a:cs typeface="Tahoma"/>
            </a:endParaRPr>
          </a:p>
          <a:p>
            <a:pPr marL="227965" indent="-227965">
              <a:lnSpc>
                <a:spcPct val="100000"/>
              </a:lnSpc>
              <a:buClr>
                <a:srgbClr val="FF6A5B"/>
              </a:buClr>
              <a:buSzPct val="105555"/>
              <a:buFont typeface="Yu Gothic"/>
              <a:buChar char="✓"/>
              <a:tabLst>
                <a:tab pos="227965" algn="l"/>
              </a:tabLst>
            </a:pPr>
            <a:r>
              <a:rPr dirty="0" sz="900" spc="-20">
                <a:solidFill>
                  <a:srgbClr val="1B1F3A"/>
                </a:solidFill>
                <a:latin typeface="Tahoma"/>
                <a:cs typeface="Tahoma"/>
              </a:rPr>
              <a:t>"Did</a:t>
            </a:r>
            <a:r>
              <a:rPr dirty="0" sz="900" spc="-5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1B1F3A"/>
                </a:solidFill>
                <a:latin typeface="Tahoma"/>
                <a:cs typeface="Tahoma"/>
              </a:rPr>
              <a:t>session_state</a:t>
            </a:r>
            <a:r>
              <a:rPr dirty="0" sz="900" spc="-4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30">
                <a:solidFill>
                  <a:srgbClr val="1B1F3A"/>
                </a:solidFill>
                <a:latin typeface="Tahoma"/>
                <a:cs typeface="Tahoma"/>
              </a:rPr>
              <a:t>click,</a:t>
            </a:r>
            <a:r>
              <a:rPr dirty="0" sz="900" spc="-5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1B1F3A"/>
                </a:solidFill>
                <a:latin typeface="Tahoma"/>
                <a:cs typeface="Tahoma"/>
              </a:rPr>
              <a:t>or</a:t>
            </a:r>
            <a:r>
              <a:rPr dirty="0" sz="900" spc="-4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30">
                <a:solidFill>
                  <a:srgbClr val="1B1F3A"/>
                </a:solidFill>
                <a:latin typeface="Tahoma"/>
                <a:cs typeface="Tahoma"/>
              </a:rPr>
              <a:t>does</a:t>
            </a:r>
            <a:r>
              <a:rPr dirty="0" sz="900" spc="-5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1B1F3A"/>
                </a:solidFill>
                <a:latin typeface="Tahoma"/>
                <a:cs typeface="Tahoma"/>
              </a:rPr>
              <a:t>it</a:t>
            </a:r>
            <a:r>
              <a:rPr dirty="0" sz="900" spc="-4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1B1F3A"/>
                </a:solidFill>
                <a:latin typeface="Tahoma"/>
                <a:cs typeface="Tahoma"/>
              </a:rPr>
              <a:t>still</a:t>
            </a:r>
            <a:r>
              <a:rPr dirty="0" sz="900" spc="-5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20">
                <a:solidFill>
                  <a:srgbClr val="1B1F3A"/>
                </a:solidFill>
                <a:latin typeface="Tahoma"/>
                <a:cs typeface="Tahoma"/>
              </a:rPr>
              <a:t>feel</a:t>
            </a:r>
            <a:r>
              <a:rPr dirty="0" sz="900" spc="-4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1B1F3A"/>
                </a:solidFill>
                <a:latin typeface="Tahoma"/>
                <a:cs typeface="Tahoma"/>
              </a:rPr>
              <a:t>like</a:t>
            </a:r>
            <a:r>
              <a:rPr dirty="0" sz="900" spc="-5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1B1F3A"/>
                </a:solidFill>
                <a:latin typeface="Tahoma"/>
                <a:cs typeface="Tahoma"/>
              </a:rPr>
              <a:t>magic?"</a:t>
            </a: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85"/>
              </a:spcBef>
              <a:buClr>
                <a:srgbClr val="FF6A5B"/>
              </a:buClr>
              <a:buFont typeface="Yu Gothic"/>
              <a:buChar char="✓"/>
            </a:pPr>
            <a:endParaRPr sz="900">
              <a:latin typeface="Tahoma"/>
              <a:cs typeface="Tahoma"/>
            </a:endParaRPr>
          </a:p>
          <a:p>
            <a:pPr marL="227965" indent="-227965">
              <a:lnSpc>
                <a:spcPct val="100000"/>
              </a:lnSpc>
              <a:buClr>
                <a:srgbClr val="FF6A5B"/>
              </a:buClr>
              <a:buSzPct val="105555"/>
              <a:buFont typeface="Yu Gothic"/>
              <a:buChar char="✓"/>
              <a:tabLst>
                <a:tab pos="227965" algn="l"/>
              </a:tabLst>
            </a:pPr>
            <a:r>
              <a:rPr dirty="0" sz="900" spc="-25">
                <a:solidFill>
                  <a:srgbClr val="1B1F3A"/>
                </a:solidFill>
                <a:latin typeface="Tahoma"/>
                <a:cs typeface="Tahoma"/>
              </a:rPr>
              <a:t>"Anything</a:t>
            </a:r>
            <a:r>
              <a:rPr dirty="0" sz="900" spc="-6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20">
                <a:solidFill>
                  <a:srgbClr val="1B1F3A"/>
                </a:solidFill>
                <a:latin typeface="Tahoma"/>
                <a:cs typeface="Tahoma"/>
              </a:rPr>
              <a:t>from</a:t>
            </a:r>
            <a:r>
              <a:rPr dirty="0" sz="900" spc="-5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1B1F3A"/>
                </a:solidFill>
                <a:latin typeface="Tahoma"/>
                <a:cs typeface="Tahoma"/>
              </a:rPr>
              <a:t>the</a:t>
            </a:r>
            <a:r>
              <a:rPr dirty="0" sz="900" spc="-5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20">
                <a:solidFill>
                  <a:srgbClr val="1B1F3A"/>
                </a:solidFill>
                <a:latin typeface="Tahoma"/>
                <a:cs typeface="Tahoma"/>
              </a:rPr>
              <a:t>form</a:t>
            </a:r>
            <a:r>
              <a:rPr dirty="0" sz="900" spc="-5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1B1F3A"/>
                </a:solidFill>
                <a:latin typeface="Tahoma"/>
                <a:cs typeface="Tahoma"/>
              </a:rPr>
              <a:t>exercise</a:t>
            </a:r>
            <a:r>
              <a:rPr dirty="0" sz="900" spc="-5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20">
                <a:solidFill>
                  <a:srgbClr val="1B1F3A"/>
                </a:solidFill>
                <a:latin typeface="Tahoma"/>
                <a:cs typeface="Tahoma"/>
              </a:rPr>
              <a:t>that</a:t>
            </a:r>
            <a:r>
              <a:rPr dirty="0" sz="900" spc="-5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1B1F3A"/>
                </a:solidFill>
                <a:latin typeface="Tahoma"/>
                <a:cs typeface="Tahoma"/>
              </a:rPr>
              <a:t>didn't</a:t>
            </a:r>
            <a:r>
              <a:rPr dirty="0" sz="900" spc="-6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1B1F3A"/>
                </a:solidFill>
                <a:latin typeface="Tahoma"/>
                <a:cs typeface="Tahoma"/>
              </a:rPr>
              <a:t>work?"</a:t>
            </a:r>
            <a:endParaRPr sz="900">
              <a:latin typeface="Tahoma"/>
              <a:cs typeface="Tahom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343399" y="1600200"/>
            <a:ext cx="3505200" cy="4305300"/>
            <a:chOff x="4343399" y="1600200"/>
            <a:chExt cx="3505200" cy="4305300"/>
          </a:xfrm>
        </p:grpSpPr>
        <p:sp>
          <p:nvSpPr>
            <p:cNvPr id="15" name="object 15"/>
            <p:cNvSpPr/>
            <p:nvPr/>
          </p:nvSpPr>
          <p:spPr>
            <a:xfrm>
              <a:off x="4362449" y="1604962"/>
              <a:ext cx="3481704" cy="4295775"/>
            </a:xfrm>
            <a:custGeom>
              <a:avLst/>
              <a:gdLst/>
              <a:ahLst/>
              <a:cxnLst/>
              <a:rect l="l" t="t" r="r" b="b"/>
              <a:pathLst>
                <a:path w="3481704" h="4295775">
                  <a:moveTo>
                    <a:pt x="3361243" y="4295774"/>
                  </a:moveTo>
                  <a:lnTo>
                    <a:pt x="106794" y="4295774"/>
                  </a:lnTo>
                  <a:lnTo>
                    <a:pt x="99361" y="4294950"/>
                  </a:lnTo>
                  <a:lnTo>
                    <a:pt x="57037" y="4278793"/>
                  </a:lnTo>
                  <a:lnTo>
                    <a:pt x="28170" y="4252141"/>
                  </a:lnTo>
                  <a:lnTo>
                    <a:pt x="5828" y="4208593"/>
                  </a:lnTo>
                  <a:lnTo>
                    <a:pt x="0" y="4175630"/>
                  </a:lnTo>
                  <a:lnTo>
                    <a:pt x="0" y="4167187"/>
                  </a:lnTo>
                  <a:lnTo>
                    <a:pt x="0" y="120144"/>
                  </a:lnTo>
                  <a:lnTo>
                    <a:pt x="11571" y="71578"/>
                  </a:lnTo>
                  <a:lnTo>
                    <a:pt x="38783" y="31692"/>
                  </a:lnTo>
                  <a:lnTo>
                    <a:pt x="77492" y="6556"/>
                  </a:lnTo>
                  <a:lnTo>
                    <a:pt x="106794" y="0"/>
                  </a:lnTo>
                  <a:lnTo>
                    <a:pt x="3361243" y="0"/>
                  </a:lnTo>
                  <a:lnTo>
                    <a:pt x="3409807" y="13018"/>
                  </a:lnTo>
                  <a:lnTo>
                    <a:pt x="3449694" y="43632"/>
                  </a:lnTo>
                  <a:lnTo>
                    <a:pt x="3474829" y="87179"/>
                  </a:lnTo>
                  <a:lnTo>
                    <a:pt x="3481386" y="120144"/>
                  </a:lnTo>
                  <a:lnTo>
                    <a:pt x="3481386" y="4175630"/>
                  </a:lnTo>
                  <a:lnTo>
                    <a:pt x="3468367" y="4224194"/>
                  </a:lnTo>
                  <a:lnTo>
                    <a:pt x="3437754" y="4264081"/>
                  </a:lnTo>
                  <a:lnTo>
                    <a:pt x="3394206" y="4289216"/>
                  </a:lnTo>
                  <a:lnTo>
                    <a:pt x="3369605" y="4294950"/>
                  </a:lnTo>
                  <a:lnTo>
                    <a:pt x="3361243" y="42957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4411370" y="1600199"/>
              <a:ext cx="3437254" cy="4305300"/>
            </a:xfrm>
            <a:custGeom>
              <a:avLst/>
              <a:gdLst/>
              <a:ahLst/>
              <a:cxnLst/>
              <a:rect l="l" t="t" r="r" b="b"/>
              <a:pathLst>
                <a:path w="3437254" h="4305300">
                  <a:moveTo>
                    <a:pt x="3437217" y="133350"/>
                  </a:moveTo>
                  <a:lnTo>
                    <a:pt x="3431514" y="94703"/>
                  </a:lnTo>
                  <a:lnTo>
                    <a:pt x="3414763" y="59258"/>
                  </a:lnTo>
                  <a:lnTo>
                    <a:pt x="3398609" y="39573"/>
                  </a:lnTo>
                  <a:lnTo>
                    <a:pt x="3366795" y="15773"/>
                  </a:lnTo>
                  <a:lnTo>
                    <a:pt x="3329889" y="2540"/>
                  </a:lnTo>
                  <a:lnTo>
                    <a:pt x="3303867" y="0"/>
                  </a:lnTo>
                  <a:lnTo>
                    <a:pt x="65366" y="0"/>
                  </a:lnTo>
                  <a:lnTo>
                    <a:pt x="26720" y="5715"/>
                  </a:lnTo>
                  <a:lnTo>
                    <a:pt x="0" y="17233"/>
                  </a:lnTo>
                  <a:lnTo>
                    <a:pt x="22542" y="22872"/>
                  </a:lnTo>
                  <a:lnTo>
                    <a:pt x="28917" y="18961"/>
                  </a:lnTo>
                  <a:lnTo>
                    <a:pt x="37769" y="14833"/>
                  </a:lnTo>
                  <a:lnTo>
                    <a:pt x="46786" y="11887"/>
                  </a:lnTo>
                  <a:lnTo>
                    <a:pt x="55994" y="10121"/>
                  </a:lnTo>
                  <a:lnTo>
                    <a:pt x="65366" y="9525"/>
                  </a:lnTo>
                  <a:lnTo>
                    <a:pt x="3303867" y="9525"/>
                  </a:lnTo>
                  <a:lnTo>
                    <a:pt x="3351263" y="18961"/>
                  </a:lnTo>
                  <a:lnTo>
                    <a:pt x="3391433" y="45796"/>
                  </a:lnTo>
                  <a:lnTo>
                    <a:pt x="3391878" y="46304"/>
                  </a:lnTo>
                  <a:lnTo>
                    <a:pt x="3399637" y="54838"/>
                  </a:lnTo>
                  <a:lnTo>
                    <a:pt x="3422396" y="97459"/>
                  </a:lnTo>
                  <a:lnTo>
                    <a:pt x="3427692" y="133350"/>
                  </a:lnTo>
                  <a:lnTo>
                    <a:pt x="3427692" y="4171950"/>
                  </a:lnTo>
                  <a:lnTo>
                    <a:pt x="3418268" y="4219346"/>
                  </a:lnTo>
                  <a:lnTo>
                    <a:pt x="3391878" y="4259008"/>
                  </a:lnTo>
                  <a:lnTo>
                    <a:pt x="3391433" y="4259516"/>
                  </a:lnTo>
                  <a:lnTo>
                    <a:pt x="3351263" y="4286351"/>
                  </a:lnTo>
                  <a:lnTo>
                    <a:pt x="3316313" y="4295152"/>
                  </a:lnTo>
                  <a:lnTo>
                    <a:pt x="3316833" y="4295152"/>
                  </a:lnTo>
                  <a:lnTo>
                    <a:pt x="3303867" y="4295775"/>
                  </a:lnTo>
                  <a:lnTo>
                    <a:pt x="65366" y="4295775"/>
                  </a:lnTo>
                  <a:lnTo>
                    <a:pt x="55410" y="4295152"/>
                  </a:lnTo>
                  <a:lnTo>
                    <a:pt x="55803" y="4295152"/>
                  </a:lnTo>
                  <a:lnTo>
                    <a:pt x="46786" y="4293425"/>
                  </a:lnTo>
                  <a:lnTo>
                    <a:pt x="37769" y="4290479"/>
                  </a:lnTo>
                  <a:lnTo>
                    <a:pt x="28917" y="4286351"/>
                  </a:lnTo>
                  <a:lnTo>
                    <a:pt x="22542" y="4282440"/>
                  </a:lnTo>
                  <a:lnTo>
                    <a:pt x="0" y="4288079"/>
                  </a:lnTo>
                  <a:lnTo>
                    <a:pt x="39357" y="4302772"/>
                  </a:lnTo>
                  <a:lnTo>
                    <a:pt x="65366" y="4305300"/>
                  </a:lnTo>
                  <a:lnTo>
                    <a:pt x="3303867" y="4305300"/>
                  </a:lnTo>
                  <a:lnTo>
                    <a:pt x="3317011" y="4304677"/>
                  </a:lnTo>
                  <a:lnTo>
                    <a:pt x="3329889" y="4302772"/>
                  </a:lnTo>
                  <a:lnTo>
                    <a:pt x="3342525" y="4299597"/>
                  </a:lnTo>
                  <a:lnTo>
                    <a:pt x="3353155" y="4295775"/>
                  </a:lnTo>
                  <a:lnTo>
                    <a:pt x="3354908" y="4295152"/>
                  </a:lnTo>
                  <a:lnTo>
                    <a:pt x="3388423" y="4275086"/>
                  </a:lnTo>
                  <a:lnTo>
                    <a:pt x="3414763" y="4246054"/>
                  </a:lnTo>
                  <a:lnTo>
                    <a:pt x="3431514" y="4210608"/>
                  </a:lnTo>
                  <a:lnTo>
                    <a:pt x="3437217" y="4171950"/>
                  </a:lnTo>
                  <a:lnTo>
                    <a:pt x="3437217" y="133350"/>
                  </a:lnTo>
                  <a:close/>
                </a:path>
              </a:pathLst>
            </a:custGeom>
            <a:solidFill>
              <a:srgbClr val="E4DE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4343399" y="1617263"/>
              <a:ext cx="90805" cy="4271645"/>
            </a:xfrm>
            <a:custGeom>
              <a:avLst/>
              <a:gdLst/>
              <a:ahLst/>
              <a:cxnLst/>
              <a:rect l="l" t="t" r="r" b="b"/>
              <a:pathLst>
                <a:path w="90804" h="4271645">
                  <a:moveTo>
                    <a:pt x="68254" y="4271172"/>
                  </a:moveTo>
                  <a:lnTo>
                    <a:pt x="30216" y="4239441"/>
                  </a:lnTo>
                  <a:lnTo>
                    <a:pt x="10150" y="4205916"/>
                  </a:lnTo>
                  <a:lnTo>
                    <a:pt x="634" y="4168022"/>
                  </a:lnTo>
                  <a:lnTo>
                    <a:pt x="0" y="4154886"/>
                  </a:lnTo>
                  <a:lnTo>
                    <a:pt x="0" y="116286"/>
                  </a:lnTo>
                  <a:lnTo>
                    <a:pt x="5709" y="77634"/>
                  </a:lnTo>
                  <a:lnTo>
                    <a:pt x="22452" y="42187"/>
                  </a:lnTo>
                  <a:lnTo>
                    <a:pt x="48794" y="13153"/>
                  </a:lnTo>
                  <a:lnTo>
                    <a:pt x="68253" y="0"/>
                  </a:lnTo>
                  <a:lnTo>
                    <a:pt x="90791" y="5634"/>
                  </a:lnTo>
                  <a:lnTo>
                    <a:pt x="88403" y="7099"/>
                  </a:lnTo>
                  <a:lnTo>
                    <a:pt x="80421" y="13310"/>
                  </a:lnTo>
                  <a:lnTo>
                    <a:pt x="54137" y="47479"/>
                  </a:lnTo>
                  <a:lnTo>
                    <a:pt x="39912" y="92124"/>
                  </a:lnTo>
                  <a:lnTo>
                    <a:pt x="38100" y="116286"/>
                  </a:lnTo>
                  <a:lnTo>
                    <a:pt x="38100" y="4154886"/>
                  </a:lnTo>
                  <a:lnTo>
                    <a:pt x="45350" y="4202271"/>
                  </a:lnTo>
                  <a:lnTo>
                    <a:pt x="65998" y="4242443"/>
                  </a:lnTo>
                  <a:lnTo>
                    <a:pt x="90792" y="4265537"/>
                  </a:lnTo>
                  <a:lnTo>
                    <a:pt x="68254" y="4271172"/>
                  </a:lnTo>
                  <a:close/>
                </a:path>
              </a:pathLst>
            </a:custGeom>
            <a:solidFill>
              <a:srgbClr val="FF6A5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4552950" y="2071687"/>
              <a:ext cx="3114675" cy="0"/>
            </a:xfrm>
            <a:custGeom>
              <a:avLst/>
              <a:gdLst/>
              <a:ahLst/>
              <a:cxnLst/>
              <a:rect l="l" t="t" r="r" b="b"/>
              <a:pathLst>
                <a:path w="3114675" h="0">
                  <a:moveTo>
                    <a:pt x="0" y="0"/>
                  </a:moveTo>
                  <a:lnTo>
                    <a:pt x="3114674" y="0"/>
                  </a:lnTo>
                </a:path>
              </a:pathLst>
            </a:custGeom>
            <a:ln w="9524">
              <a:solidFill>
                <a:srgbClr val="E4DED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4552950" y="1778000"/>
            <a:ext cx="1132205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800" spc="-70" b="1">
                <a:solidFill>
                  <a:srgbClr val="FF6A5B"/>
                </a:solidFill>
                <a:latin typeface="Cambria"/>
                <a:cs typeface="Cambria"/>
              </a:rPr>
              <a:t>B</a:t>
            </a:r>
            <a:r>
              <a:rPr dirty="0" sz="8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800" spc="-70" b="1">
                <a:solidFill>
                  <a:srgbClr val="FF6A5B"/>
                </a:solidFill>
                <a:latin typeface="Cambria"/>
                <a:cs typeface="Cambria"/>
              </a:rPr>
              <a:t>E</a:t>
            </a:r>
            <a:r>
              <a:rPr dirty="0" sz="8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800" spc="-114" b="1">
                <a:solidFill>
                  <a:srgbClr val="FF6A5B"/>
                </a:solidFill>
                <a:latin typeface="Cambria"/>
                <a:cs typeface="Cambria"/>
              </a:rPr>
              <a:t>T</a:t>
            </a:r>
            <a:r>
              <a:rPr dirty="0" sz="800" spc="-40" b="1">
                <a:solidFill>
                  <a:srgbClr val="FF6A5B"/>
                </a:solidFill>
                <a:latin typeface="Cambria"/>
                <a:cs typeface="Cambria"/>
              </a:rPr>
              <a:t> W </a:t>
            </a:r>
            <a:r>
              <a:rPr dirty="0" sz="800" spc="-70" b="1">
                <a:solidFill>
                  <a:srgbClr val="FF6A5B"/>
                </a:solidFill>
                <a:latin typeface="Cambria"/>
                <a:cs typeface="Cambria"/>
              </a:rPr>
              <a:t>E</a:t>
            </a:r>
            <a:r>
              <a:rPr dirty="0" sz="800" spc="-35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800" spc="-70" b="1">
                <a:solidFill>
                  <a:srgbClr val="FF6A5B"/>
                </a:solidFill>
                <a:latin typeface="Cambria"/>
                <a:cs typeface="Cambria"/>
              </a:rPr>
              <a:t>E</a:t>
            </a:r>
            <a:r>
              <a:rPr dirty="0" sz="8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800" b="1">
                <a:solidFill>
                  <a:srgbClr val="FF6A5B"/>
                </a:solidFill>
                <a:latin typeface="Cambria"/>
                <a:cs typeface="Cambria"/>
              </a:rPr>
              <a:t>N</a:t>
            </a:r>
            <a:r>
              <a:rPr dirty="0" sz="800" spc="29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800" spc="-30" b="1">
                <a:solidFill>
                  <a:srgbClr val="FF6A5B"/>
                </a:solidFill>
                <a:latin typeface="Cambria"/>
                <a:cs typeface="Cambria"/>
              </a:rPr>
              <a:t>S</a:t>
            </a:r>
            <a:r>
              <a:rPr dirty="0" sz="8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800" spc="-70" b="1">
                <a:solidFill>
                  <a:srgbClr val="FF6A5B"/>
                </a:solidFill>
                <a:latin typeface="Cambria"/>
                <a:cs typeface="Cambria"/>
              </a:rPr>
              <a:t>E</a:t>
            </a:r>
            <a:r>
              <a:rPr dirty="0" sz="800" spc="-45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800" spc="-30" b="1">
                <a:solidFill>
                  <a:srgbClr val="FF6A5B"/>
                </a:solidFill>
                <a:latin typeface="Cambria"/>
                <a:cs typeface="Cambria"/>
              </a:rPr>
              <a:t>S</a:t>
            </a:r>
            <a:r>
              <a:rPr dirty="0" sz="8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800" spc="-30" b="1">
                <a:solidFill>
                  <a:srgbClr val="FF6A5B"/>
                </a:solidFill>
                <a:latin typeface="Cambria"/>
                <a:cs typeface="Cambria"/>
              </a:rPr>
              <a:t>S</a:t>
            </a:r>
            <a:r>
              <a:rPr dirty="0" sz="8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800" spc="-65" b="1">
                <a:solidFill>
                  <a:srgbClr val="FF6A5B"/>
                </a:solidFill>
                <a:latin typeface="Cambria"/>
                <a:cs typeface="Cambria"/>
              </a:rPr>
              <a:t>I</a:t>
            </a:r>
            <a:r>
              <a:rPr dirty="0" sz="8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800" spc="-10" b="1">
                <a:solidFill>
                  <a:srgbClr val="FF6A5B"/>
                </a:solidFill>
                <a:latin typeface="Cambria"/>
                <a:cs typeface="Cambria"/>
              </a:rPr>
              <a:t>O</a:t>
            </a:r>
            <a:r>
              <a:rPr dirty="0" sz="800" spc="-4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800" b="1">
                <a:solidFill>
                  <a:srgbClr val="FF6A5B"/>
                </a:solidFill>
                <a:latin typeface="Cambria"/>
                <a:cs typeface="Cambria"/>
              </a:rPr>
              <a:t>N</a:t>
            </a:r>
            <a:r>
              <a:rPr dirty="0" sz="800" spc="-35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800" spc="-50" b="1">
                <a:solidFill>
                  <a:srgbClr val="FF6A5B"/>
                </a:solidFill>
                <a:latin typeface="Cambria"/>
                <a:cs typeface="Cambria"/>
              </a:rPr>
              <a:t>S</a:t>
            </a:r>
            <a:endParaRPr sz="800">
              <a:latin typeface="Cambria"/>
              <a:cs typeface="Cambri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6896099" y="1762124"/>
            <a:ext cx="771525" cy="209550"/>
          </a:xfrm>
          <a:custGeom>
            <a:avLst/>
            <a:gdLst/>
            <a:ahLst/>
            <a:cxnLst/>
            <a:rect l="l" t="t" r="r" b="b"/>
            <a:pathLst>
              <a:path w="771525" h="209550">
                <a:moveTo>
                  <a:pt x="673629" y="209549"/>
                </a:moveTo>
                <a:lnTo>
                  <a:pt x="97895" y="209549"/>
                </a:lnTo>
                <a:lnTo>
                  <a:pt x="91082" y="208878"/>
                </a:lnTo>
                <a:lnTo>
                  <a:pt x="52285" y="195713"/>
                </a:lnTo>
                <a:lnTo>
                  <a:pt x="21479" y="168704"/>
                </a:lnTo>
                <a:lnTo>
                  <a:pt x="3354" y="131962"/>
                </a:lnTo>
                <a:lnTo>
                  <a:pt x="0" y="111654"/>
                </a:lnTo>
                <a:lnTo>
                  <a:pt x="0" y="104774"/>
                </a:lnTo>
                <a:lnTo>
                  <a:pt x="0" y="97895"/>
                </a:lnTo>
                <a:lnTo>
                  <a:pt x="10607" y="58323"/>
                </a:lnTo>
                <a:lnTo>
                  <a:pt x="35552" y="25823"/>
                </a:lnTo>
                <a:lnTo>
                  <a:pt x="71035" y="5342"/>
                </a:lnTo>
                <a:lnTo>
                  <a:pt x="97895" y="0"/>
                </a:lnTo>
                <a:lnTo>
                  <a:pt x="673629" y="0"/>
                </a:lnTo>
                <a:lnTo>
                  <a:pt x="713200" y="10608"/>
                </a:lnTo>
                <a:lnTo>
                  <a:pt x="745701" y="35552"/>
                </a:lnTo>
                <a:lnTo>
                  <a:pt x="766182" y="71035"/>
                </a:lnTo>
                <a:lnTo>
                  <a:pt x="771524" y="97895"/>
                </a:lnTo>
                <a:lnTo>
                  <a:pt x="771524" y="111654"/>
                </a:lnTo>
                <a:lnTo>
                  <a:pt x="760916" y="151226"/>
                </a:lnTo>
                <a:lnTo>
                  <a:pt x="735972" y="183726"/>
                </a:lnTo>
                <a:lnTo>
                  <a:pt x="700489" y="204207"/>
                </a:lnTo>
                <a:lnTo>
                  <a:pt x="680442" y="208878"/>
                </a:lnTo>
                <a:lnTo>
                  <a:pt x="673629" y="209549"/>
                </a:lnTo>
                <a:close/>
              </a:path>
            </a:pathLst>
          </a:custGeom>
          <a:solidFill>
            <a:srgbClr val="FFE7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6984057" y="1792287"/>
            <a:ext cx="598170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700" b="1">
                <a:solidFill>
                  <a:srgbClr val="FF6A5B"/>
                </a:solidFill>
                <a:latin typeface="Cambria"/>
                <a:cs typeface="Cambria"/>
              </a:rPr>
              <a:t>G</a:t>
            </a:r>
            <a:r>
              <a:rPr dirty="0" sz="700" spc="-55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700" spc="-25" b="1">
                <a:solidFill>
                  <a:srgbClr val="FF6A5B"/>
                </a:solidFill>
                <a:latin typeface="Cambria"/>
                <a:cs typeface="Cambria"/>
              </a:rPr>
              <a:t>e</a:t>
            </a:r>
            <a:r>
              <a:rPr dirty="0" sz="700" spc="-55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700" b="1">
                <a:solidFill>
                  <a:srgbClr val="FF6A5B"/>
                </a:solidFill>
                <a:latin typeface="Cambria"/>
                <a:cs typeface="Cambria"/>
              </a:rPr>
              <a:t>t</a:t>
            </a:r>
            <a:r>
              <a:rPr dirty="0" sz="700" spc="21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700" spc="-20" b="1">
                <a:solidFill>
                  <a:srgbClr val="FF6A5B"/>
                </a:solidFill>
                <a:latin typeface="Cambria"/>
                <a:cs typeface="Cambria"/>
              </a:rPr>
              <a:t>U</a:t>
            </a:r>
            <a:r>
              <a:rPr dirty="0" sz="700" spc="-5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700" spc="-55" b="1">
                <a:solidFill>
                  <a:srgbClr val="FF6A5B"/>
                </a:solidFill>
                <a:latin typeface="Cambria"/>
                <a:cs typeface="Cambria"/>
              </a:rPr>
              <a:t>n</a:t>
            </a:r>
            <a:r>
              <a:rPr dirty="0" sz="700" spc="-50" b="1">
                <a:solidFill>
                  <a:srgbClr val="FF6A5B"/>
                </a:solidFill>
                <a:latin typeface="Cambria"/>
                <a:cs typeface="Cambria"/>
              </a:rPr>
              <a:t> s</a:t>
            </a:r>
            <a:r>
              <a:rPr dirty="0" sz="700" spc="-6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700" spc="-10" b="1">
                <a:solidFill>
                  <a:srgbClr val="FF6A5B"/>
                </a:solidFill>
                <a:latin typeface="Cambria"/>
                <a:cs typeface="Cambria"/>
              </a:rPr>
              <a:t>t</a:t>
            </a:r>
            <a:r>
              <a:rPr dirty="0" sz="700" spc="-55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700" spc="-40" b="1">
                <a:solidFill>
                  <a:srgbClr val="FF6A5B"/>
                </a:solidFill>
                <a:latin typeface="Cambria"/>
                <a:cs typeface="Cambria"/>
              </a:rPr>
              <a:t>u</a:t>
            </a:r>
            <a:r>
              <a:rPr dirty="0" sz="700" spc="-50" b="1">
                <a:solidFill>
                  <a:srgbClr val="FF6A5B"/>
                </a:solidFill>
                <a:latin typeface="Cambria"/>
                <a:cs typeface="Cambria"/>
              </a:rPr>
              <a:t> </a:t>
            </a:r>
            <a:r>
              <a:rPr dirty="0" sz="700" spc="-35" b="1">
                <a:solidFill>
                  <a:srgbClr val="FF6A5B"/>
                </a:solidFill>
                <a:latin typeface="Cambria"/>
                <a:cs typeface="Cambria"/>
              </a:rPr>
              <a:t>c</a:t>
            </a:r>
            <a:r>
              <a:rPr dirty="0" sz="700" spc="-50" b="1">
                <a:solidFill>
                  <a:srgbClr val="FF6A5B"/>
                </a:solidFill>
                <a:latin typeface="Cambria"/>
                <a:cs typeface="Cambria"/>
              </a:rPr>
              <a:t> k</a:t>
            </a:r>
            <a:endParaRPr sz="700">
              <a:latin typeface="Cambria"/>
              <a:cs typeface="Cambria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5086337" y="2200274"/>
            <a:ext cx="1181100" cy="581025"/>
          </a:xfrm>
          <a:custGeom>
            <a:avLst/>
            <a:gdLst/>
            <a:ahLst/>
            <a:cxnLst/>
            <a:rect l="l" t="t" r="r" b="b"/>
            <a:pathLst>
              <a:path w="1181100" h="581025">
                <a:moveTo>
                  <a:pt x="1009650" y="462940"/>
                </a:moveTo>
                <a:lnTo>
                  <a:pt x="984872" y="438150"/>
                </a:lnTo>
                <a:lnTo>
                  <a:pt x="24790" y="438150"/>
                </a:lnTo>
                <a:lnTo>
                  <a:pt x="0" y="462940"/>
                </a:lnTo>
                <a:lnTo>
                  <a:pt x="0" y="552450"/>
                </a:lnTo>
                <a:lnTo>
                  <a:pt x="0" y="556247"/>
                </a:lnTo>
                <a:lnTo>
                  <a:pt x="24790" y="581025"/>
                </a:lnTo>
                <a:lnTo>
                  <a:pt x="984872" y="581025"/>
                </a:lnTo>
                <a:lnTo>
                  <a:pt x="1009650" y="556247"/>
                </a:lnTo>
                <a:lnTo>
                  <a:pt x="1009650" y="462940"/>
                </a:lnTo>
                <a:close/>
              </a:path>
              <a:path w="1181100" h="581025">
                <a:moveTo>
                  <a:pt x="1181100" y="24790"/>
                </a:moveTo>
                <a:lnTo>
                  <a:pt x="1156322" y="0"/>
                </a:lnTo>
                <a:lnTo>
                  <a:pt x="72415" y="0"/>
                </a:lnTo>
                <a:lnTo>
                  <a:pt x="47625" y="24790"/>
                </a:lnTo>
                <a:lnTo>
                  <a:pt x="47625" y="114300"/>
                </a:lnTo>
                <a:lnTo>
                  <a:pt x="47625" y="118097"/>
                </a:lnTo>
                <a:lnTo>
                  <a:pt x="72415" y="142875"/>
                </a:lnTo>
                <a:lnTo>
                  <a:pt x="1156322" y="142875"/>
                </a:lnTo>
                <a:lnTo>
                  <a:pt x="1181100" y="118097"/>
                </a:lnTo>
                <a:lnTo>
                  <a:pt x="1181100" y="24790"/>
                </a:lnTo>
                <a:close/>
              </a:path>
            </a:pathLst>
          </a:custGeom>
          <a:solidFill>
            <a:srgbClr val="F4EF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4552950" y="2121521"/>
            <a:ext cx="2753995" cy="1285240"/>
          </a:xfrm>
          <a:prstGeom prst="rect">
            <a:avLst/>
          </a:prstGeom>
        </p:spPr>
        <p:txBody>
          <a:bodyPr wrap="square" lIns="0" tIns="69215" rIns="0" bIns="0" rtlCol="0" vert="horz">
            <a:spAutoFit/>
          </a:bodyPr>
          <a:lstStyle/>
          <a:p>
            <a:pPr marL="227965" indent="-227965">
              <a:lnSpc>
                <a:spcPct val="100000"/>
              </a:lnSpc>
              <a:spcBef>
                <a:spcPts val="545"/>
              </a:spcBef>
              <a:buClr>
                <a:srgbClr val="FF6A5B"/>
              </a:buClr>
              <a:buSzPct val="105555"/>
              <a:buFont typeface="Yu Gothic"/>
              <a:buChar char="✓"/>
              <a:tabLst>
                <a:tab pos="227965" algn="l"/>
              </a:tabLst>
            </a:pPr>
            <a:r>
              <a:rPr dirty="0" sz="900" spc="-65" b="1">
                <a:solidFill>
                  <a:srgbClr val="293283"/>
                </a:solidFill>
                <a:latin typeface="Cambria"/>
                <a:cs typeface="Cambria"/>
              </a:rPr>
              <a:t>Email</a:t>
            </a:r>
            <a:r>
              <a:rPr dirty="0" sz="900" spc="10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900" b="1">
                <a:solidFill>
                  <a:srgbClr val="293283"/>
                </a:solidFill>
                <a:latin typeface="Cambria"/>
                <a:cs typeface="Cambria"/>
              </a:rPr>
              <a:t>·</a:t>
            </a:r>
            <a:r>
              <a:rPr dirty="0" sz="900" spc="409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850" spc="-10" b="1">
                <a:solidFill>
                  <a:srgbClr val="293283"/>
                </a:solidFill>
                <a:latin typeface="Courier New"/>
                <a:cs typeface="Courier New"/>
                <a:hlinkClick r:id="rId2"/>
              </a:rPr>
              <a:t>hello@zlaark.com</a:t>
            </a:r>
            <a:endParaRPr sz="850">
              <a:latin typeface="Courier New"/>
              <a:cs typeface="Courier New"/>
            </a:endParaRPr>
          </a:p>
          <a:p>
            <a:pPr marL="227965">
              <a:lnSpc>
                <a:spcPct val="100000"/>
              </a:lnSpc>
              <a:spcBef>
                <a:spcPts val="395"/>
              </a:spcBef>
            </a:pPr>
            <a:r>
              <a:rPr dirty="0" sz="850" spc="-40">
                <a:solidFill>
                  <a:srgbClr val="4A4E6A"/>
                </a:solidFill>
                <a:latin typeface="Tahoma"/>
                <a:cs typeface="Tahoma"/>
              </a:rPr>
              <a:t>For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0">
                <a:solidFill>
                  <a:srgbClr val="4A4E6A"/>
                </a:solidFill>
                <a:latin typeface="Tahoma"/>
                <a:cs typeface="Tahoma"/>
              </a:rPr>
              <a:t>layout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0">
                <a:solidFill>
                  <a:srgbClr val="4A4E6A"/>
                </a:solidFill>
                <a:latin typeface="Tahoma"/>
                <a:cs typeface="Tahoma"/>
              </a:rPr>
              <a:t>questions,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paste </a:t>
            </a:r>
            <a:r>
              <a:rPr dirty="0" sz="850" spc="-40">
                <a:solidFill>
                  <a:srgbClr val="4A4E6A"/>
                </a:solidFill>
                <a:latin typeface="Tahoma"/>
                <a:cs typeface="Tahoma"/>
              </a:rPr>
              <a:t>your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 app.py 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and 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a </a:t>
            </a:r>
            <a:r>
              <a:rPr dirty="0" sz="850" spc="-10">
                <a:solidFill>
                  <a:srgbClr val="4A4E6A"/>
                </a:solidFill>
                <a:latin typeface="Tahoma"/>
                <a:cs typeface="Tahoma"/>
              </a:rPr>
              <a:t>screenshot.</a:t>
            </a:r>
            <a:endParaRPr sz="850">
              <a:latin typeface="Tahoma"/>
              <a:cs typeface="Tahoma"/>
            </a:endParaRPr>
          </a:p>
          <a:p>
            <a:pPr marL="227965" indent="-227965">
              <a:lnSpc>
                <a:spcPct val="100000"/>
              </a:lnSpc>
              <a:spcBef>
                <a:spcPts val="955"/>
              </a:spcBef>
              <a:buClr>
                <a:srgbClr val="FF6A5B"/>
              </a:buClr>
              <a:buSzPct val="105555"/>
              <a:buFont typeface="Yu Gothic"/>
              <a:buChar char="✓"/>
              <a:tabLst>
                <a:tab pos="227965" algn="l"/>
              </a:tabLst>
            </a:pPr>
            <a:r>
              <a:rPr dirty="0" sz="900" spc="-35" b="1">
                <a:solidFill>
                  <a:srgbClr val="293283"/>
                </a:solidFill>
                <a:latin typeface="Cambria"/>
                <a:cs typeface="Cambria"/>
              </a:rPr>
              <a:t>Web</a:t>
            </a:r>
            <a:r>
              <a:rPr dirty="0" sz="900" spc="-5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900" b="1">
                <a:solidFill>
                  <a:srgbClr val="293283"/>
                </a:solidFill>
                <a:latin typeface="Cambria"/>
                <a:cs typeface="Cambria"/>
              </a:rPr>
              <a:t>·</a:t>
            </a:r>
            <a:r>
              <a:rPr dirty="0" sz="900" spc="380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850" spc="-10" b="1">
                <a:solidFill>
                  <a:srgbClr val="293283"/>
                </a:solidFill>
                <a:latin typeface="Courier New"/>
                <a:cs typeface="Courier New"/>
                <a:hlinkClick r:id="rId3"/>
              </a:rPr>
              <a:t>www.zlaark.com</a:t>
            </a:r>
            <a:endParaRPr sz="850">
              <a:latin typeface="Courier New"/>
              <a:cs typeface="Courier New"/>
            </a:endParaRPr>
          </a:p>
          <a:p>
            <a:pPr marL="227965">
              <a:lnSpc>
                <a:spcPct val="100000"/>
              </a:lnSpc>
              <a:spcBef>
                <a:spcPts val="395"/>
              </a:spcBef>
            </a:pP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Program</a:t>
            </a:r>
            <a:r>
              <a:rPr dirty="0" sz="850" spc="-3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updates</a:t>
            </a:r>
            <a:r>
              <a:rPr dirty="0" sz="850" spc="-3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and</a:t>
            </a:r>
            <a:r>
              <a:rPr dirty="0" sz="850" spc="-3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10">
                <a:solidFill>
                  <a:srgbClr val="4A4E6A"/>
                </a:solidFill>
                <a:latin typeface="Tahoma"/>
                <a:cs typeface="Tahoma"/>
              </a:rPr>
              <a:t>resources.</a:t>
            </a:r>
            <a:endParaRPr sz="85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50">
              <a:latin typeface="Tahoma"/>
              <a:cs typeface="Tahoma"/>
            </a:endParaRPr>
          </a:p>
          <a:p>
            <a:pPr marL="227965" indent="-227965">
              <a:lnSpc>
                <a:spcPct val="100000"/>
              </a:lnSpc>
              <a:spcBef>
                <a:spcPts val="5"/>
              </a:spcBef>
              <a:buClr>
                <a:srgbClr val="FF6A5B"/>
              </a:buClr>
              <a:buSzPct val="105555"/>
              <a:buFont typeface="Yu Gothic"/>
              <a:buChar char="✓"/>
              <a:tabLst>
                <a:tab pos="227965" algn="l"/>
              </a:tabLst>
            </a:pPr>
            <a:r>
              <a:rPr dirty="0" sz="900" spc="-55" b="1">
                <a:solidFill>
                  <a:srgbClr val="293283"/>
                </a:solidFill>
                <a:latin typeface="Cambria"/>
                <a:cs typeface="Cambria"/>
              </a:rPr>
              <a:t>In-</a:t>
            </a:r>
            <a:r>
              <a:rPr dirty="0" sz="900" spc="-50" b="1">
                <a:solidFill>
                  <a:srgbClr val="293283"/>
                </a:solidFill>
                <a:latin typeface="Cambria"/>
                <a:cs typeface="Cambria"/>
              </a:rPr>
              <a:t>session</a:t>
            </a:r>
            <a:r>
              <a:rPr dirty="0" sz="900" spc="20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900" b="1">
                <a:solidFill>
                  <a:srgbClr val="293283"/>
                </a:solidFill>
                <a:latin typeface="Cambria"/>
                <a:cs typeface="Cambria"/>
              </a:rPr>
              <a:t>·</a:t>
            </a:r>
            <a:r>
              <a:rPr dirty="0" sz="900" spc="25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900" spc="-65" b="1">
                <a:solidFill>
                  <a:srgbClr val="293283"/>
                </a:solidFill>
                <a:latin typeface="Cambria"/>
                <a:cs typeface="Cambria"/>
              </a:rPr>
              <a:t>raise</a:t>
            </a:r>
            <a:r>
              <a:rPr dirty="0" sz="900" spc="25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900" b="1">
                <a:solidFill>
                  <a:srgbClr val="293283"/>
                </a:solidFill>
                <a:latin typeface="Cambria"/>
                <a:cs typeface="Cambria"/>
              </a:rPr>
              <a:t>a</a:t>
            </a:r>
            <a:r>
              <a:rPr dirty="0" sz="900" spc="20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900" spc="-20" b="1">
                <a:solidFill>
                  <a:srgbClr val="293283"/>
                </a:solidFill>
                <a:latin typeface="Cambria"/>
                <a:cs typeface="Cambria"/>
              </a:rPr>
              <a:t>hand</a:t>
            </a:r>
            <a:endParaRPr sz="900">
              <a:latin typeface="Cambria"/>
              <a:cs typeface="Cambria"/>
            </a:endParaRPr>
          </a:p>
          <a:p>
            <a:pPr marL="227965">
              <a:lnSpc>
                <a:spcPct val="100000"/>
              </a:lnSpc>
              <a:spcBef>
                <a:spcPts val="395"/>
              </a:spcBef>
            </a:pPr>
            <a:r>
              <a:rPr dirty="0" sz="850" spc="-25">
                <a:solidFill>
                  <a:srgbClr val="4A4E6A"/>
                </a:solidFill>
                <a:latin typeface="Tahoma"/>
                <a:cs typeface="Tahoma"/>
              </a:rPr>
              <a:t>No</a:t>
            </a:r>
            <a:r>
              <a:rPr dirty="0" sz="85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5">
                <a:solidFill>
                  <a:srgbClr val="4A4E6A"/>
                </a:solidFill>
                <a:latin typeface="Tahoma"/>
                <a:cs typeface="Tahoma"/>
              </a:rPr>
              <a:t>question</a:t>
            </a:r>
            <a:r>
              <a:rPr dirty="0" sz="85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5">
                <a:solidFill>
                  <a:srgbClr val="4A4E6A"/>
                </a:solidFill>
                <a:latin typeface="Tahoma"/>
                <a:cs typeface="Tahoma"/>
              </a:rPr>
              <a:t>is</a:t>
            </a:r>
            <a:r>
              <a:rPr dirty="0" sz="85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20">
                <a:solidFill>
                  <a:srgbClr val="4A4E6A"/>
                </a:solidFill>
                <a:latin typeface="Tahoma"/>
                <a:cs typeface="Tahoma"/>
              </a:rPr>
              <a:t>too</a:t>
            </a:r>
            <a:r>
              <a:rPr dirty="0" sz="85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small.</a:t>
            </a:r>
            <a:r>
              <a:rPr dirty="0" sz="85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0">
                <a:solidFill>
                  <a:srgbClr val="4A4E6A"/>
                </a:solidFill>
                <a:latin typeface="Tahoma"/>
                <a:cs typeface="Tahoma"/>
              </a:rPr>
              <a:t>We</a:t>
            </a:r>
            <a:r>
              <a:rPr dirty="0" sz="85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0">
                <a:solidFill>
                  <a:srgbClr val="4A4E6A"/>
                </a:solidFill>
                <a:latin typeface="Tahoma"/>
                <a:cs typeface="Tahoma"/>
              </a:rPr>
              <a:t>move</a:t>
            </a:r>
            <a:r>
              <a:rPr dirty="0" sz="85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5">
                <a:solidFill>
                  <a:srgbClr val="4A4E6A"/>
                </a:solidFill>
                <a:latin typeface="Tahoma"/>
                <a:cs typeface="Tahoma"/>
              </a:rPr>
              <a:t>at</a:t>
            </a:r>
            <a:r>
              <a:rPr dirty="0" sz="85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0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85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5">
                <a:solidFill>
                  <a:srgbClr val="4A4E6A"/>
                </a:solidFill>
                <a:latin typeface="Tahoma"/>
                <a:cs typeface="Tahoma"/>
              </a:rPr>
              <a:t>room's</a:t>
            </a:r>
            <a:r>
              <a:rPr dirty="0" sz="85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20">
                <a:solidFill>
                  <a:srgbClr val="4A4E6A"/>
                </a:solidFill>
                <a:latin typeface="Tahoma"/>
                <a:cs typeface="Tahoma"/>
              </a:rPr>
              <a:t>pace.</a:t>
            </a:r>
            <a:endParaRPr sz="850">
              <a:latin typeface="Tahoma"/>
              <a:cs typeface="Tahoma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8000999" y="1600200"/>
            <a:ext cx="3505200" cy="4305300"/>
            <a:chOff x="8000999" y="1600200"/>
            <a:chExt cx="3505200" cy="4305300"/>
          </a:xfrm>
        </p:grpSpPr>
        <p:sp>
          <p:nvSpPr>
            <p:cNvPr id="25" name="object 25"/>
            <p:cNvSpPr/>
            <p:nvPr/>
          </p:nvSpPr>
          <p:spPr>
            <a:xfrm>
              <a:off x="8020049" y="1604962"/>
              <a:ext cx="3481704" cy="4295775"/>
            </a:xfrm>
            <a:custGeom>
              <a:avLst/>
              <a:gdLst/>
              <a:ahLst/>
              <a:cxnLst/>
              <a:rect l="l" t="t" r="r" b="b"/>
              <a:pathLst>
                <a:path w="3481704" h="4295775">
                  <a:moveTo>
                    <a:pt x="3361242" y="4295774"/>
                  </a:moveTo>
                  <a:lnTo>
                    <a:pt x="106795" y="4295774"/>
                  </a:lnTo>
                  <a:lnTo>
                    <a:pt x="99361" y="4294950"/>
                  </a:lnTo>
                  <a:lnTo>
                    <a:pt x="57037" y="4278793"/>
                  </a:lnTo>
                  <a:lnTo>
                    <a:pt x="28170" y="4252141"/>
                  </a:lnTo>
                  <a:lnTo>
                    <a:pt x="5827" y="4208593"/>
                  </a:lnTo>
                  <a:lnTo>
                    <a:pt x="0" y="4175630"/>
                  </a:lnTo>
                  <a:lnTo>
                    <a:pt x="0" y="4167187"/>
                  </a:lnTo>
                  <a:lnTo>
                    <a:pt x="0" y="120144"/>
                  </a:lnTo>
                  <a:lnTo>
                    <a:pt x="11571" y="71578"/>
                  </a:lnTo>
                  <a:lnTo>
                    <a:pt x="38783" y="31692"/>
                  </a:lnTo>
                  <a:lnTo>
                    <a:pt x="77492" y="6556"/>
                  </a:lnTo>
                  <a:lnTo>
                    <a:pt x="106795" y="0"/>
                  </a:lnTo>
                  <a:lnTo>
                    <a:pt x="3361242" y="0"/>
                  </a:lnTo>
                  <a:lnTo>
                    <a:pt x="3409807" y="13018"/>
                  </a:lnTo>
                  <a:lnTo>
                    <a:pt x="3449694" y="43632"/>
                  </a:lnTo>
                  <a:lnTo>
                    <a:pt x="3474828" y="87179"/>
                  </a:lnTo>
                  <a:lnTo>
                    <a:pt x="3481386" y="120144"/>
                  </a:lnTo>
                  <a:lnTo>
                    <a:pt x="3481386" y="4175630"/>
                  </a:lnTo>
                  <a:lnTo>
                    <a:pt x="3468366" y="4224194"/>
                  </a:lnTo>
                  <a:lnTo>
                    <a:pt x="3437754" y="4264081"/>
                  </a:lnTo>
                  <a:lnTo>
                    <a:pt x="3394207" y="4289216"/>
                  </a:lnTo>
                  <a:lnTo>
                    <a:pt x="3369605" y="4294950"/>
                  </a:lnTo>
                  <a:lnTo>
                    <a:pt x="3361242" y="42957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8068971" y="1600199"/>
              <a:ext cx="3437254" cy="4305300"/>
            </a:xfrm>
            <a:custGeom>
              <a:avLst/>
              <a:gdLst/>
              <a:ahLst/>
              <a:cxnLst/>
              <a:rect l="l" t="t" r="r" b="b"/>
              <a:pathLst>
                <a:path w="3437254" h="4305300">
                  <a:moveTo>
                    <a:pt x="3437217" y="133350"/>
                  </a:moveTo>
                  <a:lnTo>
                    <a:pt x="3431514" y="94703"/>
                  </a:lnTo>
                  <a:lnTo>
                    <a:pt x="3414763" y="59258"/>
                  </a:lnTo>
                  <a:lnTo>
                    <a:pt x="3398609" y="39573"/>
                  </a:lnTo>
                  <a:lnTo>
                    <a:pt x="3366795" y="15773"/>
                  </a:lnTo>
                  <a:lnTo>
                    <a:pt x="3329889" y="2540"/>
                  </a:lnTo>
                  <a:lnTo>
                    <a:pt x="3303867" y="0"/>
                  </a:lnTo>
                  <a:lnTo>
                    <a:pt x="65366" y="0"/>
                  </a:lnTo>
                  <a:lnTo>
                    <a:pt x="26720" y="5715"/>
                  </a:lnTo>
                  <a:lnTo>
                    <a:pt x="0" y="17233"/>
                  </a:lnTo>
                  <a:lnTo>
                    <a:pt x="22542" y="22872"/>
                  </a:lnTo>
                  <a:lnTo>
                    <a:pt x="28917" y="18961"/>
                  </a:lnTo>
                  <a:lnTo>
                    <a:pt x="37769" y="14833"/>
                  </a:lnTo>
                  <a:lnTo>
                    <a:pt x="46786" y="11887"/>
                  </a:lnTo>
                  <a:lnTo>
                    <a:pt x="55994" y="10121"/>
                  </a:lnTo>
                  <a:lnTo>
                    <a:pt x="65366" y="9525"/>
                  </a:lnTo>
                  <a:lnTo>
                    <a:pt x="3303867" y="9525"/>
                  </a:lnTo>
                  <a:lnTo>
                    <a:pt x="3351250" y="18961"/>
                  </a:lnTo>
                  <a:lnTo>
                    <a:pt x="3391433" y="45796"/>
                  </a:lnTo>
                  <a:lnTo>
                    <a:pt x="3391878" y="46304"/>
                  </a:lnTo>
                  <a:lnTo>
                    <a:pt x="3399637" y="54838"/>
                  </a:lnTo>
                  <a:lnTo>
                    <a:pt x="3422396" y="97459"/>
                  </a:lnTo>
                  <a:lnTo>
                    <a:pt x="3427692" y="133350"/>
                  </a:lnTo>
                  <a:lnTo>
                    <a:pt x="3427692" y="4171950"/>
                  </a:lnTo>
                  <a:lnTo>
                    <a:pt x="3418268" y="4219346"/>
                  </a:lnTo>
                  <a:lnTo>
                    <a:pt x="3391878" y="4259008"/>
                  </a:lnTo>
                  <a:lnTo>
                    <a:pt x="3391433" y="4259516"/>
                  </a:lnTo>
                  <a:lnTo>
                    <a:pt x="3351250" y="4286351"/>
                  </a:lnTo>
                  <a:lnTo>
                    <a:pt x="3316313" y="4295152"/>
                  </a:lnTo>
                  <a:lnTo>
                    <a:pt x="3316833" y="4295152"/>
                  </a:lnTo>
                  <a:lnTo>
                    <a:pt x="3303867" y="4295775"/>
                  </a:lnTo>
                  <a:lnTo>
                    <a:pt x="65366" y="4295775"/>
                  </a:lnTo>
                  <a:lnTo>
                    <a:pt x="55410" y="4295152"/>
                  </a:lnTo>
                  <a:lnTo>
                    <a:pt x="55803" y="4295152"/>
                  </a:lnTo>
                  <a:lnTo>
                    <a:pt x="46786" y="4293425"/>
                  </a:lnTo>
                  <a:lnTo>
                    <a:pt x="37769" y="4290479"/>
                  </a:lnTo>
                  <a:lnTo>
                    <a:pt x="28917" y="4286351"/>
                  </a:lnTo>
                  <a:lnTo>
                    <a:pt x="22542" y="4282440"/>
                  </a:lnTo>
                  <a:lnTo>
                    <a:pt x="0" y="4288079"/>
                  </a:lnTo>
                  <a:lnTo>
                    <a:pt x="39357" y="4302772"/>
                  </a:lnTo>
                  <a:lnTo>
                    <a:pt x="65366" y="4305300"/>
                  </a:lnTo>
                  <a:lnTo>
                    <a:pt x="3303867" y="4305300"/>
                  </a:lnTo>
                  <a:lnTo>
                    <a:pt x="3317011" y="4304677"/>
                  </a:lnTo>
                  <a:lnTo>
                    <a:pt x="3329889" y="4302772"/>
                  </a:lnTo>
                  <a:lnTo>
                    <a:pt x="3342525" y="4299597"/>
                  </a:lnTo>
                  <a:lnTo>
                    <a:pt x="3353155" y="4295775"/>
                  </a:lnTo>
                  <a:lnTo>
                    <a:pt x="3354908" y="4295152"/>
                  </a:lnTo>
                  <a:lnTo>
                    <a:pt x="3388423" y="4275086"/>
                  </a:lnTo>
                  <a:lnTo>
                    <a:pt x="3414763" y="4246054"/>
                  </a:lnTo>
                  <a:lnTo>
                    <a:pt x="3431514" y="4210608"/>
                  </a:lnTo>
                  <a:lnTo>
                    <a:pt x="3437217" y="4171950"/>
                  </a:lnTo>
                  <a:lnTo>
                    <a:pt x="3437217" y="133350"/>
                  </a:lnTo>
                  <a:close/>
                </a:path>
              </a:pathLst>
            </a:custGeom>
            <a:solidFill>
              <a:srgbClr val="E4DE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8000999" y="1617263"/>
              <a:ext cx="90805" cy="4271645"/>
            </a:xfrm>
            <a:custGeom>
              <a:avLst/>
              <a:gdLst/>
              <a:ahLst/>
              <a:cxnLst/>
              <a:rect l="l" t="t" r="r" b="b"/>
              <a:pathLst>
                <a:path w="90804" h="4271645">
                  <a:moveTo>
                    <a:pt x="68254" y="4271172"/>
                  </a:moveTo>
                  <a:lnTo>
                    <a:pt x="30216" y="4239441"/>
                  </a:lnTo>
                  <a:lnTo>
                    <a:pt x="10150" y="4205916"/>
                  </a:lnTo>
                  <a:lnTo>
                    <a:pt x="634" y="4168022"/>
                  </a:lnTo>
                  <a:lnTo>
                    <a:pt x="0" y="4154886"/>
                  </a:lnTo>
                  <a:lnTo>
                    <a:pt x="0" y="116286"/>
                  </a:lnTo>
                  <a:lnTo>
                    <a:pt x="5709" y="77634"/>
                  </a:lnTo>
                  <a:lnTo>
                    <a:pt x="22452" y="42187"/>
                  </a:lnTo>
                  <a:lnTo>
                    <a:pt x="48794" y="13153"/>
                  </a:lnTo>
                  <a:lnTo>
                    <a:pt x="68253" y="0"/>
                  </a:lnTo>
                  <a:lnTo>
                    <a:pt x="90791" y="5634"/>
                  </a:lnTo>
                  <a:lnTo>
                    <a:pt x="88403" y="7099"/>
                  </a:lnTo>
                  <a:lnTo>
                    <a:pt x="80421" y="13310"/>
                  </a:lnTo>
                  <a:lnTo>
                    <a:pt x="54137" y="47480"/>
                  </a:lnTo>
                  <a:lnTo>
                    <a:pt x="39912" y="92124"/>
                  </a:lnTo>
                  <a:lnTo>
                    <a:pt x="38100" y="116286"/>
                  </a:lnTo>
                  <a:lnTo>
                    <a:pt x="38100" y="4154886"/>
                  </a:lnTo>
                  <a:lnTo>
                    <a:pt x="45349" y="4202271"/>
                  </a:lnTo>
                  <a:lnTo>
                    <a:pt x="65998" y="4242443"/>
                  </a:lnTo>
                  <a:lnTo>
                    <a:pt x="90792" y="4265538"/>
                  </a:lnTo>
                  <a:lnTo>
                    <a:pt x="68254" y="4271172"/>
                  </a:lnTo>
                  <a:close/>
                </a:path>
              </a:pathLst>
            </a:custGeom>
            <a:solidFill>
              <a:srgbClr val="29328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8210549" y="2071687"/>
              <a:ext cx="3114675" cy="0"/>
            </a:xfrm>
            <a:custGeom>
              <a:avLst/>
              <a:gdLst/>
              <a:ahLst/>
              <a:cxnLst/>
              <a:rect l="l" t="t" r="r" b="b"/>
              <a:pathLst>
                <a:path w="3114675" h="0">
                  <a:moveTo>
                    <a:pt x="0" y="0"/>
                  </a:moveTo>
                  <a:lnTo>
                    <a:pt x="3114674" y="0"/>
                  </a:lnTo>
                </a:path>
              </a:pathLst>
            </a:custGeom>
            <a:ln w="9524">
              <a:solidFill>
                <a:srgbClr val="E4DED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 txBox="1"/>
          <p:nvPr/>
        </p:nvSpPr>
        <p:spPr>
          <a:xfrm>
            <a:off x="8210550" y="1778000"/>
            <a:ext cx="143891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800" spc="-40" b="1">
                <a:solidFill>
                  <a:srgbClr val="293283"/>
                </a:solidFill>
                <a:latin typeface="Cambria"/>
                <a:cs typeface="Cambria"/>
              </a:rPr>
              <a:t>W</a:t>
            </a:r>
            <a:r>
              <a:rPr dirty="0" sz="800" spc="-45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800" spc="-65" b="1">
                <a:solidFill>
                  <a:srgbClr val="293283"/>
                </a:solidFill>
                <a:latin typeface="Cambria"/>
                <a:cs typeface="Cambria"/>
              </a:rPr>
              <a:t>H</a:t>
            </a:r>
            <a:r>
              <a:rPr dirty="0" sz="800" spc="-45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800" spc="-40" b="1">
                <a:solidFill>
                  <a:srgbClr val="293283"/>
                </a:solidFill>
                <a:latin typeface="Cambria"/>
                <a:cs typeface="Cambria"/>
              </a:rPr>
              <a:t>AT</a:t>
            </a:r>
            <a:r>
              <a:rPr dirty="0" sz="800" spc="-45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800" spc="-10" b="1">
                <a:solidFill>
                  <a:srgbClr val="293283"/>
                </a:solidFill>
                <a:latin typeface="Cambria"/>
                <a:cs typeface="Cambria"/>
              </a:rPr>
              <a:t>'</a:t>
            </a:r>
            <a:r>
              <a:rPr dirty="0" sz="800" spc="-45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800" b="1">
                <a:solidFill>
                  <a:srgbClr val="293283"/>
                </a:solidFill>
                <a:latin typeface="Cambria"/>
                <a:cs typeface="Cambria"/>
              </a:rPr>
              <a:t>S</a:t>
            </a:r>
            <a:r>
              <a:rPr dirty="0" sz="800" spc="215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800" b="1">
                <a:solidFill>
                  <a:srgbClr val="293283"/>
                </a:solidFill>
                <a:latin typeface="Cambria"/>
                <a:cs typeface="Cambria"/>
              </a:rPr>
              <a:t>N</a:t>
            </a:r>
            <a:r>
              <a:rPr dirty="0" sz="800" spc="-45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800" spc="-70" b="1">
                <a:solidFill>
                  <a:srgbClr val="293283"/>
                </a:solidFill>
                <a:latin typeface="Cambria"/>
                <a:cs typeface="Cambria"/>
              </a:rPr>
              <a:t>E</a:t>
            </a:r>
            <a:r>
              <a:rPr dirty="0" sz="800" spc="-45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800" spc="-50" b="1">
                <a:solidFill>
                  <a:srgbClr val="293283"/>
                </a:solidFill>
                <a:latin typeface="Cambria"/>
                <a:cs typeface="Cambria"/>
              </a:rPr>
              <a:t>X</a:t>
            </a:r>
            <a:r>
              <a:rPr dirty="0" sz="800" spc="-45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800" b="1">
                <a:solidFill>
                  <a:srgbClr val="293283"/>
                </a:solidFill>
                <a:latin typeface="Cambria"/>
                <a:cs typeface="Cambria"/>
              </a:rPr>
              <a:t>T</a:t>
            </a:r>
            <a:r>
              <a:rPr dirty="0" sz="800" spc="260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800" b="1">
                <a:solidFill>
                  <a:srgbClr val="293283"/>
                </a:solidFill>
                <a:latin typeface="Cambria"/>
                <a:cs typeface="Cambria"/>
              </a:rPr>
              <a:t>·</a:t>
            </a:r>
            <a:r>
              <a:rPr dirty="0" sz="800" spc="254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800" spc="-45" b="1">
                <a:solidFill>
                  <a:srgbClr val="293283"/>
                </a:solidFill>
                <a:latin typeface="Cambria"/>
                <a:cs typeface="Cambria"/>
              </a:rPr>
              <a:t>D</a:t>
            </a:r>
            <a:r>
              <a:rPr dirty="0" sz="800" spc="-65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800" spc="-20" b="1">
                <a:solidFill>
                  <a:srgbClr val="293283"/>
                </a:solidFill>
                <a:latin typeface="Cambria"/>
                <a:cs typeface="Cambria"/>
              </a:rPr>
              <a:t>AY</a:t>
            </a:r>
            <a:r>
              <a:rPr dirty="0" sz="800" spc="-60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800" b="1">
                <a:solidFill>
                  <a:srgbClr val="293283"/>
                </a:solidFill>
                <a:latin typeface="Cambria"/>
                <a:cs typeface="Cambria"/>
              </a:rPr>
              <a:t>S</a:t>
            </a:r>
            <a:r>
              <a:rPr dirty="0" sz="800" spc="254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800" spc="-65" b="1">
                <a:solidFill>
                  <a:srgbClr val="293283"/>
                </a:solidFill>
                <a:latin typeface="Cambria"/>
                <a:cs typeface="Cambria"/>
              </a:rPr>
              <a:t>6</a:t>
            </a:r>
            <a:r>
              <a:rPr dirty="0" sz="800" spc="-45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800" b="1">
                <a:solidFill>
                  <a:srgbClr val="293283"/>
                </a:solidFill>
                <a:latin typeface="Cambria"/>
                <a:cs typeface="Cambria"/>
              </a:rPr>
              <a:t>–</a:t>
            </a:r>
            <a:r>
              <a:rPr dirty="0" sz="800" spc="-45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800" spc="-50" b="1">
                <a:solidFill>
                  <a:srgbClr val="293283"/>
                </a:solidFill>
                <a:latin typeface="Cambria"/>
                <a:cs typeface="Cambria"/>
              </a:rPr>
              <a:t>8</a:t>
            </a:r>
            <a:endParaRPr sz="800">
              <a:latin typeface="Cambria"/>
              <a:cs typeface="Cambria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10248899" y="1762124"/>
            <a:ext cx="1076325" cy="209550"/>
          </a:xfrm>
          <a:custGeom>
            <a:avLst/>
            <a:gdLst/>
            <a:ahLst/>
            <a:cxnLst/>
            <a:rect l="l" t="t" r="r" b="b"/>
            <a:pathLst>
              <a:path w="1076325" h="209550">
                <a:moveTo>
                  <a:pt x="978428" y="209549"/>
                </a:moveTo>
                <a:lnTo>
                  <a:pt x="97895" y="209549"/>
                </a:lnTo>
                <a:lnTo>
                  <a:pt x="91081" y="208878"/>
                </a:lnTo>
                <a:lnTo>
                  <a:pt x="52284" y="195713"/>
                </a:lnTo>
                <a:lnTo>
                  <a:pt x="21480" y="168704"/>
                </a:lnTo>
                <a:lnTo>
                  <a:pt x="3354" y="131962"/>
                </a:lnTo>
                <a:lnTo>
                  <a:pt x="0" y="111654"/>
                </a:lnTo>
                <a:lnTo>
                  <a:pt x="0" y="104774"/>
                </a:lnTo>
                <a:lnTo>
                  <a:pt x="0" y="97895"/>
                </a:lnTo>
                <a:lnTo>
                  <a:pt x="10607" y="58323"/>
                </a:lnTo>
                <a:lnTo>
                  <a:pt x="35552" y="25823"/>
                </a:lnTo>
                <a:lnTo>
                  <a:pt x="71034" y="5342"/>
                </a:lnTo>
                <a:lnTo>
                  <a:pt x="97895" y="0"/>
                </a:lnTo>
                <a:lnTo>
                  <a:pt x="978428" y="0"/>
                </a:lnTo>
                <a:lnTo>
                  <a:pt x="1018000" y="10608"/>
                </a:lnTo>
                <a:lnTo>
                  <a:pt x="1050500" y="35552"/>
                </a:lnTo>
                <a:lnTo>
                  <a:pt x="1070981" y="71035"/>
                </a:lnTo>
                <a:lnTo>
                  <a:pt x="1076323" y="97895"/>
                </a:lnTo>
                <a:lnTo>
                  <a:pt x="1076323" y="111654"/>
                </a:lnTo>
                <a:lnTo>
                  <a:pt x="1065716" y="151226"/>
                </a:lnTo>
                <a:lnTo>
                  <a:pt x="1040771" y="183726"/>
                </a:lnTo>
                <a:lnTo>
                  <a:pt x="1005288" y="204207"/>
                </a:lnTo>
                <a:lnTo>
                  <a:pt x="985242" y="208878"/>
                </a:lnTo>
                <a:lnTo>
                  <a:pt x="978428" y="209549"/>
                </a:lnTo>
                <a:close/>
              </a:path>
            </a:pathLst>
          </a:custGeom>
          <a:solidFill>
            <a:srgbClr val="E7E9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10337600" y="1792287"/>
            <a:ext cx="902335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700" spc="-55" b="1">
                <a:solidFill>
                  <a:srgbClr val="293283"/>
                </a:solidFill>
                <a:latin typeface="Cambria"/>
                <a:cs typeface="Cambria"/>
              </a:rPr>
              <a:t>P </a:t>
            </a:r>
            <a:r>
              <a:rPr dirty="0" sz="700" spc="-40" b="1">
                <a:solidFill>
                  <a:srgbClr val="293283"/>
                </a:solidFill>
                <a:latin typeface="Cambria"/>
                <a:cs typeface="Cambria"/>
              </a:rPr>
              <a:t>h</a:t>
            </a:r>
            <a:r>
              <a:rPr dirty="0" sz="700" spc="-55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700" spc="-35" b="1">
                <a:solidFill>
                  <a:srgbClr val="293283"/>
                </a:solidFill>
                <a:latin typeface="Cambria"/>
                <a:cs typeface="Cambria"/>
              </a:rPr>
              <a:t>a</a:t>
            </a:r>
            <a:r>
              <a:rPr dirty="0" sz="700" spc="-55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700" spc="-50" b="1">
                <a:solidFill>
                  <a:srgbClr val="293283"/>
                </a:solidFill>
                <a:latin typeface="Cambria"/>
                <a:cs typeface="Cambria"/>
              </a:rPr>
              <a:t>s</a:t>
            </a:r>
            <a:r>
              <a:rPr dirty="0" sz="700" spc="-55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700" b="1">
                <a:solidFill>
                  <a:srgbClr val="293283"/>
                </a:solidFill>
                <a:latin typeface="Cambria"/>
                <a:cs typeface="Cambria"/>
              </a:rPr>
              <a:t>e</a:t>
            </a:r>
            <a:r>
              <a:rPr dirty="0" sz="700" spc="200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700" b="1">
                <a:solidFill>
                  <a:srgbClr val="293283"/>
                </a:solidFill>
                <a:latin typeface="Cambria"/>
                <a:cs typeface="Cambria"/>
              </a:rPr>
              <a:t>2</a:t>
            </a:r>
            <a:r>
              <a:rPr dirty="0" sz="700" spc="200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700" spc="-30" b="1">
                <a:solidFill>
                  <a:srgbClr val="293283"/>
                </a:solidFill>
                <a:latin typeface="Cambria"/>
                <a:cs typeface="Cambria"/>
              </a:rPr>
              <a:t>C</a:t>
            </a:r>
            <a:r>
              <a:rPr dirty="0" sz="700" spc="-50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700" spc="-20" b="1">
                <a:solidFill>
                  <a:srgbClr val="293283"/>
                </a:solidFill>
                <a:latin typeface="Cambria"/>
                <a:cs typeface="Cambria"/>
              </a:rPr>
              <a:t>o</a:t>
            </a:r>
            <a:r>
              <a:rPr dirty="0" sz="700" spc="-55" b="1">
                <a:solidFill>
                  <a:srgbClr val="293283"/>
                </a:solidFill>
                <a:latin typeface="Cambria"/>
                <a:cs typeface="Cambria"/>
              </a:rPr>
              <a:t> n</a:t>
            </a:r>
            <a:r>
              <a:rPr dirty="0" sz="700" spc="-65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700" spc="-10" b="1">
                <a:solidFill>
                  <a:srgbClr val="293283"/>
                </a:solidFill>
                <a:latin typeface="Cambria"/>
                <a:cs typeface="Cambria"/>
              </a:rPr>
              <a:t>t</a:t>
            </a:r>
            <a:r>
              <a:rPr dirty="0" sz="700" spc="-55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700" spc="-60" b="1">
                <a:solidFill>
                  <a:srgbClr val="293283"/>
                </a:solidFill>
                <a:latin typeface="Cambria"/>
                <a:cs typeface="Cambria"/>
              </a:rPr>
              <a:t>i</a:t>
            </a:r>
            <a:r>
              <a:rPr dirty="0" sz="700" spc="-55" b="1">
                <a:solidFill>
                  <a:srgbClr val="293283"/>
                </a:solidFill>
                <a:latin typeface="Cambria"/>
                <a:cs typeface="Cambria"/>
              </a:rPr>
              <a:t> n </a:t>
            </a:r>
            <a:r>
              <a:rPr dirty="0" sz="700" spc="-40" b="1">
                <a:solidFill>
                  <a:srgbClr val="293283"/>
                </a:solidFill>
                <a:latin typeface="Cambria"/>
                <a:cs typeface="Cambria"/>
              </a:rPr>
              <a:t>u</a:t>
            </a:r>
            <a:r>
              <a:rPr dirty="0" sz="700" spc="-55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700" spc="-25" b="1">
                <a:solidFill>
                  <a:srgbClr val="293283"/>
                </a:solidFill>
                <a:latin typeface="Cambria"/>
                <a:cs typeface="Cambria"/>
              </a:rPr>
              <a:t>e</a:t>
            </a:r>
            <a:r>
              <a:rPr dirty="0" sz="700" spc="-55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700" spc="-50" b="1">
                <a:solidFill>
                  <a:srgbClr val="293283"/>
                </a:solidFill>
                <a:latin typeface="Cambria"/>
                <a:cs typeface="Cambria"/>
              </a:rPr>
              <a:t>s</a:t>
            </a:r>
            <a:endParaRPr sz="700">
              <a:latin typeface="Cambria"/>
              <a:cs typeface="Cambri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210550" y="2144712"/>
            <a:ext cx="3114040" cy="131127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227965" marR="309880" indent="-228600">
              <a:lnSpc>
                <a:spcPct val="131900"/>
              </a:lnSpc>
              <a:spcBef>
                <a:spcPts val="90"/>
              </a:spcBef>
              <a:buClr>
                <a:srgbClr val="FF6A5B"/>
              </a:buClr>
              <a:buSzPct val="105555"/>
              <a:buFont typeface="Yu Gothic"/>
              <a:buChar char="✓"/>
              <a:tabLst>
                <a:tab pos="227965" algn="l"/>
              </a:tabLst>
            </a:pPr>
            <a:r>
              <a:rPr dirty="0" sz="900" spc="-50" b="1">
                <a:solidFill>
                  <a:srgbClr val="293283"/>
                </a:solidFill>
                <a:latin typeface="Cambria"/>
                <a:cs typeface="Cambria"/>
              </a:rPr>
              <a:t>Day</a:t>
            </a:r>
            <a:r>
              <a:rPr dirty="0" sz="900" spc="30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900" spc="-70" b="1">
                <a:solidFill>
                  <a:srgbClr val="293283"/>
                </a:solidFill>
                <a:latin typeface="Cambria"/>
                <a:cs typeface="Cambria"/>
              </a:rPr>
              <a:t>6</a:t>
            </a:r>
            <a:r>
              <a:rPr dirty="0" sz="900" spc="30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900">
                <a:solidFill>
                  <a:srgbClr val="1B1F3A"/>
                </a:solidFill>
                <a:latin typeface="Tahoma"/>
                <a:cs typeface="Tahoma"/>
              </a:rPr>
              <a:t>—</a:t>
            </a:r>
            <a:r>
              <a:rPr dirty="0" sz="900" spc="-5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30">
                <a:solidFill>
                  <a:srgbClr val="1B1F3A"/>
                </a:solidFill>
                <a:latin typeface="Tahoma"/>
                <a:cs typeface="Tahoma"/>
              </a:rPr>
              <a:t>Working</a:t>
            </a:r>
            <a:r>
              <a:rPr dirty="0" sz="900" spc="-5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1B1F3A"/>
                </a:solidFill>
                <a:latin typeface="Tahoma"/>
                <a:cs typeface="Tahoma"/>
              </a:rPr>
              <a:t>With</a:t>
            </a:r>
            <a:r>
              <a:rPr dirty="0" sz="900" spc="-5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45">
                <a:solidFill>
                  <a:srgbClr val="1B1F3A"/>
                </a:solidFill>
                <a:latin typeface="Tahoma"/>
                <a:cs typeface="Tahoma"/>
              </a:rPr>
              <a:t>Data.</a:t>
            </a:r>
            <a:r>
              <a:rPr dirty="0" sz="900" spc="-5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40">
                <a:solidFill>
                  <a:srgbClr val="1B1F3A"/>
                </a:solidFill>
                <a:latin typeface="Tahoma"/>
                <a:cs typeface="Tahoma"/>
              </a:rPr>
              <a:t>pandas,</a:t>
            </a:r>
            <a:r>
              <a:rPr dirty="0" sz="900" spc="-5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1B1F3A"/>
                </a:solidFill>
                <a:latin typeface="Tahoma"/>
                <a:cs typeface="Tahoma"/>
              </a:rPr>
              <a:t>dataframes,</a:t>
            </a:r>
            <a:r>
              <a:rPr dirty="0" sz="900" spc="-5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1B1F3A"/>
                </a:solidFill>
                <a:latin typeface="Tahoma"/>
                <a:cs typeface="Tahoma"/>
              </a:rPr>
              <a:t>CSV </a:t>
            </a:r>
            <a:r>
              <a:rPr dirty="0" sz="900" spc="-30">
                <a:solidFill>
                  <a:srgbClr val="1B1F3A"/>
                </a:solidFill>
                <a:latin typeface="Tahoma"/>
                <a:cs typeface="Tahoma"/>
              </a:rPr>
              <a:t>loading,</a:t>
            </a:r>
            <a:r>
              <a:rPr dirty="0" sz="900" spc="-2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1B1F3A"/>
                </a:solidFill>
                <a:latin typeface="Tahoma"/>
                <a:cs typeface="Tahoma"/>
              </a:rPr>
              <a:t>filtering.</a:t>
            </a:r>
            <a:endParaRPr sz="900">
              <a:latin typeface="Tahoma"/>
              <a:cs typeface="Tahoma"/>
            </a:endParaRPr>
          </a:p>
          <a:p>
            <a:pPr marL="227965" marR="23495" indent="-228600">
              <a:lnSpc>
                <a:spcPct val="131900"/>
              </a:lnSpc>
              <a:spcBef>
                <a:spcPts val="750"/>
              </a:spcBef>
              <a:buClr>
                <a:srgbClr val="FF6A5B"/>
              </a:buClr>
              <a:buSzPct val="105555"/>
              <a:buFont typeface="Yu Gothic"/>
              <a:buChar char="✓"/>
              <a:tabLst>
                <a:tab pos="227965" algn="l"/>
              </a:tabLst>
            </a:pPr>
            <a:r>
              <a:rPr dirty="0" sz="900" spc="-50" b="1">
                <a:solidFill>
                  <a:srgbClr val="293283"/>
                </a:solidFill>
                <a:latin typeface="Cambria"/>
                <a:cs typeface="Cambria"/>
              </a:rPr>
              <a:t>Day</a:t>
            </a:r>
            <a:r>
              <a:rPr dirty="0" sz="900" spc="35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900" spc="-70" b="1">
                <a:solidFill>
                  <a:srgbClr val="293283"/>
                </a:solidFill>
                <a:latin typeface="Cambria"/>
                <a:cs typeface="Cambria"/>
              </a:rPr>
              <a:t>7</a:t>
            </a:r>
            <a:r>
              <a:rPr dirty="0" sz="900" spc="35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900">
                <a:solidFill>
                  <a:srgbClr val="1B1F3A"/>
                </a:solidFill>
                <a:latin typeface="Tahoma"/>
                <a:cs typeface="Tahoma"/>
              </a:rPr>
              <a:t>—</a:t>
            </a:r>
            <a:r>
              <a:rPr dirty="0" sz="900" spc="-5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1B1F3A"/>
                </a:solidFill>
                <a:latin typeface="Tahoma"/>
                <a:cs typeface="Tahoma"/>
              </a:rPr>
              <a:t>Charts</a:t>
            </a:r>
            <a:r>
              <a:rPr dirty="0" sz="900" spc="-4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1B1F3A"/>
                </a:solidFill>
                <a:latin typeface="Tahoma"/>
                <a:cs typeface="Tahoma"/>
              </a:rPr>
              <a:t>&amp;</a:t>
            </a:r>
            <a:r>
              <a:rPr dirty="0" sz="900" spc="-5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40">
                <a:solidFill>
                  <a:srgbClr val="1B1F3A"/>
                </a:solidFill>
                <a:latin typeface="Tahoma"/>
                <a:cs typeface="Tahoma"/>
              </a:rPr>
              <a:t>Dashboards.</a:t>
            </a:r>
            <a:r>
              <a:rPr dirty="0" sz="900" spc="-5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30">
                <a:solidFill>
                  <a:srgbClr val="1B1F3A"/>
                </a:solidFill>
                <a:latin typeface="Tahoma"/>
                <a:cs typeface="Tahoma"/>
              </a:rPr>
              <a:t>Line</a:t>
            </a:r>
            <a:r>
              <a:rPr dirty="0" sz="900" spc="-4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1B1F3A"/>
                </a:solidFill>
                <a:latin typeface="Tahoma"/>
                <a:cs typeface="Tahoma"/>
              </a:rPr>
              <a:t>charts,</a:t>
            </a:r>
            <a:r>
              <a:rPr dirty="0" sz="900" spc="-5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1B1F3A"/>
                </a:solidFill>
                <a:latin typeface="Tahoma"/>
                <a:cs typeface="Tahoma"/>
              </a:rPr>
              <a:t>bar</a:t>
            </a:r>
            <a:r>
              <a:rPr dirty="0" sz="900" spc="-5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1B1F3A"/>
                </a:solidFill>
                <a:latin typeface="Tahoma"/>
                <a:cs typeface="Tahoma"/>
              </a:rPr>
              <a:t>charts,</a:t>
            </a:r>
            <a:r>
              <a:rPr dirty="0" sz="900" spc="-4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1B1F3A"/>
                </a:solidFill>
                <a:latin typeface="Tahoma"/>
                <a:cs typeface="Tahoma"/>
              </a:rPr>
              <a:t>a</a:t>
            </a:r>
            <a:r>
              <a:rPr dirty="0" sz="900" spc="-5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20">
                <a:solidFill>
                  <a:srgbClr val="1B1F3A"/>
                </a:solidFill>
                <a:latin typeface="Tahoma"/>
                <a:cs typeface="Tahoma"/>
              </a:rPr>
              <a:t>real </a:t>
            </a:r>
            <a:r>
              <a:rPr dirty="0" sz="900" spc="-10">
                <a:solidFill>
                  <a:srgbClr val="1B1F3A"/>
                </a:solidFill>
                <a:latin typeface="Tahoma"/>
                <a:cs typeface="Tahoma"/>
              </a:rPr>
              <a:t>dashboard.</a:t>
            </a:r>
            <a:endParaRPr sz="900">
              <a:latin typeface="Tahoma"/>
              <a:cs typeface="Tahoma"/>
            </a:endParaRPr>
          </a:p>
          <a:p>
            <a:pPr marL="227965" marR="5080" indent="-228600">
              <a:lnSpc>
                <a:spcPct val="131900"/>
              </a:lnSpc>
              <a:spcBef>
                <a:spcPts val="825"/>
              </a:spcBef>
              <a:buClr>
                <a:srgbClr val="FF6A5B"/>
              </a:buClr>
              <a:buSzPct val="105555"/>
              <a:buFont typeface="Yu Gothic"/>
              <a:buChar char="✓"/>
              <a:tabLst>
                <a:tab pos="227965" algn="l"/>
              </a:tabLst>
            </a:pPr>
            <a:r>
              <a:rPr dirty="0" sz="900" spc="-50" b="1">
                <a:solidFill>
                  <a:srgbClr val="293283"/>
                </a:solidFill>
                <a:latin typeface="Cambria"/>
                <a:cs typeface="Cambria"/>
              </a:rPr>
              <a:t>Day</a:t>
            </a:r>
            <a:r>
              <a:rPr dirty="0" sz="900" spc="25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900" spc="-70" b="1">
                <a:solidFill>
                  <a:srgbClr val="293283"/>
                </a:solidFill>
                <a:latin typeface="Cambria"/>
                <a:cs typeface="Cambria"/>
              </a:rPr>
              <a:t>8</a:t>
            </a:r>
            <a:r>
              <a:rPr dirty="0" sz="900" spc="25" b="1">
                <a:solidFill>
                  <a:srgbClr val="293283"/>
                </a:solidFill>
                <a:latin typeface="Cambria"/>
                <a:cs typeface="Cambria"/>
              </a:rPr>
              <a:t> </a:t>
            </a:r>
            <a:r>
              <a:rPr dirty="0" sz="900">
                <a:solidFill>
                  <a:srgbClr val="1B1F3A"/>
                </a:solidFill>
                <a:latin typeface="Tahoma"/>
                <a:cs typeface="Tahoma"/>
              </a:rPr>
              <a:t>—</a:t>
            </a:r>
            <a:r>
              <a:rPr dirty="0" sz="900" spc="-6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1B1F3A"/>
                </a:solidFill>
                <a:latin typeface="Tahoma"/>
                <a:cs typeface="Tahoma"/>
              </a:rPr>
              <a:t>Solo</a:t>
            </a:r>
            <a:r>
              <a:rPr dirty="0" sz="900" spc="-6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1B1F3A"/>
                </a:solidFill>
                <a:latin typeface="Tahoma"/>
                <a:cs typeface="Tahoma"/>
              </a:rPr>
              <a:t>challenge.</a:t>
            </a:r>
            <a:r>
              <a:rPr dirty="0" sz="900" spc="-6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45">
                <a:solidFill>
                  <a:srgbClr val="1B1F3A"/>
                </a:solidFill>
                <a:latin typeface="Tahoma"/>
                <a:cs typeface="Tahoma"/>
              </a:rPr>
              <a:t>The</a:t>
            </a:r>
            <a:r>
              <a:rPr dirty="0" sz="900" spc="-5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45">
                <a:solidFill>
                  <a:srgbClr val="1B1F3A"/>
                </a:solidFill>
                <a:latin typeface="Tahoma"/>
                <a:cs typeface="Tahoma"/>
              </a:rPr>
              <a:t>gate</a:t>
            </a:r>
            <a:r>
              <a:rPr dirty="0" sz="900" spc="-6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1B1F3A"/>
                </a:solidFill>
                <a:latin typeface="Tahoma"/>
                <a:cs typeface="Tahoma"/>
              </a:rPr>
              <a:t>before</a:t>
            </a:r>
            <a:r>
              <a:rPr dirty="0" sz="900" spc="-6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1B1F3A"/>
                </a:solidFill>
                <a:latin typeface="Tahoma"/>
                <a:cs typeface="Tahoma"/>
              </a:rPr>
              <a:t>group</a:t>
            </a:r>
            <a:r>
              <a:rPr dirty="0" sz="900" spc="-6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20">
                <a:solidFill>
                  <a:srgbClr val="1B1F3A"/>
                </a:solidFill>
                <a:latin typeface="Tahoma"/>
                <a:cs typeface="Tahoma"/>
              </a:rPr>
              <a:t>formation</a:t>
            </a:r>
            <a:r>
              <a:rPr dirty="0" sz="900" spc="-6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1B1F3A"/>
                </a:solidFill>
                <a:latin typeface="Tahoma"/>
                <a:cs typeface="Tahoma"/>
              </a:rPr>
              <a:t>on </a:t>
            </a:r>
            <a:r>
              <a:rPr dirty="0" sz="900" spc="-50">
                <a:solidFill>
                  <a:srgbClr val="1B1F3A"/>
                </a:solidFill>
                <a:latin typeface="Tahoma"/>
                <a:cs typeface="Tahoma"/>
              </a:rPr>
              <a:t>Day</a:t>
            </a:r>
            <a:r>
              <a:rPr dirty="0" sz="900" spc="-6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1B1F3A"/>
                </a:solidFill>
                <a:latin typeface="Tahoma"/>
                <a:cs typeface="Tahoma"/>
              </a:rPr>
              <a:t>15.</a:t>
            </a:r>
            <a:endParaRPr sz="900">
              <a:latin typeface="Tahoma"/>
              <a:cs typeface="Tahoma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57149" y="6105524"/>
            <a:ext cx="12134850" cy="752475"/>
            <a:chOff x="57149" y="6105524"/>
            <a:chExt cx="12134850" cy="752475"/>
          </a:xfrm>
        </p:grpSpPr>
        <p:sp>
          <p:nvSpPr>
            <p:cNvPr id="34" name="object 34"/>
            <p:cNvSpPr/>
            <p:nvPr/>
          </p:nvSpPr>
          <p:spPr>
            <a:xfrm>
              <a:off x="57149" y="6105524"/>
              <a:ext cx="12134850" cy="752475"/>
            </a:xfrm>
            <a:custGeom>
              <a:avLst/>
              <a:gdLst/>
              <a:ahLst/>
              <a:cxnLst/>
              <a:rect l="l" t="t" r="r" b="b"/>
              <a:pathLst>
                <a:path w="12134850" h="752475">
                  <a:moveTo>
                    <a:pt x="0" y="752474"/>
                  </a:moveTo>
                  <a:lnTo>
                    <a:pt x="12134849" y="752474"/>
                  </a:lnTo>
                  <a:lnTo>
                    <a:pt x="12134849" y="0"/>
                  </a:lnTo>
                  <a:lnTo>
                    <a:pt x="0" y="0"/>
                  </a:lnTo>
                  <a:lnTo>
                    <a:pt x="0" y="752474"/>
                  </a:lnTo>
                  <a:close/>
                </a:path>
              </a:pathLst>
            </a:custGeom>
            <a:solidFill>
              <a:srgbClr val="29328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699338" y="6444437"/>
              <a:ext cx="260350" cy="62230"/>
            </a:xfrm>
            <a:custGeom>
              <a:avLst/>
              <a:gdLst/>
              <a:ahLst/>
              <a:cxnLst/>
              <a:rect l="l" t="t" r="r" b="b"/>
              <a:pathLst>
                <a:path w="260350" h="62229">
                  <a:moveTo>
                    <a:pt x="35128" y="4025"/>
                  </a:moveTo>
                  <a:lnTo>
                    <a:pt x="2451" y="4025"/>
                  </a:lnTo>
                  <a:lnTo>
                    <a:pt x="2451" y="12547"/>
                  </a:lnTo>
                  <a:lnTo>
                    <a:pt x="2451" y="14897"/>
                  </a:lnTo>
                  <a:lnTo>
                    <a:pt x="35128" y="14897"/>
                  </a:lnTo>
                  <a:lnTo>
                    <a:pt x="35128" y="4025"/>
                  </a:lnTo>
                  <a:close/>
                </a:path>
                <a:path w="260350" h="62229">
                  <a:moveTo>
                    <a:pt x="56273" y="50774"/>
                  </a:moveTo>
                  <a:lnTo>
                    <a:pt x="23456" y="50774"/>
                  </a:lnTo>
                  <a:lnTo>
                    <a:pt x="23456" y="52120"/>
                  </a:lnTo>
                  <a:lnTo>
                    <a:pt x="23456" y="61633"/>
                  </a:lnTo>
                  <a:lnTo>
                    <a:pt x="56273" y="61633"/>
                  </a:lnTo>
                  <a:lnTo>
                    <a:pt x="56273" y="50774"/>
                  </a:lnTo>
                  <a:close/>
                </a:path>
                <a:path w="260350" h="62229">
                  <a:moveTo>
                    <a:pt x="58496" y="11976"/>
                  </a:moveTo>
                  <a:lnTo>
                    <a:pt x="50165" y="3352"/>
                  </a:lnTo>
                  <a:lnTo>
                    <a:pt x="32092" y="21374"/>
                  </a:lnTo>
                  <a:lnTo>
                    <a:pt x="0" y="53352"/>
                  </a:lnTo>
                  <a:lnTo>
                    <a:pt x="8636" y="61849"/>
                  </a:lnTo>
                  <a:lnTo>
                    <a:pt x="58496" y="11976"/>
                  </a:lnTo>
                  <a:close/>
                </a:path>
                <a:path w="260350" h="62229">
                  <a:moveTo>
                    <a:pt x="79032" y="0"/>
                  </a:moveTo>
                  <a:lnTo>
                    <a:pt x="67652" y="0"/>
                  </a:lnTo>
                  <a:lnTo>
                    <a:pt x="67652" y="60261"/>
                  </a:lnTo>
                  <a:lnTo>
                    <a:pt x="79032" y="60261"/>
                  </a:lnTo>
                  <a:lnTo>
                    <a:pt x="79032" y="0"/>
                  </a:lnTo>
                  <a:close/>
                </a:path>
                <a:path w="260350" h="62229">
                  <a:moveTo>
                    <a:pt x="128816" y="19367"/>
                  </a:moveTo>
                  <a:lnTo>
                    <a:pt x="119011" y="19367"/>
                  </a:lnTo>
                  <a:lnTo>
                    <a:pt x="117856" y="23406"/>
                  </a:lnTo>
                  <a:lnTo>
                    <a:pt x="117449" y="22898"/>
                  </a:lnTo>
                  <a:lnTo>
                    <a:pt x="117449" y="37757"/>
                  </a:lnTo>
                  <a:lnTo>
                    <a:pt x="117398" y="43688"/>
                  </a:lnTo>
                  <a:lnTo>
                    <a:pt x="116332" y="46507"/>
                  </a:lnTo>
                  <a:lnTo>
                    <a:pt x="112204" y="50177"/>
                  </a:lnTo>
                  <a:lnTo>
                    <a:pt x="109689" y="51104"/>
                  </a:lnTo>
                  <a:lnTo>
                    <a:pt x="105244" y="51104"/>
                  </a:lnTo>
                  <a:lnTo>
                    <a:pt x="103454" y="50711"/>
                  </a:lnTo>
                  <a:lnTo>
                    <a:pt x="103670" y="50711"/>
                  </a:lnTo>
                  <a:lnTo>
                    <a:pt x="101269" y="49593"/>
                  </a:lnTo>
                  <a:lnTo>
                    <a:pt x="96012" y="41325"/>
                  </a:lnTo>
                  <a:lnTo>
                    <a:pt x="96088" y="37757"/>
                  </a:lnTo>
                  <a:lnTo>
                    <a:pt x="104063" y="28549"/>
                  </a:lnTo>
                  <a:lnTo>
                    <a:pt x="104305" y="28549"/>
                  </a:lnTo>
                  <a:lnTo>
                    <a:pt x="105244" y="28346"/>
                  </a:lnTo>
                  <a:lnTo>
                    <a:pt x="108216" y="28346"/>
                  </a:lnTo>
                  <a:lnTo>
                    <a:pt x="109601" y="28549"/>
                  </a:lnTo>
                  <a:lnTo>
                    <a:pt x="117449" y="37757"/>
                  </a:lnTo>
                  <a:lnTo>
                    <a:pt x="117449" y="22898"/>
                  </a:lnTo>
                  <a:lnTo>
                    <a:pt x="116420" y="21590"/>
                  </a:lnTo>
                  <a:lnTo>
                    <a:pt x="114604" y="20269"/>
                  </a:lnTo>
                  <a:lnTo>
                    <a:pt x="110210" y="18630"/>
                  </a:lnTo>
                  <a:lnTo>
                    <a:pt x="107797" y="18211"/>
                  </a:lnTo>
                  <a:lnTo>
                    <a:pt x="102247" y="18211"/>
                  </a:lnTo>
                  <a:lnTo>
                    <a:pt x="84975" y="36728"/>
                  </a:lnTo>
                  <a:lnTo>
                    <a:pt x="84975" y="42697"/>
                  </a:lnTo>
                  <a:lnTo>
                    <a:pt x="102247" y="61239"/>
                  </a:lnTo>
                  <a:lnTo>
                    <a:pt x="107581" y="61239"/>
                  </a:lnTo>
                  <a:lnTo>
                    <a:pt x="109905" y="60883"/>
                  </a:lnTo>
                  <a:lnTo>
                    <a:pt x="114350" y="59461"/>
                  </a:lnTo>
                  <a:lnTo>
                    <a:pt x="116255" y="58026"/>
                  </a:lnTo>
                  <a:lnTo>
                    <a:pt x="117856" y="55892"/>
                  </a:lnTo>
                  <a:lnTo>
                    <a:pt x="119011" y="60261"/>
                  </a:lnTo>
                  <a:lnTo>
                    <a:pt x="128816" y="60261"/>
                  </a:lnTo>
                  <a:lnTo>
                    <a:pt x="128816" y="55892"/>
                  </a:lnTo>
                  <a:lnTo>
                    <a:pt x="128816" y="51104"/>
                  </a:lnTo>
                  <a:lnTo>
                    <a:pt x="128816" y="28346"/>
                  </a:lnTo>
                  <a:lnTo>
                    <a:pt x="128816" y="23406"/>
                  </a:lnTo>
                  <a:lnTo>
                    <a:pt x="128816" y="19367"/>
                  </a:lnTo>
                  <a:close/>
                </a:path>
                <a:path w="260350" h="62229">
                  <a:moveTo>
                    <a:pt x="178943" y="19367"/>
                  </a:moveTo>
                  <a:lnTo>
                    <a:pt x="169125" y="19367"/>
                  </a:lnTo>
                  <a:lnTo>
                    <a:pt x="167970" y="23406"/>
                  </a:lnTo>
                  <a:lnTo>
                    <a:pt x="167576" y="22910"/>
                  </a:lnTo>
                  <a:lnTo>
                    <a:pt x="167576" y="37757"/>
                  </a:lnTo>
                  <a:lnTo>
                    <a:pt x="167513" y="43688"/>
                  </a:lnTo>
                  <a:lnTo>
                    <a:pt x="166458" y="46507"/>
                  </a:lnTo>
                  <a:lnTo>
                    <a:pt x="162331" y="50177"/>
                  </a:lnTo>
                  <a:lnTo>
                    <a:pt x="159816" y="51104"/>
                  </a:lnTo>
                  <a:lnTo>
                    <a:pt x="155371" y="51104"/>
                  </a:lnTo>
                  <a:lnTo>
                    <a:pt x="153581" y="50711"/>
                  </a:lnTo>
                  <a:lnTo>
                    <a:pt x="153797" y="50711"/>
                  </a:lnTo>
                  <a:lnTo>
                    <a:pt x="151396" y="49593"/>
                  </a:lnTo>
                  <a:lnTo>
                    <a:pt x="146126" y="41325"/>
                  </a:lnTo>
                  <a:lnTo>
                    <a:pt x="146215" y="37757"/>
                  </a:lnTo>
                  <a:lnTo>
                    <a:pt x="154190" y="28549"/>
                  </a:lnTo>
                  <a:lnTo>
                    <a:pt x="154419" y="28549"/>
                  </a:lnTo>
                  <a:lnTo>
                    <a:pt x="155371" y="28346"/>
                  </a:lnTo>
                  <a:lnTo>
                    <a:pt x="158330" y="28346"/>
                  </a:lnTo>
                  <a:lnTo>
                    <a:pt x="159715" y="28549"/>
                  </a:lnTo>
                  <a:lnTo>
                    <a:pt x="167398" y="36728"/>
                  </a:lnTo>
                  <a:lnTo>
                    <a:pt x="167576" y="37757"/>
                  </a:lnTo>
                  <a:lnTo>
                    <a:pt x="157911" y="18211"/>
                  </a:lnTo>
                  <a:lnTo>
                    <a:pt x="152374" y="18211"/>
                  </a:lnTo>
                  <a:lnTo>
                    <a:pt x="135089" y="42697"/>
                  </a:lnTo>
                  <a:lnTo>
                    <a:pt x="135597" y="45491"/>
                  </a:lnTo>
                  <a:lnTo>
                    <a:pt x="152374" y="61239"/>
                  </a:lnTo>
                  <a:lnTo>
                    <a:pt x="157708" y="61239"/>
                  </a:lnTo>
                  <a:lnTo>
                    <a:pt x="160020" y="60883"/>
                  </a:lnTo>
                  <a:lnTo>
                    <a:pt x="164465" y="59461"/>
                  </a:lnTo>
                  <a:lnTo>
                    <a:pt x="166382" y="58026"/>
                  </a:lnTo>
                  <a:lnTo>
                    <a:pt x="167970" y="55892"/>
                  </a:lnTo>
                  <a:lnTo>
                    <a:pt x="169125" y="60261"/>
                  </a:lnTo>
                  <a:lnTo>
                    <a:pt x="178943" y="60261"/>
                  </a:lnTo>
                  <a:lnTo>
                    <a:pt x="178943" y="55892"/>
                  </a:lnTo>
                  <a:lnTo>
                    <a:pt x="178943" y="51104"/>
                  </a:lnTo>
                  <a:lnTo>
                    <a:pt x="178943" y="28346"/>
                  </a:lnTo>
                  <a:lnTo>
                    <a:pt x="178943" y="23406"/>
                  </a:lnTo>
                  <a:lnTo>
                    <a:pt x="178943" y="19367"/>
                  </a:lnTo>
                  <a:close/>
                </a:path>
                <a:path w="260350" h="62229">
                  <a:moveTo>
                    <a:pt x="216115" y="19291"/>
                  </a:moveTo>
                  <a:lnTo>
                    <a:pt x="213639" y="18630"/>
                  </a:lnTo>
                  <a:lnTo>
                    <a:pt x="211467" y="18300"/>
                  </a:lnTo>
                  <a:lnTo>
                    <a:pt x="208013" y="18300"/>
                  </a:lnTo>
                  <a:lnTo>
                    <a:pt x="197485" y="25044"/>
                  </a:lnTo>
                  <a:lnTo>
                    <a:pt x="196418" y="19367"/>
                  </a:lnTo>
                  <a:lnTo>
                    <a:pt x="186118" y="19367"/>
                  </a:lnTo>
                  <a:lnTo>
                    <a:pt x="186118" y="60261"/>
                  </a:lnTo>
                  <a:lnTo>
                    <a:pt x="197485" y="60261"/>
                  </a:lnTo>
                  <a:lnTo>
                    <a:pt x="197485" y="37147"/>
                  </a:lnTo>
                  <a:lnTo>
                    <a:pt x="197815" y="35814"/>
                  </a:lnTo>
                  <a:lnTo>
                    <a:pt x="208178" y="28600"/>
                  </a:lnTo>
                  <a:lnTo>
                    <a:pt x="210426" y="28600"/>
                  </a:lnTo>
                  <a:lnTo>
                    <a:pt x="213842" y="29184"/>
                  </a:lnTo>
                  <a:lnTo>
                    <a:pt x="214439" y="29311"/>
                  </a:lnTo>
                  <a:lnTo>
                    <a:pt x="215049" y="29413"/>
                  </a:lnTo>
                  <a:lnTo>
                    <a:pt x="216115" y="19291"/>
                  </a:lnTo>
                  <a:close/>
                </a:path>
                <a:path w="260350" h="62229">
                  <a:moveTo>
                    <a:pt x="260146" y="60261"/>
                  </a:moveTo>
                  <a:lnTo>
                    <a:pt x="242912" y="36347"/>
                  </a:lnTo>
                  <a:lnTo>
                    <a:pt x="258826" y="19367"/>
                  </a:lnTo>
                  <a:lnTo>
                    <a:pt x="244970" y="19367"/>
                  </a:lnTo>
                  <a:lnTo>
                    <a:pt x="231698" y="33464"/>
                  </a:lnTo>
                  <a:lnTo>
                    <a:pt x="231698" y="76"/>
                  </a:lnTo>
                  <a:lnTo>
                    <a:pt x="220332" y="76"/>
                  </a:lnTo>
                  <a:lnTo>
                    <a:pt x="220332" y="60261"/>
                  </a:lnTo>
                  <a:lnTo>
                    <a:pt x="231698" y="60261"/>
                  </a:lnTo>
                  <a:lnTo>
                    <a:pt x="231698" y="48298"/>
                  </a:lnTo>
                  <a:lnTo>
                    <a:pt x="235737" y="43929"/>
                  </a:lnTo>
                  <a:lnTo>
                    <a:pt x="246532" y="60261"/>
                  </a:lnTo>
                  <a:lnTo>
                    <a:pt x="260146" y="60261"/>
                  </a:lnTo>
                  <a:close/>
                </a:path>
              </a:pathLst>
            </a:custGeom>
            <a:solidFill>
              <a:srgbClr val="F75E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" name="object 36"/>
          <p:cNvSpPr txBox="1"/>
          <p:nvPr/>
        </p:nvSpPr>
        <p:spPr>
          <a:xfrm>
            <a:off x="1130300" y="6264274"/>
            <a:ext cx="219265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20" b="1">
                <a:solidFill>
                  <a:srgbClr val="FAF7F1"/>
                </a:solidFill>
                <a:latin typeface="Cambria"/>
                <a:cs typeface="Cambria"/>
              </a:rPr>
              <a:t>See</a:t>
            </a:r>
            <a:r>
              <a:rPr dirty="0" sz="2400" spc="-45" b="1">
                <a:solidFill>
                  <a:srgbClr val="FAF7F1"/>
                </a:solidFill>
                <a:latin typeface="Cambria"/>
                <a:cs typeface="Cambria"/>
              </a:rPr>
              <a:t> </a:t>
            </a:r>
            <a:r>
              <a:rPr dirty="0" sz="2400" spc="-170" b="1">
                <a:solidFill>
                  <a:srgbClr val="FAF7F1"/>
                </a:solidFill>
                <a:latin typeface="Cambria"/>
                <a:cs typeface="Cambria"/>
              </a:rPr>
              <a:t>you</a:t>
            </a:r>
            <a:r>
              <a:rPr dirty="0" sz="2400" spc="-40" b="1">
                <a:solidFill>
                  <a:srgbClr val="FAF7F1"/>
                </a:solidFill>
                <a:latin typeface="Cambria"/>
                <a:cs typeface="Cambria"/>
              </a:rPr>
              <a:t> </a:t>
            </a:r>
            <a:r>
              <a:rPr dirty="0" sz="2400" spc="-155" b="1">
                <a:solidFill>
                  <a:srgbClr val="FAF7F1"/>
                </a:solidFill>
                <a:latin typeface="Cambria"/>
                <a:cs typeface="Cambria"/>
              </a:rPr>
              <a:t>on</a:t>
            </a:r>
            <a:r>
              <a:rPr dirty="0" sz="2400" spc="-40" b="1">
                <a:solidFill>
                  <a:srgbClr val="FAF7F1"/>
                </a:solidFill>
                <a:latin typeface="Cambria"/>
                <a:cs typeface="Cambria"/>
              </a:rPr>
              <a:t> </a:t>
            </a:r>
            <a:r>
              <a:rPr dirty="0" sz="2400" spc="-190" b="1">
                <a:solidFill>
                  <a:srgbClr val="FAF7F1"/>
                </a:solidFill>
                <a:latin typeface="Cambria"/>
                <a:cs typeface="Cambria"/>
              </a:rPr>
              <a:t>Day</a:t>
            </a:r>
            <a:r>
              <a:rPr dirty="0" sz="2400" spc="-40" b="1">
                <a:solidFill>
                  <a:srgbClr val="FAF7F1"/>
                </a:solidFill>
                <a:latin typeface="Cambria"/>
                <a:cs typeface="Cambria"/>
              </a:rPr>
              <a:t> </a:t>
            </a:r>
            <a:r>
              <a:rPr dirty="0" sz="2400" spc="-25" b="1">
                <a:solidFill>
                  <a:srgbClr val="FAF7F1"/>
                </a:solidFill>
                <a:latin typeface="Cambria"/>
                <a:cs typeface="Cambria"/>
              </a:rPr>
              <a:t>6.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611169" y="6392862"/>
            <a:ext cx="389382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solidFill>
                  <a:srgbClr val="FAF8F4"/>
                </a:solidFill>
                <a:latin typeface="Tahoma"/>
                <a:cs typeface="Tahoma"/>
              </a:rPr>
              <a:t>P</a:t>
            </a:r>
            <a:r>
              <a:rPr dirty="0" sz="750" spc="-125">
                <a:solidFill>
                  <a:srgbClr val="FAF8F4"/>
                </a:solidFill>
                <a:latin typeface="Tahoma"/>
                <a:cs typeface="Tahoma"/>
              </a:rPr>
              <a:t> </a:t>
            </a:r>
            <a:r>
              <a:rPr dirty="0" sz="750" spc="-45">
                <a:solidFill>
                  <a:srgbClr val="FAF8F4"/>
                </a:solidFill>
                <a:latin typeface="Tahoma"/>
                <a:cs typeface="Tahoma"/>
              </a:rPr>
              <a:t>R</a:t>
            </a:r>
            <a:r>
              <a:rPr dirty="0" sz="750" spc="-125">
                <a:solidFill>
                  <a:srgbClr val="FAF8F4"/>
                </a:solidFill>
                <a:latin typeface="Tahoma"/>
                <a:cs typeface="Tahoma"/>
              </a:rPr>
              <a:t> </a:t>
            </a:r>
            <a:r>
              <a:rPr dirty="0" sz="750" spc="-50">
                <a:solidFill>
                  <a:srgbClr val="FAF8F4"/>
                </a:solidFill>
                <a:latin typeface="Tahoma"/>
                <a:cs typeface="Tahoma"/>
              </a:rPr>
              <a:t>E</a:t>
            </a:r>
            <a:r>
              <a:rPr dirty="0" sz="750" spc="-125">
                <a:solidFill>
                  <a:srgbClr val="FAF8F4"/>
                </a:solidFill>
                <a:latin typeface="Tahoma"/>
                <a:cs typeface="Tahoma"/>
              </a:rPr>
              <a:t> </a:t>
            </a:r>
            <a:r>
              <a:rPr dirty="0" sz="750">
                <a:solidFill>
                  <a:srgbClr val="FAF8F4"/>
                </a:solidFill>
                <a:latin typeface="Tahoma"/>
                <a:cs typeface="Tahoma"/>
              </a:rPr>
              <a:t>PA</a:t>
            </a:r>
            <a:r>
              <a:rPr dirty="0" sz="750" spc="-125">
                <a:solidFill>
                  <a:srgbClr val="FAF8F4"/>
                </a:solidFill>
                <a:latin typeface="Tahoma"/>
                <a:cs typeface="Tahoma"/>
              </a:rPr>
              <a:t> </a:t>
            </a:r>
            <a:r>
              <a:rPr dirty="0" sz="750" spc="-45">
                <a:solidFill>
                  <a:srgbClr val="FAF8F4"/>
                </a:solidFill>
                <a:latin typeface="Tahoma"/>
                <a:cs typeface="Tahoma"/>
              </a:rPr>
              <a:t>R</a:t>
            </a:r>
            <a:r>
              <a:rPr dirty="0" sz="750" spc="-125">
                <a:solidFill>
                  <a:srgbClr val="FAF8F4"/>
                </a:solidFill>
                <a:latin typeface="Tahoma"/>
                <a:cs typeface="Tahoma"/>
              </a:rPr>
              <a:t> </a:t>
            </a:r>
            <a:r>
              <a:rPr dirty="0" sz="750" spc="-50">
                <a:solidFill>
                  <a:srgbClr val="FAF8F4"/>
                </a:solidFill>
                <a:latin typeface="Tahoma"/>
                <a:cs typeface="Tahoma"/>
              </a:rPr>
              <a:t>E</a:t>
            </a:r>
            <a:r>
              <a:rPr dirty="0" sz="750" spc="-125">
                <a:solidFill>
                  <a:srgbClr val="FAF8F4"/>
                </a:solidFill>
                <a:latin typeface="Tahoma"/>
                <a:cs typeface="Tahoma"/>
              </a:rPr>
              <a:t> </a:t>
            </a:r>
            <a:r>
              <a:rPr dirty="0" sz="750">
                <a:solidFill>
                  <a:srgbClr val="FAF8F4"/>
                </a:solidFill>
                <a:latin typeface="Tahoma"/>
                <a:cs typeface="Tahoma"/>
              </a:rPr>
              <a:t>D</a:t>
            </a:r>
            <a:r>
              <a:rPr dirty="0" sz="750" spc="155">
                <a:solidFill>
                  <a:srgbClr val="FAF8F4"/>
                </a:solidFill>
                <a:latin typeface="Tahoma"/>
                <a:cs typeface="Tahoma"/>
              </a:rPr>
              <a:t> </a:t>
            </a:r>
            <a:r>
              <a:rPr dirty="0" sz="750">
                <a:solidFill>
                  <a:srgbClr val="FAF8F4"/>
                </a:solidFill>
                <a:latin typeface="Tahoma"/>
                <a:cs typeface="Tahoma"/>
              </a:rPr>
              <a:t>BY</a:t>
            </a:r>
            <a:r>
              <a:rPr dirty="0" sz="750" spc="160">
                <a:solidFill>
                  <a:srgbClr val="FAF8F4"/>
                </a:solidFill>
                <a:latin typeface="Tahoma"/>
                <a:cs typeface="Tahoma"/>
              </a:rPr>
              <a:t> </a:t>
            </a:r>
            <a:r>
              <a:rPr dirty="0" sz="750" spc="-65">
                <a:solidFill>
                  <a:srgbClr val="FAF8F4"/>
                </a:solidFill>
                <a:latin typeface="Tahoma"/>
                <a:cs typeface="Tahoma"/>
              </a:rPr>
              <a:t>Z</a:t>
            </a:r>
            <a:r>
              <a:rPr dirty="0" sz="750" spc="-125">
                <a:solidFill>
                  <a:srgbClr val="FAF8F4"/>
                </a:solidFill>
                <a:latin typeface="Tahoma"/>
                <a:cs typeface="Tahoma"/>
              </a:rPr>
              <a:t> </a:t>
            </a:r>
            <a:r>
              <a:rPr dirty="0" sz="750" spc="-45">
                <a:solidFill>
                  <a:srgbClr val="FAF8F4"/>
                </a:solidFill>
                <a:latin typeface="Tahoma"/>
                <a:cs typeface="Tahoma"/>
              </a:rPr>
              <a:t>L</a:t>
            </a:r>
            <a:r>
              <a:rPr dirty="0" sz="750" spc="-125">
                <a:solidFill>
                  <a:srgbClr val="FAF8F4"/>
                </a:solidFill>
                <a:latin typeface="Tahoma"/>
                <a:cs typeface="Tahoma"/>
              </a:rPr>
              <a:t> </a:t>
            </a:r>
            <a:r>
              <a:rPr dirty="0" sz="750">
                <a:solidFill>
                  <a:srgbClr val="FAF8F4"/>
                </a:solidFill>
                <a:latin typeface="Tahoma"/>
                <a:cs typeface="Tahoma"/>
              </a:rPr>
              <a:t>A</a:t>
            </a:r>
            <a:r>
              <a:rPr dirty="0" sz="750" spc="-125">
                <a:solidFill>
                  <a:srgbClr val="FAF8F4"/>
                </a:solidFill>
                <a:latin typeface="Tahoma"/>
                <a:cs typeface="Tahoma"/>
              </a:rPr>
              <a:t> </a:t>
            </a:r>
            <a:r>
              <a:rPr dirty="0" sz="750">
                <a:solidFill>
                  <a:srgbClr val="FAF8F4"/>
                </a:solidFill>
                <a:latin typeface="Tahoma"/>
                <a:cs typeface="Tahoma"/>
              </a:rPr>
              <a:t>A</a:t>
            </a:r>
            <a:r>
              <a:rPr dirty="0" sz="750" spc="-125">
                <a:solidFill>
                  <a:srgbClr val="FAF8F4"/>
                </a:solidFill>
                <a:latin typeface="Tahoma"/>
                <a:cs typeface="Tahoma"/>
              </a:rPr>
              <a:t> </a:t>
            </a:r>
            <a:r>
              <a:rPr dirty="0" sz="750" spc="-45">
                <a:solidFill>
                  <a:srgbClr val="FAF8F4"/>
                </a:solidFill>
                <a:latin typeface="Tahoma"/>
                <a:cs typeface="Tahoma"/>
              </a:rPr>
              <a:t>R</a:t>
            </a:r>
            <a:r>
              <a:rPr dirty="0" sz="750" spc="-125">
                <a:solidFill>
                  <a:srgbClr val="FAF8F4"/>
                </a:solidFill>
                <a:latin typeface="Tahoma"/>
                <a:cs typeface="Tahoma"/>
              </a:rPr>
              <a:t> </a:t>
            </a:r>
            <a:r>
              <a:rPr dirty="0" sz="750">
                <a:solidFill>
                  <a:srgbClr val="FAF8F4"/>
                </a:solidFill>
                <a:latin typeface="Tahoma"/>
                <a:cs typeface="Tahoma"/>
              </a:rPr>
              <a:t>K</a:t>
            </a:r>
            <a:r>
              <a:rPr dirty="0" sz="750" spc="160">
                <a:solidFill>
                  <a:srgbClr val="FAF8F4"/>
                </a:solidFill>
                <a:latin typeface="Tahoma"/>
                <a:cs typeface="Tahoma"/>
              </a:rPr>
              <a:t> </a:t>
            </a:r>
            <a:r>
              <a:rPr dirty="0" sz="750" spc="-35">
                <a:solidFill>
                  <a:srgbClr val="FAF8F4"/>
                </a:solidFill>
                <a:latin typeface="Tahoma"/>
                <a:cs typeface="Tahoma"/>
              </a:rPr>
              <a:t>F</a:t>
            </a:r>
            <a:r>
              <a:rPr dirty="0" sz="750" spc="-135">
                <a:solidFill>
                  <a:srgbClr val="FAF8F4"/>
                </a:solidFill>
                <a:latin typeface="Tahoma"/>
                <a:cs typeface="Tahoma"/>
              </a:rPr>
              <a:t> </a:t>
            </a:r>
            <a:r>
              <a:rPr dirty="0" sz="750" spc="-10">
                <a:solidFill>
                  <a:srgbClr val="FAF8F4"/>
                </a:solidFill>
                <a:latin typeface="Tahoma"/>
                <a:cs typeface="Tahoma"/>
              </a:rPr>
              <a:t>O</a:t>
            </a:r>
            <a:r>
              <a:rPr dirty="0" sz="750" spc="-125">
                <a:solidFill>
                  <a:srgbClr val="FAF8F4"/>
                </a:solidFill>
                <a:latin typeface="Tahoma"/>
                <a:cs typeface="Tahoma"/>
              </a:rPr>
              <a:t> </a:t>
            </a:r>
            <a:r>
              <a:rPr dirty="0" sz="750">
                <a:solidFill>
                  <a:srgbClr val="FAF8F4"/>
                </a:solidFill>
                <a:latin typeface="Tahoma"/>
                <a:cs typeface="Tahoma"/>
              </a:rPr>
              <a:t>R</a:t>
            </a:r>
            <a:r>
              <a:rPr dirty="0" sz="750" spc="160">
                <a:solidFill>
                  <a:srgbClr val="FAF8F4"/>
                </a:solidFill>
                <a:latin typeface="Tahoma"/>
                <a:cs typeface="Tahoma"/>
              </a:rPr>
              <a:t> </a:t>
            </a:r>
            <a:r>
              <a:rPr dirty="0" sz="750" spc="-35">
                <a:solidFill>
                  <a:srgbClr val="FAF8F4"/>
                </a:solidFill>
                <a:latin typeface="Tahoma"/>
                <a:cs typeface="Tahoma"/>
              </a:rPr>
              <a:t>H</a:t>
            </a:r>
            <a:r>
              <a:rPr dirty="0" sz="750" spc="-125">
                <a:solidFill>
                  <a:srgbClr val="FAF8F4"/>
                </a:solidFill>
                <a:latin typeface="Tahoma"/>
                <a:cs typeface="Tahoma"/>
              </a:rPr>
              <a:t> </a:t>
            </a:r>
            <a:r>
              <a:rPr dirty="0" sz="750" spc="-85">
                <a:solidFill>
                  <a:srgbClr val="FAF8F4"/>
                </a:solidFill>
                <a:latin typeface="Tahoma"/>
                <a:cs typeface="Tahoma"/>
              </a:rPr>
              <a:t>I</a:t>
            </a:r>
            <a:r>
              <a:rPr dirty="0" sz="750" spc="-125">
                <a:solidFill>
                  <a:srgbClr val="FAF8F4"/>
                </a:solidFill>
                <a:latin typeface="Tahoma"/>
                <a:cs typeface="Tahoma"/>
              </a:rPr>
              <a:t> </a:t>
            </a:r>
            <a:r>
              <a:rPr dirty="0" sz="750">
                <a:solidFill>
                  <a:srgbClr val="FAF8F4"/>
                </a:solidFill>
                <a:latin typeface="Tahoma"/>
                <a:cs typeface="Tahoma"/>
              </a:rPr>
              <a:t>N</a:t>
            </a:r>
            <a:r>
              <a:rPr dirty="0" sz="750" spc="-125">
                <a:solidFill>
                  <a:srgbClr val="FAF8F4"/>
                </a:solidFill>
                <a:latin typeface="Tahoma"/>
                <a:cs typeface="Tahoma"/>
              </a:rPr>
              <a:t> </a:t>
            </a:r>
            <a:r>
              <a:rPr dirty="0" sz="750" spc="-40">
                <a:solidFill>
                  <a:srgbClr val="FAF8F4"/>
                </a:solidFill>
                <a:latin typeface="Tahoma"/>
                <a:cs typeface="Tahoma"/>
              </a:rPr>
              <a:t>D</a:t>
            </a:r>
            <a:r>
              <a:rPr dirty="0" sz="750" spc="-125">
                <a:solidFill>
                  <a:srgbClr val="FAF8F4"/>
                </a:solidFill>
                <a:latin typeface="Tahoma"/>
                <a:cs typeface="Tahoma"/>
              </a:rPr>
              <a:t> </a:t>
            </a:r>
            <a:r>
              <a:rPr dirty="0" sz="750">
                <a:solidFill>
                  <a:srgbClr val="FAF8F4"/>
                </a:solidFill>
                <a:latin typeface="Tahoma"/>
                <a:cs typeface="Tahoma"/>
              </a:rPr>
              <a:t>U</a:t>
            </a:r>
            <a:r>
              <a:rPr dirty="0" sz="750" spc="160">
                <a:solidFill>
                  <a:srgbClr val="FAF8F4"/>
                </a:solidFill>
                <a:latin typeface="Tahoma"/>
                <a:cs typeface="Tahoma"/>
              </a:rPr>
              <a:t> </a:t>
            </a:r>
            <a:r>
              <a:rPr dirty="0" sz="750" spc="-40">
                <a:solidFill>
                  <a:srgbClr val="FAF8F4"/>
                </a:solidFill>
                <a:latin typeface="Tahoma"/>
                <a:cs typeface="Tahoma"/>
              </a:rPr>
              <a:t>C</a:t>
            </a:r>
            <a:r>
              <a:rPr dirty="0" sz="750" spc="-135">
                <a:solidFill>
                  <a:srgbClr val="FAF8F4"/>
                </a:solidFill>
                <a:latin typeface="Tahoma"/>
                <a:cs typeface="Tahoma"/>
              </a:rPr>
              <a:t> </a:t>
            </a:r>
            <a:r>
              <a:rPr dirty="0" sz="750" spc="-10">
                <a:solidFill>
                  <a:srgbClr val="FAF8F4"/>
                </a:solidFill>
                <a:latin typeface="Tahoma"/>
                <a:cs typeface="Tahoma"/>
              </a:rPr>
              <a:t>O</a:t>
            </a:r>
            <a:r>
              <a:rPr dirty="0" sz="750" spc="-125">
                <a:solidFill>
                  <a:srgbClr val="FAF8F4"/>
                </a:solidFill>
                <a:latin typeface="Tahoma"/>
                <a:cs typeface="Tahoma"/>
              </a:rPr>
              <a:t> </a:t>
            </a:r>
            <a:r>
              <a:rPr dirty="0" sz="750" spc="-45">
                <a:solidFill>
                  <a:srgbClr val="FAF8F4"/>
                </a:solidFill>
                <a:latin typeface="Tahoma"/>
                <a:cs typeface="Tahoma"/>
              </a:rPr>
              <a:t>L</a:t>
            </a:r>
            <a:r>
              <a:rPr dirty="0" sz="750" spc="-125">
                <a:solidFill>
                  <a:srgbClr val="FAF8F4"/>
                </a:solidFill>
                <a:latin typeface="Tahoma"/>
                <a:cs typeface="Tahoma"/>
              </a:rPr>
              <a:t> </a:t>
            </a:r>
            <a:r>
              <a:rPr dirty="0" sz="750" spc="-45">
                <a:solidFill>
                  <a:srgbClr val="FAF8F4"/>
                </a:solidFill>
                <a:latin typeface="Tahoma"/>
                <a:cs typeface="Tahoma"/>
              </a:rPr>
              <a:t>L</a:t>
            </a:r>
            <a:r>
              <a:rPr dirty="0" sz="750" spc="-125">
                <a:solidFill>
                  <a:srgbClr val="FAF8F4"/>
                </a:solidFill>
                <a:latin typeface="Tahoma"/>
                <a:cs typeface="Tahoma"/>
              </a:rPr>
              <a:t> </a:t>
            </a:r>
            <a:r>
              <a:rPr dirty="0" sz="750" spc="-50">
                <a:solidFill>
                  <a:srgbClr val="FAF8F4"/>
                </a:solidFill>
                <a:latin typeface="Tahoma"/>
                <a:cs typeface="Tahoma"/>
              </a:rPr>
              <a:t>E</a:t>
            </a:r>
            <a:r>
              <a:rPr dirty="0" sz="750" spc="-135">
                <a:solidFill>
                  <a:srgbClr val="FAF8F4"/>
                </a:solidFill>
                <a:latin typeface="Tahoma"/>
                <a:cs typeface="Tahoma"/>
              </a:rPr>
              <a:t> </a:t>
            </a:r>
            <a:r>
              <a:rPr dirty="0" sz="750" spc="-10">
                <a:solidFill>
                  <a:srgbClr val="FAF8F4"/>
                </a:solidFill>
                <a:latin typeface="Tahoma"/>
                <a:cs typeface="Tahoma"/>
              </a:rPr>
              <a:t>G</a:t>
            </a:r>
            <a:r>
              <a:rPr dirty="0" sz="750" spc="-125">
                <a:solidFill>
                  <a:srgbClr val="FAF8F4"/>
                </a:solidFill>
                <a:latin typeface="Tahoma"/>
                <a:cs typeface="Tahoma"/>
              </a:rPr>
              <a:t> </a:t>
            </a:r>
            <a:r>
              <a:rPr dirty="0" sz="750">
                <a:solidFill>
                  <a:srgbClr val="FAF8F4"/>
                </a:solidFill>
                <a:latin typeface="Tahoma"/>
                <a:cs typeface="Tahoma"/>
              </a:rPr>
              <a:t>E</a:t>
            </a:r>
            <a:r>
              <a:rPr dirty="0" sz="750" spc="160">
                <a:solidFill>
                  <a:srgbClr val="FAF8F4"/>
                </a:solidFill>
                <a:latin typeface="Tahoma"/>
                <a:cs typeface="Tahoma"/>
              </a:rPr>
              <a:t> </a:t>
            </a:r>
            <a:r>
              <a:rPr dirty="0" sz="750">
                <a:solidFill>
                  <a:srgbClr val="FAF8F4"/>
                </a:solidFill>
                <a:latin typeface="Tahoma"/>
                <a:cs typeface="Tahoma"/>
              </a:rPr>
              <a:t>A</a:t>
            </a:r>
            <a:r>
              <a:rPr dirty="0" sz="750" spc="-125">
                <a:solidFill>
                  <a:srgbClr val="FAF8F4"/>
                </a:solidFill>
                <a:latin typeface="Tahoma"/>
                <a:cs typeface="Tahoma"/>
              </a:rPr>
              <a:t> </a:t>
            </a:r>
            <a:r>
              <a:rPr dirty="0" sz="750" spc="95">
                <a:solidFill>
                  <a:srgbClr val="FAF8F4"/>
                </a:solidFill>
                <a:latin typeface="Tahoma"/>
                <a:cs typeface="Tahoma"/>
              </a:rPr>
              <a:t>M</a:t>
            </a:r>
            <a:r>
              <a:rPr dirty="0" sz="750" spc="-125">
                <a:solidFill>
                  <a:srgbClr val="FAF8F4"/>
                </a:solidFill>
                <a:latin typeface="Tahoma"/>
                <a:cs typeface="Tahoma"/>
              </a:rPr>
              <a:t> </a:t>
            </a:r>
            <a:r>
              <a:rPr dirty="0" sz="750" spc="-45">
                <a:solidFill>
                  <a:srgbClr val="FAF8F4"/>
                </a:solidFill>
                <a:latin typeface="Tahoma"/>
                <a:cs typeface="Tahoma"/>
              </a:rPr>
              <a:t>R</a:t>
            </a:r>
            <a:r>
              <a:rPr dirty="0" sz="750" spc="-125">
                <a:solidFill>
                  <a:srgbClr val="FAF8F4"/>
                </a:solidFill>
                <a:latin typeface="Tahoma"/>
                <a:cs typeface="Tahoma"/>
              </a:rPr>
              <a:t> </a:t>
            </a:r>
            <a:r>
              <a:rPr dirty="0" sz="750" spc="-85">
                <a:solidFill>
                  <a:srgbClr val="FAF8F4"/>
                </a:solidFill>
                <a:latin typeface="Tahoma"/>
                <a:cs typeface="Tahoma"/>
              </a:rPr>
              <a:t>I</a:t>
            </a:r>
            <a:r>
              <a:rPr dirty="0" sz="750" spc="-125">
                <a:solidFill>
                  <a:srgbClr val="FAF8F4"/>
                </a:solidFill>
                <a:latin typeface="Tahoma"/>
                <a:cs typeface="Tahoma"/>
              </a:rPr>
              <a:t> </a:t>
            </a:r>
            <a:r>
              <a:rPr dirty="0" sz="750" spc="-65">
                <a:solidFill>
                  <a:srgbClr val="FAF8F4"/>
                </a:solidFill>
                <a:latin typeface="Tahoma"/>
                <a:cs typeface="Tahoma"/>
              </a:rPr>
              <a:t>T</a:t>
            </a:r>
            <a:r>
              <a:rPr dirty="0" sz="750" spc="-130">
                <a:solidFill>
                  <a:srgbClr val="FAF8F4"/>
                </a:solidFill>
                <a:latin typeface="Tahoma"/>
                <a:cs typeface="Tahoma"/>
              </a:rPr>
              <a:t> </a:t>
            </a:r>
            <a:r>
              <a:rPr dirty="0" sz="750" spc="-60">
                <a:solidFill>
                  <a:srgbClr val="FAF8F4"/>
                </a:solidFill>
                <a:latin typeface="Tahoma"/>
                <a:cs typeface="Tahoma"/>
              </a:rPr>
              <a:t>S</a:t>
            </a:r>
            <a:r>
              <a:rPr dirty="0" sz="750" spc="-130">
                <a:solidFill>
                  <a:srgbClr val="FAF8F4"/>
                </a:solidFill>
                <a:latin typeface="Tahoma"/>
                <a:cs typeface="Tahoma"/>
              </a:rPr>
              <a:t> </a:t>
            </a:r>
            <a:r>
              <a:rPr dirty="0" sz="750">
                <a:solidFill>
                  <a:srgbClr val="FAF8F4"/>
                </a:solidFill>
                <a:latin typeface="Tahoma"/>
                <a:cs typeface="Tahoma"/>
              </a:rPr>
              <a:t>A</a:t>
            </a:r>
            <a:r>
              <a:rPr dirty="0" sz="750" spc="-125">
                <a:solidFill>
                  <a:srgbClr val="FAF8F4"/>
                </a:solidFill>
                <a:latin typeface="Tahoma"/>
                <a:cs typeface="Tahoma"/>
              </a:rPr>
              <a:t> </a:t>
            </a:r>
            <a:r>
              <a:rPr dirty="0" sz="750">
                <a:solidFill>
                  <a:srgbClr val="FAF8F4"/>
                </a:solidFill>
                <a:latin typeface="Tahoma"/>
                <a:cs typeface="Tahoma"/>
              </a:rPr>
              <a:t>R</a:t>
            </a:r>
            <a:r>
              <a:rPr dirty="0" sz="750" spc="190">
                <a:solidFill>
                  <a:srgbClr val="FAF8F4"/>
                </a:solidFill>
                <a:latin typeface="Tahoma"/>
                <a:cs typeface="Tahoma"/>
              </a:rPr>
              <a:t>  </a:t>
            </a:r>
            <a:r>
              <a:rPr dirty="0" sz="750">
                <a:solidFill>
                  <a:srgbClr val="FF8B7E"/>
                </a:solidFill>
                <a:latin typeface="Tahoma"/>
                <a:cs typeface="Tahoma"/>
              </a:rPr>
              <a:t>·</a:t>
            </a:r>
            <a:r>
              <a:rPr dirty="0" sz="750" spc="190">
                <a:solidFill>
                  <a:srgbClr val="FF8B7E"/>
                </a:solidFill>
                <a:latin typeface="Tahoma"/>
                <a:cs typeface="Tahoma"/>
              </a:rPr>
              <a:t>  </a:t>
            </a:r>
            <a:r>
              <a:rPr dirty="0" sz="750">
                <a:solidFill>
                  <a:srgbClr val="FAF8F4"/>
                </a:solidFill>
                <a:latin typeface="Tahoma"/>
                <a:cs typeface="Tahoma"/>
              </a:rPr>
              <a:t>1</a:t>
            </a:r>
            <a:r>
              <a:rPr dirty="0" sz="750" spc="165">
                <a:solidFill>
                  <a:srgbClr val="FAF8F4"/>
                </a:solidFill>
                <a:latin typeface="Tahoma"/>
                <a:cs typeface="Tahoma"/>
              </a:rPr>
              <a:t> </a:t>
            </a:r>
            <a:r>
              <a:rPr dirty="0" sz="750">
                <a:solidFill>
                  <a:srgbClr val="FAF8F4"/>
                </a:solidFill>
                <a:latin typeface="Tahoma"/>
                <a:cs typeface="Tahoma"/>
              </a:rPr>
              <a:t>A</a:t>
            </a:r>
            <a:r>
              <a:rPr dirty="0" sz="750" spc="-140">
                <a:solidFill>
                  <a:srgbClr val="FAF8F4"/>
                </a:solidFill>
                <a:latin typeface="Tahoma"/>
                <a:cs typeface="Tahoma"/>
              </a:rPr>
              <a:t> </a:t>
            </a:r>
            <a:r>
              <a:rPr dirty="0" sz="750">
                <a:solidFill>
                  <a:srgbClr val="FAF8F4"/>
                </a:solidFill>
                <a:latin typeface="Tahoma"/>
                <a:cs typeface="Tahoma"/>
              </a:rPr>
              <a:t>U</a:t>
            </a:r>
            <a:r>
              <a:rPr dirty="0" sz="750" spc="-125">
                <a:solidFill>
                  <a:srgbClr val="FAF8F4"/>
                </a:solidFill>
                <a:latin typeface="Tahoma"/>
                <a:cs typeface="Tahoma"/>
              </a:rPr>
              <a:t> </a:t>
            </a:r>
            <a:r>
              <a:rPr dirty="0" sz="750" spc="-10">
                <a:solidFill>
                  <a:srgbClr val="FAF8F4"/>
                </a:solidFill>
                <a:latin typeface="Tahoma"/>
                <a:cs typeface="Tahoma"/>
              </a:rPr>
              <a:t>G</a:t>
            </a:r>
            <a:r>
              <a:rPr dirty="0" sz="750" spc="-125">
                <a:solidFill>
                  <a:srgbClr val="FAF8F4"/>
                </a:solidFill>
                <a:latin typeface="Tahoma"/>
                <a:cs typeface="Tahoma"/>
              </a:rPr>
              <a:t> </a:t>
            </a:r>
            <a:r>
              <a:rPr dirty="0" sz="750">
                <a:solidFill>
                  <a:srgbClr val="FAF8F4"/>
                </a:solidFill>
                <a:latin typeface="Tahoma"/>
                <a:cs typeface="Tahoma"/>
              </a:rPr>
              <a:t>U</a:t>
            </a:r>
            <a:r>
              <a:rPr dirty="0" sz="750" spc="-125">
                <a:solidFill>
                  <a:srgbClr val="FAF8F4"/>
                </a:solidFill>
                <a:latin typeface="Tahoma"/>
                <a:cs typeface="Tahoma"/>
              </a:rPr>
              <a:t> </a:t>
            </a:r>
            <a:r>
              <a:rPr dirty="0" sz="750" spc="-60">
                <a:solidFill>
                  <a:srgbClr val="FAF8F4"/>
                </a:solidFill>
                <a:latin typeface="Tahoma"/>
                <a:cs typeface="Tahoma"/>
              </a:rPr>
              <a:t>S</a:t>
            </a:r>
            <a:r>
              <a:rPr dirty="0" sz="750" spc="-130">
                <a:solidFill>
                  <a:srgbClr val="FAF8F4"/>
                </a:solidFill>
                <a:latin typeface="Tahoma"/>
                <a:cs typeface="Tahoma"/>
              </a:rPr>
              <a:t> </a:t>
            </a:r>
            <a:r>
              <a:rPr dirty="0" sz="750">
                <a:solidFill>
                  <a:srgbClr val="FAF8F4"/>
                </a:solidFill>
                <a:latin typeface="Tahoma"/>
                <a:cs typeface="Tahoma"/>
              </a:rPr>
              <a:t>T</a:t>
            </a:r>
            <a:r>
              <a:rPr dirty="0" sz="750" spc="160">
                <a:solidFill>
                  <a:srgbClr val="FAF8F4"/>
                </a:solidFill>
                <a:latin typeface="Tahoma"/>
                <a:cs typeface="Tahoma"/>
              </a:rPr>
              <a:t> </a:t>
            </a:r>
            <a:r>
              <a:rPr dirty="0" sz="750" spc="-25">
                <a:solidFill>
                  <a:srgbClr val="FAF8F4"/>
                </a:solidFill>
                <a:latin typeface="Tahoma"/>
                <a:cs typeface="Tahoma"/>
              </a:rPr>
              <a:t>2</a:t>
            </a:r>
            <a:r>
              <a:rPr dirty="0" sz="750" spc="-125">
                <a:solidFill>
                  <a:srgbClr val="FAF8F4"/>
                </a:solidFill>
                <a:latin typeface="Tahoma"/>
                <a:cs typeface="Tahoma"/>
              </a:rPr>
              <a:t> </a:t>
            </a:r>
            <a:r>
              <a:rPr dirty="0" sz="750" spc="-25">
                <a:solidFill>
                  <a:srgbClr val="FAF8F4"/>
                </a:solidFill>
                <a:latin typeface="Tahoma"/>
                <a:cs typeface="Tahoma"/>
              </a:rPr>
              <a:t>0</a:t>
            </a:r>
            <a:r>
              <a:rPr dirty="0" sz="750" spc="-125">
                <a:solidFill>
                  <a:srgbClr val="FAF8F4"/>
                </a:solidFill>
                <a:latin typeface="Tahoma"/>
                <a:cs typeface="Tahoma"/>
              </a:rPr>
              <a:t> </a:t>
            </a:r>
            <a:r>
              <a:rPr dirty="0" sz="750" spc="-25">
                <a:solidFill>
                  <a:srgbClr val="FAF8F4"/>
                </a:solidFill>
                <a:latin typeface="Tahoma"/>
                <a:cs typeface="Tahoma"/>
              </a:rPr>
              <a:t>2</a:t>
            </a:r>
            <a:r>
              <a:rPr dirty="0" sz="750" spc="-125">
                <a:solidFill>
                  <a:srgbClr val="FAF8F4"/>
                </a:solidFill>
                <a:latin typeface="Tahoma"/>
                <a:cs typeface="Tahoma"/>
              </a:rPr>
              <a:t> </a:t>
            </a:r>
            <a:r>
              <a:rPr dirty="0" sz="750" spc="-50">
                <a:solidFill>
                  <a:srgbClr val="FAF8F4"/>
                </a:solidFill>
                <a:latin typeface="Tahoma"/>
                <a:cs typeface="Tahoma"/>
              </a:rPr>
              <a:t>6</a:t>
            </a:r>
            <a:endParaRPr sz="750">
              <a:latin typeface="Tahoma"/>
              <a:cs typeface="Tahoma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0" y="6105524"/>
            <a:ext cx="57150" cy="752475"/>
          </a:xfrm>
          <a:custGeom>
            <a:avLst/>
            <a:gdLst/>
            <a:ahLst/>
            <a:cxnLst/>
            <a:rect l="l" t="t" r="r" b="b"/>
            <a:pathLst>
              <a:path w="57150" h="752475">
                <a:moveTo>
                  <a:pt x="57149" y="752474"/>
                </a:moveTo>
                <a:lnTo>
                  <a:pt x="0" y="752474"/>
                </a:lnTo>
                <a:lnTo>
                  <a:pt x="0" y="0"/>
                </a:lnTo>
                <a:lnTo>
                  <a:pt x="57149" y="0"/>
                </a:lnTo>
                <a:lnTo>
                  <a:pt x="57149" y="752474"/>
                </a:lnTo>
                <a:close/>
              </a:path>
            </a:pathLst>
          </a:custGeom>
          <a:solidFill>
            <a:srgbClr val="FF6A5B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293283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2026-08-06T13:45:49Z</dcterms:created>
  <dcterms:modified xsi:type="dcterms:W3CDTF">2026-08-06T13:45:49Z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2026-08-06T00:00:00Z</vt:filetime>
  </property>
  <property fmtid="{D5CDD505-2E9C-101B-9397-08002B2CF9AE}" pid="4" name="Creator">
    <vt:lpwstr>pdf-lib (https://github.com/Hopding/pdf-lib)</vt:lpwstr>
  </property>
  <property fmtid="{D5CDD505-2E9C-101B-9397-08002B2CF9AE}" pid="5" name="LastSaved">
    <vt:filetime>2026-08-06T00:00:00Z</vt:filetime>
  </property>
  <property fmtid="{D5CDD505-2E9C-101B-9397-08002B2CF9AE}" pid="6" name="Producer">
    <vt:lpwstr>pdf-lib (https://github.com/Hopding/pdf-lib)</vt:lpwstr>
  </property>
</Properties>
</file>