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799" y="590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099" y="777875"/>
            <a:ext cx="7068820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773" y="1711325"/>
            <a:ext cx="5220335" cy="3782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73099" y="6431213"/>
            <a:ext cx="153035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97E9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#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hyperlink" Target="https://github.com/yourname/day3-practice.git" TargetMode="External"/><Relationship Id="rId5" Type="http://schemas.openxmlformats.org/officeDocument/2006/relationships/hyperlink" Target="mailto:%27aarav@example.com" TargetMode="External"/><Relationship Id="rId6" Type="http://schemas.openxmlformats.org/officeDocument/2006/relationships/hyperlink" Target="mailto:%27priya@example.com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hyperlink" Target="http://localhost:8501/" TargetMode="External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Relationship Id="rId9" Type="http://schemas.openxmlformats.org/officeDocument/2006/relationships/image" Target="../media/image4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38.png"/><Relationship Id="rId9" Type="http://schemas.openxmlformats.org/officeDocument/2006/relationships/image" Target="../media/image47.png"/><Relationship Id="rId10" Type="http://schemas.openxmlformats.org/officeDocument/2006/relationships/image" Target="../media/image4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hello@zlaark.com" TargetMode="External"/><Relationship Id="rId3" Type="http://schemas.openxmlformats.org/officeDocument/2006/relationships/hyperlink" Target="http://www.zlaark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9" y="1904999"/>
              <a:ext cx="1905000" cy="3048000"/>
            </a:xfrm>
            <a:custGeom>
              <a:avLst/>
              <a:gdLst/>
              <a:ahLst/>
              <a:cxnLst/>
              <a:rect l="l" t="t" r="r" b="b"/>
              <a:pathLst>
                <a:path w="1905000" h="3048000">
                  <a:moveTo>
                    <a:pt x="1542702" y="3047999"/>
                  </a:moveTo>
                  <a:lnTo>
                    <a:pt x="1505296" y="3047999"/>
                  </a:lnTo>
                  <a:lnTo>
                    <a:pt x="1467906" y="3046966"/>
                  </a:lnTo>
                  <a:lnTo>
                    <a:pt x="1411887" y="3043869"/>
                  </a:lnTo>
                  <a:lnTo>
                    <a:pt x="1356019" y="3038713"/>
                  </a:lnTo>
                  <a:lnTo>
                    <a:pt x="1300382" y="3031504"/>
                  </a:lnTo>
                  <a:lnTo>
                    <a:pt x="1245047" y="3022252"/>
                  </a:lnTo>
                  <a:lnTo>
                    <a:pt x="1190087" y="3010969"/>
                  </a:lnTo>
                  <a:lnTo>
                    <a:pt x="1135581" y="2997671"/>
                  </a:lnTo>
                  <a:lnTo>
                    <a:pt x="1081604" y="2982376"/>
                  </a:lnTo>
                  <a:lnTo>
                    <a:pt x="1028226" y="2965105"/>
                  </a:lnTo>
                  <a:lnTo>
                    <a:pt x="975516" y="2945880"/>
                  </a:lnTo>
                  <a:lnTo>
                    <a:pt x="923551" y="2924728"/>
                  </a:lnTo>
                  <a:lnTo>
                    <a:pt x="872404" y="2901679"/>
                  </a:lnTo>
                  <a:lnTo>
                    <a:pt x="822138" y="2876762"/>
                  </a:lnTo>
                  <a:lnTo>
                    <a:pt x="772820" y="2850011"/>
                  </a:lnTo>
                  <a:lnTo>
                    <a:pt x="724522" y="2821463"/>
                  </a:lnTo>
                  <a:lnTo>
                    <a:pt x="677309" y="2791159"/>
                  </a:lnTo>
                  <a:lnTo>
                    <a:pt x="631243" y="2759137"/>
                  </a:lnTo>
                  <a:lnTo>
                    <a:pt x="586385" y="2725439"/>
                  </a:lnTo>
                  <a:lnTo>
                    <a:pt x="542798" y="2690113"/>
                  </a:lnTo>
                  <a:lnTo>
                    <a:pt x="500542" y="2653209"/>
                  </a:lnTo>
                  <a:lnTo>
                    <a:pt x="459673" y="2614774"/>
                  </a:lnTo>
                  <a:lnTo>
                    <a:pt x="420245" y="2574859"/>
                  </a:lnTo>
                  <a:lnTo>
                    <a:pt x="382313" y="2533520"/>
                  </a:lnTo>
                  <a:lnTo>
                    <a:pt x="345930" y="2490815"/>
                  </a:lnTo>
                  <a:lnTo>
                    <a:pt x="311144" y="2446799"/>
                  </a:lnTo>
                  <a:lnTo>
                    <a:pt x="277999" y="2401531"/>
                  </a:lnTo>
                  <a:lnTo>
                    <a:pt x="246543" y="2355073"/>
                  </a:lnTo>
                  <a:lnTo>
                    <a:pt x="216821" y="2307492"/>
                  </a:lnTo>
                  <a:lnTo>
                    <a:pt x="188868" y="2258849"/>
                  </a:lnTo>
                  <a:lnTo>
                    <a:pt x="162723" y="2209207"/>
                  </a:lnTo>
                  <a:lnTo>
                    <a:pt x="138425" y="2158636"/>
                  </a:lnTo>
                  <a:lnTo>
                    <a:pt x="116005" y="2107208"/>
                  </a:lnTo>
                  <a:lnTo>
                    <a:pt x="95493" y="2054990"/>
                  </a:lnTo>
                  <a:lnTo>
                    <a:pt x="76918" y="2002050"/>
                  </a:lnTo>
                  <a:lnTo>
                    <a:pt x="60302" y="1948462"/>
                  </a:lnTo>
                  <a:lnTo>
                    <a:pt x="45671" y="1894301"/>
                  </a:lnTo>
                  <a:lnTo>
                    <a:pt x="33044" y="1839638"/>
                  </a:lnTo>
                  <a:lnTo>
                    <a:pt x="22436" y="1784545"/>
                  </a:lnTo>
                  <a:lnTo>
                    <a:pt x="13864" y="1729099"/>
                  </a:lnTo>
                  <a:lnTo>
                    <a:pt x="7338" y="1673378"/>
                  </a:lnTo>
                  <a:lnTo>
                    <a:pt x="2868" y="1617454"/>
                  </a:lnTo>
                  <a:lnTo>
                    <a:pt x="0" y="1542703"/>
                  </a:lnTo>
                  <a:lnTo>
                    <a:pt x="0" y="1505296"/>
                  </a:lnTo>
                  <a:lnTo>
                    <a:pt x="1835" y="1449220"/>
                  </a:lnTo>
                  <a:lnTo>
                    <a:pt x="5619" y="1393246"/>
                  </a:lnTo>
                  <a:lnTo>
                    <a:pt x="11461" y="1337445"/>
                  </a:lnTo>
                  <a:lnTo>
                    <a:pt x="19352" y="1281898"/>
                  </a:lnTo>
                  <a:lnTo>
                    <a:pt x="29282" y="1226681"/>
                  </a:lnTo>
                  <a:lnTo>
                    <a:pt x="41238" y="1171868"/>
                  </a:lnTo>
                  <a:lnTo>
                    <a:pt x="55205" y="1117529"/>
                  </a:lnTo>
                  <a:lnTo>
                    <a:pt x="71162" y="1063741"/>
                  </a:lnTo>
                  <a:lnTo>
                    <a:pt x="89084" y="1010579"/>
                  </a:lnTo>
                  <a:lnTo>
                    <a:pt x="108953" y="958113"/>
                  </a:lnTo>
                  <a:lnTo>
                    <a:pt x="130742" y="906411"/>
                  </a:lnTo>
                  <a:lnTo>
                    <a:pt x="154418" y="855547"/>
                  </a:lnTo>
                  <a:lnTo>
                    <a:pt x="179950" y="805591"/>
                  </a:lnTo>
                  <a:lnTo>
                    <a:pt x="207303" y="756608"/>
                  </a:lnTo>
                  <a:lnTo>
                    <a:pt x="236441" y="708663"/>
                  </a:lnTo>
                  <a:lnTo>
                    <a:pt x="267325" y="661823"/>
                  </a:lnTo>
                  <a:lnTo>
                    <a:pt x="299911" y="616153"/>
                  </a:lnTo>
                  <a:lnTo>
                    <a:pt x="334154" y="571715"/>
                  </a:lnTo>
                  <a:lnTo>
                    <a:pt x="370012" y="528564"/>
                  </a:lnTo>
                  <a:lnTo>
                    <a:pt x="407433" y="486762"/>
                  </a:lnTo>
                  <a:lnTo>
                    <a:pt x="446367" y="446368"/>
                  </a:lnTo>
                  <a:lnTo>
                    <a:pt x="486761" y="407435"/>
                  </a:lnTo>
                  <a:lnTo>
                    <a:pt x="528563" y="370013"/>
                  </a:lnTo>
                  <a:lnTo>
                    <a:pt x="571714" y="334155"/>
                  </a:lnTo>
                  <a:lnTo>
                    <a:pt x="616152" y="299911"/>
                  </a:lnTo>
                  <a:lnTo>
                    <a:pt x="661822" y="267326"/>
                  </a:lnTo>
                  <a:lnTo>
                    <a:pt x="708661" y="236442"/>
                  </a:lnTo>
                  <a:lnTo>
                    <a:pt x="756606" y="207304"/>
                  </a:lnTo>
                  <a:lnTo>
                    <a:pt x="805589" y="179951"/>
                  </a:lnTo>
                  <a:lnTo>
                    <a:pt x="855545" y="154420"/>
                  </a:lnTo>
                  <a:lnTo>
                    <a:pt x="906409" y="130744"/>
                  </a:lnTo>
                  <a:lnTo>
                    <a:pt x="958110" y="108955"/>
                  </a:lnTo>
                  <a:lnTo>
                    <a:pt x="1010577" y="89086"/>
                  </a:lnTo>
                  <a:lnTo>
                    <a:pt x="1063740" y="71161"/>
                  </a:lnTo>
                  <a:lnTo>
                    <a:pt x="1117528" y="55205"/>
                  </a:lnTo>
                  <a:lnTo>
                    <a:pt x="1171866" y="41239"/>
                  </a:lnTo>
                  <a:lnTo>
                    <a:pt x="1226680" y="29283"/>
                  </a:lnTo>
                  <a:lnTo>
                    <a:pt x="1281897" y="19352"/>
                  </a:lnTo>
                  <a:lnTo>
                    <a:pt x="1337445" y="11461"/>
                  </a:lnTo>
                  <a:lnTo>
                    <a:pt x="1393245" y="5619"/>
                  </a:lnTo>
                  <a:lnTo>
                    <a:pt x="1449220" y="1835"/>
                  </a:lnTo>
                  <a:lnTo>
                    <a:pt x="1505296" y="0"/>
                  </a:lnTo>
                  <a:lnTo>
                    <a:pt x="1542702" y="0"/>
                  </a:lnTo>
                  <a:lnTo>
                    <a:pt x="1598778" y="1835"/>
                  </a:lnTo>
                  <a:lnTo>
                    <a:pt x="1654753" y="5619"/>
                  </a:lnTo>
                  <a:lnTo>
                    <a:pt x="1710552" y="11460"/>
                  </a:lnTo>
                  <a:lnTo>
                    <a:pt x="1766098" y="19352"/>
                  </a:lnTo>
                  <a:lnTo>
                    <a:pt x="1821316" y="29283"/>
                  </a:lnTo>
                  <a:lnTo>
                    <a:pt x="1876129" y="41238"/>
                  </a:lnTo>
                  <a:lnTo>
                    <a:pt x="1904999" y="48422"/>
                  </a:lnTo>
                  <a:lnTo>
                    <a:pt x="1904999" y="2999576"/>
                  </a:lnTo>
                  <a:lnTo>
                    <a:pt x="1857908" y="3010969"/>
                  </a:lnTo>
                  <a:lnTo>
                    <a:pt x="1802949" y="3022252"/>
                  </a:lnTo>
                  <a:lnTo>
                    <a:pt x="1747614" y="3031504"/>
                  </a:lnTo>
                  <a:lnTo>
                    <a:pt x="1691978" y="3038713"/>
                  </a:lnTo>
                  <a:lnTo>
                    <a:pt x="1636112" y="3043869"/>
                  </a:lnTo>
                  <a:lnTo>
                    <a:pt x="1580092" y="3046966"/>
                  </a:lnTo>
                  <a:lnTo>
                    <a:pt x="1542702" y="3047999"/>
                  </a:lnTo>
                  <a:close/>
                </a:path>
              </a:pathLst>
            </a:custGeom>
            <a:solidFill>
              <a:srgbClr val="FF6A5B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44247" y="914399"/>
              <a:ext cx="133351" cy="1333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799" y="63817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8574"/>
                  </a:lnTo>
                  <a:lnTo>
                    <a:pt x="57149" y="32364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25500" y="577850"/>
            <a:ext cx="5140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4</a:t>
            </a:r>
            <a:r>
              <a:rPr dirty="0" sz="900" spc="3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4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G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145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50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145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50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G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799" y="594974"/>
            <a:ext cx="10765155" cy="5631180"/>
            <a:chOff x="685799" y="594974"/>
            <a:chExt cx="10765155" cy="56311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95873" y="594974"/>
              <a:ext cx="154658" cy="15463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1857374"/>
              <a:ext cx="457200" cy="2428875"/>
            </a:xfrm>
            <a:custGeom>
              <a:avLst/>
              <a:gdLst/>
              <a:ahLst/>
              <a:cxnLst/>
              <a:rect l="l" t="t" r="r" b="b"/>
              <a:pathLst>
                <a:path w="457200" h="2428875">
                  <a:moveTo>
                    <a:pt x="28575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28575" y="523875"/>
                  </a:lnTo>
                  <a:lnTo>
                    <a:pt x="28575" y="0"/>
                  </a:lnTo>
                  <a:close/>
                </a:path>
                <a:path w="457200" h="2428875">
                  <a:moveTo>
                    <a:pt x="457200" y="2412695"/>
                  </a:moveTo>
                  <a:lnTo>
                    <a:pt x="444817" y="2400300"/>
                  </a:lnTo>
                  <a:lnTo>
                    <a:pt x="12395" y="2400300"/>
                  </a:lnTo>
                  <a:lnTo>
                    <a:pt x="0" y="2412695"/>
                  </a:lnTo>
                  <a:lnTo>
                    <a:pt x="0" y="2414587"/>
                  </a:lnTo>
                  <a:lnTo>
                    <a:pt x="0" y="2416492"/>
                  </a:lnTo>
                  <a:lnTo>
                    <a:pt x="12395" y="2428875"/>
                  </a:lnTo>
                  <a:lnTo>
                    <a:pt x="444817" y="2428875"/>
                  </a:lnTo>
                  <a:lnTo>
                    <a:pt x="457200" y="2416492"/>
                  </a:lnTo>
                  <a:lnTo>
                    <a:pt x="457200" y="2412695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534274" y="2514599"/>
              <a:ext cx="9525" cy="2152650"/>
            </a:xfrm>
            <a:custGeom>
              <a:avLst/>
              <a:gdLst/>
              <a:ahLst/>
              <a:cxnLst/>
              <a:rect l="l" t="t" r="r" b="b"/>
              <a:pathLst>
                <a:path w="9525" h="2152650">
                  <a:moveTo>
                    <a:pt x="9524" y="2152649"/>
                  </a:moveTo>
                  <a:lnTo>
                    <a:pt x="0" y="21526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152649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7534" y="6172555"/>
              <a:ext cx="226060" cy="53975"/>
            </a:xfrm>
            <a:custGeom>
              <a:avLst/>
              <a:gdLst/>
              <a:ahLst/>
              <a:cxnLst/>
              <a:rect l="l" t="t" r="r" b="b"/>
              <a:pathLst>
                <a:path w="226059" h="53975">
                  <a:moveTo>
                    <a:pt x="30441" y="3479"/>
                  </a:moveTo>
                  <a:lnTo>
                    <a:pt x="2120" y="3479"/>
                  </a:lnTo>
                  <a:lnTo>
                    <a:pt x="2120" y="10871"/>
                  </a:lnTo>
                  <a:lnTo>
                    <a:pt x="2120" y="12915"/>
                  </a:lnTo>
                  <a:lnTo>
                    <a:pt x="30441" y="12915"/>
                  </a:lnTo>
                  <a:lnTo>
                    <a:pt x="30441" y="3479"/>
                  </a:lnTo>
                  <a:close/>
                </a:path>
                <a:path w="226059" h="53975">
                  <a:moveTo>
                    <a:pt x="48768" y="44005"/>
                  </a:moveTo>
                  <a:lnTo>
                    <a:pt x="20320" y="44005"/>
                  </a:lnTo>
                  <a:lnTo>
                    <a:pt x="20320" y="45161"/>
                  </a:lnTo>
                  <a:lnTo>
                    <a:pt x="20320" y="53416"/>
                  </a:lnTo>
                  <a:lnTo>
                    <a:pt x="48768" y="53416"/>
                  </a:lnTo>
                  <a:lnTo>
                    <a:pt x="48768" y="44005"/>
                  </a:lnTo>
                  <a:close/>
                </a:path>
                <a:path w="226059" h="53975">
                  <a:moveTo>
                    <a:pt x="50698" y="10375"/>
                  </a:moveTo>
                  <a:lnTo>
                    <a:pt x="43472" y="2908"/>
                  </a:lnTo>
                  <a:lnTo>
                    <a:pt x="27813" y="18529"/>
                  </a:lnTo>
                  <a:lnTo>
                    <a:pt x="0" y="46240"/>
                  </a:lnTo>
                  <a:lnTo>
                    <a:pt x="7480" y="53606"/>
                  </a:lnTo>
                  <a:lnTo>
                    <a:pt x="50698" y="10375"/>
                  </a:lnTo>
                  <a:close/>
                </a:path>
                <a:path w="226059" h="53975">
                  <a:moveTo>
                    <a:pt x="68491" y="0"/>
                  </a:moveTo>
                  <a:lnTo>
                    <a:pt x="58623" y="0"/>
                  </a:lnTo>
                  <a:lnTo>
                    <a:pt x="58623" y="52222"/>
                  </a:lnTo>
                  <a:lnTo>
                    <a:pt x="68491" y="52222"/>
                  </a:lnTo>
                  <a:lnTo>
                    <a:pt x="68491" y="0"/>
                  </a:lnTo>
                  <a:close/>
                </a:path>
                <a:path w="226059" h="53975">
                  <a:moveTo>
                    <a:pt x="111645" y="16789"/>
                  </a:moveTo>
                  <a:lnTo>
                    <a:pt x="103136" y="16789"/>
                  </a:lnTo>
                  <a:lnTo>
                    <a:pt x="102133" y="20281"/>
                  </a:lnTo>
                  <a:lnTo>
                    <a:pt x="101790" y="19850"/>
                  </a:lnTo>
                  <a:lnTo>
                    <a:pt x="101790" y="32715"/>
                  </a:lnTo>
                  <a:lnTo>
                    <a:pt x="101739" y="37858"/>
                  </a:lnTo>
                  <a:lnTo>
                    <a:pt x="100825" y="40309"/>
                  </a:lnTo>
                  <a:lnTo>
                    <a:pt x="97243" y="43484"/>
                  </a:lnTo>
                  <a:lnTo>
                    <a:pt x="95059" y="44284"/>
                  </a:lnTo>
                  <a:lnTo>
                    <a:pt x="91211" y="44284"/>
                  </a:lnTo>
                  <a:lnTo>
                    <a:pt x="89662" y="43954"/>
                  </a:lnTo>
                  <a:lnTo>
                    <a:pt x="89852" y="43954"/>
                  </a:lnTo>
                  <a:lnTo>
                    <a:pt x="87769" y="42976"/>
                  </a:lnTo>
                  <a:lnTo>
                    <a:pt x="83197" y="35814"/>
                  </a:lnTo>
                  <a:lnTo>
                    <a:pt x="83273" y="32715"/>
                  </a:lnTo>
                  <a:lnTo>
                    <a:pt x="90195" y="24752"/>
                  </a:lnTo>
                  <a:lnTo>
                    <a:pt x="90398" y="24752"/>
                  </a:lnTo>
                  <a:lnTo>
                    <a:pt x="91211" y="24561"/>
                  </a:lnTo>
                  <a:lnTo>
                    <a:pt x="93776" y="24561"/>
                  </a:lnTo>
                  <a:lnTo>
                    <a:pt x="94983" y="24752"/>
                  </a:lnTo>
                  <a:lnTo>
                    <a:pt x="101638" y="31826"/>
                  </a:lnTo>
                  <a:lnTo>
                    <a:pt x="101790" y="32715"/>
                  </a:lnTo>
                  <a:lnTo>
                    <a:pt x="93421" y="15786"/>
                  </a:lnTo>
                  <a:lnTo>
                    <a:pt x="88607" y="15786"/>
                  </a:lnTo>
                  <a:lnTo>
                    <a:pt x="73761" y="31165"/>
                  </a:lnTo>
                  <a:lnTo>
                    <a:pt x="73799" y="37858"/>
                  </a:lnTo>
                  <a:lnTo>
                    <a:pt x="88607" y="53073"/>
                  </a:lnTo>
                  <a:lnTo>
                    <a:pt x="93230" y="53073"/>
                  </a:lnTo>
                  <a:lnTo>
                    <a:pt x="95250" y="52768"/>
                  </a:lnTo>
                  <a:lnTo>
                    <a:pt x="99098" y="51523"/>
                  </a:lnTo>
                  <a:lnTo>
                    <a:pt x="100761" y="50292"/>
                  </a:lnTo>
                  <a:lnTo>
                    <a:pt x="102133" y="48437"/>
                  </a:lnTo>
                  <a:lnTo>
                    <a:pt x="103136" y="52222"/>
                  </a:lnTo>
                  <a:lnTo>
                    <a:pt x="111645" y="52222"/>
                  </a:lnTo>
                  <a:lnTo>
                    <a:pt x="111645" y="48437"/>
                  </a:lnTo>
                  <a:lnTo>
                    <a:pt x="111645" y="44284"/>
                  </a:lnTo>
                  <a:lnTo>
                    <a:pt x="111645" y="24561"/>
                  </a:lnTo>
                  <a:lnTo>
                    <a:pt x="111645" y="20281"/>
                  </a:lnTo>
                  <a:lnTo>
                    <a:pt x="111645" y="16789"/>
                  </a:lnTo>
                  <a:close/>
                </a:path>
                <a:path w="226059" h="53975">
                  <a:moveTo>
                    <a:pt x="155079" y="16789"/>
                  </a:moveTo>
                  <a:lnTo>
                    <a:pt x="146583" y="16789"/>
                  </a:lnTo>
                  <a:lnTo>
                    <a:pt x="145580" y="20281"/>
                  </a:lnTo>
                  <a:lnTo>
                    <a:pt x="145224" y="19837"/>
                  </a:lnTo>
                  <a:lnTo>
                    <a:pt x="145224" y="32715"/>
                  </a:lnTo>
                  <a:lnTo>
                    <a:pt x="145173" y="37858"/>
                  </a:lnTo>
                  <a:lnTo>
                    <a:pt x="144259" y="40309"/>
                  </a:lnTo>
                  <a:lnTo>
                    <a:pt x="140677" y="43484"/>
                  </a:lnTo>
                  <a:lnTo>
                    <a:pt x="138506" y="44284"/>
                  </a:lnTo>
                  <a:lnTo>
                    <a:pt x="134645" y="44284"/>
                  </a:lnTo>
                  <a:lnTo>
                    <a:pt x="133096" y="43954"/>
                  </a:lnTo>
                  <a:lnTo>
                    <a:pt x="133286" y="43954"/>
                  </a:lnTo>
                  <a:lnTo>
                    <a:pt x="131203" y="42976"/>
                  </a:lnTo>
                  <a:lnTo>
                    <a:pt x="126644" y="35814"/>
                  </a:lnTo>
                  <a:lnTo>
                    <a:pt x="126707" y="32715"/>
                  </a:lnTo>
                  <a:lnTo>
                    <a:pt x="133629" y="24752"/>
                  </a:lnTo>
                  <a:lnTo>
                    <a:pt x="133832" y="24752"/>
                  </a:lnTo>
                  <a:lnTo>
                    <a:pt x="134645" y="24561"/>
                  </a:lnTo>
                  <a:lnTo>
                    <a:pt x="137223" y="24561"/>
                  </a:lnTo>
                  <a:lnTo>
                    <a:pt x="138417" y="24752"/>
                  </a:lnTo>
                  <a:lnTo>
                    <a:pt x="145224" y="32715"/>
                  </a:lnTo>
                  <a:lnTo>
                    <a:pt x="145224" y="19837"/>
                  </a:lnTo>
                  <a:lnTo>
                    <a:pt x="144335" y="18707"/>
                  </a:lnTo>
                  <a:lnTo>
                    <a:pt x="142760" y="17564"/>
                  </a:lnTo>
                  <a:lnTo>
                    <a:pt x="138950" y="16141"/>
                  </a:lnTo>
                  <a:lnTo>
                    <a:pt x="136855" y="15786"/>
                  </a:lnTo>
                  <a:lnTo>
                    <a:pt x="132054" y="15786"/>
                  </a:lnTo>
                  <a:lnTo>
                    <a:pt x="117208" y="31165"/>
                  </a:lnTo>
                  <a:lnTo>
                    <a:pt x="117233" y="37858"/>
                  </a:lnTo>
                  <a:lnTo>
                    <a:pt x="132054" y="53073"/>
                  </a:lnTo>
                  <a:lnTo>
                    <a:pt x="136677" y="53073"/>
                  </a:lnTo>
                  <a:lnTo>
                    <a:pt x="138684" y="52768"/>
                  </a:lnTo>
                  <a:lnTo>
                    <a:pt x="142532" y="51523"/>
                  </a:lnTo>
                  <a:lnTo>
                    <a:pt x="144195" y="50292"/>
                  </a:lnTo>
                  <a:lnTo>
                    <a:pt x="145580" y="48437"/>
                  </a:lnTo>
                  <a:lnTo>
                    <a:pt x="146583" y="52222"/>
                  </a:lnTo>
                  <a:lnTo>
                    <a:pt x="155079" y="52222"/>
                  </a:lnTo>
                  <a:lnTo>
                    <a:pt x="155079" y="48437"/>
                  </a:lnTo>
                  <a:lnTo>
                    <a:pt x="155079" y="44284"/>
                  </a:lnTo>
                  <a:lnTo>
                    <a:pt x="155079" y="24561"/>
                  </a:lnTo>
                  <a:lnTo>
                    <a:pt x="155079" y="20281"/>
                  </a:lnTo>
                  <a:lnTo>
                    <a:pt x="155079" y="16789"/>
                  </a:lnTo>
                  <a:close/>
                </a:path>
                <a:path w="226059" h="53975">
                  <a:moveTo>
                    <a:pt x="187299" y="16713"/>
                  </a:moveTo>
                  <a:lnTo>
                    <a:pt x="185153" y="16141"/>
                  </a:lnTo>
                  <a:lnTo>
                    <a:pt x="183273" y="15862"/>
                  </a:lnTo>
                  <a:lnTo>
                    <a:pt x="180276" y="15862"/>
                  </a:lnTo>
                  <a:lnTo>
                    <a:pt x="171157" y="21704"/>
                  </a:lnTo>
                  <a:lnTo>
                    <a:pt x="170218" y="16789"/>
                  </a:lnTo>
                  <a:lnTo>
                    <a:pt x="161302" y="16789"/>
                  </a:lnTo>
                  <a:lnTo>
                    <a:pt x="161302" y="52222"/>
                  </a:lnTo>
                  <a:lnTo>
                    <a:pt x="171157" y="52222"/>
                  </a:lnTo>
                  <a:lnTo>
                    <a:pt x="171157" y="32194"/>
                  </a:lnTo>
                  <a:lnTo>
                    <a:pt x="171437" y="31038"/>
                  </a:lnTo>
                  <a:lnTo>
                    <a:pt x="180416" y="24777"/>
                  </a:lnTo>
                  <a:lnTo>
                    <a:pt x="182372" y="24777"/>
                  </a:lnTo>
                  <a:lnTo>
                    <a:pt x="185331" y="25285"/>
                  </a:lnTo>
                  <a:lnTo>
                    <a:pt x="185851" y="25412"/>
                  </a:lnTo>
                  <a:lnTo>
                    <a:pt x="186372" y="25488"/>
                  </a:lnTo>
                  <a:lnTo>
                    <a:pt x="187299" y="16713"/>
                  </a:lnTo>
                  <a:close/>
                </a:path>
                <a:path w="226059" h="53975">
                  <a:moveTo>
                    <a:pt x="225450" y="52222"/>
                  </a:moveTo>
                  <a:lnTo>
                    <a:pt x="210527" y="31496"/>
                  </a:lnTo>
                  <a:lnTo>
                    <a:pt x="224307" y="16789"/>
                  </a:lnTo>
                  <a:lnTo>
                    <a:pt x="212305" y="16789"/>
                  </a:lnTo>
                  <a:lnTo>
                    <a:pt x="200799" y="29006"/>
                  </a:lnTo>
                  <a:lnTo>
                    <a:pt x="200799" y="63"/>
                  </a:lnTo>
                  <a:lnTo>
                    <a:pt x="190944" y="63"/>
                  </a:lnTo>
                  <a:lnTo>
                    <a:pt x="190944" y="52222"/>
                  </a:lnTo>
                  <a:lnTo>
                    <a:pt x="200799" y="52222"/>
                  </a:lnTo>
                  <a:lnTo>
                    <a:pt x="200799" y="41859"/>
                  </a:lnTo>
                  <a:lnTo>
                    <a:pt x="204304" y="38074"/>
                  </a:lnTo>
                  <a:lnTo>
                    <a:pt x="213664" y="52222"/>
                  </a:lnTo>
                  <a:lnTo>
                    <a:pt x="225450" y="52222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54075" y="1854200"/>
            <a:ext cx="381698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i="1">
                <a:solidFill>
                  <a:srgbClr val="4A4E6A"/>
                </a:solidFill>
                <a:latin typeface="Trebuchet MS"/>
                <a:cs typeface="Trebuchet MS"/>
              </a:rPr>
              <a:t>"The</a:t>
            </a:r>
            <a:r>
              <a:rPr dirty="0" sz="1500" spc="-105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95" i="1">
                <a:solidFill>
                  <a:srgbClr val="4A4E6A"/>
                </a:solidFill>
                <a:latin typeface="Trebuchet MS"/>
                <a:cs typeface="Trebuchet MS"/>
              </a:rPr>
              <a:t>best</a:t>
            </a:r>
            <a:r>
              <a:rPr dirty="0" sz="1500" spc="-105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60" i="1">
                <a:solidFill>
                  <a:srgbClr val="4A4E6A"/>
                </a:solidFill>
                <a:latin typeface="Trebuchet MS"/>
                <a:cs typeface="Trebuchet MS"/>
              </a:rPr>
              <a:t>way</a:t>
            </a:r>
            <a:r>
              <a:rPr dirty="0" sz="1500" spc="-100" i="1">
                <a:solidFill>
                  <a:srgbClr val="4A4E6A"/>
                </a:solidFill>
                <a:latin typeface="Trebuchet MS"/>
                <a:cs typeface="Trebuchet MS"/>
              </a:rPr>
              <a:t> to</a:t>
            </a:r>
            <a:r>
              <a:rPr dirty="0" sz="1500" spc="-105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110" i="1">
                <a:solidFill>
                  <a:srgbClr val="4A4E6A"/>
                </a:solidFill>
                <a:latin typeface="Trebuchet MS"/>
                <a:cs typeface="Trebuchet MS"/>
              </a:rPr>
              <a:t>predict</a:t>
            </a:r>
            <a:r>
              <a:rPr dirty="0" sz="1500" spc="-100" i="1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1500" spc="-105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114" i="1">
                <a:solidFill>
                  <a:srgbClr val="4A4E6A"/>
                </a:solidFill>
                <a:latin typeface="Trebuchet MS"/>
                <a:cs typeface="Trebuchet MS"/>
              </a:rPr>
              <a:t>future</a:t>
            </a:r>
            <a:r>
              <a:rPr dirty="0" sz="1500" spc="-100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90" i="1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1500" spc="-105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100" i="1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1500" spc="-105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110" i="1">
                <a:solidFill>
                  <a:srgbClr val="4A4E6A"/>
                </a:solidFill>
                <a:latin typeface="Trebuchet MS"/>
                <a:cs typeface="Trebuchet MS"/>
              </a:rPr>
              <a:t>invent</a:t>
            </a:r>
            <a:r>
              <a:rPr dirty="0" sz="1500" spc="-100" i="1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00" spc="-20" i="1">
                <a:solidFill>
                  <a:srgbClr val="4A4E6A"/>
                </a:solidFill>
                <a:latin typeface="Trebuchet MS"/>
                <a:cs typeface="Trebuchet MS"/>
              </a:rPr>
              <a:t>it."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950" b="1">
                <a:solidFill>
                  <a:srgbClr val="797E94"/>
                </a:solidFill>
                <a:latin typeface="Tahoma"/>
                <a:cs typeface="Tahoma"/>
              </a:rPr>
              <a:t>—</a:t>
            </a:r>
            <a:r>
              <a:rPr dirty="0" sz="950" spc="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797E94"/>
                </a:solidFill>
                <a:latin typeface="Tahoma"/>
                <a:cs typeface="Tahoma"/>
              </a:rPr>
              <a:t>ALAN</a:t>
            </a:r>
            <a:r>
              <a:rPr dirty="0" sz="950" spc="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50" spc="-65" b="1">
                <a:solidFill>
                  <a:srgbClr val="797E94"/>
                </a:solidFill>
                <a:latin typeface="Tahoma"/>
                <a:cs typeface="Tahoma"/>
              </a:rPr>
              <a:t>KAY,</a:t>
            </a:r>
            <a:r>
              <a:rPr dirty="0" sz="950" spc="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50" spc="-20" b="1">
                <a:solidFill>
                  <a:srgbClr val="797E94"/>
                </a:solidFill>
                <a:latin typeface="Tahoma"/>
                <a:cs typeface="Tahoma"/>
              </a:rPr>
              <a:t>1971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099" y="2492375"/>
            <a:ext cx="2815590" cy="1570355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 marR="5080">
              <a:lnSpc>
                <a:spcPct val="77900"/>
              </a:lnSpc>
              <a:spcBef>
                <a:spcPts val="1610"/>
              </a:spcBef>
            </a:pPr>
            <a:r>
              <a:rPr dirty="0" sz="5700" spc="-550" b="1">
                <a:solidFill>
                  <a:srgbClr val="293283"/>
                </a:solidFill>
                <a:latin typeface="Tahoma"/>
                <a:cs typeface="Tahoma"/>
              </a:rPr>
              <a:t>Meet </a:t>
            </a:r>
            <a:r>
              <a:rPr dirty="0" sz="5700" spc="-660" b="1">
                <a:solidFill>
                  <a:srgbClr val="293283"/>
                </a:solidFill>
                <a:latin typeface="Tahoma"/>
                <a:cs typeface="Tahoma"/>
              </a:rPr>
              <a:t>Streamlit.</a:t>
            </a:r>
            <a:endParaRPr sz="5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3099" y="4439284"/>
            <a:ext cx="5725795" cy="8636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60"/>
              </a:spcBef>
            </a:pP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Today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stops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being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scripts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print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0">
                <a:solidFill>
                  <a:srgbClr val="4A4E6A"/>
                </a:solidFill>
                <a:latin typeface="Tahoma"/>
                <a:cs typeface="Tahoma"/>
              </a:rPr>
              <a:t>terminal.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4A4E6A"/>
                </a:solidFill>
                <a:latin typeface="Tahoma"/>
                <a:cs typeface="Tahoma"/>
              </a:rPr>
              <a:t>It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becomes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4A4E6A"/>
                </a:solidFill>
                <a:latin typeface="Tahoma"/>
                <a:cs typeface="Tahoma"/>
              </a:rPr>
              <a:t>people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90">
                <a:solidFill>
                  <a:srgbClr val="4A4E6A"/>
                </a:solidFill>
                <a:latin typeface="Tahoma"/>
                <a:cs typeface="Tahoma"/>
              </a:rPr>
              <a:t>can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0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through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5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90">
                <a:solidFill>
                  <a:srgbClr val="4A4E6A"/>
                </a:solidFill>
                <a:latin typeface="Tahoma"/>
                <a:cs typeface="Tahoma"/>
              </a:rPr>
              <a:t>browser,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HTML,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55">
                <a:solidFill>
                  <a:srgbClr val="4A4E6A"/>
                </a:solidFill>
                <a:latin typeface="Tahoma"/>
                <a:cs typeface="Tahoma"/>
              </a:rPr>
              <a:t>CSS,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95">
                <a:solidFill>
                  <a:srgbClr val="4A4E6A"/>
                </a:solidFill>
                <a:latin typeface="Tahoma"/>
                <a:cs typeface="Tahoma"/>
              </a:rPr>
              <a:t>JavaScript.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0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Python.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67625" y="2450464"/>
            <a:ext cx="1572260" cy="556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G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175" b="1">
                <a:solidFill>
                  <a:srgbClr val="293283"/>
                </a:solidFill>
                <a:latin typeface="Tahoma"/>
                <a:cs typeface="Tahoma"/>
              </a:rPr>
              <a:t>Python</a:t>
            </a:r>
            <a:r>
              <a:rPr dirty="0" sz="165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75" b="1">
                <a:solidFill>
                  <a:srgbClr val="293283"/>
                </a:solidFill>
                <a:latin typeface="Tahoma"/>
                <a:cs typeface="Tahoma"/>
              </a:rPr>
              <a:t>Internship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7625" y="3311525"/>
            <a:ext cx="4146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25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18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7625" y="3549650"/>
            <a:ext cx="55499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75" b="1">
                <a:solidFill>
                  <a:srgbClr val="293283"/>
                </a:solidFill>
                <a:latin typeface="Tahoma"/>
                <a:cs typeface="Tahoma"/>
              </a:rPr>
              <a:t>Zlaark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67625" y="4079239"/>
            <a:ext cx="613410" cy="556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229" b="1">
                <a:solidFill>
                  <a:srgbClr val="293283"/>
                </a:solidFill>
                <a:latin typeface="Tahoma"/>
                <a:cs typeface="Tahoma"/>
              </a:rPr>
              <a:t>4</a:t>
            </a:r>
            <a:r>
              <a:rPr dirty="0" sz="16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30" b="1">
                <a:solidFill>
                  <a:srgbClr val="293283"/>
                </a:solidFill>
                <a:latin typeface="Tahoma"/>
                <a:cs typeface="Tahoma"/>
              </a:rPr>
              <a:t>of</a:t>
            </a:r>
            <a:r>
              <a:rPr dirty="0" sz="16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90" b="1">
                <a:solidFill>
                  <a:srgbClr val="293283"/>
                </a:solidFill>
                <a:latin typeface="Tahoma"/>
                <a:cs typeface="Tahoma"/>
              </a:rPr>
              <a:t>24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01869" y="6102349"/>
            <a:ext cx="89725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3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1</a:t>
            </a:r>
            <a:r>
              <a:rPr dirty="0" sz="950" spc="2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0">
                <a:solidFill>
                  <a:srgbClr val="4A4E6A"/>
                </a:solidFill>
                <a:latin typeface="Tahoma"/>
                <a:cs typeface="Tahoma"/>
              </a:rPr>
              <a:t>J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U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LY</a:t>
            </a:r>
            <a:r>
              <a:rPr dirty="0" sz="950" spc="2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0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9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6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8800" y="-69849"/>
            <a:ext cx="1358900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0" spc="-50" b="1">
                <a:solidFill>
                  <a:srgbClr val="FEE7E5"/>
                </a:solidFill>
                <a:latin typeface="Times New Roman"/>
                <a:cs typeface="Times New Roman"/>
              </a:rPr>
              <a:t>“</a:t>
            </a:r>
            <a:endParaRPr sz="2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5044" y="4502150"/>
            <a:ext cx="1358900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0" spc="-50" b="1">
                <a:solidFill>
                  <a:srgbClr val="FEEFEE"/>
                </a:solidFill>
                <a:latin typeface="Times New Roman"/>
                <a:cs typeface="Times New Roman"/>
              </a:rPr>
              <a:t>”</a:t>
            </a:r>
            <a:endParaRPr sz="2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9031" y="292100"/>
            <a:ext cx="19411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800" spc="1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800" spc="160" b="1">
                <a:solidFill>
                  <a:srgbClr val="797E94"/>
                </a:solidFill>
                <a:latin typeface="Tahoma"/>
                <a:cs typeface="Tahoma"/>
              </a:rPr>
              <a:t> 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160" b="1">
                <a:solidFill>
                  <a:srgbClr val="797E94"/>
                </a:solidFill>
                <a:latin typeface="Tahoma"/>
                <a:cs typeface="Tahoma"/>
              </a:rPr>
              <a:t> 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8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F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962149"/>
            <a:ext cx="6858000" cy="2990850"/>
            <a:chOff x="685799" y="1962149"/>
            <a:chExt cx="6858000" cy="2990850"/>
          </a:xfrm>
        </p:grpSpPr>
        <p:sp>
          <p:nvSpPr>
            <p:cNvPr id="7" name="object 7"/>
            <p:cNvSpPr/>
            <p:nvPr/>
          </p:nvSpPr>
          <p:spPr>
            <a:xfrm>
              <a:off x="685787" y="1962149"/>
              <a:ext cx="457200" cy="1533525"/>
            </a:xfrm>
            <a:custGeom>
              <a:avLst/>
              <a:gdLst/>
              <a:ahLst/>
              <a:cxnLst/>
              <a:rect l="l" t="t" r="r" b="b"/>
              <a:pathLst>
                <a:path w="457200" h="1533525">
                  <a:moveTo>
                    <a:pt x="3048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04800" y="19050"/>
                  </a:lnTo>
                  <a:lnTo>
                    <a:pt x="304800" y="0"/>
                  </a:lnTo>
                  <a:close/>
                </a:path>
                <a:path w="457200" h="1533525">
                  <a:moveTo>
                    <a:pt x="457200" y="1514475"/>
                  </a:moveTo>
                  <a:lnTo>
                    <a:pt x="0" y="1514475"/>
                  </a:lnTo>
                  <a:lnTo>
                    <a:pt x="0" y="1533525"/>
                  </a:lnTo>
                  <a:lnTo>
                    <a:pt x="457200" y="1533525"/>
                  </a:lnTo>
                  <a:lnTo>
                    <a:pt x="457200" y="1514475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3952874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6857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857999" y="0"/>
                  </a:lnTo>
                  <a:lnTo>
                    <a:pt x="6857999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38449" y="4752974"/>
              <a:ext cx="1638300" cy="200025"/>
            </a:xfrm>
            <a:custGeom>
              <a:avLst/>
              <a:gdLst/>
              <a:ahLst/>
              <a:cxnLst/>
              <a:rect l="l" t="t" r="r" b="b"/>
              <a:pathLst>
                <a:path w="1638300" h="200025">
                  <a:moveTo>
                    <a:pt x="1613514" y="200024"/>
                  </a:moveTo>
                  <a:lnTo>
                    <a:pt x="24785" y="200024"/>
                  </a:lnTo>
                  <a:lnTo>
                    <a:pt x="21140" y="199299"/>
                  </a:lnTo>
                  <a:lnTo>
                    <a:pt x="0" y="175238"/>
                  </a:lnTo>
                  <a:lnTo>
                    <a:pt x="0" y="1714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613514" y="0"/>
                  </a:lnTo>
                  <a:lnTo>
                    <a:pt x="1638299" y="24785"/>
                  </a:lnTo>
                  <a:lnTo>
                    <a:pt x="1638299" y="175238"/>
                  </a:lnTo>
                  <a:lnTo>
                    <a:pt x="1617159" y="199299"/>
                  </a:lnTo>
                  <a:lnTo>
                    <a:pt x="1613514" y="20002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92200" y="1882775"/>
            <a:ext cx="10991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 O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 Y</a:t>
            </a:r>
            <a:r>
              <a:rPr dirty="0" sz="900" spc="-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Tahoma"/>
                <a:cs typeface="Tahoma"/>
              </a:rPr>
              <a:t>’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2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3099" y="2339975"/>
            <a:ext cx="1015682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515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475" b="1">
                <a:solidFill>
                  <a:srgbClr val="293283"/>
                </a:solidFill>
                <a:latin typeface="Tahoma"/>
                <a:cs typeface="Tahoma"/>
              </a:rPr>
              <a:t>best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605" b="1">
                <a:solidFill>
                  <a:srgbClr val="293283"/>
                </a:solidFill>
                <a:latin typeface="Tahoma"/>
                <a:cs typeface="Tahoma"/>
              </a:rPr>
              <a:t>way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380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445" b="1">
                <a:solidFill>
                  <a:srgbClr val="293283"/>
                </a:solidFill>
                <a:latin typeface="Tahoma"/>
                <a:cs typeface="Tahoma"/>
              </a:rPr>
              <a:t>predict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445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4200" spc="-43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455" b="1">
                <a:solidFill>
                  <a:srgbClr val="293283"/>
                </a:solidFill>
                <a:latin typeface="Tahoma"/>
                <a:cs typeface="Tahoma"/>
              </a:rPr>
              <a:t>future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415" b="1">
                <a:solidFill>
                  <a:srgbClr val="293283"/>
                </a:solidFill>
                <a:latin typeface="Tahoma"/>
                <a:cs typeface="Tahoma"/>
              </a:rPr>
              <a:t>is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380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4200" spc="-4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4200" spc="-100" b="1" i="1">
                <a:solidFill>
                  <a:srgbClr val="FF6A5B"/>
                </a:solidFill>
                <a:latin typeface="Calibri"/>
                <a:cs typeface="Calibri"/>
              </a:rPr>
              <a:t>invent</a:t>
            </a:r>
            <a:r>
              <a:rPr dirty="0" sz="4200" spc="-160" b="1" i="1">
                <a:solidFill>
                  <a:srgbClr val="FF6A5B"/>
                </a:solidFill>
                <a:latin typeface="Calibri"/>
                <a:cs typeface="Calibri"/>
              </a:rPr>
              <a:t> </a:t>
            </a:r>
            <a:r>
              <a:rPr dirty="0" sz="4200" spc="-330" b="1">
                <a:solidFill>
                  <a:srgbClr val="293283"/>
                </a:solidFill>
                <a:latin typeface="Tahoma"/>
                <a:cs typeface="Tahoma"/>
              </a:rPr>
              <a:t>it.</a:t>
            </a:r>
            <a:endParaRPr sz="4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2699" y="3349625"/>
            <a:ext cx="8026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5" b="1">
                <a:solidFill>
                  <a:srgbClr val="293283"/>
                </a:solidFill>
                <a:latin typeface="Tahoma"/>
                <a:cs typeface="Tahoma"/>
              </a:rPr>
              <a:t>ALAN</a:t>
            </a:r>
            <a:r>
              <a:rPr dirty="0" sz="1350" spc="-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350" spc="-135" b="1">
                <a:solidFill>
                  <a:srgbClr val="293283"/>
                </a:solidFill>
                <a:latin typeface="Tahoma"/>
                <a:cs typeface="Tahoma"/>
              </a:rPr>
              <a:t>KAY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22251" y="3368675"/>
            <a:ext cx="1377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95" i="1">
                <a:solidFill>
                  <a:srgbClr val="797E94"/>
                </a:solidFill>
                <a:latin typeface="Trebuchet MS"/>
                <a:cs typeface="Trebuchet MS"/>
              </a:rPr>
              <a:t>—</a:t>
            </a:r>
            <a:r>
              <a:rPr dirty="0" sz="1200" spc="-2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200" spc="-30" i="1">
                <a:solidFill>
                  <a:srgbClr val="797E94"/>
                </a:solidFill>
                <a:latin typeface="Trebuchet MS"/>
                <a:cs typeface="Trebuchet MS"/>
              </a:rPr>
              <a:t>Xerox</a:t>
            </a:r>
            <a:r>
              <a:rPr dirty="0" sz="120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200" spc="-50" i="1">
                <a:solidFill>
                  <a:srgbClr val="797E94"/>
                </a:solidFill>
                <a:latin typeface="Trebuchet MS"/>
                <a:cs typeface="Trebuchet MS"/>
              </a:rPr>
              <a:t>PARC,</a:t>
            </a:r>
            <a:r>
              <a:rPr dirty="0" sz="120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200" spc="-20" i="1">
                <a:solidFill>
                  <a:srgbClr val="797E94"/>
                </a:solidFill>
                <a:latin typeface="Trebuchet MS"/>
                <a:cs typeface="Trebuchet MS"/>
              </a:rPr>
              <a:t>1971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099" y="4134484"/>
            <a:ext cx="6821805" cy="796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dirty="0" sz="1250" spc="-40">
                <a:solidFill>
                  <a:srgbClr val="4A4E6A"/>
                </a:solidFill>
                <a:latin typeface="Tahoma"/>
                <a:cs typeface="Tahoma"/>
              </a:rPr>
              <a:t>Alan</a:t>
            </a:r>
            <a:r>
              <a:rPr dirty="0" sz="12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Kay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invented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graphical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interface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2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windows,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icons,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mouse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5">
                <a:solidFill>
                  <a:srgbClr val="4A4E6A"/>
                </a:solidFill>
                <a:latin typeface="Tahoma"/>
                <a:cs typeface="Tahoma"/>
              </a:rPr>
              <a:t>you’ve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5">
                <a:solidFill>
                  <a:srgbClr val="4A4E6A"/>
                </a:solidFill>
                <a:latin typeface="Tahoma"/>
                <a:cs typeface="Tahoma"/>
              </a:rPr>
              <a:t>used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12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4A4E6A"/>
                </a:solidFill>
                <a:latin typeface="Tahoma"/>
                <a:cs typeface="Tahoma"/>
              </a:rPr>
              <a:t>whole </a:t>
            </a:r>
            <a:r>
              <a:rPr dirty="0" sz="1250" spc="-40">
                <a:solidFill>
                  <a:srgbClr val="4A4E6A"/>
                </a:solidFill>
                <a:latin typeface="Tahoma"/>
                <a:cs typeface="Tahoma"/>
              </a:rPr>
              <a:t>life.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100">
                <a:solidFill>
                  <a:srgbClr val="4A4E6A"/>
                </a:solidFill>
                <a:latin typeface="Tahoma"/>
                <a:cs typeface="Tahoma"/>
              </a:rPr>
              <a:t>Today,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0">
                <a:solidFill>
                  <a:srgbClr val="4A4E6A"/>
                </a:solidFill>
                <a:latin typeface="Tahoma"/>
                <a:cs typeface="Tahoma"/>
              </a:rPr>
              <a:t>build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12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110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2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55" b="1">
                <a:solidFill>
                  <a:srgbClr val="293283"/>
                </a:solidFill>
                <a:latin typeface="Tahoma"/>
                <a:cs typeface="Tahoma"/>
              </a:rPr>
              <a:t>UI</a:t>
            </a:r>
            <a:r>
              <a:rPr dirty="0" sz="1250" spc="-15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HTML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4A4E6A"/>
                </a:solidFill>
                <a:latin typeface="Tahoma"/>
                <a:cs typeface="Tahoma"/>
              </a:rPr>
              <a:t>or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65">
                <a:solidFill>
                  <a:srgbClr val="4A4E6A"/>
                </a:solidFill>
                <a:latin typeface="Tahoma"/>
                <a:cs typeface="Tahoma"/>
              </a:rPr>
              <a:t>JavaScript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Python,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Streamlit.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7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5">
                <a:solidFill>
                  <a:srgbClr val="4A4E6A"/>
                </a:solidFill>
                <a:latin typeface="Tahoma"/>
                <a:cs typeface="Tahoma"/>
              </a:rPr>
              <a:t>future</a:t>
            </a:r>
            <a:r>
              <a:rPr dirty="0" sz="12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4A4E6A"/>
                </a:solidFill>
                <a:latin typeface="Tahoma"/>
                <a:cs typeface="Tahoma"/>
              </a:rPr>
              <a:t>of </a:t>
            </a:r>
            <a:r>
              <a:rPr dirty="0" sz="1250" spc="-4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12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0">
                <a:solidFill>
                  <a:srgbClr val="4A4E6A"/>
                </a:solidFill>
                <a:latin typeface="Tahoma"/>
                <a:cs typeface="Tahoma"/>
              </a:rPr>
              <a:t>project</a:t>
            </a:r>
            <a:r>
              <a:rPr dirty="0" sz="12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starts</a:t>
            </a:r>
            <a:r>
              <a:rPr dirty="0" sz="12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12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0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1250" spc="-114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4A4E6A"/>
                </a:solidFill>
                <a:latin typeface="Tahoma"/>
                <a:cs typeface="Tahoma"/>
              </a:rPr>
              <a:t>line:</a:t>
            </a:r>
            <a:r>
              <a:rPr dirty="0" sz="1250" spc="3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93283"/>
                </a:solidFill>
                <a:latin typeface="Courier New"/>
                <a:cs typeface="Courier New"/>
              </a:rPr>
              <a:t>st.title("My</a:t>
            </a:r>
            <a:r>
              <a:rPr dirty="0" sz="1100" spc="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293283"/>
                </a:solidFill>
                <a:latin typeface="Courier New"/>
                <a:cs typeface="Courier New"/>
              </a:rPr>
              <a:t>App")</a:t>
            </a:r>
            <a:r>
              <a:rPr dirty="0" sz="1100" spc="-22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250" spc="-5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1366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G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AY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570229"/>
            <a:ext cx="6929120" cy="916940"/>
          </a:xfrm>
          <a:prstGeom prst="rect"/>
        </p:spPr>
        <p:txBody>
          <a:bodyPr wrap="square" lIns="0" tIns="229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2850" spc="-380"/>
              <a:t>How</a:t>
            </a:r>
            <a:r>
              <a:rPr dirty="0" sz="2850" spc="-240"/>
              <a:t> </a:t>
            </a:r>
            <a:r>
              <a:rPr dirty="0" sz="2850" spc="-260"/>
              <a:t>we'll</a:t>
            </a:r>
            <a:r>
              <a:rPr dirty="0" sz="2850" spc="-245"/>
              <a:t> </a:t>
            </a:r>
            <a:r>
              <a:rPr dirty="0" sz="2850" spc="-320"/>
              <a:t>spend</a:t>
            </a:r>
            <a:r>
              <a:rPr dirty="0" sz="2850" spc="-240"/>
              <a:t> </a:t>
            </a:r>
            <a:r>
              <a:rPr dirty="0" sz="2850" spc="-285"/>
              <a:t>our</a:t>
            </a:r>
            <a:r>
              <a:rPr dirty="0" sz="2850" spc="-245"/>
              <a:t> </a:t>
            </a:r>
            <a:r>
              <a:rPr dirty="0" sz="2850" spc="-400"/>
              <a:t>90</a:t>
            </a:r>
            <a:r>
              <a:rPr dirty="0" sz="2850" spc="-240"/>
              <a:t> </a:t>
            </a:r>
            <a:r>
              <a:rPr dirty="0" sz="2850" spc="-315"/>
              <a:t>minutes</a:t>
            </a:r>
            <a:r>
              <a:rPr dirty="0" sz="2850" spc="-245"/>
              <a:t> </a:t>
            </a:r>
            <a:r>
              <a:rPr dirty="0" sz="2850" spc="-325"/>
              <a:t>today.</a:t>
            </a:r>
            <a:endParaRPr sz="2850"/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050" spc="-10" b="0">
                <a:solidFill>
                  <a:srgbClr val="797E94"/>
                </a:solidFill>
                <a:latin typeface="Tahoma"/>
                <a:cs typeface="Tahoma"/>
              </a:rPr>
              <a:t>More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keyboard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797E94"/>
                </a:solidFill>
                <a:latin typeface="Tahoma"/>
                <a:cs typeface="Tahoma"/>
              </a:rPr>
              <a:t>than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80" b="0">
                <a:solidFill>
                  <a:srgbClr val="797E94"/>
                </a:solidFill>
                <a:latin typeface="Tahoma"/>
                <a:cs typeface="Tahoma"/>
              </a:rPr>
              <a:t>Day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3.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90" b="0">
                <a:solidFill>
                  <a:srgbClr val="797E94"/>
                </a:solidFill>
                <a:latin typeface="Tahoma"/>
                <a:cs typeface="Tahoma"/>
              </a:rPr>
              <a:t>Today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797E94"/>
                </a:solidFill>
                <a:latin typeface="Tahoma"/>
                <a:cs typeface="Tahoma"/>
              </a:rPr>
              <a:t>is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ahoma"/>
                <a:cs typeface="Tahoma"/>
              </a:rPr>
              <a:t>day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797E94"/>
                </a:solidFill>
                <a:latin typeface="Tahoma"/>
                <a:cs typeface="Tahoma"/>
              </a:rPr>
              <a:t>your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Python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becomes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something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you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can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see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ahoma"/>
                <a:cs typeface="Tahoma"/>
              </a:rPr>
              <a:t>and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click.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ahoma"/>
                <a:cs typeface="Tahoma"/>
              </a:rPr>
              <a:t>Every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797E94"/>
                </a:solidFill>
                <a:latin typeface="Tahoma"/>
                <a:cs typeface="Tahoma"/>
              </a:rPr>
              <a:t>concept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797E94"/>
                </a:solidFill>
                <a:latin typeface="Tahoma"/>
                <a:cs typeface="Tahoma"/>
              </a:rPr>
              <a:t>gets</a:t>
            </a:r>
            <a:r>
              <a:rPr dirty="0" sz="1050" spc="-75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ahoma"/>
                <a:cs typeface="Tahoma"/>
              </a:rPr>
              <a:t>typed</a:t>
            </a:r>
            <a:r>
              <a:rPr dirty="0" sz="1050" spc="-70" b="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1050" spc="-10" b="0">
                <a:solidFill>
                  <a:srgbClr val="797E94"/>
                </a:solidFill>
                <a:latin typeface="Tahoma"/>
                <a:cs typeface="Tahoma"/>
              </a:rPr>
              <a:t>live.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2066" y="1035050"/>
            <a:ext cx="777875" cy="4502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3510">
              <a:lnSpc>
                <a:spcPts val="880"/>
              </a:lnSpc>
              <a:spcBef>
                <a:spcPts val="125"/>
              </a:spcBef>
            </a:pP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D</a:t>
            </a:r>
            <a:r>
              <a:rPr dirty="0" sz="800" spc="-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U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R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A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T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I</a:t>
            </a:r>
            <a:r>
              <a:rPr dirty="0" sz="800" spc="-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O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2440"/>
              </a:lnSpc>
            </a:pPr>
            <a:r>
              <a:rPr dirty="0" sz="2100" spc="-290" b="1">
                <a:solidFill>
                  <a:srgbClr val="293283"/>
                </a:solidFill>
                <a:latin typeface="Tahoma"/>
                <a:cs typeface="Tahoma"/>
              </a:rPr>
              <a:t>90</a:t>
            </a:r>
            <a:r>
              <a:rPr dirty="0" sz="2100" spc="-1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2100" spc="-200" b="1">
                <a:solidFill>
                  <a:srgbClr val="293283"/>
                </a:solidFill>
                <a:latin typeface="Tahoma"/>
                <a:cs typeface="Tahoma"/>
              </a:rPr>
              <a:t>min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714499"/>
            <a:ext cx="3505200" cy="2228850"/>
            <a:chOff x="685799" y="1714499"/>
            <a:chExt cx="3505200" cy="2228850"/>
          </a:xfrm>
        </p:grpSpPr>
        <p:sp>
          <p:nvSpPr>
            <p:cNvPr id="7" name="object 7"/>
            <p:cNvSpPr/>
            <p:nvPr/>
          </p:nvSpPr>
          <p:spPr>
            <a:xfrm>
              <a:off x="690562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4" y="2219324"/>
                  </a:lnTo>
                  <a:lnTo>
                    <a:pt x="111782" y="2218501"/>
                  </a:lnTo>
                  <a:lnTo>
                    <a:pt x="71578" y="2206305"/>
                  </a:lnTo>
                  <a:lnTo>
                    <a:pt x="31692" y="2175692"/>
                  </a:lnTo>
                  <a:lnTo>
                    <a:pt x="6557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9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4" y="2147745"/>
                  </a:lnTo>
                  <a:lnTo>
                    <a:pt x="3452041" y="2187632"/>
                  </a:lnTo>
                  <a:lnTo>
                    <a:pt x="3408494" y="2212767"/>
                  </a:lnTo>
                  <a:lnTo>
                    <a:pt x="3383892" y="2218501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424095" y="13018"/>
                  </a:lnTo>
                  <a:lnTo>
                    <a:pt x="3438526" y="21670"/>
                  </a:lnTo>
                  <a:lnTo>
                    <a:pt x="3445546" y="26361"/>
                  </a:lnTo>
                  <a:lnTo>
                    <a:pt x="3452041" y="31691"/>
                  </a:lnTo>
                  <a:lnTo>
                    <a:pt x="3458012" y="37662"/>
                  </a:lnTo>
                  <a:lnTo>
                    <a:pt x="3463982" y="43632"/>
                  </a:lnTo>
                  <a:lnTo>
                    <a:pt x="3485886" y="79379"/>
                  </a:lnTo>
                  <a:lnTo>
                    <a:pt x="3489117" y="87179"/>
                  </a:lnTo>
                  <a:lnTo>
                    <a:pt x="3491556" y="95220"/>
                  </a:lnTo>
                  <a:lnTo>
                    <a:pt x="3493203" y="103501"/>
                  </a:lnTo>
                  <a:lnTo>
                    <a:pt x="3494850" y="111782"/>
                  </a:lnTo>
                  <a:lnTo>
                    <a:pt x="3495674" y="120144"/>
                  </a:lnTo>
                  <a:lnTo>
                    <a:pt x="3495674" y="128587"/>
                  </a:lnTo>
                  <a:lnTo>
                    <a:pt x="3495674" y="2090737"/>
                  </a:lnTo>
                  <a:lnTo>
                    <a:pt x="3495674" y="2099180"/>
                  </a:lnTo>
                  <a:lnTo>
                    <a:pt x="3494850" y="2107542"/>
                  </a:lnTo>
                  <a:lnTo>
                    <a:pt x="3493203" y="2115822"/>
                  </a:lnTo>
                  <a:lnTo>
                    <a:pt x="3491556" y="2124103"/>
                  </a:lnTo>
                  <a:lnTo>
                    <a:pt x="3474003" y="2162175"/>
                  </a:lnTo>
                  <a:lnTo>
                    <a:pt x="3469312" y="2169196"/>
                  </a:lnTo>
                  <a:lnTo>
                    <a:pt x="3438526" y="2197653"/>
                  </a:lnTo>
                  <a:lnTo>
                    <a:pt x="3400453" y="2215206"/>
                  </a:lnTo>
                  <a:lnTo>
                    <a:pt x="3367087" y="2219324"/>
                  </a:lnTo>
                  <a:lnTo>
                    <a:pt x="128587" y="2219324"/>
                  </a:lnTo>
                  <a:lnTo>
                    <a:pt x="87179" y="2212767"/>
                  </a:lnTo>
                  <a:lnTo>
                    <a:pt x="50127" y="2192962"/>
                  </a:lnTo>
                  <a:lnTo>
                    <a:pt x="21670" y="2162175"/>
                  </a:lnTo>
                  <a:lnTo>
                    <a:pt x="16980" y="2155155"/>
                  </a:lnTo>
                  <a:lnTo>
                    <a:pt x="2470" y="2115823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85824" y="19335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2"/>
                  </a:lnTo>
                  <a:lnTo>
                    <a:pt x="1038628" y="38784"/>
                  </a:lnTo>
                  <a:lnTo>
                    <a:pt x="1060971" y="77492"/>
                  </a:lnTo>
                  <a:lnTo>
                    <a:pt x="1066799" y="106794"/>
                  </a:lnTo>
                  <a:lnTo>
                    <a:pt x="1066799" y="121804"/>
                  </a:lnTo>
                  <a:lnTo>
                    <a:pt x="1055227" y="164974"/>
                  </a:lnTo>
                  <a:lnTo>
                    <a:pt x="1028015" y="200429"/>
                  </a:lnTo>
                  <a:lnTo>
                    <a:pt x="989306" y="222771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68375" y="19589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00:00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00:10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6174" y="1895474"/>
            <a:ext cx="304800" cy="304800"/>
            <a:chOff x="3686174" y="1895474"/>
            <a:chExt cx="304800" cy="304800"/>
          </a:xfrm>
        </p:grpSpPr>
        <p:sp>
          <p:nvSpPr>
            <p:cNvPr id="12" name="object 12"/>
            <p:cNvSpPr/>
            <p:nvPr/>
          </p:nvSpPr>
          <p:spPr>
            <a:xfrm>
              <a:off x="3686174" y="18954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250" y="1968499"/>
              <a:ext cx="120650" cy="1460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73125" y="2282825"/>
            <a:ext cx="307975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65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125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60" b="1">
                <a:solidFill>
                  <a:srgbClr val="293283"/>
                </a:solidFill>
                <a:latin typeface="Tahoma"/>
                <a:cs typeface="Tahoma"/>
              </a:rPr>
              <a:t>3</a:t>
            </a:r>
            <a:r>
              <a:rPr dirty="0" sz="125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65" b="1">
                <a:solidFill>
                  <a:srgbClr val="293283"/>
                </a:solidFill>
                <a:latin typeface="Tahoma"/>
                <a:cs typeface="Tahoma"/>
              </a:rPr>
              <a:t>Recap</a:t>
            </a:r>
            <a:r>
              <a:rPr dirty="0" sz="125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85" b="1">
                <a:solidFill>
                  <a:srgbClr val="293283"/>
                </a:solidFill>
                <a:latin typeface="Tahoma"/>
                <a:cs typeface="Tahoma"/>
              </a:rPr>
              <a:t>&amp;</a:t>
            </a:r>
            <a:r>
              <a:rPr dirty="0" sz="125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25" b="1">
                <a:solidFill>
                  <a:srgbClr val="293283"/>
                </a:solidFill>
                <a:latin typeface="Tahoma"/>
                <a:cs typeface="Tahoma"/>
              </a:rPr>
              <a:t>Q&amp;A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Git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status,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commit,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push.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Quick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check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everyone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pushed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Day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work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GitHub.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43399" y="1714499"/>
            <a:ext cx="3505200" cy="2228850"/>
            <a:chOff x="4343399" y="1714499"/>
            <a:chExt cx="3505200" cy="2228850"/>
          </a:xfrm>
        </p:grpSpPr>
        <p:sp>
          <p:nvSpPr>
            <p:cNvPr id="16" name="object 16"/>
            <p:cNvSpPr/>
            <p:nvPr/>
          </p:nvSpPr>
          <p:spPr>
            <a:xfrm>
              <a:off x="4348161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4" y="2219324"/>
                  </a:lnTo>
                  <a:lnTo>
                    <a:pt x="111782" y="2218501"/>
                  </a:lnTo>
                  <a:lnTo>
                    <a:pt x="71578" y="2206305"/>
                  </a:lnTo>
                  <a:lnTo>
                    <a:pt x="31692" y="2175692"/>
                  </a:lnTo>
                  <a:lnTo>
                    <a:pt x="6556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9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4" y="2147745"/>
                  </a:lnTo>
                  <a:lnTo>
                    <a:pt x="3452042" y="2187632"/>
                  </a:lnTo>
                  <a:lnTo>
                    <a:pt x="3408494" y="2212767"/>
                  </a:lnTo>
                  <a:lnTo>
                    <a:pt x="3383892" y="2218501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48161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6" y="87179"/>
                  </a:lnTo>
                  <a:lnTo>
                    <a:pt x="9788" y="79379"/>
                  </a:lnTo>
                  <a:lnTo>
                    <a:pt x="13018" y="71578"/>
                  </a:lnTo>
                  <a:lnTo>
                    <a:pt x="16980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7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424095" y="13018"/>
                  </a:lnTo>
                  <a:lnTo>
                    <a:pt x="3438526" y="21670"/>
                  </a:lnTo>
                  <a:lnTo>
                    <a:pt x="3445546" y="26361"/>
                  </a:lnTo>
                  <a:lnTo>
                    <a:pt x="3452042" y="31691"/>
                  </a:lnTo>
                  <a:lnTo>
                    <a:pt x="3458012" y="37662"/>
                  </a:lnTo>
                  <a:lnTo>
                    <a:pt x="3463982" y="43632"/>
                  </a:lnTo>
                  <a:lnTo>
                    <a:pt x="3469312" y="50127"/>
                  </a:lnTo>
                  <a:lnTo>
                    <a:pt x="3474003" y="57147"/>
                  </a:lnTo>
                  <a:lnTo>
                    <a:pt x="3478694" y="64168"/>
                  </a:lnTo>
                  <a:lnTo>
                    <a:pt x="3482654" y="71578"/>
                  </a:lnTo>
                  <a:lnTo>
                    <a:pt x="3485886" y="79379"/>
                  </a:lnTo>
                  <a:lnTo>
                    <a:pt x="3489117" y="87179"/>
                  </a:lnTo>
                  <a:lnTo>
                    <a:pt x="3495675" y="128587"/>
                  </a:lnTo>
                  <a:lnTo>
                    <a:pt x="3495675" y="2090737"/>
                  </a:lnTo>
                  <a:lnTo>
                    <a:pt x="3489117" y="2132144"/>
                  </a:lnTo>
                  <a:lnTo>
                    <a:pt x="3474003" y="2162175"/>
                  </a:lnTo>
                  <a:lnTo>
                    <a:pt x="3469312" y="2169196"/>
                  </a:lnTo>
                  <a:lnTo>
                    <a:pt x="3438526" y="2197653"/>
                  </a:lnTo>
                  <a:lnTo>
                    <a:pt x="3400453" y="2215206"/>
                  </a:lnTo>
                  <a:lnTo>
                    <a:pt x="3367087" y="2219324"/>
                  </a:lnTo>
                  <a:lnTo>
                    <a:pt x="128587" y="2219324"/>
                  </a:lnTo>
                  <a:lnTo>
                    <a:pt x="87179" y="2212767"/>
                  </a:lnTo>
                  <a:lnTo>
                    <a:pt x="57148" y="2197653"/>
                  </a:lnTo>
                  <a:lnTo>
                    <a:pt x="50127" y="2192962"/>
                  </a:lnTo>
                  <a:lnTo>
                    <a:pt x="43632" y="2187632"/>
                  </a:lnTo>
                  <a:lnTo>
                    <a:pt x="37662" y="2181662"/>
                  </a:lnTo>
                  <a:lnTo>
                    <a:pt x="31692" y="2175692"/>
                  </a:lnTo>
                  <a:lnTo>
                    <a:pt x="26361" y="2169196"/>
                  </a:lnTo>
                  <a:lnTo>
                    <a:pt x="21670" y="2162175"/>
                  </a:lnTo>
                  <a:lnTo>
                    <a:pt x="16980" y="2155155"/>
                  </a:lnTo>
                  <a:lnTo>
                    <a:pt x="13018" y="2147745"/>
                  </a:lnTo>
                  <a:lnTo>
                    <a:pt x="9788" y="2139945"/>
                  </a:lnTo>
                  <a:lnTo>
                    <a:pt x="6556" y="2132144"/>
                  </a:lnTo>
                  <a:lnTo>
                    <a:pt x="4117" y="2124103"/>
                  </a:lnTo>
                  <a:lnTo>
                    <a:pt x="2470" y="2115823"/>
                  </a:lnTo>
                  <a:lnTo>
                    <a:pt x="823" y="2107542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43424" y="19335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1" y="184041"/>
                  </a:lnTo>
                  <a:lnTo>
                    <a:pt x="3659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2"/>
                  </a:lnTo>
                  <a:lnTo>
                    <a:pt x="1038628" y="38784"/>
                  </a:lnTo>
                  <a:lnTo>
                    <a:pt x="1060970" y="77492"/>
                  </a:lnTo>
                  <a:lnTo>
                    <a:pt x="1066799" y="106794"/>
                  </a:lnTo>
                  <a:lnTo>
                    <a:pt x="1066799" y="121804"/>
                  </a:lnTo>
                  <a:lnTo>
                    <a:pt x="1055226" y="164974"/>
                  </a:lnTo>
                  <a:lnTo>
                    <a:pt x="1028015" y="200429"/>
                  </a:lnTo>
                  <a:lnTo>
                    <a:pt x="989306" y="222771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625975" y="19589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00:10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00:25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43774" y="1895474"/>
            <a:ext cx="304800" cy="304800"/>
            <a:chOff x="7343774" y="1895474"/>
            <a:chExt cx="304800" cy="304800"/>
          </a:xfrm>
        </p:grpSpPr>
        <p:sp>
          <p:nvSpPr>
            <p:cNvPr id="21" name="object 21"/>
            <p:cNvSpPr/>
            <p:nvPr/>
          </p:nvSpPr>
          <p:spPr>
            <a:xfrm>
              <a:off x="7343774" y="18954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800" y="71196"/>
                  </a:lnTo>
                  <a:lnTo>
                    <a:pt x="304800" y="233603"/>
                  </a:lnTo>
                  <a:lnTo>
                    <a:pt x="289177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5850" y="1968499"/>
              <a:ext cx="120650" cy="15875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530725" y="2282825"/>
            <a:ext cx="3004185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4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12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30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2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75" b="1">
                <a:solidFill>
                  <a:srgbClr val="293283"/>
                </a:solidFill>
                <a:latin typeface="Tahoma"/>
                <a:cs typeface="Tahoma"/>
              </a:rPr>
              <a:t>Run-</a:t>
            </a:r>
            <a:r>
              <a:rPr dirty="0" sz="1250" spc="-20" b="1">
                <a:solidFill>
                  <a:srgbClr val="293283"/>
                </a:solidFill>
                <a:latin typeface="Tahoma"/>
                <a:cs typeface="Tahoma"/>
              </a:rPr>
              <a:t>Loop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mental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model: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interaction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re-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runs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whole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script.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shift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scripts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apps.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00999" y="1714500"/>
            <a:ext cx="3505200" cy="2228850"/>
            <a:chOff x="8000999" y="1714500"/>
            <a:chExt cx="3505200" cy="2228850"/>
          </a:xfrm>
        </p:grpSpPr>
        <p:sp>
          <p:nvSpPr>
            <p:cNvPr id="25" name="object 25"/>
            <p:cNvSpPr/>
            <p:nvPr/>
          </p:nvSpPr>
          <p:spPr>
            <a:xfrm>
              <a:off x="8020049" y="1719262"/>
              <a:ext cx="3481704" cy="2219325"/>
            </a:xfrm>
            <a:custGeom>
              <a:avLst/>
              <a:gdLst/>
              <a:ahLst/>
              <a:cxnLst/>
              <a:rect l="l" t="t" r="r" b="b"/>
              <a:pathLst>
                <a:path w="3481704" h="2219325">
                  <a:moveTo>
                    <a:pt x="3361242" y="2219324"/>
                  </a:moveTo>
                  <a:lnTo>
                    <a:pt x="106795" y="2219324"/>
                  </a:lnTo>
                  <a:lnTo>
                    <a:pt x="99361" y="2218501"/>
                  </a:lnTo>
                  <a:lnTo>
                    <a:pt x="57037" y="2202344"/>
                  </a:lnTo>
                  <a:lnTo>
                    <a:pt x="28170" y="2175692"/>
                  </a:lnTo>
                  <a:lnTo>
                    <a:pt x="5827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3" y="31691"/>
                  </a:lnTo>
                  <a:lnTo>
                    <a:pt x="77492" y="6556"/>
                  </a:lnTo>
                  <a:lnTo>
                    <a:pt x="106795" y="0"/>
                  </a:lnTo>
                  <a:lnTo>
                    <a:pt x="3361242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8" y="87179"/>
                  </a:lnTo>
                  <a:lnTo>
                    <a:pt x="3481386" y="120144"/>
                  </a:lnTo>
                  <a:lnTo>
                    <a:pt x="3481386" y="2099180"/>
                  </a:lnTo>
                  <a:lnTo>
                    <a:pt x="3468366" y="2147745"/>
                  </a:lnTo>
                  <a:lnTo>
                    <a:pt x="3437754" y="2187632"/>
                  </a:lnTo>
                  <a:lnTo>
                    <a:pt x="3394207" y="2212767"/>
                  </a:lnTo>
                  <a:lnTo>
                    <a:pt x="3369605" y="2218501"/>
                  </a:lnTo>
                  <a:lnTo>
                    <a:pt x="3361242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068971" y="1714499"/>
              <a:ext cx="3437254" cy="2228850"/>
            </a:xfrm>
            <a:custGeom>
              <a:avLst/>
              <a:gdLst/>
              <a:ahLst/>
              <a:cxnLst/>
              <a:rect l="l" t="t" r="r" b="b"/>
              <a:pathLst>
                <a:path w="3437254" h="222885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63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50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2095500"/>
                  </a:lnTo>
                  <a:lnTo>
                    <a:pt x="3418268" y="2142896"/>
                  </a:lnTo>
                  <a:lnTo>
                    <a:pt x="3391878" y="2182558"/>
                  </a:lnTo>
                  <a:lnTo>
                    <a:pt x="3391433" y="2183066"/>
                  </a:lnTo>
                  <a:lnTo>
                    <a:pt x="3351250" y="2209901"/>
                  </a:lnTo>
                  <a:lnTo>
                    <a:pt x="3316325" y="2218702"/>
                  </a:lnTo>
                  <a:lnTo>
                    <a:pt x="3316846" y="2218702"/>
                  </a:lnTo>
                  <a:lnTo>
                    <a:pt x="3303867" y="2219325"/>
                  </a:lnTo>
                  <a:lnTo>
                    <a:pt x="65366" y="2219325"/>
                  </a:lnTo>
                  <a:lnTo>
                    <a:pt x="55397" y="2218702"/>
                  </a:lnTo>
                  <a:lnTo>
                    <a:pt x="55791" y="2218702"/>
                  </a:lnTo>
                  <a:lnTo>
                    <a:pt x="46786" y="2216975"/>
                  </a:lnTo>
                  <a:lnTo>
                    <a:pt x="37769" y="2214029"/>
                  </a:lnTo>
                  <a:lnTo>
                    <a:pt x="28917" y="2209901"/>
                  </a:lnTo>
                  <a:lnTo>
                    <a:pt x="22542" y="2205990"/>
                  </a:lnTo>
                  <a:lnTo>
                    <a:pt x="0" y="2211628"/>
                  </a:lnTo>
                  <a:lnTo>
                    <a:pt x="39357" y="2226322"/>
                  </a:lnTo>
                  <a:lnTo>
                    <a:pt x="65366" y="2228850"/>
                  </a:lnTo>
                  <a:lnTo>
                    <a:pt x="3303867" y="2228850"/>
                  </a:lnTo>
                  <a:lnTo>
                    <a:pt x="3317011" y="2228227"/>
                  </a:lnTo>
                  <a:lnTo>
                    <a:pt x="3329889" y="2226322"/>
                  </a:lnTo>
                  <a:lnTo>
                    <a:pt x="3342525" y="2223147"/>
                  </a:lnTo>
                  <a:lnTo>
                    <a:pt x="3353155" y="2219325"/>
                  </a:lnTo>
                  <a:lnTo>
                    <a:pt x="3354908" y="2218702"/>
                  </a:lnTo>
                  <a:lnTo>
                    <a:pt x="3388423" y="2198636"/>
                  </a:lnTo>
                  <a:lnTo>
                    <a:pt x="3414763" y="2169604"/>
                  </a:lnTo>
                  <a:lnTo>
                    <a:pt x="3431514" y="2134158"/>
                  </a:lnTo>
                  <a:lnTo>
                    <a:pt x="3437217" y="209550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000999" y="1731563"/>
              <a:ext cx="90805" cy="2195195"/>
            </a:xfrm>
            <a:custGeom>
              <a:avLst/>
              <a:gdLst/>
              <a:ahLst/>
              <a:cxnLst/>
              <a:rect l="l" t="t" r="r" b="b"/>
              <a:pathLst>
                <a:path w="90804" h="2195195">
                  <a:moveTo>
                    <a:pt x="68254" y="2194722"/>
                  </a:moveTo>
                  <a:lnTo>
                    <a:pt x="30216" y="2162991"/>
                  </a:lnTo>
                  <a:lnTo>
                    <a:pt x="10150" y="2129466"/>
                  </a:lnTo>
                  <a:lnTo>
                    <a:pt x="634" y="2091572"/>
                  </a:lnTo>
                  <a:lnTo>
                    <a:pt x="0" y="20784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2078436"/>
                  </a:lnTo>
                  <a:lnTo>
                    <a:pt x="45349" y="2125821"/>
                  </a:lnTo>
                  <a:lnTo>
                    <a:pt x="65998" y="2165993"/>
                  </a:lnTo>
                  <a:lnTo>
                    <a:pt x="90792" y="2189088"/>
                  </a:lnTo>
                  <a:lnTo>
                    <a:pt x="68254" y="219472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29587" y="1895474"/>
              <a:ext cx="3076575" cy="304800"/>
            </a:xfrm>
            <a:custGeom>
              <a:avLst/>
              <a:gdLst/>
              <a:ahLst/>
              <a:cxnLst/>
              <a:rect l="l" t="t" r="r" b="b"/>
              <a:pathLst>
                <a:path w="3076575" h="304800">
                  <a:moveTo>
                    <a:pt x="1066800" y="144907"/>
                  </a:moveTo>
                  <a:lnTo>
                    <a:pt x="1055230" y="101727"/>
                  </a:lnTo>
                  <a:lnTo>
                    <a:pt x="1028014" y="66281"/>
                  </a:lnTo>
                  <a:lnTo>
                    <a:pt x="989304" y="43929"/>
                  </a:lnTo>
                  <a:lnTo>
                    <a:pt x="960005" y="38100"/>
                  </a:lnTo>
                  <a:lnTo>
                    <a:pt x="106794" y="38100"/>
                  </a:lnTo>
                  <a:lnTo>
                    <a:pt x="63627" y="49682"/>
                  </a:lnTo>
                  <a:lnTo>
                    <a:pt x="28181" y="76885"/>
                  </a:lnTo>
                  <a:lnTo>
                    <a:pt x="5829" y="115595"/>
                  </a:lnTo>
                  <a:lnTo>
                    <a:pt x="0" y="144907"/>
                  </a:lnTo>
                  <a:lnTo>
                    <a:pt x="0" y="152400"/>
                  </a:lnTo>
                  <a:lnTo>
                    <a:pt x="0" y="159905"/>
                  </a:lnTo>
                  <a:lnTo>
                    <a:pt x="11582" y="203085"/>
                  </a:lnTo>
                  <a:lnTo>
                    <a:pt x="38785" y="238531"/>
                  </a:lnTo>
                  <a:lnTo>
                    <a:pt x="77495" y="260883"/>
                  </a:lnTo>
                  <a:lnTo>
                    <a:pt x="106794" y="266700"/>
                  </a:lnTo>
                  <a:lnTo>
                    <a:pt x="960005" y="266700"/>
                  </a:lnTo>
                  <a:lnTo>
                    <a:pt x="1003173" y="255130"/>
                  </a:lnTo>
                  <a:lnTo>
                    <a:pt x="1038631" y="227926"/>
                  </a:lnTo>
                  <a:lnTo>
                    <a:pt x="1060970" y="189217"/>
                  </a:lnTo>
                  <a:lnTo>
                    <a:pt x="1066800" y="159905"/>
                  </a:lnTo>
                  <a:lnTo>
                    <a:pt x="1066800" y="144907"/>
                  </a:lnTo>
                  <a:close/>
                </a:path>
                <a:path w="3076575" h="304800">
                  <a:moveTo>
                    <a:pt x="3076575" y="71208"/>
                  </a:moveTo>
                  <a:lnTo>
                    <a:pt x="3060954" y="29705"/>
                  </a:lnTo>
                  <a:lnTo>
                    <a:pt x="3024911" y="3886"/>
                  </a:lnTo>
                  <a:lnTo>
                    <a:pt x="3005378" y="0"/>
                  </a:lnTo>
                  <a:lnTo>
                    <a:pt x="2842971" y="0"/>
                  </a:lnTo>
                  <a:lnTo>
                    <a:pt x="2801480" y="15633"/>
                  </a:lnTo>
                  <a:lnTo>
                    <a:pt x="2775661" y="51663"/>
                  </a:lnTo>
                  <a:lnTo>
                    <a:pt x="2771775" y="71208"/>
                  </a:lnTo>
                  <a:lnTo>
                    <a:pt x="2771775" y="228600"/>
                  </a:lnTo>
                  <a:lnTo>
                    <a:pt x="2771775" y="233603"/>
                  </a:lnTo>
                  <a:lnTo>
                    <a:pt x="2787396" y="275094"/>
                  </a:lnTo>
                  <a:lnTo>
                    <a:pt x="2823438" y="300926"/>
                  </a:lnTo>
                  <a:lnTo>
                    <a:pt x="2842971" y="304800"/>
                  </a:lnTo>
                  <a:lnTo>
                    <a:pt x="3005378" y="304800"/>
                  </a:lnTo>
                  <a:lnTo>
                    <a:pt x="3046869" y="289179"/>
                  </a:lnTo>
                  <a:lnTo>
                    <a:pt x="3072688" y="253149"/>
                  </a:lnTo>
                  <a:lnTo>
                    <a:pt x="3076575" y="233603"/>
                  </a:lnTo>
                  <a:lnTo>
                    <a:pt x="3076575" y="71208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80749" y="2003424"/>
              <a:ext cx="146050" cy="889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724887" y="2609849"/>
              <a:ext cx="1619250" cy="142875"/>
            </a:xfrm>
            <a:custGeom>
              <a:avLst/>
              <a:gdLst/>
              <a:ahLst/>
              <a:cxnLst/>
              <a:rect l="l" t="t" r="r" b="b"/>
              <a:pathLst>
                <a:path w="1619250" h="142875">
                  <a:moveTo>
                    <a:pt x="609600" y="33058"/>
                  </a:moveTo>
                  <a:lnTo>
                    <a:pt x="581418" y="977"/>
                  </a:lnTo>
                  <a:lnTo>
                    <a:pt x="576554" y="0"/>
                  </a:lnTo>
                  <a:lnTo>
                    <a:pt x="33058" y="0"/>
                  </a:lnTo>
                  <a:lnTo>
                    <a:pt x="965" y="28194"/>
                  </a:lnTo>
                  <a:lnTo>
                    <a:pt x="0" y="33058"/>
                  </a:lnTo>
                  <a:lnTo>
                    <a:pt x="0" y="104775"/>
                  </a:lnTo>
                  <a:lnTo>
                    <a:pt x="0" y="109829"/>
                  </a:lnTo>
                  <a:lnTo>
                    <a:pt x="28194" y="141909"/>
                  </a:lnTo>
                  <a:lnTo>
                    <a:pt x="33058" y="142875"/>
                  </a:lnTo>
                  <a:lnTo>
                    <a:pt x="576554" y="142875"/>
                  </a:lnTo>
                  <a:lnTo>
                    <a:pt x="608634" y="114693"/>
                  </a:lnTo>
                  <a:lnTo>
                    <a:pt x="609600" y="109829"/>
                  </a:lnTo>
                  <a:lnTo>
                    <a:pt x="609600" y="33058"/>
                  </a:lnTo>
                  <a:close/>
                </a:path>
                <a:path w="1619250" h="142875">
                  <a:moveTo>
                    <a:pt x="1619250" y="33058"/>
                  </a:moveTo>
                  <a:lnTo>
                    <a:pt x="1591068" y="977"/>
                  </a:lnTo>
                  <a:lnTo>
                    <a:pt x="1586204" y="0"/>
                  </a:lnTo>
                  <a:lnTo>
                    <a:pt x="909358" y="0"/>
                  </a:lnTo>
                  <a:lnTo>
                    <a:pt x="877265" y="28194"/>
                  </a:lnTo>
                  <a:lnTo>
                    <a:pt x="876300" y="33058"/>
                  </a:lnTo>
                  <a:lnTo>
                    <a:pt x="876300" y="104775"/>
                  </a:lnTo>
                  <a:lnTo>
                    <a:pt x="876300" y="109829"/>
                  </a:lnTo>
                  <a:lnTo>
                    <a:pt x="904494" y="141909"/>
                  </a:lnTo>
                  <a:lnTo>
                    <a:pt x="909358" y="142875"/>
                  </a:lnTo>
                  <a:lnTo>
                    <a:pt x="1586204" y="142875"/>
                  </a:lnTo>
                  <a:lnTo>
                    <a:pt x="1618284" y="114693"/>
                  </a:lnTo>
                  <a:lnTo>
                    <a:pt x="1619250" y="109829"/>
                  </a:lnTo>
                  <a:lnTo>
                    <a:pt x="1619250" y="33058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068972" y="1958975"/>
            <a:ext cx="3391535" cy="963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00:25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00:55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800">
              <a:latin typeface="Courier New"/>
              <a:cs typeface="Courier New"/>
            </a:endParaRPr>
          </a:p>
          <a:p>
            <a:pPr marL="160020">
              <a:lnSpc>
                <a:spcPct val="100000"/>
              </a:lnSpc>
            </a:pPr>
            <a:r>
              <a:rPr dirty="0" sz="1250" spc="-140" b="1">
                <a:solidFill>
                  <a:srgbClr val="293283"/>
                </a:solidFill>
                <a:latin typeface="Tahoma"/>
                <a:cs typeface="Tahoma"/>
              </a:rPr>
              <a:t>Live</a:t>
            </a:r>
            <a:r>
              <a:rPr dirty="0" sz="125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40" b="1">
                <a:solidFill>
                  <a:srgbClr val="293283"/>
                </a:solidFill>
                <a:latin typeface="Tahoma"/>
                <a:cs typeface="Tahoma"/>
              </a:rPr>
              <a:t>Demo:</a:t>
            </a:r>
            <a:r>
              <a:rPr dirty="0" sz="12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25" b="1">
                <a:solidFill>
                  <a:srgbClr val="293283"/>
                </a:solidFill>
                <a:latin typeface="Tahoma"/>
                <a:cs typeface="Tahoma"/>
              </a:rPr>
              <a:t>Build</a:t>
            </a:r>
            <a:r>
              <a:rPr dirty="0" sz="12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40" b="1">
                <a:solidFill>
                  <a:srgbClr val="293283"/>
                </a:solidFill>
                <a:latin typeface="Tahoma"/>
                <a:cs typeface="Tahoma"/>
              </a:rPr>
              <a:t>an</a:t>
            </a:r>
            <a:r>
              <a:rPr dirty="0" sz="12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25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r>
              <a:rPr dirty="0" sz="12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65" b="1">
                <a:solidFill>
                  <a:srgbClr val="293283"/>
                </a:solidFill>
                <a:latin typeface="Tahoma"/>
                <a:cs typeface="Tahoma"/>
              </a:rPr>
              <a:t>Incrementally</a:t>
            </a:r>
            <a:endParaRPr sz="1250">
              <a:latin typeface="Tahoma"/>
              <a:cs typeface="Tahoma"/>
            </a:endParaRPr>
          </a:p>
          <a:p>
            <a:pPr marL="160020" marR="210185">
              <a:lnSpc>
                <a:spcPct val="125000"/>
              </a:lnSpc>
              <a:spcBef>
                <a:spcPts val="605"/>
              </a:spcBef>
            </a:pP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Start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3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st.title</a:t>
            </a:r>
            <a:r>
              <a:rPr dirty="0" sz="850" spc="-1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900" spc="31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text_input</a:t>
            </a:r>
            <a:r>
              <a:rPr dirty="0" sz="850" spc="-1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button,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add balloons,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conditional.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Five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steps,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file.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5799" y="4095749"/>
            <a:ext cx="3505200" cy="2228850"/>
            <a:chOff x="685799" y="4095749"/>
            <a:chExt cx="3505200" cy="2228850"/>
          </a:xfrm>
        </p:grpSpPr>
        <p:sp>
          <p:nvSpPr>
            <p:cNvPr id="33" name="object 33"/>
            <p:cNvSpPr/>
            <p:nvPr/>
          </p:nvSpPr>
          <p:spPr>
            <a:xfrm>
              <a:off x="690562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4" y="2219324"/>
                  </a:lnTo>
                  <a:lnTo>
                    <a:pt x="111782" y="2218500"/>
                  </a:lnTo>
                  <a:lnTo>
                    <a:pt x="71578" y="2206304"/>
                  </a:lnTo>
                  <a:lnTo>
                    <a:pt x="31692" y="2175691"/>
                  </a:lnTo>
                  <a:lnTo>
                    <a:pt x="6557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8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4" y="2147744"/>
                  </a:lnTo>
                  <a:lnTo>
                    <a:pt x="3452041" y="2187631"/>
                  </a:lnTo>
                  <a:lnTo>
                    <a:pt x="3408494" y="2212767"/>
                  </a:lnTo>
                  <a:lnTo>
                    <a:pt x="3383892" y="2218500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90562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9" y="71578"/>
                  </a:lnTo>
                  <a:lnTo>
                    <a:pt x="37662" y="37661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392173" y="2470"/>
                  </a:lnTo>
                  <a:lnTo>
                    <a:pt x="3400453" y="4117"/>
                  </a:lnTo>
                  <a:lnTo>
                    <a:pt x="3408494" y="6556"/>
                  </a:lnTo>
                  <a:lnTo>
                    <a:pt x="3416294" y="9787"/>
                  </a:lnTo>
                  <a:lnTo>
                    <a:pt x="3424095" y="13018"/>
                  </a:lnTo>
                  <a:lnTo>
                    <a:pt x="3458012" y="37661"/>
                  </a:lnTo>
                  <a:lnTo>
                    <a:pt x="3474003" y="57147"/>
                  </a:lnTo>
                  <a:lnTo>
                    <a:pt x="3478693" y="64167"/>
                  </a:lnTo>
                  <a:lnTo>
                    <a:pt x="3493203" y="103500"/>
                  </a:lnTo>
                  <a:lnTo>
                    <a:pt x="3495674" y="128587"/>
                  </a:lnTo>
                  <a:lnTo>
                    <a:pt x="3495674" y="2090737"/>
                  </a:lnTo>
                  <a:lnTo>
                    <a:pt x="3489117" y="2132144"/>
                  </a:lnTo>
                  <a:lnTo>
                    <a:pt x="3474003" y="2162175"/>
                  </a:lnTo>
                  <a:lnTo>
                    <a:pt x="3469312" y="2169195"/>
                  </a:lnTo>
                  <a:lnTo>
                    <a:pt x="3438526" y="2197652"/>
                  </a:lnTo>
                  <a:lnTo>
                    <a:pt x="3431505" y="2202343"/>
                  </a:lnTo>
                  <a:lnTo>
                    <a:pt x="3392173" y="2216852"/>
                  </a:lnTo>
                  <a:lnTo>
                    <a:pt x="3383892" y="2218500"/>
                  </a:lnTo>
                  <a:lnTo>
                    <a:pt x="3375530" y="2219324"/>
                  </a:lnTo>
                  <a:lnTo>
                    <a:pt x="3367087" y="2219324"/>
                  </a:lnTo>
                  <a:lnTo>
                    <a:pt x="128587" y="2219324"/>
                  </a:lnTo>
                  <a:lnTo>
                    <a:pt x="120144" y="2219324"/>
                  </a:lnTo>
                  <a:lnTo>
                    <a:pt x="111782" y="2218500"/>
                  </a:lnTo>
                  <a:lnTo>
                    <a:pt x="103501" y="2216852"/>
                  </a:lnTo>
                  <a:lnTo>
                    <a:pt x="95220" y="2215205"/>
                  </a:lnTo>
                  <a:lnTo>
                    <a:pt x="57148" y="2197652"/>
                  </a:lnTo>
                  <a:lnTo>
                    <a:pt x="50127" y="2192961"/>
                  </a:lnTo>
                  <a:lnTo>
                    <a:pt x="43632" y="2187631"/>
                  </a:lnTo>
                  <a:lnTo>
                    <a:pt x="37662" y="2181661"/>
                  </a:lnTo>
                  <a:lnTo>
                    <a:pt x="31692" y="2175691"/>
                  </a:lnTo>
                  <a:lnTo>
                    <a:pt x="26361" y="2169195"/>
                  </a:lnTo>
                  <a:lnTo>
                    <a:pt x="21670" y="2162175"/>
                  </a:lnTo>
                  <a:lnTo>
                    <a:pt x="16980" y="2155155"/>
                  </a:lnTo>
                  <a:lnTo>
                    <a:pt x="2470" y="2115823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85824" y="431482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1"/>
                  </a:lnTo>
                  <a:lnTo>
                    <a:pt x="1038628" y="38784"/>
                  </a:lnTo>
                  <a:lnTo>
                    <a:pt x="1060971" y="77492"/>
                  </a:lnTo>
                  <a:lnTo>
                    <a:pt x="1066799" y="106794"/>
                  </a:lnTo>
                  <a:lnTo>
                    <a:pt x="1066799" y="121805"/>
                  </a:lnTo>
                  <a:lnTo>
                    <a:pt x="1055227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968375" y="434022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00:55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01:10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686174" y="4276724"/>
            <a:ext cx="304800" cy="304800"/>
            <a:chOff x="3686174" y="4276724"/>
            <a:chExt cx="304800" cy="304800"/>
          </a:xfrm>
        </p:grpSpPr>
        <p:sp>
          <p:nvSpPr>
            <p:cNvPr id="38" name="object 38"/>
            <p:cNvSpPr/>
            <p:nvPr/>
          </p:nvSpPr>
          <p:spPr>
            <a:xfrm>
              <a:off x="3686174" y="4276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3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9200" y="4375149"/>
              <a:ext cx="158750" cy="12382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873125" y="4664075"/>
            <a:ext cx="308102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4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12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35" b="1">
                <a:solidFill>
                  <a:srgbClr val="293283"/>
                </a:solidFill>
                <a:latin typeface="Tahoma"/>
                <a:cs typeface="Tahoma"/>
              </a:rPr>
              <a:t>st.*</a:t>
            </a:r>
            <a:r>
              <a:rPr dirty="0" sz="12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55" b="1">
                <a:solidFill>
                  <a:srgbClr val="293283"/>
                </a:solidFill>
                <a:latin typeface="Tahoma"/>
                <a:cs typeface="Tahoma"/>
              </a:rPr>
              <a:t>Command</a:t>
            </a:r>
            <a:r>
              <a:rPr dirty="0" sz="12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35" b="1">
                <a:solidFill>
                  <a:srgbClr val="293283"/>
                </a:solidFill>
                <a:latin typeface="Tahoma"/>
                <a:cs typeface="Tahoma"/>
              </a:rPr>
              <a:t>Cheatsheet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455"/>
              </a:spcBef>
            </a:pP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title,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write,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text_input,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button,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 slider,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selectbox,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radio,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checkbox,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columns,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sidebar.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10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commands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you'll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95">
                <a:solidFill>
                  <a:srgbClr val="4A4E6A"/>
                </a:solidFill>
                <a:latin typeface="Tahoma"/>
                <a:cs typeface="Tahoma"/>
              </a:rPr>
              <a:t>90%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time.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343399" y="4095749"/>
            <a:ext cx="3505200" cy="2228850"/>
            <a:chOff x="4343399" y="4095749"/>
            <a:chExt cx="3505200" cy="2228850"/>
          </a:xfrm>
        </p:grpSpPr>
        <p:sp>
          <p:nvSpPr>
            <p:cNvPr id="42" name="object 42"/>
            <p:cNvSpPr/>
            <p:nvPr/>
          </p:nvSpPr>
          <p:spPr>
            <a:xfrm>
              <a:off x="4343399" y="4095749"/>
              <a:ext cx="3505200" cy="2228850"/>
            </a:xfrm>
            <a:custGeom>
              <a:avLst/>
              <a:gdLst/>
              <a:ahLst/>
              <a:cxnLst/>
              <a:rect l="l" t="t" r="r" b="b"/>
              <a:pathLst>
                <a:path w="3505200" h="2228850">
                  <a:moveTo>
                    <a:pt x="3371849" y="2228849"/>
                  </a:moveTo>
                  <a:lnTo>
                    <a:pt x="133349" y="2228849"/>
                  </a:lnTo>
                  <a:lnTo>
                    <a:pt x="120213" y="2228215"/>
                  </a:lnTo>
                  <a:lnTo>
                    <a:pt x="82318" y="2218699"/>
                  </a:lnTo>
                  <a:lnTo>
                    <a:pt x="48794" y="2198632"/>
                  </a:lnTo>
                  <a:lnTo>
                    <a:pt x="22452" y="2169598"/>
                  </a:lnTo>
                  <a:lnTo>
                    <a:pt x="5709" y="2134151"/>
                  </a:lnTo>
                  <a:lnTo>
                    <a:pt x="0" y="20954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371849" y="0"/>
                  </a:lnTo>
                  <a:lnTo>
                    <a:pt x="3410500" y="5709"/>
                  </a:lnTo>
                  <a:lnTo>
                    <a:pt x="3445948" y="22452"/>
                  </a:lnTo>
                  <a:lnTo>
                    <a:pt x="3474982" y="48794"/>
                  </a:lnTo>
                  <a:lnTo>
                    <a:pt x="3495048" y="82319"/>
                  </a:lnTo>
                  <a:lnTo>
                    <a:pt x="3504564" y="120213"/>
                  </a:lnTo>
                  <a:lnTo>
                    <a:pt x="3505199" y="133349"/>
                  </a:lnTo>
                  <a:lnTo>
                    <a:pt x="3505199" y="2095499"/>
                  </a:lnTo>
                  <a:lnTo>
                    <a:pt x="3499489" y="2134151"/>
                  </a:lnTo>
                  <a:lnTo>
                    <a:pt x="3482746" y="2169598"/>
                  </a:lnTo>
                  <a:lnTo>
                    <a:pt x="3456404" y="2198632"/>
                  </a:lnTo>
                  <a:lnTo>
                    <a:pt x="3422879" y="2218699"/>
                  </a:lnTo>
                  <a:lnTo>
                    <a:pt x="3384985" y="2228215"/>
                  </a:lnTo>
                  <a:lnTo>
                    <a:pt x="3371849" y="22288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543424" y="431482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1" y="184041"/>
                  </a:lnTo>
                  <a:lnTo>
                    <a:pt x="3659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1"/>
                  </a:lnTo>
                  <a:lnTo>
                    <a:pt x="1038628" y="38784"/>
                  </a:lnTo>
                  <a:lnTo>
                    <a:pt x="1060970" y="77492"/>
                  </a:lnTo>
                  <a:lnTo>
                    <a:pt x="1066799" y="106794"/>
                  </a:lnTo>
                  <a:lnTo>
                    <a:pt x="1066799" y="121805"/>
                  </a:lnTo>
                  <a:lnTo>
                    <a:pt x="1055226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4625975" y="434022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01:10</a:t>
            </a:r>
            <a:r>
              <a:rPr dirty="0" sz="800" spc="19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293283"/>
                </a:solidFill>
                <a:latin typeface="Courier New"/>
                <a:cs typeface="Courier New"/>
              </a:rPr>
              <a:t>01:25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343774" y="4276724"/>
            <a:ext cx="304800" cy="304800"/>
            <a:chOff x="7343774" y="4276724"/>
            <a:chExt cx="304800" cy="304800"/>
          </a:xfrm>
        </p:grpSpPr>
        <p:sp>
          <p:nvSpPr>
            <p:cNvPr id="46" name="object 46"/>
            <p:cNvSpPr/>
            <p:nvPr/>
          </p:nvSpPr>
          <p:spPr>
            <a:xfrm>
              <a:off x="7343774" y="4276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800" y="71196"/>
                  </a:lnTo>
                  <a:lnTo>
                    <a:pt x="304800" y="233603"/>
                  </a:lnTo>
                  <a:lnTo>
                    <a:pt x="289177" y="275093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6800" y="4384674"/>
              <a:ext cx="158750" cy="8890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530725" y="4664075"/>
            <a:ext cx="308356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45" b="1">
                <a:solidFill>
                  <a:srgbClr val="293283"/>
                </a:solidFill>
                <a:latin typeface="Tahoma"/>
                <a:cs typeface="Tahoma"/>
              </a:rPr>
              <a:t>Closing</a:t>
            </a:r>
            <a:r>
              <a:rPr dirty="0" sz="12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45" b="1">
                <a:solidFill>
                  <a:srgbClr val="293283"/>
                </a:solidFill>
                <a:latin typeface="Tahoma"/>
                <a:cs typeface="Tahoma"/>
              </a:rPr>
              <a:t>Exercise:</a:t>
            </a:r>
            <a:r>
              <a:rPr dirty="0" sz="125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14" b="1">
                <a:solidFill>
                  <a:srgbClr val="293283"/>
                </a:solidFill>
                <a:latin typeface="Tahoma"/>
                <a:cs typeface="Tahoma"/>
              </a:rPr>
              <a:t>Unit</a:t>
            </a:r>
            <a:r>
              <a:rPr dirty="0" sz="125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20" b="1">
                <a:solidFill>
                  <a:srgbClr val="293283"/>
                </a:solidFill>
                <a:latin typeface="Tahoma"/>
                <a:cs typeface="Tahoma"/>
              </a:rPr>
              <a:t>Converter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455"/>
              </a:spcBef>
            </a:pP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Build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length/weight/temperature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converter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selectbox,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number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input,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live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result.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000998" y="4095749"/>
            <a:ext cx="3505200" cy="2228850"/>
            <a:chOff x="8000998" y="4095749"/>
            <a:chExt cx="3505200" cy="2228850"/>
          </a:xfrm>
        </p:grpSpPr>
        <p:sp>
          <p:nvSpPr>
            <p:cNvPr id="50" name="object 50"/>
            <p:cNvSpPr/>
            <p:nvPr/>
          </p:nvSpPr>
          <p:spPr>
            <a:xfrm>
              <a:off x="8005760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5" y="2219324"/>
                  </a:lnTo>
                  <a:lnTo>
                    <a:pt x="111782" y="2218500"/>
                  </a:lnTo>
                  <a:lnTo>
                    <a:pt x="71578" y="2206304"/>
                  </a:lnTo>
                  <a:lnTo>
                    <a:pt x="31691" y="2175691"/>
                  </a:lnTo>
                  <a:lnTo>
                    <a:pt x="6556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5" y="0"/>
                  </a:lnTo>
                  <a:lnTo>
                    <a:pt x="3375530" y="0"/>
                  </a:lnTo>
                  <a:lnTo>
                    <a:pt x="3424094" y="13018"/>
                  </a:lnTo>
                  <a:lnTo>
                    <a:pt x="3463981" y="43632"/>
                  </a:lnTo>
                  <a:lnTo>
                    <a:pt x="3489116" y="87178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3" y="2147744"/>
                  </a:lnTo>
                  <a:lnTo>
                    <a:pt x="3452041" y="2187631"/>
                  </a:lnTo>
                  <a:lnTo>
                    <a:pt x="3408494" y="2212767"/>
                  </a:lnTo>
                  <a:lnTo>
                    <a:pt x="3383892" y="2218500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005760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8"/>
                  </a:lnTo>
                  <a:lnTo>
                    <a:pt x="9788" y="79378"/>
                  </a:lnTo>
                  <a:lnTo>
                    <a:pt x="13018" y="71578"/>
                  </a:lnTo>
                  <a:lnTo>
                    <a:pt x="37662" y="37661"/>
                  </a:lnTo>
                  <a:lnTo>
                    <a:pt x="43632" y="31691"/>
                  </a:lnTo>
                  <a:lnTo>
                    <a:pt x="50128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5" y="0"/>
                  </a:lnTo>
                  <a:lnTo>
                    <a:pt x="128588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392173" y="2470"/>
                  </a:lnTo>
                  <a:lnTo>
                    <a:pt x="3400454" y="4117"/>
                  </a:lnTo>
                  <a:lnTo>
                    <a:pt x="3408494" y="6556"/>
                  </a:lnTo>
                  <a:lnTo>
                    <a:pt x="3416294" y="9787"/>
                  </a:lnTo>
                  <a:lnTo>
                    <a:pt x="3424094" y="13018"/>
                  </a:lnTo>
                  <a:lnTo>
                    <a:pt x="3458012" y="37661"/>
                  </a:lnTo>
                  <a:lnTo>
                    <a:pt x="3482653" y="71578"/>
                  </a:lnTo>
                  <a:lnTo>
                    <a:pt x="3494850" y="111782"/>
                  </a:lnTo>
                  <a:lnTo>
                    <a:pt x="3495675" y="128587"/>
                  </a:lnTo>
                  <a:lnTo>
                    <a:pt x="3495675" y="2090737"/>
                  </a:lnTo>
                  <a:lnTo>
                    <a:pt x="3489116" y="2132144"/>
                  </a:lnTo>
                  <a:lnTo>
                    <a:pt x="3469311" y="2169195"/>
                  </a:lnTo>
                  <a:lnTo>
                    <a:pt x="3438525" y="2197652"/>
                  </a:lnTo>
                  <a:lnTo>
                    <a:pt x="3431504" y="2202343"/>
                  </a:lnTo>
                  <a:lnTo>
                    <a:pt x="3392173" y="2216852"/>
                  </a:lnTo>
                  <a:lnTo>
                    <a:pt x="3383892" y="2218500"/>
                  </a:lnTo>
                  <a:lnTo>
                    <a:pt x="3375530" y="2219324"/>
                  </a:lnTo>
                  <a:lnTo>
                    <a:pt x="3367087" y="2219324"/>
                  </a:lnTo>
                  <a:lnTo>
                    <a:pt x="128588" y="2219324"/>
                  </a:lnTo>
                  <a:lnTo>
                    <a:pt x="120145" y="2219324"/>
                  </a:lnTo>
                  <a:lnTo>
                    <a:pt x="111782" y="2218500"/>
                  </a:lnTo>
                  <a:lnTo>
                    <a:pt x="103501" y="2216852"/>
                  </a:lnTo>
                  <a:lnTo>
                    <a:pt x="95220" y="2215205"/>
                  </a:lnTo>
                  <a:lnTo>
                    <a:pt x="57148" y="2197652"/>
                  </a:lnTo>
                  <a:lnTo>
                    <a:pt x="50128" y="2192961"/>
                  </a:lnTo>
                  <a:lnTo>
                    <a:pt x="43632" y="2187631"/>
                  </a:lnTo>
                  <a:lnTo>
                    <a:pt x="37662" y="2181661"/>
                  </a:lnTo>
                  <a:lnTo>
                    <a:pt x="31691" y="2175691"/>
                  </a:lnTo>
                  <a:lnTo>
                    <a:pt x="26360" y="2169195"/>
                  </a:lnTo>
                  <a:lnTo>
                    <a:pt x="21669" y="2162175"/>
                  </a:lnTo>
                  <a:lnTo>
                    <a:pt x="16978" y="2155155"/>
                  </a:lnTo>
                  <a:lnTo>
                    <a:pt x="13018" y="2147744"/>
                  </a:lnTo>
                  <a:lnTo>
                    <a:pt x="9787" y="2139944"/>
                  </a:lnTo>
                  <a:lnTo>
                    <a:pt x="6556" y="2132144"/>
                  </a:lnTo>
                  <a:lnTo>
                    <a:pt x="4117" y="2124103"/>
                  </a:lnTo>
                  <a:lnTo>
                    <a:pt x="2470" y="2115823"/>
                  </a:lnTo>
                  <a:lnTo>
                    <a:pt x="823" y="2107542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201023" y="431482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5" y="228599"/>
                  </a:moveTo>
                  <a:lnTo>
                    <a:pt x="106795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960005" y="0"/>
                  </a:lnTo>
                  <a:lnTo>
                    <a:pt x="1003174" y="11571"/>
                  </a:lnTo>
                  <a:lnTo>
                    <a:pt x="1038628" y="38784"/>
                  </a:lnTo>
                  <a:lnTo>
                    <a:pt x="1060971" y="77492"/>
                  </a:lnTo>
                  <a:lnTo>
                    <a:pt x="1066800" y="106794"/>
                  </a:lnTo>
                  <a:lnTo>
                    <a:pt x="1066800" y="121805"/>
                  </a:lnTo>
                  <a:lnTo>
                    <a:pt x="1055226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5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8283575" y="434022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01:25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01:30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1001372" y="4276724"/>
            <a:ext cx="304800" cy="304800"/>
            <a:chOff x="11001372" y="4276724"/>
            <a:chExt cx="304800" cy="304800"/>
          </a:xfrm>
        </p:grpSpPr>
        <p:sp>
          <p:nvSpPr>
            <p:cNvPr id="55" name="object 55"/>
            <p:cNvSpPr/>
            <p:nvPr/>
          </p:nvSpPr>
          <p:spPr>
            <a:xfrm>
              <a:off x="11001372" y="4276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4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1" y="228599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4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3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4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80749" y="4356099"/>
              <a:ext cx="146050" cy="14605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8188325" y="4664075"/>
            <a:ext cx="2412365" cy="4591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5" b="1">
                <a:solidFill>
                  <a:srgbClr val="293283"/>
                </a:solidFill>
                <a:latin typeface="Tahoma"/>
                <a:cs typeface="Tahoma"/>
              </a:rPr>
              <a:t>Q&amp;A </a:t>
            </a:r>
            <a:r>
              <a:rPr dirty="0" sz="1250" spc="-140" b="1">
                <a:solidFill>
                  <a:srgbClr val="293283"/>
                </a:solidFill>
                <a:latin typeface="Tahoma"/>
                <a:cs typeface="Tahoma"/>
              </a:rPr>
              <a:t>and</a:t>
            </a:r>
            <a:r>
              <a:rPr dirty="0" sz="125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65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125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60" b="1">
                <a:solidFill>
                  <a:srgbClr val="293283"/>
                </a:solidFill>
                <a:latin typeface="Tahoma"/>
                <a:cs typeface="Tahoma"/>
              </a:rPr>
              <a:t>5</a:t>
            </a:r>
            <a:r>
              <a:rPr dirty="0" sz="125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93283"/>
                </a:solidFill>
                <a:latin typeface="Tahoma"/>
                <a:cs typeface="Tahoma"/>
              </a:rPr>
              <a:t>Preview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Open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floor,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then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quick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look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&amp;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Layout.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0318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2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777875"/>
            <a:ext cx="10100945" cy="139890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95"/>
              </a:spcBef>
            </a:pPr>
            <a:r>
              <a:rPr dirty="0" sz="3900" spc="-509"/>
              <a:t>Yesterday</a:t>
            </a:r>
            <a:r>
              <a:rPr dirty="0" sz="3900" spc="-370"/>
              <a:t> </a:t>
            </a:r>
            <a:r>
              <a:rPr dirty="0" sz="3900" spc="-445"/>
              <a:t>you</a:t>
            </a:r>
            <a:r>
              <a:rPr dirty="0" sz="3900" spc="-370"/>
              <a:t> </a:t>
            </a:r>
            <a:r>
              <a:rPr dirty="0" sz="3900" spc="-409"/>
              <a:t>learned</a:t>
            </a:r>
            <a:r>
              <a:rPr dirty="0" sz="3900" spc="-370"/>
              <a:t> </a:t>
            </a:r>
            <a:r>
              <a:rPr dirty="0" sz="3900" spc="-360"/>
              <a:t>to</a:t>
            </a:r>
            <a:r>
              <a:rPr dirty="0" sz="3900" spc="-365"/>
              <a:t> </a:t>
            </a:r>
            <a:r>
              <a:rPr dirty="0" sz="3900" spc="-490"/>
              <a:t>save</a:t>
            </a:r>
            <a:r>
              <a:rPr dirty="0" sz="3900" spc="-370"/>
              <a:t> </a:t>
            </a:r>
            <a:r>
              <a:rPr dirty="0" sz="3900" spc="-425"/>
              <a:t>your</a:t>
            </a:r>
            <a:r>
              <a:rPr dirty="0" sz="3900" spc="-370"/>
              <a:t> </a:t>
            </a:r>
            <a:r>
              <a:rPr dirty="0" sz="3900" spc="-395"/>
              <a:t>code.</a:t>
            </a:r>
            <a:r>
              <a:rPr dirty="0" sz="3900" spc="-370"/>
              <a:t> </a:t>
            </a:r>
            <a:r>
              <a:rPr dirty="0" sz="3900" spc="-535"/>
              <a:t>Today</a:t>
            </a:r>
            <a:r>
              <a:rPr dirty="0" sz="3900" spc="-365"/>
              <a:t> </a:t>
            </a:r>
            <a:r>
              <a:rPr dirty="0" sz="3900" spc="-555"/>
              <a:t>we </a:t>
            </a:r>
            <a:r>
              <a:rPr dirty="0" sz="3900" spc="-535"/>
              <a:t>make</a:t>
            </a:r>
            <a:r>
              <a:rPr dirty="0" sz="3900" spc="-380"/>
              <a:t> </a:t>
            </a:r>
            <a:r>
              <a:rPr dirty="0" sz="3900" spc="-280"/>
              <a:t>it</a:t>
            </a:r>
            <a:r>
              <a:rPr dirty="0" sz="3900" spc="-375"/>
              <a:t> </a:t>
            </a:r>
            <a:r>
              <a:rPr dirty="0" sz="3900" spc="-409"/>
              <a:t>clickable.</a:t>
            </a:r>
            <a:endParaRPr sz="3900"/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200" spc="-55" b="0">
                <a:solidFill>
                  <a:srgbClr val="4A4E6A"/>
                </a:solidFill>
                <a:latin typeface="Tahoma"/>
                <a:cs typeface="Tahoma"/>
              </a:rPr>
              <a:t>Quick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5" b="0">
                <a:solidFill>
                  <a:srgbClr val="4A4E6A"/>
                </a:solidFill>
                <a:latin typeface="Tahoma"/>
                <a:cs typeface="Tahoma"/>
              </a:rPr>
              <a:t>check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5" b="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85" b="0">
                <a:solidFill>
                  <a:srgbClr val="4A4E6A"/>
                </a:solidFill>
                <a:latin typeface="Tahoma"/>
                <a:cs typeface="Tahoma"/>
              </a:rPr>
              <a:t>Day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5" b="0">
                <a:solidFill>
                  <a:srgbClr val="4A4E6A"/>
                </a:solidFill>
                <a:latin typeface="Tahoma"/>
                <a:cs typeface="Tahoma"/>
              </a:rPr>
              <a:t>2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0" b="0">
                <a:solidFill>
                  <a:srgbClr val="4A4E6A"/>
                </a:solidFill>
                <a:latin typeface="Tahoma"/>
                <a:cs typeface="Tahoma"/>
              </a:rPr>
              <a:t>work</a:t>
            </a:r>
            <a:r>
              <a:rPr dirty="0" sz="1200" spc="-9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 b="0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 b="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 b="0">
                <a:solidFill>
                  <a:srgbClr val="4A4E6A"/>
                </a:solidFill>
                <a:latin typeface="Tahoma"/>
                <a:cs typeface="Tahoma"/>
              </a:rPr>
              <a:t>GitHub.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100" b="0">
                <a:solidFill>
                  <a:srgbClr val="4A4E6A"/>
                </a:solidFill>
                <a:latin typeface="Tahoma"/>
                <a:cs typeface="Tahoma"/>
              </a:rPr>
              <a:t>If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30" b="0">
                <a:solidFill>
                  <a:srgbClr val="4A4E6A"/>
                </a:solidFill>
                <a:latin typeface="Tahoma"/>
                <a:cs typeface="Tahoma"/>
              </a:rPr>
              <a:t>it's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0" b="0">
                <a:solidFill>
                  <a:srgbClr val="4A4E6A"/>
                </a:solidFill>
                <a:latin typeface="Tahoma"/>
                <a:cs typeface="Tahoma"/>
              </a:rPr>
              <a:t>not,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0" b="0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1200" spc="-9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0" b="0">
                <a:solidFill>
                  <a:srgbClr val="4A4E6A"/>
                </a:solidFill>
                <a:latin typeface="Tahoma"/>
                <a:cs typeface="Tahoma"/>
              </a:rPr>
              <a:t>fix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10" b="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0" b="0">
                <a:solidFill>
                  <a:srgbClr val="4A4E6A"/>
                </a:solidFill>
                <a:latin typeface="Tahoma"/>
                <a:cs typeface="Tahoma"/>
              </a:rPr>
              <a:t>now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20" b="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35" b="0">
                <a:solidFill>
                  <a:srgbClr val="4A4E6A"/>
                </a:solidFill>
                <a:latin typeface="Tahoma"/>
                <a:cs typeface="Tahoma"/>
              </a:rPr>
              <a:t>you'll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5" b="0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1200" spc="-9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5" b="0">
                <a:solidFill>
                  <a:srgbClr val="4A4E6A"/>
                </a:solidFill>
                <a:latin typeface="Tahoma"/>
                <a:cs typeface="Tahoma"/>
              </a:rPr>
              <a:t>code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 b="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45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65" b="0">
                <a:solidFill>
                  <a:srgbClr val="4A4E6A"/>
                </a:solidFill>
                <a:latin typeface="Tahoma"/>
                <a:cs typeface="Tahoma"/>
              </a:rPr>
              <a:t>group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50" b="0">
                <a:solidFill>
                  <a:srgbClr val="4A4E6A"/>
                </a:solidFill>
                <a:latin typeface="Tahoma"/>
                <a:cs typeface="Tahoma"/>
              </a:rPr>
              <a:t>project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35" b="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200" spc="-9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70" b="0">
                <a:solidFill>
                  <a:srgbClr val="4A4E6A"/>
                </a:solidFill>
                <a:latin typeface="Tahoma"/>
                <a:cs typeface="Tahoma"/>
              </a:rPr>
              <a:t>Phase</a:t>
            </a:r>
            <a:r>
              <a:rPr dirty="0" sz="1200" spc="-9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00" spc="-25" b="0">
                <a:solidFill>
                  <a:srgbClr val="4A4E6A"/>
                </a:solidFill>
                <a:latin typeface="Tahoma"/>
                <a:cs typeface="Tahoma"/>
              </a:rPr>
              <a:t>4.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2362200"/>
            <a:ext cx="6391275" cy="3962400"/>
            <a:chOff x="685799" y="2362200"/>
            <a:chExt cx="6391275" cy="3962400"/>
          </a:xfrm>
        </p:grpSpPr>
        <p:sp>
          <p:nvSpPr>
            <p:cNvPr id="6" name="object 6"/>
            <p:cNvSpPr/>
            <p:nvPr/>
          </p:nvSpPr>
          <p:spPr>
            <a:xfrm>
              <a:off x="704849" y="2366962"/>
              <a:ext cx="6367780" cy="3952875"/>
            </a:xfrm>
            <a:custGeom>
              <a:avLst/>
              <a:gdLst/>
              <a:ahLst/>
              <a:cxnLst/>
              <a:rect l="l" t="t" r="r" b="b"/>
              <a:pathLst>
                <a:path w="6367780" h="3952875">
                  <a:moveTo>
                    <a:pt x="6247317" y="3952874"/>
                  </a:moveTo>
                  <a:lnTo>
                    <a:pt x="106794" y="3952874"/>
                  </a:lnTo>
                  <a:lnTo>
                    <a:pt x="99362" y="3952050"/>
                  </a:lnTo>
                  <a:lnTo>
                    <a:pt x="57038" y="3935893"/>
                  </a:lnTo>
                  <a:lnTo>
                    <a:pt x="28170" y="3909241"/>
                  </a:lnTo>
                  <a:lnTo>
                    <a:pt x="5828" y="3865694"/>
                  </a:lnTo>
                  <a:lnTo>
                    <a:pt x="0" y="3832730"/>
                  </a:lnTo>
                  <a:lnTo>
                    <a:pt x="0" y="382428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6"/>
                  </a:lnTo>
                  <a:lnTo>
                    <a:pt x="106794" y="0"/>
                  </a:lnTo>
                  <a:lnTo>
                    <a:pt x="6247317" y="0"/>
                  </a:lnTo>
                  <a:lnTo>
                    <a:pt x="6295882" y="13018"/>
                  </a:lnTo>
                  <a:lnTo>
                    <a:pt x="6335769" y="43632"/>
                  </a:lnTo>
                  <a:lnTo>
                    <a:pt x="6360904" y="87179"/>
                  </a:lnTo>
                  <a:lnTo>
                    <a:pt x="6367461" y="120144"/>
                  </a:lnTo>
                  <a:lnTo>
                    <a:pt x="6367461" y="3832730"/>
                  </a:lnTo>
                  <a:lnTo>
                    <a:pt x="6354442" y="3881294"/>
                  </a:lnTo>
                  <a:lnTo>
                    <a:pt x="6323829" y="3921181"/>
                  </a:lnTo>
                  <a:lnTo>
                    <a:pt x="6280281" y="3946316"/>
                  </a:lnTo>
                  <a:lnTo>
                    <a:pt x="6255679" y="3952050"/>
                  </a:lnTo>
                  <a:lnTo>
                    <a:pt x="6247317" y="395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770" y="2362199"/>
              <a:ext cx="6323330" cy="3962400"/>
            </a:xfrm>
            <a:custGeom>
              <a:avLst/>
              <a:gdLst/>
              <a:ahLst/>
              <a:cxnLst/>
              <a:rect l="l" t="t" r="r" b="b"/>
              <a:pathLst>
                <a:path w="6323330" h="3962400">
                  <a:moveTo>
                    <a:pt x="6323292" y="133350"/>
                  </a:moveTo>
                  <a:lnTo>
                    <a:pt x="6317589" y="94703"/>
                  </a:lnTo>
                  <a:lnTo>
                    <a:pt x="6300838" y="59258"/>
                  </a:lnTo>
                  <a:lnTo>
                    <a:pt x="6284684" y="39573"/>
                  </a:lnTo>
                  <a:lnTo>
                    <a:pt x="6252870" y="15773"/>
                  </a:lnTo>
                  <a:lnTo>
                    <a:pt x="6215964" y="2540"/>
                  </a:lnTo>
                  <a:lnTo>
                    <a:pt x="61899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6189942" y="9525"/>
                  </a:lnTo>
                  <a:lnTo>
                    <a:pt x="6237338" y="18961"/>
                  </a:lnTo>
                  <a:lnTo>
                    <a:pt x="6277508" y="45796"/>
                  </a:lnTo>
                  <a:lnTo>
                    <a:pt x="6277953" y="46304"/>
                  </a:lnTo>
                  <a:lnTo>
                    <a:pt x="6285712" y="54838"/>
                  </a:lnTo>
                  <a:lnTo>
                    <a:pt x="6308471" y="97459"/>
                  </a:lnTo>
                  <a:lnTo>
                    <a:pt x="6313767" y="133350"/>
                  </a:lnTo>
                  <a:lnTo>
                    <a:pt x="6313767" y="3829050"/>
                  </a:lnTo>
                  <a:lnTo>
                    <a:pt x="6304343" y="3876446"/>
                  </a:lnTo>
                  <a:lnTo>
                    <a:pt x="6277953" y="3916108"/>
                  </a:lnTo>
                  <a:lnTo>
                    <a:pt x="6277508" y="3916616"/>
                  </a:lnTo>
                  <a:lnTo>
                    <a:pt x="6237325" y="3943451"/>
                  </a:lnTo>
                  <a:lnTo>
                    <a:pt x="6202388" y="3952252"/>
                  </a:lnTo>
                  <a:lnTo>
                    <a:pt x="6202896" y="3952252"/>
                  </a:lnTo>
                  <a:lnTo>
                    <a:pt x="6189942" y="3952875"/>
                  </a:lnTo>
                  <a:lnTo>
                    <a:pt x="65366" y="3952875"/>
                  </a:lnTo>
                  <a:lnTo>
                    <a:pt x="55410" y="3952252"/>
                  </a:lnTo>
                  <a:lnTo>
                    <a:pt x="55803" y="3952252"/>
                  </a:lnTo>
                  <a:lnTo>
                    <a:pt x="46786" y="3950525"/>
                  </a:lnTo>
                  <a:lnTo>
                    <a:pt x="37769" y="3947579"/>
                  </a:lnTo>
                  <a:lnTo>
                    <a:pt x="28917" y="3943451"/>
                  </a:lnTo>
                  <a:lnTo>
                    <a:pt x="22542" y="3939540"/>
                  </a:lnTo>
                  <a:lnTo>
                    <a:pt x="0" y="3945178"/>
                  </a:lnTo>
                  <a:lnTo>
                    <a:pt x="39357" y="3959872"/>
                  </a:lnTo>
                  <a:lnTo>
                    <a:pt x="65366" y="3962400"/>
                  </a:lnTo>
                  <a:lnTo>
                    <a:pt x="6189942" y="3962400"/>
                  </a:lnTo>
                  <a:lnTo>
                    <a:pt x="6203086" y="3961765"/>
                  </a:lnTo>
                  <a:lnTo>
                    <a:pt x="6215964" y="3959872"/>
                  </a:lnTo>
                  <a:lnTo>
                    <a:pt x="6228600" y="3956697"/>
                  </a:lnTo>
                  <a:lnTo>
                    <a:pt x="6239230" y="3952875"/>
                  </a:lnTo>
                  <a:lnTo>
                    <a:pt x="6240983" y="3952252"/>
                  </a:lnTo>
                  <a:lnTo>
                    <a:pt x="6274498" y="3932186"/>
                  </a:lnTo>
                  <a:lnTo>
                    <a:pt x="6300838" y="3903154"/>
                  </a:lnTo>
                  <a:lnTo>
                    <a:pt x="6317589" y="3867708"/>
                  </a:lnTo>
                  <a:lnTo>
                    <a:pt x="6323292" y="3829050"/>
                  </a:lnTo>
                  <a:lnTo>
                    <a:pt x="63232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2379263"/>
              <a:ext cx="90805" cy="3928745"/>
            </a:xfrm>
            <a:custGeom>
              <a:avLst/>
              <a:gdLst/>
              <a:ahLst/>
              <a:cxnLst/>
              <a:rect l="l" t="t" r="r" b="b"/>
              <a:pathLst>
                <a:path w="90804" h="3928745">
                  <a:moveTo>
                    <a:pt x="68254" y="3928272"/>
                  </a:moveTo>
                  <a:lnTo>
                    <a:pt x="30217" y="3896541"/>
                  </a:lnTo>
                  <a:lnTo>
                    <a:pt x="10150" y="3863016"/>
                  </a:lnTo>
                  <a:lnTo>
                    <a:pt x="634" y="3825122"/>
                  </a:lnTo>
                  <a:lnTo>
                    <a:pt x="0" y="38119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3811986"/>
                  </a:lnTo>
                  <a:lnTo>
                    <a:pt x="45350" y="3859371"/>
                  </a:lnTo>
                  <a:lnTo>
                    <a:pt x="65998" y="3899543"/>
                  </a:lnTo>
                  <a:lnTo>
                    <a:pt x="90792" y="3922638"/>
                  </a:lnTo>
                  <a:lnTo>
                    <a:pt x="68254" y="392827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905124" y="2581274"/>
              <a:ext cx="495300" cy="200025"/>
            </a:xfrm>
            <a:custGeom>
              <a:avLst/>
              <a:gdLst/>
              <a:ahLst/>
              <a:cxnLst/>
              <a:rect l="l" t="t" r="r" b="b"/>
              <a:pathLst>
                <a:path w="495300" h="200025">
                  <a:moveTo>
                    <a:pt x="401854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8" y="186817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5" y="55671"/>
                  </a:lnTo>
                  <a:lnTo>
                    <a:pt x="33936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401854" y="0"/>
                  </a:lnTo>
                  <a:lnTo>
                    <a:pt x="439627" y="10126"/>
                  </a:lnTo>
                  <a:lnTo>
                    <a:pt x="470650" y="33936"/>
                  </a:lnTo>
                  <a:lnTo>
                    <a:pt x="490199" y="67805"/>
                  </a:lnTo>
                  <a:lnTo>
                    <a:pt x="495299" y="93445"/>
                  </a:lnTo>
                  <a:lnTo>
                    <a:pt x="495299" y="106579"/>
                  </a:lnTo>
                  <a:lnTo>
                    <a:pt x="485174" y="144352"/>
                  </a:lnTo>
                  <a:lnTo>
                    <a:pt x="461363" y="175375"/>
                  </a:lnTo>
                  <a:lnTo>
                    <a:pt x="427493" y="194924"/>
                  </a:lnTo>
                  <a:lnTo>
                    <a:pt x="408357" y="199384"/>
                  </a:lnTo>
                  <a:lnTo>
                    <a:pt x="401854" y="2000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71550" y="2597150"/>
            <a:ext cx="23463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2019300" algn="l"/>
              </a:tabLst>
            </a:pP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AT</a:t>
            </a:r>
            <a:r>
              <a:rPr dirty="0" sz="800" spc="15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229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20" b="1">
                <a:solidFill>
                  <a:srgbClr val="797E94"/>
                </a:solidFill>
                <a:latin typeface="Tahoma"/>
                <a:cs typeface="Tahoma"/>
              </a:rPr>
              <a:t>Y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D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5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	</a:t>
            </a:r>
            <a:r>
              <a:rPr dirty="0" sz="750" spc="-60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750" spc="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35" b="1">
                <a:solidFill>
                  <a:srgbClr val="293283"/>
                </a:solidFill>
                <a:latin typeface="Tahoma"/>
                <a:cs typeface="Tahoma"/>
              </a:rPr>
              <a:t>03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6787" y="3009899"/>
            <a:ext cx="5857875" cy="304800"/>
            <a:chOff x="966787" y="3009899"/>
            <a:chExt cx="5857875" cy="304800"/>
          </a:xfrm>
        </p:grpSpPr>
        <p:sp>
          <p:nvSpPr>
            <p:cNvPr id="12" name="object 12"/>
            <p:cNvSpPr/>
            <p:nvPr/>
          </p:nvSpPr>
          <p:spPr>
            <a:xfrm>
              <a:off x="971550" y="3309937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3009899"/>
              <a:ext cx="209549" cy="2095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04887" y="302963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4449" y="2992437"/>
            <a:ext cx="312801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Why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90" b="1">
                <a:solidFill>
                  <a:srgbClr val="293283"/>
                </a:solidFill>
                <a:latin typeface="Tahoma"/>
                <a:cs typeface="Tahoma"/>
              </a:rPr>
              <a:t>Git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matters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two-people-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one-</a:t>
            </a:r>
            <a:r>
              <a:rPr dirty="0" sz="1000" spc="-20">
                <a:solidFill>
                  <a:srgbClr val="1B1F3A"/>
                </a:solidFill>
                <a:latin typeface="Tahoma"/>
                <a:cs typeface="Tahoma"/>
              </a:rPr>
              <a:t>file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problem,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ahoma"/>
                <a:cs typeface="Tahoma"/>
              </a:rPr>
              <a:t>solved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6787" y="3409949"/>
            <a:ext cx="5857875" cy="304800"/>
            <a:chOff x="966787" y="3409949"/>
            <a:chExt cx="5857875" cy="304800"/>
          </a:xfrm>
        </p:grpSpPr>
        <p:sp>
          <p:nvSpPr>
            <p:cNvPr id="17" name="object 17"/>
            <p:cNvSpPr/>
            <p:nvPr/>
          </p:nvSpPr>
          <p:spPr>
            <a:xfrm>
              <a:off x="971550" y="3709987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3409949"/>
              <a:ext cx="209549" cy="2095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04887" y="34296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14449" y="3392487"/>
            <a:ext cx="3469004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90" b="1">
                <a:solidFill>
                  <a:srgbClr val="293283"/>
                </a:solidFill>
                <a:latin typeface="Tahoma"/>
                <a:cs typeface="Tahoma"/>
              </a:rPr>
              <a:t>Git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vs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GitHub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10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B1F3A"/>
                </a:solidFill>
                <a:latin typeface="Tahoma"/>
                <a:cs typeface="Tahoma"/>
              </a:rPr>
              <a:t>tool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1B1F3A"/>
                </a:solidFill>
                <a:latin typeface="Tahoma"/>
                <a:cs typeface="Tahoma"/>
              </a:rPr>
              <a:t>vs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place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1B1F3A"/>
                </a:solidFill>
                <a:latin typeface="Tahoma"/>
                <a:cs typeface="Tahoma"/>
              </a:rPr>
              <a:t>(and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10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email-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match</a:t>
            </a:r>
            <a:r>
              <a:rPr dirty="0" sz="100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ahoma"/>
                <a:cs typeface="Tahoma"/>
              </a:rPr>
              <a:t>gotcha)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66787" y="3809999"/>
            <a:ext cx="5857875" cy="304800"/>
            <a:chOff x="966787" y="3809999"/>
            <a:chExt cx="5857875" cy="304800"/>
          </a:xfrm>
        </p:grpSpPr>
        <p:sp>
          <p:nvSpPr>
            <p:cNvPr id="22" name="object 22"/>
            <p:cNvSpPr/>
            <p:nvPr/>
          </p:nvSpPr>
          <p:spPr>
            <a:xfrm>
              <a:off x="971550" y="4110037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3809999"/>
              <a:ext cx="209549" cy="2095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004887" y="382973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4449" y="3792537"/>
            <a:ext cx="292290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100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core</a:t>
            </a:r>
            <a:r>
              <a:rPr dirty="0" sz="100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85" b="1">
                <a:solidFill>
                  <a:srgbClr val="293283"/>
                </a:solidFill>
                <a:latin typeface="Tahoma"/>
                <a:cs typeface="Tahoma"/>
              </a:rPr>
              <a:t>loop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10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status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/</a:t>
            </a:r>
            <a:r>
              <a:rPr dirty="0" sz="10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add</a:t>
            </a:r>
            <a:r>
              <a:rPr dirty="0" sz="10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/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commit</a:t>
            </a:r>
            <a:r>
              <a:rPr dirty="0" sz="10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/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push,</a:t>
            </a:r>
            <a:r>
              <a:rPr dirty="0" sz="100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typed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B1F3A"/>
                </a:solidFill>
                <a:latin typeface="Tahoma"/>
                <a:cs typeface="Tahoma"/>
              </a:rPr>
              <a:t>live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66787" y="4210049"/>
            <a:ext cx="5857875" cy="304800"/>
            <a:chOff x="966787" y="4210049"/>
            <a:chExt cx="5857875" cy="304800"/>
          </a:xfrm>
        </p:grpSpPr>
        <p:sp>
          <p:nvSpPr>
            <p:cNvPr id="27" name="object 27"/>
            <p:cNvSpPr/>
            <p:nvPr/>
          </p:nvSpPr>
          <p:spPr>
            <a:xfrm>
              <a:off x="971550" y="4510087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4210049"/>
              <a:ext cx="209549" cy="20954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04887" y="42297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14437" y="4229100"/>
            <a:ext cx="3914775" cy="152400"/>
          </a:xfrm>
          <a:custGeom>
            <a:avLst/>
            <a:gdLst/>
            <a:ahLst/>
            <a:cxnLst/>
            <a:rect l="l" t="t" r="r" b="b"/>
            <a:pathLst>
              <a:path w="3914775" h="152400">
                <a:moveTo>
                  <a:pt x="800100" y="33058"/>
                </a:moveTo>
                <a:lnTo>
                  <a:pt x="771918" y="977"/>
                </a:lnTo>
                <a:lnTo>
                  <a:pt x="767054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14300"/>
                </a:lnTo>
                <a:lnTo>
                  <a:pt x="0" y="119354"/>
                </a:lnTo>
                <a:lnTo>
                  <a:pt x="28194" y="151434"/>
                </a:lnTo>
                <a:lnTo>
                  <a:pt x="33058" y="152400"/>
                </a:lnTo>
                <a:lnTo>
                  <a:pt x="767054" y="152400"/>
                </a:lnTo>
                <a:lnTo>
                  <a:pt x="799134" y="124218"/>
                </a:lnTo>
                <a:lnTo>
                  <a:pt x="800100" y="119354"/>
                </a:lnTo>
                <a:lnTo>
                  <a:pt x="800100" y="33058"/>
                </a:lnTo>
                <a:close/>
              </a:path>
              <a:path w="3914775" h="152400">
                <a:moveTo>
                  <a:pt x="2562225" y="33058"/>
                </a:moveTo>
                <a:lnTo>
                  <a:pt x="2534043" y="977"/>
                </a:lnTo>
                <a:lnTo>
                  <a:pt x="2529179" y="0"/>
                </a:lnTo>
                <a:lnTo>
                  <a:pt x="2147608" y="0"/>
                </a:lnTo>
                <a:lnTo>
                  <a:pt x="2115528" y="28194"/>
                </a:lnTo>
                <a:lnTo>
                  <a:pt x="2114550" y="33058"/>
                </a:lnTo>
                <a:lnTo>
                  <a:pt x="2114550" y="114300"/>
                </a:lnTo>
                <a:lnTo>
                  <a:pt x="2114550" y="119354"/>
                </a:lnTo>
                <a:lnTo>
                  <a:pt x="2142744" y="151434"/>
                </a:lnTo>
                <a:lnTo>
                  <a:pt x="2147608" y="152400"/>
                </a:lnTo>
                <a:lnTo>
                  <a:pt x="2529179" y="152400"/>
                </a:lnTo>
                <a:lnTo>
                  <a:pt x="2561259" y="124218"/>
                </a:lnTo>
                <a:lnTo>
                  <a:pt x="2562225" y="119354"/>
                </a:lnTo>
                <a:lnTo>
                  <a:pt x="2562225" y="33058"/>
                </a:lnTo>
                <a:close/>
              </a:path>
              <a:path w="3914775" h="152400">
                <a:moveTo>
                  <a:pt x="3914775" y="33058"/>
                </a:moveTo>
                <a:lnTo>
                  <a:pt x="3886593" y="977"/>
                </a:lnTo>
                <a:lnTo>
                  <a:pt x="3881729" y="0"/>
                </a:lnTo>
                <a:lnTo>
                  <a:pt x="3071533" y="0"/>
                </a:lnTo>
                <a:lnTo>
                  <a:pt x="3039453" y="28194"/>
                </a:lnTo>
                <a:lnTo>
                  <a:pt x="3038475" y="33058"/>
                </a:lnTo>
                <a:lnTo>
                  <a:pt x="3038475" y="114300"/>
                </a:lnTo>
                <a:lnTo>
                  <a:pt x="3038475" y="119354"/>
                </a:lnTo>
                <a:lnTo>
                  <a:pt x="3066669" y="151434"/>
                </a:lnTo>
                <a:lnTo>
                  <a:pt x="3071533" y="152400"/>
                </a:lnTo>
                <a:lnTo>
                  <a:pt x="3881729" y="152400"/>
                </a:lnTo>
                <a:lnTo>
                  <a:pt x="3913809" y="124218"/>
                </a:lnTo>
                <a:lnTo>
                  <a:pt x="3914775" y="119354"/>
                </a:lnTo>
                <a:lnTo>
                  <a:pt x="3914775" y="33058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362074" y="4192587"/>
            <a:ext cx="391922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847465" algn="l"/>
              </a:tabLst>
            </a:pP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.gitignore</a:t>
            </a:r>
            <a:r>
              <a:rPr dirty="0" sz="900" spc="-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1000" spc="-1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ahoma"/>
                <a:cs typeface="Tahoma"/>
              </a:rPr>
              <a:t>what</a:t>
            </a:r>
            <a:r>
              <a:rPr dirty="0" sz="1000" spc="-1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75">
                <a:solidFill>
                  <a:srgbClr val="1B1F3A"/>
                </a:solidFill>
                <a:latin typeface="Tahoma"/>
                <a:cs typeface="Tahoma"/>
              </a:rPr>
              <a:t>NOT</a:t>
            </a:r>
            <a:r>
              <a:rPr dirty="0" sz="1000" spc="-1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1000" spc="-1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commit</a:t>
            </a:r>
            <a:r>
              <a:rPr dirty="0" sz="1000" spc="-1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(</a:t>
            </a:r>
            <a:r>
              <a:rPr dirty="0" sz="1000" spc="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.venv</a:t>
            </a:r>
            <a:r>
              <a:rPr dirty="0" sz="900" spc="-1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,</a:t>
            </a:r>
            <a:r>
              <a:rPr dirty="0" sz="1000" spc="-1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secrets,</a:t>
            </a:r>
            <a:r>
              <a:rPr dirty="0" sz="1000" spc="2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u="sng" sz="900" spc="315">
                <a:solidFill>
                  <a:srgbClr val="293283"/>
                </a:solidFill>
                <a:uFill>
                  <a:solidFill>
                    <a:srgbClr val="283182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293283"/>
                </a:solidFill>
                <a:latin typeface="Courier New"/>
                <a:cs typeface="Courier New"/>
              </a:rPr>
              <a:t>pycache</a:t>
            </a:r>
            <a:r>
              <a:rPr dirty="0" u="sng" sz="900">
                <a:solidFill>
                  <a:srgbClr val="293283"/>
                </a:solidFill>
                <a:uFill>
                  <a:solidFill>
                    <a:srgbClr val="28318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900" spc="-85">
                <a:solidFill>
                  <a:srgbClr val="293283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1B1F3A"/>
                </a:solidFill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49" y="4610099"/>
            <a:ext cx="209549" cy="20954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04887" y="462983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14449" y="4592637"/>
            <a:ext cx="417893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Merge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conflicts</a:t>
            </a:r>
            <a:r>
              <a:rPr dirty="0" sz="10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10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ahoma"/>
                <a:cs typeface="Tahoma"/>
              </a:rPr>
              <a:t>escalating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demos,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B1F3A"/>
                </a:solidFill>
                <a:latin typeface="Tahoma"/>
                <a:cs typeface="Tahoma"/>
              </a:rPr>
              <a:t>from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1B1F3A"/>
                </a:solidFill>
                <a:latin typeface="Tahoma"/>
                <a:cs typeface="Tahoma"/>
              </a:rPr>
              <a:t>easy 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auto-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merge </a:t>
            </a:r>
            <a:r>
              <a:rPr dirty="0" sz="1000" spc="-2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ahoma"/>
                <a:cs typeface="Tahoma"/>
              </a:rPr>
              <a:t>manual</a:t>
            </a:r>
            <a:r>
              <a:rPr dirty="0" sz="10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ahoma"/>
                <a:cs typeface="Tahoma"/>
              </a:rPr>
              <a:t>resolution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248524" y="2362200"/>
            <a:ext cx="4257675" cy="3962400"/>
            <a:chOff x="7248524" y="2362200"/>
            <a:chExt cx="4257675" cy="3962400"/>
          </a:xfrm>
        </p:grpSpPr>
        <p:sp>
          <p:nvSpPr>
            <p:cNvPr id="36" name="object 36"/>
            <p:cNvSpPr/>
            <p:nvPr/>
          </p:nvSpPr>
          <p:spPr>
            <a:xfrm>
              <a:off x="7267574" y="2366962"/>
              <a:ext cx="4234180" cy="3952875"/>
            </a:xfrm>
            <a:custGeom>
              <a:avLst/>
              <a:gdLst/>
              <a:ahLst/>
              <a:cxnLst/>
              <a:rect l="l" t="t" r="r" b="b"/>
              <a:pathLst>
                <a:path w="4234180" h="3952875">
                  <a:moveTo>
                    <a:pt x="4113717" y="3952874"/>
                  </a:moveTo>
                  <a:lnTo>
                    <a:pt x="106794" y="3952874"/>
                  </a:lnTo>
                  <a:lnTo>
                    <a:pt x="99361" y="3952050"/>
                  </a:lnTo>
                  <a:lnTo>
                    <a:pt x="57037" y="3935893"/>
                  </a:lnTo>
                  <a:lnTo>
                    <a:pt x="28170" y="3909241"/>
                  </a:lnTo>
                  <a:lnTo>
                    <a:pt x="5828" y="3865694"/>
                  </a:lnTo>
                  <a:lnTo>
                    <a:pt x="0" y="3832730"/>
                  </a:lnTo>
                  <a:lnTo>
                    <a:pt x="0" y="382428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4" y="31691"/>
                  </a:lnTo>
                  <a:lnTo>
                    <a:pt x="77492" y="6556"/>
                  </a:lnTo>
                  <a:lnTo>
                    <a:pt x="106794" y="0"/>
                  </a:lnTo>
                  <a:lnTo>
                    <a:pt x="4113717" y="0"/>
                  </a:lnTo>
                  <a:lnTo>
                    <a:pt x="4162282" y="13018"/>
                  </a:lnTo>
                  <a:lnTo>
                    <a:pt x="4202169" y="43632"/>
                  </a:lnTo>
                  <a:lnTo>
                    <a:pt x="4227303" y="87179"/>
                  </a:lnTo>
                  <a:lnTo>
                    <a:pt x="4233861" y="120144"/>
                  </a:lnTo>
                  <a:lnTo>
                    <a:pt x="4233861" y="3832730"/>
                  </a:lnTo>
                  <a:lnTo>
                    <a:pt x="4220841" y="3881294"/>
                  </a:lnTo>
                  <a:lnTo>
                    <a:pt x="4190229" y="3921181"/>
                  </a:lnTo>
                  <a:lnTo>
                    <a:pt x="4146682" y="3946316"/>
                  </a:lnTo>
                  <a:lnTo>
                    <a:pt x="4122080" y="3952050"/>
                  </a:lnTo>
                  <a:lnTo>
                    <a:pt x="4113717" y="395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316495" y="2362199"/>
              <a:ext cx="4189729" cy="3962400"/>
            </a:xfrm>
            <a:custGeom>
              <a:avLst/>
              <a:gdLst/>
              <a:ahLst/>
              <a:cxnLst/>
              <a:rect l="l" t="t" r="r" b="b"/>
              <a:pathLst>
                <a:path w="4189729" h="3962400">
                  <a:moveTo>
                    <a:pt x="4189692" y="133350"/>
                  </a:moveTo>
                  <a:lnTo>
                    <a:pt x="4183989" y="94703"/>
                  </a:lnTo>
                  <a:lnTo>
                    <a:pt x="4167238" y="59258"/>
                  </a:lnTo>
                  <a:lnTo>
                    <a:pt x="4151084" y="39573"/>
                  </a:lnTo>
                  <a:lnTo>
                    <a:pt x="4119270" y="15773"/>
                  </a:lnTo>
                  <a:lnTo>
                    <a:pt x="4082364" y="2540"/>
                  </a:lnTo>
                  <a:lnTo>
                    <a:pt x="40563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4056342" y="9525"/>
                  </a:lnTo>
                  <a:lnTo>
                    <a:pt x="4103725" y="18961"/>
                  </a:lnTo>
                  <a:lnTo>
                    <a:pt x="4143908" y="45796"/>
                  </a:lnTo>
                  <a:lnTo>
                    <a:pt x="4144353" y="46304"/>
                  </a:lnTo>
                  <a:lnTo>
                    <a:pt x="4152112" y="54838"/>
                  </a:lnTo>
                  <a:lnTo>
                    <a:pt x="4174871" y="97459"/>
                  </a:lnTo>
                  <a:lnTo>
                    <a:pt x="4180167" y="133350"/>
                  </a:lnTo>
                  <a:lnTo>
                    <a:pt x="4180167" y="3829050"/>
                  </a:lnTo>
                  <a:lnTo>
                    <a:pt x="4170743" y="3876446"/>
                  </a:lnTo>
                  <a:lnTo>
                    <a:pt x="4144353" y="3916108"/>
                  </a:lnTo>
                  <a:lnTo>
                    <a:pt x="4143908" y="3916616"/>
                  </a:lnTo>
                  <a:lnTo>
                    <a:pt x="4103725" y="3943451"/>
                  </a:lnTo>
                  <a:lnTo>
                    <a:pt x="4068788" y="3952252"/>
                  </a:lnTo>
                  <a:lnTo>
                    <a:pt x="4069296" y="3952252"/>
                  </a:lnTo>
                  <a:lnTo>
                    <a:pt x="4056342" y="3952875"/>
                  </a:lnTo>
                  <a:lnTo>
                    <a:pt x="65366" y="3952875"/>
                  </a:lnTo>
                  <a:lnTo>
                    <a:pt x="55410" y="3952252"/>
                  </a:lnTo>
                  <a:lnTo>
                    <a:pt x="55803" y="3952252"/>
                  </a:lnTo>
                  <a:lnTo>
                    <a:pt x="46786" y="3950525"/>
                  </a:lnTo>
                  <a:lnTo>
                    <a:pt x="37769" y="3947579"/>
                  </a:lnTo>
                  <a:lnTo>
                    <a:pt x="28917" y="3943451"/>
                  </a:lnTo>
                  <a:lnTo>
                    <a:pt x="22542" y="3939540"/>
                  </a:lnTo>
                  <a:lnTo>
                    <a:pt x="0" y="3945178"/>
                  </a:lnTo>
                  <a:lnTo>
                    <a:pt x="39357" y="3959872"/>
                  </a:lnTo>
                  <a:lnTo>
                    <a:pt x="65366" y="3962400"/>
                  </a:lnTo>
                  <a:lnTo>
                    <a:pt x="4056342" y="3962400"/>
                  </a:lnTo>
                  <a:lnTo>
                    <a:pt x="4069486" y="3961765"/>
                  </a:lnTo>
                  <a:lnTo>
                    <a:pt x="4082364" y="3959872"/>
                  </a:lnTo>
                  <a:lnTo>
                    <a:pt x="4095000" y="3956697"/>
                  </a:lnTo>
                  <a:lnTo>
                    <a:pt x="4105630" y="3952875"/>
                  </a:lnTo>
                  <a:lnTo>
                    <a:pt x="4107383" y="3952252"/>
                  </a:lnTo>
                  <a:lnTo>
                    <a:pt x="4140898" y="3932186"/>
                  </a:lnTo>
                  <a:lnTo>
                    <a:pt x="4167238" y="3903154"/>
                  </a:lnTo>
                  <a:lnTo>
                    <a:pt x="4183989" y="3867708"/>
                  </a:lnTo>
                  <a:lnTo>
                    <a:pt x="4189692" y="3829050"/>
                  </a:lnTo>
                  <a:lnTo>
                    <a:pt x="41896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248524" y="2379263"/>
              <a:ext cx="90805" cy="3928745"/>
            </a:xfrm>
            <a:custGeom>
              <a:avLst/>
              <a:gdLst/>
              <a:ahLst/>
              <a:cxnLst/>
              <a:rect l="l" t="t" r="r" b="b"/>
              <a:pathLst>
                <a:path w="90804" h="3928745">
                  <a:moveTo>
                    <a:pt x="68254" y="3928272"/>
                  </a:moveTo>
                  <a:lnTo>
                    <a:pt x="30217" y="3896541"/>
                  </a:lnTo>
                  <a:lnTo>
                    <a:pt x="10149" y="3863016"/>
                  </a:lnTo>
                  <a:lnTo>
                    <a:pt x="634" y="3825122"/>
                  </a:lnTo>
                  <a:lnTo>
                    <a:pt x="0" y="38119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3811986"/>
                  </a:lnTo>
                  <a:lnTo>
                    <a:pt x="45350" y="3859371"/>
                  </a:lnTo>
                  <a:lnTo>
                    <a:pt x="65998" y="3899543"/>
                  </a:lnTo>
                  <a:lnTo>
                    <a:pt x="90791" y="3922638"/>
                  </a:lnTo>
                  <a:lnTo>
                    <a:pt x="68254" y="392827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182099" y="2581274"/>
              <a:ext cx="495300" cy="200025"/>
            </a:xfrm>
            <a:custGeom>
              <a:avLst/>
              <a:gdLst/>
              <a:ahLst/>
              <a:cxnLst/>
              <a:rect l="l" t="t" r="r" b="b"/>
              <a:pathLst>
                <a:path w="495300" h="200025">
                  <a:moveTo>
                    <a:pt x="401853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7" y="186817"/>
                  </a:lnTo>
                  <a:lnTo>
                    <a:pt x="20501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4" y="55671"/>
                  </a:lnTo>
                  <a:lnTo>
                    <a:pt x="33935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401853" y="0"/>
                  </a:lnTo>
                  <a:lnTo>
                    <a:pt x="439626" y="10126"/>
                  </a:lnTo>
                  <a:lnTo>
                    <a:pt x="470649" y="33936"/>
                  </a:lnTo>
                  <a:lnTo>
                    <a:pt x="490198" y="67805"/>
                  </a:lnTo>
                  <a:lnTo>
                    <a:pt x="495299" y="93445"/>
                  </a:lnTo>
                  <a:lnTo>
                    <a:pt x="495299" y="106579"/>
                  </a:lnTo>
                  <a:lnTo>
                    <a:pt x="485172" y="144352"/>
                  </a:lnTo>
                  <a:lnTo>
                    <a:pt x="461362" y="175375"/>
                  </a:lnTo>
                  <a:lnTo>
                    <a:pt x="427492" y="194924"/>
                  </a:lnTo>
                  <a:lnTo>
                    <a:pt x="408357" y="199384"/>
                  </a:lnTo>
                  <a:lnTo>
                    <a:pt x="401853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534274" y="2914649"/>
              <a:ext cx="3714750" cy="2247900"/>
            </a:xfrm>
            <a:custGeom>
              <a:avLst/>
              <a:gdLst/>
              <a:ahLst/>
              <a:cxnLst/>
              <a:rect l="l" t="t" r="r" b="b"/>
              <a:pathLst>
                <a:path w="3714750" h="2247900">
                  <a:moveTo>
                    <a:pt x="3607953" y="2247899"/>
                  </a:moveTo>
                  <a:lnTo>
                    <a:pt x="106795" y="2247899"/>
                  </a:lnTo>
                  <a:lnTo>
                    <a:pt x="99361" y="2247167"/>
                  </a:lnTo>
                  <a:lnTo>
                    <a:pt x="57038" y="2232805"/>
                  </a:lnTo>
                  <a:lnTo>
                    <a:pt x="23432" y="2203341"/>
                  </a:lnTo>
                  <a:lnTo>
                    <a:pt x="3660" y="2163258"/>
                  </a:lnTo>
                  <a:lnTo>
                    <a:pt x="0" y="21335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607953" y="0"/>
                  </a:lnTo>
                  <a:lnTo>
                    <a:pt x="3651122" y="11572"/>
                  </a:lnTo>
                  <a:lnTo>
                    <a:pt x="3686577" y="38784"/>
                  </a:lnTo>
                  <a:lnTo>
                    <a:pt x="3708918" y="77492"/>
                  </a:lnTo>
                  <a:lnTo>
                    <a:pt x="3714748" y="106794"/>
                  </a:lnTo>
                  <a:lnTo>
                    <a:pt x="3714748" y="2141104"/>
                  </a:lnTo>
                  <a:lnTo>
                    <a:pt x="3703175" y="2184274"/>
                  </a:lnTo>
                  <a:lnTo>
                    <a:pt x="3675962" y="2219728"/>
                  </a:lnTo>
                  <a:lnTo>
                    <a:pt x="3637255" y="2242071"/>
                  </a:lnTo>
                  <a:lnTo>
                    <a:pt x="3607953" y="22478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534274" y="5276849"/>
              <a:ext cx="3714750" cy="752475"/>
            </a:xfrm>
            <a:custGeom>
              <a:avLst/>
              <a:gdLst/>
              <a:ahLst/>
              <a:cxnLst/>
              <a:rect l="l" t="t" r="r" b="b"/>
              <a:pathLst>
                <a:path w="3714750" h="752475">
                  <a:moveTo>
                    <a:pt x="3625754" y="752474"/>
                  </a:moveTo>
                  <a:lnTo>
                    <a:pt x="88995" y="752474"/>
                  </a:lnTo>
                  <a:lnTo>
                    <a:pt x="82801" y="751864"/>
                  </a:lnTo>
                  <a:lnTo>
                    <a:pt x="37131" y="732947"/>
                  </a:lnTo>
                  <a:lnTo>
                    <a:pt x="9643" y="699453"/>
                  </a:lnTo>
                  <a:lnTo>
                    <a:pt x="0" y="657224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3625754" y="0"/>
                  </a:lnTo>
                  <a:lnTo>
                    <a:pt x="3667215" y="12577"/>
                  </a:lnTo>
                  <a:lnTo>
                    <a:pt x="3702170" y="47531"/>
                  </a:lnTo>
                  <a:lnTo>
                    <a:pt x="3714748" y="88995"/>
                  </a:lnTo>
                  <a:lnTo>
                    <a:pt x="3714748" y="663478"/>
                  </a:lnTo>
                  <a:lnTo>
                    <a:pt x="3702170" y="704942"/>
                  </a:lnTo>
                  <a:lnTo>
                    <a:pt x="3667215" y="739896"/>
                  </a:lnTo>
                  <a:lnTo>
                    <a:pt x="3625754" y="7524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2040" y="5413374"/>
              <a:ext cx="158750" cy="1397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316498" y="2597150"/>
            <a:ext cx="4144010" cy="330707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125"/>
              </a:spcBef>
              <a:tabLst>
                <a:tab pos="1950720" algn="l"/>
              </a:tabLst>
            </a:pP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800" spc="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20" b="1">
                <a:solidFill>
                  <a:srgbClr val="797E94"/>
                </a:solidFill>
                <a:latin typeface="Tahoma"/>
                <a:cs typeface="Tahoma"/>
              </a:rPr>
              <a:t>Y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21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T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21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	</a:t>
            </a:r>
            <a:r>
              <a:rPr dirty="0" sz="750" spc="-10" b="1">
                <a:solidFill>
                  <a:srgbClr val="FF6A5B"/>
                </a:solidFill>
                <a:latin typeface="Tahoma"/>
                <a:cs typeface="Tahoma"/>
              </a:rPr>
              <a:t>VERIFY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800">
              <a:latin typeface="Tahoma"/>
              <a:cs typeface="Tahoma"/>
            </a:endParaRPr>
          </a:p>
          <a:p>
            <a:pPr marL="386715" marR="561975">
              <a:lnSpc>
                <a:spcPct val="142400"/>
              </a:lnSpc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Open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your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repo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browser: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github.com/yourname/day3-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practice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should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see: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-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clean_contacts.py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-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contacts.txt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-</a:t>
            </a:r>
            <a:endParaRPr sz="900">
              <a:latin typeface="Courier New"/>
              <a:cs typeface="Courier New"/>
            </a:endParaRPr>
          </a:p>
          <a:p>
            <a:pPr marL="386715" marR="426084">
              <a:lnSpc>
                <a:spcPct val="141200"/>
              </a:lnSpc>
              <a:spcBef>
                <a:spcPts val="5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.gitignore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-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README.md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-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green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contribution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square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for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yesterday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Verify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locally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clone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to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 a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fresh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folder: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900" spc="-4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git</a:t>
            </a:r>
            <a:r>
              <a:rPr dirty="0" sz="90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clone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  <a:hlinkClick r:id="rId4"/>
              </a:rPr>
              <a:t>https://github.com/yourname/day3-practice.git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test</a:t>
            </a:r>
            <a:r>
              <a:rPr dirty="0" sz="90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900" spc="-3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cd</a:t>
            </a:r>
            <a:r>
              <a:rPr dirty="0" sz="90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test</a:t>
            </a:r>
            <a:r>
              <a:rPr dirty="0" sz="90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&amp;&amp;</a:t>
            </a:r>
            <a:r>
              <a:rPr dirty="0" sz="90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python</a:t>
            </a:r>
            <a:r>
              <a:rPr dirty="0" sz="90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clean_contacts.py </a:t>
            </a:r>
            <a:r>
              <a:rPr dirty="0" sz="900">
                <a:solidFill>
                  <a:srgbClr val="FFD580"/>
                </a:solidFill>
                <a:latin typeface="Courier New"/>
                <a:cs typeface="Courier New"/>
              </a:rPr>
              <a:t>('Aarav',</a:t>
            </a:r>
            <a:r>
              <a:rPr dirty="0" sz="900" spc="-50">
                <a:solidFill>
                  <a:srgbClr val="FFD580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FFD580"/>
                </a:solidFill>
                <a:latin typeface="Courier New"/>
                <a:cs typeface="Courier New"/>
                <a:hlinkClick r:id="rId5"/>
              </a:rPr>
              <a:t>'aarav@example.com'</a:t>
            </a:r>
            <a:r>
              <a:rPr dirty="0" sz="900" spc="-10">
                <a:solidFill>
                  <a:srgbClr val="FFD580"/>
                </a:solidFill>
                <a:latin typeface="Courier New"/>
                <a:cs typeface="Courier New"/>
              </a:rPr>
              <a:t>)</a:t>
            </a:r>
            <a:r>
              <a:rPr dirty="0" sz="900" spc="-50">
                <a:solidFill>
                  <a:srgbClr val="FFD580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FFD580"/>
                </a:solidFill>
                <a:latin typeface="Courier New"/>
                <a:cs typeface="Courier New"/>
              </a:rPr>
              <a:t>('Priya', </a:t>
            </a:r>
            <a:r>
              <a:rPr dirty="0" sz="900" spc="-10">
                <a:solidFill>
                  <a:srgbClr val="FFD580"/>
                </a:solidFill>
                <a:latin typeface="Courier New"/>
                <a:cs typeface="Courier New"/>
                <a:hlinkClick r:id="rId6"/>
              </a:rPr>
              <a:t>'priya@example.com'</a:t>
            </a:r>
            <a:r>
              <a:rPr dirty="0" sz="900" spc="-10">
                <a:solidFill>
                  <a:srgbClr val="FFD580"/>
                </a:solidFill>
                <a:latin typeface="Courier New"/>
                <a:cs typeface="Courier New"/>
              </a:rPr>
              <a:t>)</a:t>
            </a:r>
            <a:r>
              <a:rPr dirty="0" sz="900" spc="-15">
                <a:solidFill>
                  <a:srgbClr val="FFD580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FFD580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algn="just" marL="615315" marR="368300">
              <a:lnSpc>
                <a:spcPct val="128499"/>
              </a:lnSpc>
              <a:spcBef>
                <a:spcPts val="5"/>
              </a:spcBef>
            </a:pPr>
            <a:r>
              <a:rPr dirty="0" sz="900" spc="-150" b="1">
                <a:solidFill>
                  <a:srgbClr val="FF6A5B"/>
                </a:solidFill>
                <a:latin typeface="Tahoma"/>
                <a:cs typeface="Tahoma"/>
              </a:rPr>
              <a:t>IF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YOUR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REPO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70" b="1">
                <a:solidFill>
                  <a:srgbClr val="FF6A5B"/>
                </a:solidFill>
                <a:latin typeface="Tahoma"/>
                <a:cs typeface="Tahoma"/>
              </a:rPr>
              <a:t>IS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EMPTY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OR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clean_contacts.py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FAILS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3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raise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hand.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We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fix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1B1F3A"/>
                </a:solidFill>
                <a:latin typeface="Tahoma"/>
                <a:cs typeface="Tahoma"/>
              </a:rPr>
              <a:t>it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">
                <a:solidFill>
                  <a:srgbClr val="1B1F3A"/>
                </a:solidFill>
                <a:latin typeface="Tahoma"/>
                <a:cs typeface="Tahoma"/>
              </a:rPr>
              <a:t>in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5">
                <a:solidFill>
                  <a:srgbClr val="1B1F3A"/>
                </a:solidFill>
                <a:latin typeface="Tahoma"/>
                <a:cs typeface="Tahoma"/>
              </a:rPr>
              <a:t>5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minutes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before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we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start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Streamlit.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Today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5">
                <a:solidFill>
                  <a:srgbClr val="1B1F3A"/>
                </a:solidFill>
                <a:latin typeface="Tahoma"/>
                <a:cs typeface="Tahoma"/>
              </a:rPr>
              <a:t>builds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on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Day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2,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">
                <a:solidFill>
                  <a:srgbClr val="1B1F3A"/>
                </a:solidFill>
                <a:latin typeface="Tahoma"/>
                <a:cs typeface="Tahoma"/>
              </a:rPr>
              <a:t>not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Day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3.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2049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AT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674460"/>
            <a:ext cx="8489315" cy="708025"/>
          </a:xfrm>
          <a:prstGeom prst="rect"/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250" spc="-190"/>
              <a:t>A</a:t>
            </a:r>
            <a:r>
              <a:rPr dirty="0" sz="2250" spc="-200"/>
              <a:t> </a:t>
            </a:r>
            <a:r>
              <a:rPr dirty="0" sz="2250" spc="-254"/>
              <a:t>Python</a:t>
            </a:r>
            <a:r>
              <a:rPr dirty="0" sz="2250" spc="-195"/>
              <a:t> </a:t>
            </a:r>
            <a:r>
              <a:rPr dirty="0" sz="2250" spc="-190"/>
              <a:t>file</a:t>
            </a:r>
            <a:r>
              <a:rPr dirty="0" sz="2250" spc="-200"/>
              <a:t> </a:t>
            </a:r>
            <a:r>
              <a:rPr dirty="0" sz="2250" spc="-240"/>
              <a:t>that</a:t>
            </a:r>
            <a:r>
              <a:rPr dirty="0" sz="2250" spc="-195"/>
              <a:t> </a:t>
            </a:r>
            <a:r>
              <a:rPr dirty="0" sz="2250" spc="-254"/>
              <a:t>opens</a:t>
            </a:r>
            <a:r>
              <a:rPr dirty="0" sz="2250" spc="-195"/>
              <a:t> </a:t>
            </a:r>
            <a:r>
              <a:rPr dirty="0" sz="2250" spc="-210"/>
              <a:t>in</a:t>
            </a:r>
            <a:r>
              <a:rPr dirty="0" sz="2250" spc="-200"/>
              <a:t> </a:t>
            </a:r>
            <a:r>
              <a:rPr dirty="0" sz="2250" spc="-250"/>
              <a:t>a</a:t>
            </a:r>
            <a:r>
              <a:rPr dirty="0" sz="2250" spc="-195"/>
              <a:t> </a:t>
            </a:r>
            <a:r>
              <a:rPr dirty="0" sz="2250" spc="-275"/>
              <a:t>browser.</a:t>
            </a:r>
            <a:r>
              <a:rPr dirty="0" sz="2250" spc="-200"/>
              <a:t> </a:t>
            </a:r>
            <a:r>
              <a:rPr dirty="0" sz="2250" spc="-254"/>
              <a:t>That's</a:t>
            </a:r>
            <a:r>
              <a:rPr dirty="0" sz="2250" spc="-195"/>
              <a:t> </a:t>
            </a:r>
            <a:r>
              <a:rPr dirty="0" sz="2250" spc="-235"/>
              <a:t>the</a:t>
            </a:r>
            <a:r>
              <a:rPr dirty="0" sz="2250" spc="-200"/>
              <a:t> </a:t>
            </a:r>
            <a:r>
              <a:rPr dirty="0" sz="2250" spc="-254"/>
              <a:t>whole</a:t>
            </a:r>
            <a:r>
              <a:rPr dirty="0" sz="2250" spc="-200"/>
              <a:t> </a:t>
            </a:r>
            <a:r>
              <a:rPr dirty="0" sz="2250" spc="-10"/>
              <a:t>pitch.</a:t>
            </a:r>
            <a:endParaRPr sz="2250"/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Normally,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building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web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means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learning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HTML,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0" b="0">
                <a:solidFill>
                  <a:srgbClr val="4A4E6A"/>
                </a:solidFill>
                <a:latin typeface="Tahoma"/>
                <a:cs typeface="Tahoma"/>
              </a:rPr>
              <a:t>CSS,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JavaScript,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backend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framework.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skips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all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 b="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b="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write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Python,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 b="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 b="0">
                <a:solidFill>
                  <a:srgbClr val="4A4E6A"/>
                </a:solidFill>
                <a:latin typeface="Tahoma"/>
                <a:cs typeface="Tahoma"/>
              </a:rPr>
              <a:t>UI.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514475"/>
            <a:ext cx="5334000" cy="4143375"/>
            <a:chOff x="685799" y="1514475"/>
            <a:chExt cx="5334000" cy="4143375"/>
          </a:xfrm>
        </p:grpSpPr>
        <p:sp>
          <p:nvSpPr>
            <p:cNvPr id="6" name="object 6"/>
            <p:cNvSpPr/>
            <p:nvPr/>
          </p:nvSpPr>
          <p:spPr>
            <a:xfrm>
              <a:off x="704849" y="1519237"/>
              <a:ext cx="5310505" cy="4133850"/>
            </a:xfrm>
            <a:custGeom>
              <a:avLst/>
              <a:gdLst/>
              <a:ahLst/>
              <a:cxnLst/>
              <a:rect l="l" t="t" r="r" b="b"/>
              <a:pathLst>
                <a:path w="5310505" h="4133850">
                  <a:moveTo>
                    <a:pt x="5190042" y="4133849"/>
                  </a:moveTo>
                  <a:lnTo>
                    <a:pt x="106794" y="4133849"/>
                  </a:lnTo>
                  <a:lnTo>
                    <a:pt x="99362" y="4133025"/>
                  </a:lnTo>
                  <a:lnTo>
                    <a:pt x="57038" y="4116868"/>
                  </a:lnTo>
                  <a:lnTo>
                    <a:pt x="28170" y="4090216"/>
                  </a:lnTo>
                  <a:lnTo>
                    <a:pt x="5828" y="4046669"/>
                  </a:lnTo>
                  <a:lnTo>
                    <a:pt x="0" y="4013705"/>
                  </a:lnTo>
                  <a:lnTo>
                    <a:pt x="0" y="400526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2"/>
                  </a:lnTo>
                  <a:lnTo>
                    <a:pt x="77493" y="6557"/>
                  </a:lnTo>
                  <a:lnTo>
                    <a:pt x="106794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9" y="87179"/>
                  </a:lnTo>
                  <a:lnTo>
                    <a:pt x="5310186" y="120144"/>
                  </a:lnTo>
                  <a:lnTo>
                    <a:pt x="5310186" y="4013705"/>
                  </a:lnTo>
                  <a:lnTo>
                    <a:pt x="5297167" y="4062269"/>
                  </a:lnTo>
                  <a:lnTo>
                    <a:pt x="5266554" y="4102156"/>
                  </a:lnTo>
                  <a:lnTo>
                    <a:pt x="5223006" y="4127291"/>
                  </a:lnTo>
                  <a:lnTo>
                    <a:pt x="5198405" y="4133025"/>
                  </a:lnTo>
                  <a:lnTo>
                    <a:pt x="5190042" y="4133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770" y="1514474"/>
              <a:ext cx="5266055" cy="4143375"/>
            </a:xfrm>
            <a:custGeom>
              <a:avLst/>
              <a:gdLst/>
              <a:ahLst/>
              <a:cxnLst/>
              <a:rect l="l" t="t" r="r" b="b"/>
              <a:pathLst>
                <a:path w="5266055" h="414337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63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010025"/>
                  </a:lnTo>
                  <a:lnTo>
                    <a:pt x="5247068" y="4057421"/>
                  </a:lnTo>
                  <a:lnTo>
                    <a:pt x="5220678" y="4097083"/>
                  </a:lnTo>
                  <a:lnTo>
                    <a:pt x="5220233" y="4097591"/>
                  </a:lnTo>
                  <a:lnTo>
                    <a:pt x="5180063" y="4124426"/>
                  </a:lnTo>
                  <a:lnTo>
                    <a:pt x="5145125" y="4133227"/>
                  </a:lnTo>
                  <a:lnTo>
                    <a:pt x="5145646" y="4133227"/>
                  </a:lnTo>
                  <a:lnTo>
                    <a:pt x="5132667" y="4133850"/>
                  </a:lnTo>
                  <a:lnTo>
                    <a:pt x="65366" y="4133850"/>
                  </a:lnTo>
                  <a:lnTo>
                    <a:pt x="55397" y="4133227"/>
                  </a:lnTo>
                  <a:lnTo>
                    <a:pt x="55791" y="4133227"/>
                  </a:lnTo>
                  <a:lnTo>
                    <a:pt x="46786" y="4131500"/>
                  </a:lnTo>
                  <a:lnTo>
                    <a:pt x="37769" y="4128554"/>
                  </a:lnTo>
                  <a:lnTo>
                    <a:pt x="28917" y="4124426"/>
                  </a:lnTo>
                  <a:lnTo>
                    <a:pt x="22542" y="4120515"/>
                  </a:lnTo>
                  <a:lnTo>
                    <a:pt x="0" y="4126153"/>
                  </a:lnTo>
                  <a:lnTo>
                    <a:pt x="39357" y="4140847"/>
                  </a:lnTo>
                  <a:lnTo>
                    <a:pt x="65366" y="4143375"/>
                  </a:lnTo>
                  <a:lnTo>
                    <a:pt x="5132667" y="4143375"/>
                  </a:lnTo>
                  <a:lnTo>
                    <a:pt x="5145811" y="4142752"/>
                  </a:lnTo>
                  <a:lnTo>
                    <a:pt x="5158689" y="4140847"/>
                  </a:lnTo>
                  <a:lnTo>
                    <a:pt x="5171325" y="4137672"/>
                  </a:lnTo>
                  <a:lnTo>
                    <a:pt x="5181955" y="4133850"/>
                  </a:lnTo>
                  <a:lnTo>
                    <a:pt x="5183708" y="4133227"/>
                  </a:lnTo>
                  <a:lnTo>
                    <a:pt x="5217223" y="4113161"/>
                  </a:lnTo>
                  <a:lnTo>
                    <a:pt x="5243563" y="4084129"/>
                  </a:lnTo>
                  <a:lnTo>
                    <a:pt x="5260314" y="4048683"/>
                  </a:lnTo>
                  <a:lnTo>
                    <a:pt x="5266017" y="401002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1531538"/>
              <a:ext cx="90805" cy="4109720"/>
            </a:xfrm>
            <a:custGeom>
              <a:avLst/>
              <a:gdLst/>
              <a:ahLst/>
              <a:cxnLst/>
              <a:rect l="l" t="t" r="r" b="b"/>
              <a:pathLst>
                <a:path w="90804" h="4109720">
                  <a:moveTo>
                    <a:pt x="68255" y="4109247"/>
                  </a:moveTo>
                  <a:lnTo>
                    <a:pt x="30217" y="4077516"/>
                  </a:lnTo>
                  <a:lnTo>
                    <a:pt x="10150" y="4043991"/>
                  </a:lnTo>
                  <a:lnTo>
                    <a:pt x="634" y="4006097"/>
                  </a:lnTo>
                  <a:lnTo>
                    <a:pt x="0" y="39929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3992961"/>
                  </a:lnTo>
                  <a:lnTo>
                    <a:pt x="45350" y="4040346"/>
                  </a:lnTo>
                  <a:lnTo>
                    <a:pt x="65998" y="4080518"/>
                  </a:lnTo>
                  <a:lnTo>
                    <a:pt x="90792" y="4103612"/>
                  </a:lnTo>
                  <a:lnTo>
                    <a:pt x="68255" y="410924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76474" y="1695449"/>
              <a:ext cx="1238250" cy="200025"/>
            </a:xfrm>
            <a:custGeom>
              <a:avLst/>
              <a:gdLst/>
              <a:ahLst/>
              <a:cxnLst/>
              <a:rect l="l" t="t" r="r" b="b"/>
              <a:pathLst>
                <a:path w="1238250" h="200025">
                  <a:moveTo>
                    <a:pt x="1144804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8" y="186817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6" y="5567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5" y="0"/>
                  </a:lnTo>
                  <a:lnTo>
                    <a:pt x="1144804" y="0"/>
                  </a:lnTo>
                  <a:lnTo>
                    <a:pt x="1182577" y="10126"/>
                  </a:lnTo>
                  <a:lnTo>
                    <a:pt x="1213600" y="33936"/>
                  </a:lnTo>
                  <a:lnTo>
                    <a:pt x="1233149" y="67806"/>
                  </a:lnTo>
                  <a:lnTo>
                    <a:pt x="1238249" y="93445"/>
                  </a:lnTo>
                  <a:lnTo>
                    <a:pt x="1238249" y="106579"/>
                  </a:lnTo>
                  <a:lnTo>
                    <a:pt x="1228123" y="144352"/>
                  </a:lnTo>
                  <a:lnTo>
                    <a:pt x="1204313" y="175375"/>
                  </a:lnTo>
                  <a:lnTo>
                    <a:pt x="1170443" y="194924"/>
                  </a:lnTo>
                  <a:lnTo>
                    <a:pt x="1151308" y="199384"/>
                  </a:lnTo>
                  <a:lnTo>
                    <a:pt x="1144804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33449" y="2547937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33449" y="21050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5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4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7" y="281864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062" y="2200274"/>
              <a:ext cx="136525" cy="857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33449" y="3157537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33449" y="27050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5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4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7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062" y="2784474"/>
              <a:ext cx="136525" cy="1365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33449" y="3767137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33449" y="33146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5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4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7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3462" y="3441699"/>
              <a:ext cx="79375" cy="412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3449" y="4376737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33449" y="39242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5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4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7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8062" y="4016374"/>
              <a:ext cx="136525" cy="1111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33449" y="45338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5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4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7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5362" y="4625974"/>
              <a:ext cx="161925" cy="111125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25"/>
              </a:spcBef>
              <a:tabLst>
                <a:tab pos="1605915" algn="l"/>
              </a:tabLst>
            </a:pPr>
            <a:r>
              <a:rPr dirty="0" baseline="3472" sz="1200" spc="-135"/>
              <a:t>W </a:t>
            </a:r>
            <a:r>
              <a:rPr dirty="0" baseline="3472" sz="1200" spc="-270"/>
              <a:t>I</a:t>
            </a:r>
            <a:r>
              <a:rPr dirty="0" baseline="3472" sz="1200" spc="-135"/>
              <a:t> T </a:t>
            </a:r>
            <a:r>
              <a:rPr dirty="0" baseline="3472" sz="1200" spc="-157"/>
              <a:t>H</a:t>
            </a:r>
            <a:r>
              <a:rPr dirty="0" baseline="3472" sz="1200" spc="-135"/>
              <a:t> </a:t>
            </a:r>
            <a:r>
              <a:rPr dirty="0" baseline="3472" sz="1200" spc="-97"/>
              <a:t>O</a:t>
            </a:r>
            <a:r>
              <a:rPr dirty="0" baseline="3472" sz="1200" spc="-135"/>
              <a:t> </a:t>
            </a:r>
            <a:r>
              <a:rPr dirty="0" baseline="3472" sz="1200" spc="-89"/>
              <a:t>U</a:t>
            </a:r>
            <a:r>
              <a:rPr dirty="0" baseline="3472" sz="1200" spc="-135"/>
              <a:t> </a:t>
            </a:r>
            <a:r>
              <a:rPr dirty="0" baseline="3472" sz="1200"/>
              <a:t>T</a:t>
            </a:r>
            <a:r>
              <a:rPr dirty="0" baseline="3472" sz="1200" spc="375"/>
              <a:t> </a:t>
            </a:r>
            <a:r>
              <a:rPr dirty="0" baseline="3472" sz="1200" spc="-195"/>
              <a:t>S</a:t>
            </a:r>
            <a:r>
              <a:rPr dirty="0" baseline="3472" sz="1200" spc="-142"/>
              <a:t> </a:t>
            </a:r>
            <a:r>
              <a:rPr dirty="0" baseline="3472" sz="1200" spc="-135"/>
              <a:t>T </a:t>
            </a:r>
            <a:r>
              <a:rPr dirty="0" baseline="3472" sz="1200" spc="-172"/>
              <a:t>R</a:t>
            </a:r>
            <a:r>
              <a:rPr dirty="0" baseline="3472" sz="1200" spc="-135"/>
              <a:t> </a:t>
            </a:r>
            <a:r>
              <a:rPr dirty="0" baseline="3472" sz="1200" spc="-142"/>
              <a:t>E</a:t>
            </a:r>
            <a:r>
              <a:rPr dirty="0" baseline="3472" sz="1200" spc="-150"/>
              <a:t> </a:t>
            </a:r>
            <a:r>
              <a:rPr dirty="0" baseline="3472" sz="1200" spc="-82"/>
              <a:t>A</a:t>
            </a:r>
            <a:r>
              <a:rPr dirty="0" baseline="3472" sz="1200" spc="-127"/>
              <a:t> </a:t>
            </a:r>
            <a:r>
              <a:rPr dirty="0" baseline="3472" sz="1200"/>
              <a:t>M</a:t>
            </a:r>
            <a:r>
              <a:rPr dirty="0" baseline="3472" sz="1200" spc="-135"/>
              <a:t> </a:t>
            </a:r>
            <a:r>
              <a:rPr dirty="0" baseline="3472" sz="1200" spc="-187"/>
              <a:t>L</a:t>
            </a:r>
            <a:r>
              <a:rPr dirty="0" baseline="3472" sz="1200" spc="-135"/>
              <a:t> </a:t>
            </a:r>
            <a:r>
              <a:rPr dirty="0" baseline="3472" sz="1200" spc="-270"/>
              <a:t>I</a:t>
            </a:r>
            <a:r>
              <a:rPr dirty="0" baseline="3472" sz="1200" spc="-135"/>
              <a:t> </a:t>
            </a:r>
            <a:r>
              <a:rPr dirty="0" baseline="3472" sz="1200" spc="-75"/>
              <a:t>T</a:t>
            </a:r>
            <a:r>
              <a:rPr dirty="0" baseline="3472" sz="1200"/>
              <a:t>	</a:t>
            </a:r>
            <a:r>
              <a:rPr dirty="0" sz="750" spc="-30">
                <a:solidFill>
                  <a:srgbClr val="FF6A5B"/>
                </a:solidFill>
              </a:rPr>
              <a:t>THE</a:t>
            </a:r>
            <a:r>
              <a:rPr dirty="0" sz="750" spc="5">
                <a:solidFill>
                  <a:srgbClr val="FF6A5B"/>
                </a:solidFill>
              </a:rPr>
              <a:t> </a:t>
            </a:r>
            <a:r>
              <a:rPr dirty="0" sz="750" spc="-45">
                <a:solidFill>
                  <a:srgbClr val="FF6A5B"/>
                </a:solidFill>
              </a:rPr>
              <a:t>TRADITIONAL</a:t>
            </a:r>
            <a:r>
              <a:rPr dirty="0" sz="750" spc="10">
                <a:solidFill>
                  <a:srgbClr val="FF6A5B"/>
                </a:solidFill>
              </a:rPr>
              <a:t> </a:t>
            </a:r>
            <a:r>
              <a:rPr dirty="0" sz="750" spc="-25">
                <a:solidFill>
                  <a:srgbClr val="FF6A5B"/>
                </a:solidFill>
              </a:rPr>
              <a:t>WAY</a:t>
            </a:r>
            <a:endParaRPr sz="750"/>
          </a:p>
          <a:p>
            <a:pPr>
              <a:lnSpc>
                <a:spcPct val="100000"/>
              </a:lnSpc>
            </a:pPr>
            <a:endParaRPr sz="750"/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50"/>
          </a:p>
          <a:p>
            <a:pPr marL="579120">
              <a:lnSpc>
                <a:spcPct val="100000"/>
              </a:lnSpc>
              <a:spcBef>
                <a:spcPts val="5"/>
              </a:spcBef>
            </a:pPr>
            <a:r>
              <a:rPr dirty="0" sz="1050" spc="-20">
                <a:solidFill>
                  <a:srgbClr val="FF6A5B"/>
                </a:solidFill>
              </a:rPr>
              <a:t>HTML</a:t>
            </a:r>
            <a:endParaRPr sz="1050"/>
          </a:p>
          <a:p>
            <a:pPr marL="579120">
              <a:lnSpc>
                <a:spcPct val="100000"/>
              </a:lnSpc>
              <a:spcBef>
                <a:spcPts val="315"/>
              </a:spcBef>
            </a:pP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4A4E6A"/>
                </a:solidFill>
                <a:latin typeface="Tahoma"/>
                <a:cs typeface="Tahoma"/>
              </a:rPr>
              <a:t>structure</a:t>
            </a:r>
            <a:r>
              <a:rPr dirty="0" sz="9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 b="0">
                <a:solidFill>
                  <a:srgbClr val="4A4E6A"/>
                </a:solidFill>
                <a:latin typeface="Tahoma"/>
                <a:cs typeface="Tahoma"/>
              </a:rPr>
              <a:t>headings, </a:t>
            </a: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buttons,</a:t>
            </a:r>
            <a:r>
              <a:rPr dirty="0" sz="9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inputs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50" spc="-25">
                <a:solidFill>
                  <a:srgbClr val="FF6A5B"/>
                </a:solidFill>
              </a:rPr>
              <a:t>CSS</a:t>
            </a:r>
            <a:endParaRPr sz="1050"/>
          </a:p>
          <a:p>
            <a:pPr marL="579120">
              <a:lnSpc>
                <a:spcPct val="100000"/>
              </a:lnSpc>
              <a:spcBef>
                <a:spcPts val="390"/>
              </a:spcBef>
            </a:pP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5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look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5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colors,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 b="0">
                <a:solidFill>
                  <a:srgbClr val="4A4E6A"/>
                </a:solidFill>
                <a:latin typeface="Tahoma"/>
                <a:cs typeface="Tahoma"/>
              </a:rPr>
              <a:t>fonts,</a:t>
            </a:r>
            <a:r>
              <a:rPr dirty="0" sz="900" spc="-5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layout,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spacing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50" spc="-20">
                <a:solidFill>
                  <a:srgbClr val="FF6A5B"/>
                </a:solidFill>
              </a:rPr>
              <a:t>JavaScript</a:t>
            </a:r>
            <a:endParaRPr sz="1050"/>
          </a:p>
          <a:p>
            <a:pPr marL="579120">
              <a:lnSpc>
                <a:spcPct val="100000"/>
              </a:lnSpc>
              <a:spcBef>
                <a:spcPts val="390"/>
              </a:spcBef>
            </a:pP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5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4A4E6A"/>
                </a:solidFill>
                <a:latin typeface="Tahoma"/>
                <a:cs typeface="Tahoma"/>
              </a:rPr>
              <a:t>interactivity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5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5" b="0">
                <a:solidFill>
                  <a:srgbClr val="4A4E6A"/>
                </a:solidFill>
                <a:latin typeface="Tahoma"/>
                <a:cs typeface="Tahoma"/>
              </a:rPr>
              <a:t>what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happens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 b="0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900" spc="-5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5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 b="0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50" spc="-75">
                <a:solidFill>
                  <a:srgbClr val="FF6A5B"/>
                </a:solidFill>
              </a:rPr>
              <a:t>A</a:t>
            </a:r>
            <a:r>
              <a:rPr dirty="0" sz="1050" spc="-40">
                <a:solidFill>
                  <a:srgbClr val="FF6A5B"/>
                </a:solidFill>
              </a:rPr>
              <a:t> </a:t>
            </a:r>
            <a:r>
              <a:rPr dirty="0" sz="1050" spc="-114">
                <a:solidFill>
                  <a:srgbClr val="FF6A5B"/>
                </a:solidFill>
              </a:rPr>
              <a:t>backend</a:t>
            </a:r>
            <a:r>
              <a:rPr dirty="0" sz="1050" spc="-35">
                <a:solidFill>
                  <a:srgbClr val="FF6A5B"/>
                </a:solidFill>
              </a:rPr>
              <a:t> </a:t>
            </a:r>
            <a:r>
              <a:rPr dirty="0" sz="1050" spc="-110">
                <a:solidFill>
                  <a:srgbClr val="FF6A5B"/>
                </a:solidFill>
              </a:rPr>
              <a:t>(Flask,</a:t>
            </a:r>
            <a:r>
              <a:rPr dirty="0" sz="1050" spc="-35">
                <a:solidFill>
                  <a:srgbClr val="FF6A5B"/>
                </a:solidFill>
              </a:rPr>
              <a:t> </a:t>
            </a:r>
            <a:r>
              <a:rPr dirty="0" sz="1050" spc="-114">
                <a:solidFill>
                  <a:srgbClr val="FF6A5B"/>
                </a:solidFill>
              </a:rPr>
              <a:t>Django,</a:t>
            </a:r>
            <a:r>
              <a:rPr dirty="0" sz="1050" spc="-40">
                <a:solidFill>
                  <a:srgbClr val="FF6A5B"/>
                </a:solidFill>
              </a:rPr>
              <a:t> </a:t>
            </a:r>
            <a:r>
              <a:rPr dirty="0" sz="1050" spc="-10">
                <a:solidFill>
                  <a:srgbClr val="FF6A5B"/>
                </a:solidFill>
              </a:rPr>
              <a:t>Node)</a:t>
            </a:r>
            <a:endParaRPr sz="1050"/>
          </a:p>
          <a:p>
            <a:pPr marL="579120">
              <a:lnSpc>
                <a:spcPct val="100000"/>
              </a:lnSpc>
              <a:spcBef>
                <a:spcPts val="390"/>
              </a:spcBef>
            </a:pPr>
            <a:r>
              <a:rPr dirty="0" sz="900" spc="-85" b="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4A4E6A"/>
                </a:solidFill>
                <a:latin typeface="Tahoma"/>
                <a:cs typeface="Tahoma"/>
              </a:rPr>
              <a:t>handle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4A4E6A"/>
                </a:solidFill>
                <a:latin typeface="Tahoma"/>
                <a:cs typeface="Tahoma"/>
              </a:rPr>
              <a:t>logic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server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  <a:spcBef>
                <a:spcPts val="5"/>
              </a:spcBef>
            </a:pPr>
            <a:r>
              <a:rPr dirty="0" sz="1050" spc="-100">
                <a:solidFill>
                  <a:srgbClr val="FF6A5B"/>
                </a:solidFill>
              </a:rPr>
              <a:t>Deployment</a:t>
            </a:r>
            <a:r>
              <a:rPr dirty="0" sz="1050" spc="-30">
                <a:solidFill>
                  <a:srgbClr val="FF6A5B"/>
                </a:solidFill>
              </a:rPr>
              <a:t> </a:t>
            </a:r>
            <a:r>
              <a:rPr dirty="0" sz="1050" spc="-10">
                <a:solidFill>
                  <a:srgbClr val="FF6A5B"/>
                </a:solidFill>
              </a:rPr>
              <a:t>config</a:t>
            </a:r>
            <a:endParaRPr sz="1050"/>
          </a:p>
          <a:p>
            <a:pPr marL="579120">
              <a:lnSpc>
                <a:spcPct val="100000"/>
              </a:lnSpc>
              <a:spcBef>
                <a:spcPts val="390"/>
              </a:spcBef>
            </a:pPr>
            <a:r>
              <a:rPr dirty="0" sz="900" spc="-40" b="0">
                <a:solidFill>
                  <a:srgbClr val="4A4E6A"/>
                </a:solidFill>
                <a:latin typeface="Tahoma"/>
                <a:cs typeface="Tahoma"/>
              </a:rPr>
              <a:t>Nginx,</a:t>
            </a:r>
            <a:r>
              <a:rPr dirty="0" sz="90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4A4E6A"/>
                </a:solidFill>
                <a:latin typeface="Tahoma"/>
                <a:cs typeface="Tahoma"/>
              </a:rPr>
              <a:t>Gunicorn,</a:t>
            </a:r>
            <a:r>
              <a:rPr dirty="0" sz="900" spc="-4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 b="0">
                <a:solidFill>
                  <a:srgbClr val="4A4E6A"/>
                </a:solidFill>
                <a:latin typeface="Tahoma"/>
                <a:cs typeface="Tahoma"/>
              </a:rPr>
              <a:t>WSGI,</a:t>
            </a:r>
            <a:r>
              <a:rPr dirty="0" sz="90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 b="0">
                <a:solidFill>
                  <a:srgbClr val="4A4E6A"/>
                </a:solidFill>
                <a:latin typeface="Tahoma"/>
                <a:cs typeface="Tahoma"/>
              </a:rPr>
              <a:t>ports,</a:t>
            </a:r>
            <a:r>
              <a:rPr dirty="0" sz="900" spc="-3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4A4E6A"/>
                </a:solidFill>
                <a:latin typeface="Tahoma"/>
                <a:cs typeface="Tahoma"/>
              </a:rPr>
              <a:t>domains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90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</a:pPr>
            <a:r>
              <a:rPr dirty="0" sz="900" spc="-65" b="0" i="1">
                <a:latin typeface="Trebuchet MS"/>
                <a:cs typeface="Trebuchet MS"/>
              </a:rPr>
              <a:t>Four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55" b="0" i="1">
                <a:latin typeface="Trebuchet MS"/>
                <a:cs typeface="Trebuchet MS"/>
              </a:rPr>
              <a:t>new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50" b="0" i="1">
                <a:latin typeface="Trebuchet MS"/>
                <a:cs typeface="Trebuchet MS"/>
              </a:rPr>
              <a:t>languages.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40" b="0" i="1">
                <a:latin typeface="Trebuchet MS"/>
                <a:cs typeface="Trebuchet MS"/>
              </a:rPr>
              <a:t>A</a:t>
            </a:r>
            <a:r>
              <a:rPr dirty="0" sz="900" spc="-55" b="0" i="1">
                <a:latin typeface="Trebuchet MS"/>
                <a:cs typeface="Trebuchet MS"/>
              </a:rPr>
              <a:t> </a:t>
            </a:r>
            <a:r>
              <a:rPr dirty="0" sz="900" spc="-65" b="0" i="1">
                <a:latin typeface="Trebuchet MS"/>
                <a:cs typeface="Trebuchet MS"/>
              </a:rPr>
              <a:t>week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70" b="0" i="1">
                <a:latin typeface="Trebuchet MS"/>
                <a:cs typeface="Trebuchet MS"/>
              </a:rPr>
              <a:t>of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70" b="0" i="1">
                <a:latin typeface="Trebuchet MS"/>
                <a:cs typeface="Trebuchet MS"/>
              </a:rPr>
              <a:t>setup.</a:t>
            </a:r>
            <a:r>
              <a:rPr dirty="0" sz="900" spc="-55" b="0" i="1">
                <a:latin typeface="Trebuchet MS"/>
                <a:cs typeface="Trebuchet MS"/>
              </a:rPr>
              <a:t> </a:t>
            </a:r>
            <a:r>
              <a:rPr dirty="0" sz="900" spc="-65" b="0" i="1">
                <a:latin typeface="Trebuchet MS"/>
                <a:cs typeface="Trebuchet MS"/>
              </a:rPr>
              <a:t>Before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55" b="0" i="1">
                <a:latin typeface="Trebuchet MS"/>
                <a:cs typeface="Trebuchet MS"/>
              </a:rPr>
              <a:t>you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80" b="0" i="1">
                <a:latin typeface="Trebuchet MS"/>
                <a:cs typeface="Trebuchet MS"/>
              </a:rPr>
              <a:t>write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20" b="0" i="1">
                <a:latin typeface="Trebuchet MS"/>
                <a:cs typeface="Trebuchet MS"/>
              </a:rPr>
              <a:t>a</a:t>
            </a:r>
            <a:r>
              <a:rPr dirty="0" sz="900" spc="-55" b="0" i="1">
                <a:latin typeface="Trebuchet MS"/>
                <a:cs typeface="Trebuchet MS"/>
              </a:rPr>
              <a:t> single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75" b="0" i="1">
                <a:latin typeface="Trebuchet MS"/>
                <a:cs typeface="Trebuchet MS"/>
              </a:rPr>
              <a:t>line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70" b="0" i="1">
                <a:latin typeface="Trebuchet MS"/>
                <a:cs typeface="Trebuchet MS"/>
              </a:rPr>
              <a:t>of</a:t>
            </a:r>
            <a:r>
              <a:rPr dirty="0" sz="900" spc="-55" b="0" i="1">
                <a:latin typeface="Trebuchet MS"/>
                <a:cs typeface="Trebuchet MS"/>
              </a:rPr>
              <a:t> </a:t>
            </a:r>
            <a:r>
              <a:rPr dirty="0" sz="900" spc="-70" b="0" i="1">
                <a:latin typeface="Trebuchet MS"/>
                <a:cs typeface="Trebuchet MS"/>
              </a:rPr>
              <a:t>useful</a:t>
            </a:r>
            <a:r>
              <a:rPr dirty="0" sz="900" spc="-60" b="0" i="1">
                <a:latin typeface="Trebuchet MS"/>
                <a:cs typeface="Trebuchet MS"/>
              </a:rPr>
              <a:t> </a:t>
            </a:r>
            <a:r>
              <a:rPr dirty="0" sz="900" spc="-10" b="0" i="1">
                <a:latin typeface="Trebuchet MS"/>
                <a:cs typeface="Trebuchet MS"/>
              </a:rPr>
              <a:t>code.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72199" y="1514475"/>
            <a:ext cx="5334000" cy="4143375"/>
            <a:chOff x="6172199" y="1514475"/>
            <a:chExt cx="5334000" cy="4143375"/>
          </a:xfrm>
        </p:grpSpPr>
        <p:sp>
          <p:nvSpPr>
            <p:cNvPr id="26" name="object 26"/>
            <p:cNvSpPr/>
            <p:nvPr/>
          </p:nvSpPr>
          <p:spPr>
            <a:xfrm>
              <a:off x="6191248" y="1519237"/>
              <a:ext cx="5310505" cy="4133850"/>
            </a:xfrm>
            <a:custGeom>
              <a:avLst/>
              <a:gdLst/>
              <a:ahLst/>
              <a:cxnLst/>
              <a:rect l="l" t="t" r="r" b="b"/>
              <a:pathLst>
                <a:path w="5310505" h="4133850">
                  <a:moveTo>
                    <a:pt x="5190042" y="4133849"/>
                  </a:moveTo>
                  <a:lnTo>
                    <a:pt x="106795" y="4133849"/>
                  </a:lnTo>
                  <a:lnTo>
                    <a:pt x="99361" y="4133025"/>
                  </a:lnTo>
                  <a:lnTo>
                    <a:pt x="57037" y="4116868"/>
                  </a:lnTo>
                  <a:lnTo>
                    <a:pt x="28170" y="4090216"/>
                  </a:lnTo>
                  <a:lnTo>
                    <a:pt x="5828" y="4046669"/>
                  </a:lnTo>
                  <a:lnTo>
                    <a:pt x="0" y="4013705"/>
                  </a:lnTo>
                  <a:lnTo>
                    <a:pt x="0" y="400526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3" y="31692"/>
                  </a:lnTo>
                  <a:lnTo>
                    <a:pt x="77492" y="6557"/>
                  </a:lnTo>
                  <a:lnTo>
                    <a:pt x="106795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8" y="87179"/>
                  </a:lnTo>
                  <a:lnTo>
                    <a:pt x="5310186" y="120144"/>
                  </a:lnTo>
                  <a:lnTo>
                    <a:pt x="5310186" y="4013705"/>
                  </a:lnTo>
                  <a:lnTo>
                    <a:pt x="5297166" y="4062269"/>
                  </a:lnTo>
                  <a:lnTo>
                    <a:pt x="5266554" y="4102156"/>
                  </a:lnTo>
                  <a:lnTo>
                    <a:pt x="5223006" y="4127291"/>
                  </a:lnTo>
                  <a:lnTo>
                    <a:pt x="5198404" y="4133025"/>
                  </a:lnTo>
                  <a:lnTo>
                    <a:pt x="5190042" y="4133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240170" y="1514474"/>
              <a:ext cx="5266055" cy="4143375"/>
            </a:xfrm>
            <a:custGeom>
              <a:avLst/>
              <a:gdLst/>
              <a:ahLst/>
              <a:cxnLst/>
              <a:rect l="l" t="t" r="r" b="b"/>
              <a:pathLst>
                <a:path w="5266055" h="414337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50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010025"/>
                  </a:lnTo>
                  <a:lnTo>
                    <a:pt x="5247068" y="4057421"/>
                  </a:lnTo>
                  <a:lnTo>
                    <a:pt x="5220678" y="4097083"/>
                  </a:lnTo>
                  <a:lnTo>
                    <a:pt x="5220233" y="4097591"/>
                  </a:lnTo>
                  <a:lnTo>
                    <a:pt x="5180050" y="4124426"/>
                  </a:lnTo>
                  <a:lnTo>
                    <a:pt x="5145125" y="4133227"/>
                  </a:lnTo>
                  <a:lnTo>
                    <a:pt x="5145646" y="4133227"/>
                  </a:lnTo>
                  <a:lnTo>
                    <a:pt x="5132667" y="4133850"/>
                  </a:lnTo>
                  <a:lnTo>
                    <a:pt x="65366" y="4133850"/>
                  </a:lnTo>
                  <a:lnTo>
                    <a:pt x="55397" y="4133227"/>
                  </a:lnTo>
                  <a:lnTo>
                    <a:pt x="55791" y="4133227"/>
                  </a:lnTo>
                  <a:lnTo>
                    <a:pt x="46786" y="4131500"/>
                  </a:lnTo>
                  <a:lnTo>
                    <a:pt x="37769" y="4128554"/>
                  </a:lnTo>
                  <a:lnTo>
                    <a:pt x="28917" y="4124426"/>
                  </a:lnTo>
                  <a:lnTo>
                    <a:pt x="22542" y="4120515"/>
                  </a:lnTo>
                  <a:lnTo>
                    <a:pt x="0" y="4126153"/>
                  </a:lnTo>
                  <a:lnTo>
                    <a:pt x="39357" y="4140847"/>
                  </a:lnTo>
                  <a:lnTo>
                    <a:pt x="65366" y="4143375"/>
                  </a:lnTo>
                  <a:lnTo>
                    <a:pt x="5132667" y="4143375"/>
                  </a:lnTo>
                  <a:lnTo>
                    <a:pt x="5145811" y="4142752"/>
                  </a:lnTo>
                  <a:lnTo>
                    <a:pt x="5158689" y="4140847"/>
                  </a:lnTo>
                  <a:lnTo>
                    <a:pt x="5171325" y="4137672"/>
                  </a:lnTo>
                  <a:lnTo>
                    <a:pt x="5181955" y="4133850"/>
                  </a:lnTo>
                  <a:lnTo>
                    <a:pt x="5183708" y="4133227"/>
                  </a:lnTo>
                  <a:lnTo>
                    <a:pt x="5217223" y="4113161"/>
                  </a:lnTo>
                  <a:lnTo>
                    <a:pt x="5243563" y="4084129"/>
                  </a:lnTo>
                  <a:lnTo>
                    <a:pt x="5260314" y="4048683"/>
                  </a:lnTo>
                  <a:lnTo>
                    <a:pt x="5266017" y="401002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72199" y="1531538"/>
              <a:ext cx="90805" cy="4109720"/>
            </a:xfrm>
            <a:custGeom>
              <a:avLst/>
              <a:gdLst/>
              <a:ahLst/>
              <a:cxnLst/>
              <a:rect l="l" t="t" r="r" b="b"/>
              <a:pathLst>
                <a:path w="90804" h="4109720">
                  <a:moveTo>
                    <a:pt x="68254" y="4109247"/>
                  </a:moveTo>
                  <a:lnTo>
                    <a:pt x="30216" y="4077516"/>
                  </a:lnTo>
                  <a:lnTo>
                    <a:pt x="10149" y="4043991"/>
                  </a:lnTo>
                  <a:lnTo>
                    <a:pt x="634" y="4006097"/>
                  </a:lnTo>
                  <a:lnTo>
                    <a:pt x="0" y="39929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1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3992961"/>
                  </a:lnTo>
                  <a:lnTo>
                    <a:pt x="45350" y="4040346"/>
                  </a:lnTo>
                  <a:lnTo>
                    <a:pt x="65997" y="4080518"/>
                  </a:lnTo>
                  <a:lnTo>
                    <a:pt x="90792" y="4103613"/>
                  </a:lnTo>
                  <a:lnTo>
                    <a:pt x="68254" y="410924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515224" y="1695449"/>
              <a:ext cx="990600" cy="200025"/>
            </a:xfrm>
            <a:custGeom>
              <a:avLst/>
              <a:gdLst/>
              <a:ahLst/>
              <a:cxnLst/>
              <a:rect l="l" t="t" r="r" b="b"/>
              <a:pathLst>
                <a:path w="990600" h="200025">
                  <a:moveTo>
                    <a:pt x="897153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7" y="186817"/>
                  </a:lnTo>
                  <a:lnTo>
                    <a:pt x="20502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4" y="55672"/>
                  </a:lnTo>
                  <a:lnTo>
                    <a:pt x="33935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897153" y="0"/>
                  </a:lnTo>
                  <a:lnTo>
                    <a:pt x="934926" y="10126"/>
                  </a:lnTo>
                  <a:lnTo>
                    <a:pt x="965949" y="33936"/>
                  </a:lnTo>
                  <a:lnTo>
                    <a:pt x="985498" y="67806"/>
                  </a:lnTo>
                  <a:lnTo>
                    <a:pt x="990599" y="93445"/>
                  </a:lnTo>
                  <a:lnTo>
                    <a:pt x="990599" y="106579"/>
                  </a:lnTo>
                  <a:lnTo>
                    <a:pt x="980472" y="144352"/>
                  </a:lnTo>
                  <a:lnTo>
                    <a:pt x="956662" y="175375"/>
                  </a:lnTo>
                  <a:lnTo>
                    <a:pt x="922791" y="194924"/>
                  </a:lnTo>
                  <a:lnTo>
                    <a:pt x="903656" y="199384"/>
                  </a:lnTo>
                  <a:lnTo>
                    <a:pt x="897153" y="2000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19849" y="2547937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19849" y="21050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4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3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8" y="281864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4462" y="2200274"/>
              <a:ext cx="136525" cy="857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419849" y="3167062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19849" y="27050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4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3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8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94462" y="2778124"/>
              <a:ext cx="142875" cy="1428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19849" y="3786187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419849" y="33242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4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3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3"/>
                  </a:lnTo>
                  <a:lnTo>
                    <a:pt x="234088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07162" y="3403599"/>
              <a:ext cx="111125" cy="1365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419849" y="4405312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419849" y="39433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4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1"/>
                  </a:lnTo>
                  <a:lnTo>
                    <a:pt x="281863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4"/>
                  </a:lnTo>
                  <a:lnTo>
                    <a:pt x="234088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35737" y="4032249"/>
              <a:ext cx="76200" cy="9842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419849" y="45624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14553" y="285749"/>
                  </a:moveTo>
                  <a:lnTo>
                    <a:pt x="71196" y="285749"/>
                  </a:lnTo>
                  <a:lnTo>
                    <a:pt x="66241" y="285261"/>
                  </a:lnTo>
                  <a:lnTo>
                    <a:pt x="29704" y="270127"/>
                  </a:lnTo>
                  <a:lnTo>
                    <a:pt x="3885" y="234087"/>
                  </a:lnTo>
                  <a:lnTo>
                    <a:pt x="0" y="214553"/>
                  </a:lnTo>
                  <a:lnTo>
                    <a:pt x="0" y="209549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4553" y="0"/>
                  </a:lnTo>
                  <a:lnTo>
                    <a:pt x="256044" y="15620"/>
                  </a:lnTo>
                  <a:lnTo>
                    <a:pt x="281863" y="51661"/>
                  </a:lnTo>
                  <a:lnTo>
                    <a:pt x="285749" y="71196"/>
                  </a:lnTo>
                  <a:lnTo>
                    <a:pt x="285749" y="214553"/>
                  </a:lnTo>
                  <a:lnTo>
                    <a:pt x="270128" y="256043"/>
                  </a:lnTo>
                  <a:lnTo>
                    <a:pt x="234088" y="281863"/>
                  </a:lnTo>
                  <a:lnTo>
                    <a:pt x="219508" y="285261"/>
                  </a:lnTo>
                  <a:lnTo>
                    <a:pt x="214553" y="2857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81762" y="4645024"/>
              <a:ext cx="161925" cy="111125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240172" y="1711325"/>
            <a:ext cx="5220335" cy="37820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25"/>
              </a:spcBef>
              <a:tabLst>
                <a:tab pos="1358265" algn="l"/>
              </a:tabLst>
            </a:pP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W </a:t>
            </a:r>
            <a:r>
              <a:rPr dirty="0" baseline="3472" sz="1200" spc="-27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T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baseline="3472" sz="1200" spc="322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9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baseline="3472" sz="1200" spc="-172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baseline="3472" sz="1200" spc="-15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82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87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27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75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	</a:t>
            </a:r>
            <a:r>
              <a:rPr dirty="0" sz="750" spc="-3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750" spc="-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35" b="1">
                <a:solidFill>
                  <a:srgbClr val="293283"/>
                </a:solidFill>
                <a:latin typeface="Tahoma"/>
                <a:cs typeface="Tahoma"/>
              </a:rPr>
              <a:t>PYTHON</a:t>
            </a:r>
            <a:r>
              <a:rPr dirty="0" sz="750" spc="-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293283"/>
                </a:solidFill>
                <a:latin typeface="Tahoma"/>
                <a:cs typeface="Tahoma"/>
              </a:rPr>
              <a:t>WAY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50" spc="-10" b="1">
                <a:solidFill>
                  <a:srgbClr val="293283"/>
                </a:solidFill>
                <a:latin typeface="Tahoma"/>
                <a:cs typeface="Tahoma"/>
              </a:rPr>
              <a:t>Python</a:t>
            </a:r>
            <a:endParaRPr sz="105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  <a:spcBef>
                <a:spcPts val="315"/>
              </a:spcBef>
            </a:pP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language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already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know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Days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1–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00" spc="-10" b="1">
                <a:solidFill>
                  <a:srgbClr val="293283"/>
                </a:solidFill>
                <a:latin typeface="Courier New"/>
                <a:cs typeface="Courier New"/>
              </a:rPr>
              <a:t>streamlit</a:t>
            </a:r>
            <a:r>
              <a:rPr dirty="0" sz="1000" spc="-33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50" spc="-100" b="1">
                <a:solidFill>
                  <a:srgbClr val="293283"/>
                </a:solidFill>
                <a:latin typeface="Tahoma"/>
                <a:cs typeface="Tahoma"/>
              </a:rPr>
              <a:t>(pip</a:t>
            </a:r>
            <a:r>
              <a:rPr dirty="0" sz="1050" spc="-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50" spc="-10" b="1">
                <a:solidFill>
                  <a:srgbClr val="293283"/>
                </a:solidFill>
                <a:latin typeface="Tahoma"/>
                <a:cs typeface="Tahoma"/>
              </a:rPr>
              <a:t>install)</a:t>
            </a:r>
            <a:endParaRPr sz="105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  <a:spcBef>
                <a:spcPts val="465"/>
              </a:spcBef>
            </a:pP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library,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installed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Day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00" spc="-10" b="1">
                <a:solidFill>
                  <a:srgbClr val="293283"/>
                </a:solidFill>
                <a:latin typeface="Courier New"/>
                <a:cs typeface="Courier New"/>
              </a:rPr>
              <a:t>app.py</a:t>
            </a:r>
            <a:endParaRPr sz="1000">
              <a:latin typeface="Courier New"/>
              <a:cs typeface="Courier New"/>
            </a:endParaRPr>
          </a:p>
          <a:p>
            <a:pPr marL="579120">
              <a:lnSpc>
                <a:spcPct val="100000"/>
              </a:lnSpc>
              <a:spcBef>
                <a:spcPts val="400"/>
              </a:spcBef>
            </a:pP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file.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Functions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already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know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how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write.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00" b="1">
                <a:solidFill>
                  <a:srgbClr val="293283"/>
                </a:solidFill>
                <a:latin typeface="Courier New"/>
                <a:cs typeface="Courier New"/>
              </a:rPr>
              <a:t>streamlit</a:t>
            </a:r>
            <a:r>
              <a:rPr dirty="0" sz="1000" spc="-2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293283"/>
                </a:solidFill>
                <a:latin typeface="Courier New"/>
                <a:cs typeface="Courier New"/>
              </a:rPr>
              <a:t>run</a:t>
            </a:r>
            <a:r>
              <a:rPr dirty="0" sz="1000" spc="-2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Courier New"/>
                <a:cs typeface="Courier New"/>
              </a:rPr>
              <a:t>app.py</a:t>
            </a:r>
            <a:endParaRPr sz="1000">
              <a:latin typeface="Courier New"/>
              <a:cs typeface="Courier New"/>
            </a:endParaRPr>
          </a:p>
          <a:p>
            <a:pPr marL="579120">
              <a:lnSpc>
                <a:spcPct val="100000"/>
              </a:lnSpc>
              <a:spcBef>
                <a:spcPts val="400"/>
              </a:spcBef>
            </a:pP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command.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browser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tab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opens.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90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</a:pPr>
            <a:r>
              <a:rPr dirty="0" sz="1050" spc="-100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050" spc="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50" spc="-110" b="1">
                <a:solidFill>
                  <a:srgbClr val="293283"/>
                </a:solidFill>
                <a:latin typeface="Tahoma"/>
                <a:cs typeface="Tahoma"/>
              </a:rPr>
              <a:t>Community</a:t>
            </a:r>
            <a:r>
              <a:rPr dirty="0" sz="1050" spc="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50" spc="-20" b="1">
                <a:solidFill>
                  <a:srgbClr val="293283"/>
                </a:solidFill>
                <a:latin typeface="Tahoma"/>
                <a:cs typeface="Tahoma"/>
              </a:rPr>
              <a:t>Cloud</a:t>
            </a:r>
            <a:endParaRPr sz="1050">
              <a:latin typeface="Tahoma"/>
              <a:cs typeface="Tahoma"/>
            </a:endParaRPr>
          </a:p>
          <a:p>
            <a:pPr marL="579120">
              <a:lnSpc>
                <a:spcPct val="100000"/>
              </a:lnSpc>
              <a:spcBef>
                <a:spcPts val="315"/>
              </a:spcBef>
            </a:pP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Free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deployment,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click,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Day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22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</a:pPr>
            <a:r>
              <a:rPr dirty="0" sz="900" spc="-50" i="1">
                <a:solidFill>
                  <a:srgbClr val="797E94"/>
                </a:solidFill>
                <a:latin typeface="Trebuchet MS"/>
                <a:cs typeface="Trebuchet MS"/>
              </a:rPr>
              <a:t>Same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50" i="1">
                <a:solidFill>
                  <a:srgbClr val="797E94"/>
                </a:solidFill>
                <a:latin typeface="Trebuchet MS"/>
                <a:cs typeface="Trebuchet MS"/>
              </a:rPr>
              <a:t>language.</a:t>
            </a:r>
            <a:r>
              <a:rPr dirty="0" sz="900" spc="-5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50" i="1">
                <a:solidFill>
                  <a:srgbClr val="797E94"/>
                </a:solidFill>
                <a:latin typeface="Trebuchet MS"/>
                <a:cs typeface="Trebuchet MS"/>
              </a:rPr>
              <a:t>One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95" i="1">
                <a:solidFill>
                  <a:srgbClr val="797E94"/>
                </a:solidFill>
                <a:latin typeface="Trebuchet MS"/>
                <a:cs typeface="Trebuchet MS"/>
              </a:rPr>
              <a:t>file.</a:t>
            </a:r>
            <a:r>
              <a:rPr dirty="0" sz="900" spc="-5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50" i="1">
                <a:solidFill>
                  <a:srgbClr val="797E94"/>
                </a:solidFill>
                <a:latin typeface="Trebuchet MS"/>
                <a:cs typeface="Trebuchet MS"/>
              </a:rPr>
              <a:t>One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 command.</a:t>
            </a:r>
            <a:r>
              <a:rPr dirty="0" sz="900" spc="-5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40" i="1">
                <a:solidFill>
                  <a:srgbClr val="797E94"/>
                </a:solidFill>
                <a:latin typeface="Trebuchet MS"/>
                <a:cs typeface="Trebuchet MS"/>
              </a:rPr>
              <a:t>A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55" i="1">
                <a:solidFill>
                  <a:srgbClr val="797E94"/>
                </a:solidFill>
                <a:latin typeface="Trebuchet MS"/>
                <a:cs typeface="Trebuchet MS"/>
              </a:rPr>
              <a:t>working </a:t>
            </a:r>
            <a:r>
              <a:rPr dirty="0" sz="900" spc="-45" i="1">
                <a:solidFill>
                  <a:srgbClr val="797E94"/>
                </a:solidFill>
                <a:latin typeface="Trebuchet MS"/>
                <a:cs typeface="Trebuchet MS"/>
              </a:rPr>
              <a:t>app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 in</a:t>
            </a:r>
            <a:r>
              <a:rPr dirty="0" sz="900" spc="-5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25" i="1">
                <a:solidFill>
                  <a:srgbClr val="797E94"/>
                </a:solidFill>
                <a:latin typeface="Trebuchet MS"/>
                <a:cs typeface="Trebuchet MS"/>
              </a:rPr>
              <a:t>5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797E94"/>
                </a:solidFill>
                <a:latin typeface="Trebuchet MS"/>
                <a:cs typeface="Trebuchet MS"/>
              </a:rPr>
              <a:t>minutes.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85787" y="5772150"/>
            <a:ext cx="10820400" cy="552450"/>
          </a:xfrm>
          <a:custGeom>
            <a:avLst/>
            <a:gdLst/>
            <a:ahLst/>
            <a:cxnLst/>
            <a:rect l="l" t="t" r="r" b="b"/>
            <a:pathLst>
              <a:path w="10820400" h="552450">
                <a:moveTo>
                  <a:pt x="10820324" y="269455"/>
                </a:moveTo>
                <a:lnTo>
                  <a:pt x="10816336" y="229006"/>
                </a:lnTo>
                <a:lnTo>
                  <a:pt x="10806468" y="189585"/>
                </a:lnTo>
                <a:lnTo>
                  <a:pt x="10790911" y="152044"/>
                </a:lnTo>
                <a:lnTo>
                  <a:pt x="10770019" y="117170"/>
                </a:lnTo>
                <a:lnTo>
                  <a:pt x="10744238" y="85763"/>
                </a:lnTo>
                <a:lnTo>
                  <a:pt x="10714126" y="58470"/>
                </a:lnTo>
                <a:lnTo>
                  <a:pt x="10680332" y="35890"/>
                </a:lnTo>
                <a:lnTo>
                  <a:pt x="10643591" y="18516"/>
                </a:lnTo>
                <a:lnTo>
                  <a:pt x="10604703" y="6718"/>
                </a:lnTo>
                <a:lnTo>
                  <a:pt x="10564495" y="749"/>
                </a:lnTo>
                <a:lnTo>
                  <a:pt x="276225" y="0"/>
                </a:lnTo>
                <a:lnTo>
                  <a:pt x="262674" y="342"/>
                </a:lnTo>
                <a:lnTo>
                  <a:pt x="222338" y="5308"/>
                </a:lnTo>
                <a:lnTo>
                  <a:pt x="183172" y="16154"/>
                </a:lnTo>
                <a:lnTo>
                  <a:pt x="146024" y="32626"/>
                </a:lnTo>
                <a:lnTo>
                  <a:pt x="111683" y="54368"/>
                </a:lnTo>
                <a:lnTo>
                  <a:pt x="80911" y="80911"/>
                </a:lnTo>
                <a:lnTo>
                  <a:pt x="54368" y="111683"/>
                </a:lnTo>
                <a:lnTo>
                  <a:pt x="32626" y="146024"/>
                </a:lnTo>
                <a:lnTo>
                  <a:pt x="16154" y="183172"/>
                </a:lnTo>
                <a:lnTo>
                  <a:pt x="5308" y="222338"/>
                </a:lnTo>
                <a:lnTo>
                  <a:pt x="342" y="262674"/>
                </a:lnTo>
                <a:lnTo>
                  <a:pt x="0" y="276225"/>
                </a:lnTo>
                <a:lnTo>
                  <a:pt x="88" y="283006"/>
                </a:lnTo>
                <a:lnTo>
                  <a:pt x="4076" y="323456"/>
                </a:lnTo>
                <a:lnTo>
                  <a:pt x="13944" y="362877"/>
                </a:lnTo>
                <a:lnTo>
                  <a:pt x="29502" y="400418"/>
                </a:lnTo>
                <a:lnTo>
                  <a:pt x="50393" y="435279"/>
                </a:lnTo>
                <a:lnTo>
                  <a:pt x="76174" y="466699"/>
                </a:lnTo>
                <a:lnTo>
                  <a:pt x="106286" y="493991"/>
                </a:lnTo>
                <a:lnTo>
                  <a:pt x="140081" y="516572"/>
                </a:lnTo>
                <a:lnTo>
                  <a:pt x="176822" y="533946"/>
                </a:lnTo>
                <a:lnTo>
                  <a:pt x="215709" y="545744"/>
                </a:lnTo>
                <a:lnTo>
                  <a:pt x="255917" y="551713"/>
                </a:lnTo>
                <a:lnTo>
                  <a:pt x="269455" y="552373"/>
                </a:lnTo>
                <a:lnTo>
                  <a:pt x="10550957" y="552373"/>
                </a:lnTo>
                <a:lnTo>
                  <a:pt x="10591406" y="548386"/>
                </a:lnTo>
                <a:lnTo>
                  <a:pt x="10630827" y="538518"/>
                </a:lnTo>
                <a:lnTo>
                  <a:pt x="10668368" y="522960"/>
                </a:lnTo>
                <a:lnTo>
                  <a:pt x="10703230" y="502069"/>
                </a:lnTo>
                <a:lnTo>
                  <a:pt x="10734650" y="476288"/>
                </a:lnTo>
                <a:lnTo>
                  <a:pt x="10761942" y="446176"/>
                </a:lnTo>
                <a:lnTo>
                  <a:pt x="10784523" y="412381"/>
                </a:lnTo>
                <a:lnTo>
                  <a:pt x="10801896" y="375640"/>
                </a:lnTo>
                <a:lnTo>
                  <a:pt x="10813694" y="336753"/>
                </a:lnTo>
                <a:lnTo>
                  <a:pt x="10819663" y="296545"/>
                </a:lnTo>
                <a:lnTo>
                  <a:pt x="10820324" y="283006"/>
                </a:lnTo>
                <a:lnTo>
                  <a:pt x="10820324" y="269455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958850" y="5959474"/>
            <a:ext cx="4870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KEY</a:t>
            </a:r>
            <a:r>
              <a:rPr dirty="0" sz="900" spc="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IDEA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448412" y="5895975"/>
            <a:ext cx="3695700" cy="142875"/>
          </a:xfrm>
          <a:custGeom>
            <a:avLst/>
            <a:gdLst/>
            <a:ahLst/>
            <a:cxnLst/>
            <a:rect l="l" t="t" r="r" b="b"/>
            <a:pathLst>
              <a:path w="3695700" h="142875">
                <a:moveTo>
                  <a:pt x="742950" y="33058"/>
                </a:moveTo>
                <a:lnTo>
                  <a:pt x="714768" y="977"/>
                </a:lnTo>
                <a:lnTo>
                  <a:pt x="709904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04775"/>
                </a:lnTo>
                <a:lnTo>
                  <a:pt x="0" y="109829"/>
                </a:lnTo>
                <a:lnTo>
                  <a:pt x="28194" y="141909"/>
                </a:lnTo>
                <a:lnTo>
                  <a:pt x="33058" y="142875"/>
                </a:lnTo>
                <a:lnTo>
                  <a:pt x="709904" y="142875"/>
                </a:lnTo>
                <a:lnTo>
                  <a:pt x="741984" y="114693"/>
                </a:lnTo>
                <a:lnTo>
                  <a:pt x="742950" y="109829"/>
                </a:lnTo>
                <a:lnTo>
                  <a:pt x="742950" y="33058"/>
                </a:lnTo>
                <a:close/>
              </a:path>
              <a:path w="3695700" h="142875">
                <a:moveTo>
                  <a:pt x="3695700" y="33058"/>
                </a:moveTo>
                <a:lnTo>
                  <a:pt x="3667518" y="977"/>
                </a:lnTo>
                <a:lnTo>
                  <a:pt x="3662654" y="0"/>
                </a:lnTo>
                <a:lnTo>
                  <a:pt x="2928658" y="0"/>
                </a:lnTo>
                <a:lnTo>
                  <a:pt x="2896565" y="28194"/>
                </a:lnTo>
                <a:lnTo>
                  <a:pt x="2895600" y="33058"/>
                </a:lnTo>
                <a:lnTo>
                  <a:pt x="2895600" y="104775"/>
                </a:lnTo>
                <a:lnTo>
                  <a:pt x="2895600" y="109829"/>
                </a:lnTo>
                <a:lnTo>
                  <a:pt x="2923794" y="141909"/>
                </a:lnTo>
                <a:lnTo>
                  <a:pt x="2928658" y="142875"/>
                </a:lnTo>
                <a:lnTo>
                  <a:pt x="3662654" y="142875"/>
                </a:lnTo>
                <a:lnTo>
                  <a:pt x="3694734" y="114693"/>
                </a:lnTo>
                <a:lnTo>
                  <a:pt x="3695700" y="109829"/>
                </a:lnTo>
                <a:lnTo>
                  <a:pt x="3695700" y="33058"/>
                </a:lnTo>
                <a:close/>
              </a:path>
            </a:pathLst>
          </a:custGeom>
          <a:solidFill>
            <a:srgbClr val="FF6A5B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653728" y="5830887"/>
            <a:ext cx="9629775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Streamlit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not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web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framework.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It's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Python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library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turns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functions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into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UI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components.</a:t>
            </a:r>
            <a:r>
              <a:rPr dirty="0" sz="900" spc="32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st.title()</a:t>
            </a:r>
            <a:r>
              <a:rPr dirty="0" sz="850" spc="9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just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function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call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it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renders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heading.</a:t>
            </a:r>
            <a:r>
              <a:rPr dirty="0" sz="900" spc="32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st.button()</a:t>
            </a:r>
            <a:r>
              <a:rPr dirty="0" sz="850" spc="9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just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function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call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—</a:t>
            </a:r>
            <a:r>
              <a:rPr dirty="0" sz="900" spc="50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it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renders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button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and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returns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True</a:t>
            </a:r>
            <a:r>
              <a:rPr dirty="0" sz="9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Tahoma"/>
                <a:cs typeface="Tahoma"/>
              </a:rPr>
              <a:t>False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2468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TA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674460"/>
            <a:ext cx="8345805" cy="708025"/>
          </a:xfrm>
          <a:prstGeom prst="rect"/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250" spc="-280"/>
              <a:t>Every</a:t>
            </a:r>
            <a:r>
              <a:rPr dirty="0" sz="2250" spc="-190"/>
              <a:t> </a:t>
            </a:r>
            <a:r>
              <a:rPr dirty="0" sz="2250" spc="-245"/>
              <a:t>click</a:t>
            </a:r>
            <a:r>
              <a:rPr dirty="0" sz="2250" spc="-190"/>
              <a:t> </a:t>
            </a:r>
            <a:r>
              <a:rPr dirty="0" sz="2250" spc="-275"/>
              <a:t>re-</a:t>
            </a:r>
            <a:r>
              <a:rPr dirty="0" sz="2250" spc="-260"/>
              <a:t>runs</a:t>
            </a:r>
            <a:r>
              <a:rPr dirty="0" sz="2250" spc="-190"/>
              <a:t> </a:t>
            </a:r>
            <a:r>
              <a:rPr dirty="0" sz="2250" spc="-250"/>
              <a:t>your</a:t>
            </a:r>
            <a:r>
              <a:rPr dirty="0" sz="2250" spc="-190"/>
              <a:t> </a:t>
            </a:r>
            <a:r>
              <a:rPr dirty="0" sz="2250" spc="-235"/>
              <a:t>entire</a:t>
            </a:r>
            <a:r>
              <a:rPr dirty="0" sz="2250" spc="-195"/>
              <a:t> </a:t>
            </a:r>
            <a:r>
              <a:rPr dirty="0" sz="2250" spc="-225"/>
              <a:t>script.</a:t>
            </a:r>
            <a:r>
              <a:rPr dirty="0" sz="2250" spc="-190"/>
              <a:t> </a:t>
            </a:r>
            <a:r>
              <a:rPr dirty="0" sz="2250" spc="-310"/>
              <a:t>Top</a:t>
            </a:r>
            <a:r>
              <a:rPr dirty="0" sz="2250" spc="-190"/>
              <a:t> </a:t>
            </a:r>
            <a:r>
              <a:rPr dirty="0" sz="2250" spc="-204"/>
              <a:t>to</a:t>
            </a:r>
            <a:r>
              <a:rPr dirty="0" sz="2250" spc="-190"/>
              <a:t> </a:t>
            </a:r>
            <a:r>
              <a:rPr dirty="0" sz="2250" spc="-65"/>
              <a:t>bottom.</a:t>
            </a:r>
            <a:endParaRPr sz="2250"/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50" spc="-65" b="0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50" b="0">
                <a:solidFill>
                  <a:srgbClr val="4A4E6A"/>
                </a:solidFill>
                <a:latin typeface="Tahoma"/>
                <a:cs typeface="Tahoma"/>
              </a:rPr>
              <a:t>#1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thing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confuses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beginners.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script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runs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once.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runs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 b="0">
                <a:solidFill>
                  <a:srgbClr val="4A4E6A"/>
                </a:solidFill>
                <a:latin typeface="Tahoma"/>
                <a:cs typeface="Tahoma"/>
              </a:rPr>
              <a:t>time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interacts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Get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this,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everything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else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 b="0">
                <a:solidFill>
                  <a:srgbClr val="4A4E6A"/>
                </a:solidFill>
                <a:latin typeface="Tahoma"/>
                <a:cs typeface="Tahoma"/>
              </a:rPr>
              <a:t>clicks.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72199" y="1514475"/>
            <a:ext cx="5334000" cy="4219575"/>
            <a:chOff x="6172199" y="1514475"/>
            <a:chExt cx="5334000" cy="4219575"/>
          </a:xfrm>
        </p:grpSpPr>
        <p:sp>
          <p:nvSpPr>
            <p:cNvPr id="6" name="object 6"/>
            <p:cNvSpPr/>
            <p:nvPr/>
          </p:nvSpPr>
          <p:spPr>
            <a:xfrm>
              <a:off x="6191248" y="1519237"/>
              <a:ext cx="5310505" cy="4210050"/>
            </a:xfrm>
            <a:custGeom>
              <a:avLst/>
              <a:gdLst/>
              <a:ahLst/>
              <a:cxnLst/>
              <a:rect l="l" t="t" r="r" b="b"/>
              <a:pathLst>
                <a:path w="5310505" h="4210050">
                  <a:moveTo>
                    <a:pt x="5190042" y="4210049"/>
                  </a:moveTo>
                  <a:lnTo>
                    <a:pt x="106795" y="4210049"/>
                  </a:lnTo>
                  <a:lnTo>
                    <a:pt x="99361" y="4209225"/>
                  </a:lnTo>
                  <a:lnTo>
                    <a:pt x="57037" y="4193068"/>
                  </a:lnTo>
                  <a:lnTo>
                    <a:pt x="28170" y="4166416"/>
                  </a:lnTo>
                  <a:lnTo>
                    <a:pt x="5828" y="4122870"/>
                  </a:lnTo>
                  <a:lnTo>
                    <a:pt x="0" y="4089905"/>
                  </a:lnTo>
                  <a:lnTo>
                    <a:pt x="0" y="408146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3" y="31692"/>
                  </a:lnTo>
                  <a:lnTo>
                    <a:pt x="77492" y="6557"/>
                  </a:lnTo>
                  <a:lnTo>
                    <a:pt x="106795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8" y="87179"/>
                  </a:lnTo>
                  <a:lnTo>
                    <a:pt x="5310186" y="120144"/>
                  </a:lnTo>
                  <a:lnTo>
                    <a:pt x="5310186" y="4089905"/>
                  </a:lnTo>
                  <a:lnTo>
                    <a:pt x="5297166" y="4138470"/>
                  </a:lnTo>
                  <a:lnTo>
                    <a:pt x="5266554" y="4178356"/>
                  </a:lnTo>
                  <a:lnTo>
                    <a:pt x="5223006" y="4203491"/>
                  </a:lnTo>
                  <a:lnTo>
                    <a:pt x="5198404" y="4209225"/>
                  </a:lnTo>
                  <a:lnTo>
                    <a:pt x="5190042" y="421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40170" y="1514474"/>
              <a:ext cx="5266055" cy="4219575"/>
            </a:xfrm>
            <a:custGeom>
              <a:avLst/>
              <a:gdLst/>
              <a:ahLst/>
              <a:cxnLst/>
              <a:rect l="l" t="t" r="r" b="b"/>
              <a:pathLst>
                <a:path w="5266055" h="421957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50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086225"/>
                  </a:lnTo>
                  <a:lnTo>
                    <a:pt x="5247068" y="4133621"/>
                  </a:lnTo>
                  <a:lnTo>
                    <a:pt x="5220678" y="4173283"/>
                  </a:lnTo>
                  <a:lnTo>
                    <a:pt x="5220233" y="4173791"/>
                  </a:lnTo>
                  <a:lnTo>
                    <a:pt x="5180050" y="4200626"/>
                  </a:lnTo>
                  <a:lnTo>
                    <a:pt x="5145125" y="4209427"/>
                  </a:lnTo>
                  <a:lnTo>
                    <a:pt x="5145646" y="4209427"/>
                  </a:lnTo>
                  <a:lnTo>
                    <a:pt x="5132667" y="4210050"/>
                  </a:lnTo>
                  <a:lnTo>
                    <a:pt x="65366" y="4210050"/>
                  </a:lnTo>
                  <a:lnTo>
                    <a:pt x="55397" y="4209427"/>
                  </a:lnTo>
                  <a:lnTo>
                    <a:pt x="55791" y="4209427"/>
                  </a:lnTo>
                  <a:lnTo>
                    <a:pt x="46786" y="4207700"/>
                  </a:lnTo>
                  <a:lnTo>
                    <a:pt x="37769" y="4204754"/>
                  </a:lnTo>
                  <a:lnTo>
                    <a:pt x="28917" y="4200626"/>
                  </a:lnTo>
                  <a:lnTo>
                    <a:pt x="22542" y="4196715"/>
                  </a:lnTo>
                  <a:lnTo>
                    <a:pt x="0" y="4202353"/>
                  </a:lnTo>
                  <a:lnTo>
                    <a:pt x="39357" y="4217047"/>
                  </a:lnTo>
                  <a:lnTo>
                    <a:pt x="65366" y="4219575"/>
                  </a:lnTo>
                  <a:lnTo>
                    <a:pt x="5132667" y="4219575"/>
                  </a:lnTo>
                  <a:lnTo>
                    <a:pt x="5145811" y="4218952"/>
                  </a:lnTo>
                  <a:lnTo>
                    <a:pt x="5158689" y="4217047"/>
                  </a:lnTo>
                  <a:lnTo>
                    <a:pt x="5171325" y="4213872"/>
                  </a:lnTo>
                  <a:lnTo>
                    <a:pt x="5181955" y="4210050"/>
                  </a:lnTo>
                  <a:lnTo>
                    <a:pt x="5183708" y="4209427"/>
                  </a:lnTo>
                  <a:lnTo>
                    <a:pt x="5217223" y="4189361"/>
                  </a:lnTo>
                  <a:lnTo>
                    <a:pt x="5243563" y="4160329"/>
                  </a:lnTo>
                  <a:lnTo>
                    <a:pt x="5260314" y="4124883"/>
                  </a:lnTo>
                  <a:lnTo>
                    <a:pt x="5266017" y="408622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172199" y="1531538"/>
              <a:ext cx="90805" cy="4185920"/>
            </a:xfrm>
            <a:custGeom>
              <a:avLst/>
              <a:gdLst/>
              <a:ahLst/>
              <a:cxnLst/>
              <a:rect l="l" t="t" r="r" b="b"/>
              <a:pathLst>
                <a:path w="90804" h="4185920">
                  <a:moveTo>
                    <a:pt x="68254" y="4185447"/>
                  </a:moveTo>
                  <a:lnTo>
                    <a:pt x="30216" y="4153716"/>
                  </a:lnTo>
                  <a:lnTo>
                    <a:pt x="10149" y="4120191"/>
                  </a:lnTo>
                  <a:lnTo>
                    <a:pt x="634" y="4082297"/>
                  </a:lnTo>
                  <a:lnTo>
                    <a:pt x="0" y="40691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1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069161"/>
                  </a:lnTo>
                  <a:lnTo>
                    <a:pt x="45350" y="4116546"/>
                  </a:lnTo>
                  <a:lnTo>
                    <a:pt x="65997" y="4156718"/>
                  </a:lnTo>
                  <a:lnTo>
                    <a:pt x="90792" y="4179813"/>
                  </a:lnTo>
                  <a:lnTo>
                    <a:pt x="68254" y="418544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419849" y="1682750"/>
            <a:ext cx="190118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AT</a:t>
            </a:r>
            <a:r>
              <a:rPr dirty="0" sz="8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2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21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21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19849" y="206692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05653" y="285749"/>
                </a:moveTo>
                <a:lnTo>
                  <a:pt x="80095" y="285749"/>
                </a:lnTo>
                <a:lnTo>
                  <a:pt x="74521" y="285200"/>
                </a:lnTo>
                <a:lnTo>
                  <a:pt x="33417" y="268175"/>
                </a:lnTo>
                <a:lnTo>
                  <a:pt x="8677" y="238030"/>
                </a:lnTo>
                <a:lnTo>
                  <a:pt x="0" y="205653"/>
                </a:lnTo>
                <a:lnTo>
                  <a:pt x="0" y="200024"/>
                </a:lnTo>
                <a:lnTo>
                  <a:pt x="0" y="80096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5" y="0"/>
                </a:lnTo>
                <a:lnTo>
                  <a:pt x="205653" y="0"/>
                </a:lnTo>
                <a:lnTo>
                  <a:pt x="242970" y="11319"/>
                </a:lnTo>
                <a:lnTo>
                  <a:pt x="274429" y="42778"/>
                </a:lnTo>
                <a:lnTo>
                  <a:pt x="285749" y="80096"/>
                </a:lnTo>
                <a:lnTo>
                  <a:pt x="285749" y="205653"/>
                </a:lnTo>
                <a:lnTo>
                  <a:pt x="274429" y="242970"/>
                </a:lnTo>
                <a:lnTo>
                  <a:pt x="242970" y="274429"/>
                </a:lnTo>
                <a:lnTo>
                  <a:pt x="211228" y="285200"/>
                </a:lnTo>
                <a:lnTo>
                  <a:pt x="205653" y="2857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29238" y="2101850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86698" y="2276474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900402" y="142874"/>
                </a:moveTo>
                <a:lnTo>
                  <a:pt x="33047" y="142874"/>
                </a:lnTo>
                <a:lnTo>
                  <a:pt x="28186" y="141907"/>
                </a:lnTo>
                <a:lnTo>
                  <a:pt x="966" y="114687"/>
                </a:lnTo>
                <a:lnTo>
                  <a:pt x="0" y="109827"/>
                </a:lnTo>
                <a:lnTo>
                  <a:pt x="0" y="1047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900402" y="0"/>
                </a:lnTo>
                <a:lnTo>
                  <a:pt x="932483" y="28187"/>
                </a:lnTo>
                <a:lnTo>
                  <a:pt x="933449" y="33047"/>
                </a:lnTo>
                <a:lnTo>
                  <a:pt x="933449" y="109827"/>
                </a:lnTo>
                <a:lnTo>
                  <a:pt x="905262" y="141907"/>
                </a:lnTo>
                <a:lnTo>
                  <a:pt x="900402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819900" y="1992669"/>
            <a:ext cx="4438650" cy="5861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Variable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values</a:t>
            </a:r>
            <a:r>
              <a:rPr dirty="0" sz="10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update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automatically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18100"/>
              </a:lnSpc>
              <a:spcBef>
                <a:spcPts val="204"/>
              </a:spcBef>
            </a:pP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types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3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st.text_input</a:t>
            </a:r>
            <a:r>
              <a:rPr dirty="0" sz="850" spc="-114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variable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gets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new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value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next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run.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You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don't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write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"event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handlers"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read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variable.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15087" y="2771775"/>
            <a:ext cx="4876800" cy="628650"/>
            <a:chOff x="6415087" y="2771775"/>
            <a:chExt cx="4876800" cy="628650"/>
          </a:xfrm>
        </p:grpSpPr>
        <p:sp>
          <p:nvSpPr>
            <p:cNvPr id="15" name="object 15"/>
            <p:cNvSpPr/>
            <p:nvPr/>
          </p:nvSpPr>
          <p:spPr>
            <a:xfrm>
              <a:off x="6419849" y="3395662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19849" y="27717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05653" y="285749"/>
                  </a:moveTo>
                  <a:lnTo>
                    <a:pt x="80095" y="285749"/>
                  </a:lnTo>
                  <a:lnTo>
                    <a:pt x="74521" y="285200"/>
                  </a:lnTo>
                  <a:lnTo>
                    <a:pt x="33417" y="268174"/>
                  </a:lnTo>
                  <a:lnTo>
                    <a:pt x="8677" y="238030"/>
                  </a:lnTo>
                  <a:lnTo>
                    <a:pt x="0" y="205653"/>
                  </a:lnTo>
                  <a:lnTo>
                    <a:pt x="0" y="200024"/>
                  </a:lnTo>
                  <a:lnTo>
                    <a:pt x="0" y="80095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5" y="0"/>
                  </a:lnTo>
                  <a:lnTo>
                    <a:pt x="205653" y="0"/>
                  </a:lnTo>
                  <a:lnTo>
                    <a:pt x="242970" y="11319"/>
                  </a:lnTo>
                  <a:lnTo>
                    <a:pt x="274429" y="42778"/>
                  </a:lnTo>
                  <a:lnTo>
                    <a:pt x="285749" y="80095"/>
                  </a:lnTo>
                  <a:lnTo>
                    <a:pt x="285749" y="205653"/>
                  </a:lnTo>
                  <a:lnTo>
                    <a:pt x="274429" y="242970"/>
                  </a:lnTo>
                  <a:lnTo>
                    <a:pt x="242970" y="274428"/>
                  </a:lnTo>
                  <a:lnTo>
                    <a:pt x="211228" y="285200"/>
                  </a:lnTo>
                  <a:lnTo>
                    <a:pt x="205653" y="2857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29238" y="2806700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19899" y="3143249"/>
            <a:ext cx="1133475" cy="142875"/>
          </a:xfrm>
          <a:custGeom>
            <a:avLst/>
            <a:gdLst/>
            <a:ahLst/>
            <a:cxnLst/>
            <a:rect l="l" t="t" r="r" b="b"/>
            <a:pathLst>
              <a:path w="1133475" h="142875">
                <a:moveTo>
                  <a:pt x="1100426" y="142874"/>
                </a:moveTo>
                <a:lnTo>
                  <a:pt x="33047" y="142874"/>
                </a:lnTo>
                <a:lnTo>
                  <a:pt x="28187" y="141907"/>
                </a:lnTo>
                <a:lnTo>
                  <a:pt x="966" y="114686"/>
                </a:lnTo>
                <a:lnTo>
                  <a:pt x="0" y="109827"/>
                </a:lnTo>
                <a:lnTo>
                  <a:pt x="0" y="1047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0426" y="0"/>
                </a:lnTo>
                <a:lnTo>
                  <a:pt x="1132507" y="28187"/>
                </a:lnTo>
                <a:lnTo>
                  <a:pt x="1133474" y="33047"/>
                </a:lnTo>
                <a:lnTo>
                  <a:pt x="1133474" y="109827"/>
                </a:lnTo>
                <a:lnTo>
                  <a:pt x="1105286" y="141907"/>
                </a:lnTo>
                <a:lnTo>
                  <a:pt x="1100426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819900" y="2697519"/>
            <a:ext cx="4075429" cy="5861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No</a:t>
            </a:r>
            <a:r>
              <a:rPr dirty="0" sz="100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state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survives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between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runs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(yet)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Every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time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script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re-runs,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all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regular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variables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reset.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design.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We'll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cover</a:t>
            </a:r>
            <a:endParaRPr sz="900">
              <a:latin typeface="Tahoma"/>
              <a:cs typeface="Tahoma"/>
            </a:endParaRPr>
          </a:p>
          <a:p>
            <a:pPr marL="46990">
              <a:lnSpc>
                <a:spcPct val="100000"/>
              </a:lnSpc>
              <a:spcBef>
                <a:spcPts val="195"/>
              </a:spcBef>
            </a:pP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st.session_state</a:t>
            </a:r>
            <a:r>
              <a:rPr dirty="0" sz="850" spc="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Day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5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rare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cases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remember</a:t>
            </a:r>
            <a:r>
              <a:rPr dirty="0" sz="9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things.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15087" y="3486149"/>
            <a:ext cx="4876800" cy="619125"/>
            <a:chOff x="6415087" y="3486149"/>
            <a:chExt cx="4876800" cy="619125"/>
          </a:xfrm>
        </p:grpSpPr>
        <p:sp>
          <p:nvSpPr>
            <p:cNvPr id="21" name="object 21"/>
            <p:cNvSpPr/>
            <p:nvPr/>
          </p:nvSpPr>
          <p:spPr>
            <a:xfrm>
              <a:off x="6419849" y="4100512"/>
              <a:ext cx="4867275" cy="0"/>
            </a:xfrm>
            <a:custGeom>
              <a:avLst/>
              <a:gdLst/>
              <a:ahLst/>
              <a:cxnLst/>
              <a:rect l="l" t="t" r="r" b="b"/>
              <a:pathLst>
                <a:path w="4867275" h="0">
                  <a:moveTo>
                    <a:pt x="0" y="0"/>
                  </a:moveTo>
                  <a:lnTo>
                    <a:pt x="48672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419849" y="34861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05653" y="285749"/>
                  </a:moveTo>
                  <a:lnTo>
                    <a:pt x="80095" y="285749"/>
                  </a:lnTo>
                  <a:lnTo>
                    <a:pt x="74521" y="285200"/>
                  </a:lnTo>
                  <a:lnTo>
                    <a:pt x="33417" y="268175"/>
                  </a:lnTo>
                  <a:lnTo>
                    <a:pt x="8677" y="238030"/>
                  </a:lnTo>
                  <a:lnTo>
                    <a:pt x="0" y="205653"/>
                  </a:lnTo>
                  <a:lnTo>
                    <a:pt x="0" y="2000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5" y="0"/>
                  </a:lnTo>
                  <a:lnTo>
                    <a:pt x="205653" y="0"/>
                  </a:lnTo>
                  <a:lnTo>
                    <a:pt x="242970" y="11319"/>
                  </a:lnTo>
                  <a:lnTo>
                    <a:pt x="274429" y="42778"/>
                  </a:lnTo>
                  <a:lnTo>
                    <a:pt x="285749" y="80096"/>
                  </a:lnTo>
                  <a:lnTo>
                    <a:pt x="285749" y="205653"/>
                  </a:lnTo>
                  <a:lnTo>
                    <a:pt x="274429" y="242970"/>
                  </a:lnTo>
                  <a:lnTo>
                    <a:pt x="242970" y="274429"/>
                  </a:lnTo>
                  <a:lnTo>
                    <a:pt x="211228" y="285200"/>
                  </a:lnTo>
                  <a:lnTo>
                    <a:pt x="205653" y="2857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529238" y="352107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19899" y="3686174"/>
            <a:ext cx="3762375" cy="314325"/>
            <a:chOff x="6819899" y="3686174"/>
            <a:chExt cx="3762375" cy="314325"/>
          </a:xfrm>
        </p:grpSpPr>
        <p:sp>
          <p:nvSpPr>
            <p:cNvPr id="25" name="object 25"/>
            <p:cNvSpPr/>
            <p:nvPr/>
          </p:nvSpPr>
          <p:spPr>
            <a:xfrm>
              <a:off x="6819887" y="3686174"/>
              <a:ext cx="3762375" cy="142875"/>
            </a:xfrm>
            <a:custGeom>
              <a:avLst/>
              <a:gdLst/>
              <a:ahLst/>
              <a:cxnLst/>
              <a:rect l="l" t="t" r="r" b="b"/>
              <a:pathLst>
                <a:path w="3762375" h="142875">
                  <a:moveTo>
                    <a:pt x="1457325" y="33058"/>
                  </a:moveTo>
                  <a:lnTo>
                    <a:pt x="1429143" y="977"/>
                  </a:lnTo>
                  <a:lnTo>
                    <a:pt x="1424279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104775"/>
                  </a:lnTo>
                  <a:lnTo>
                    <a:pt x="0" y="109829"/>
                  </a:lnTo>
                  <a:lnTo>
                    <a:pt x="28194" y="141909"/>
                  </a:lnTo>
                  <a:lnTo>
                    <a:pt x="33058" y="142875"/>
                  </a:lnTo>
                  <a:lnTo>
                    <a:pt x="1424279" y="142875"/>
                  </a:lnTo>
                  <a:lnTo>
                    <a:pt x="1456359" y="114693"/>
                  </a:lnTo>
                  <a:lnTo>
                    <a:pt x="1457325" y="109829"/>
                  </a:lnTo>
                  <a:lnTo>
                    <a:pt x="1457325" y="33058"/>
                  </a:lnTo>
                  <a:close/>
                </a:path>
                <a:path w="3762375" h="142875">
                  <a:moveTo>
                    <a:pt x="2200275" y="33058"/>
                  </a:moveTo>
                  <a:lnTo>
                    <a:pt x="2172093" y="977"/>
                  </a:lnTo>
                  <a:lnTo>
                    <a:pt x="2167229" y="0"/>
                  </a:lnTo>
                  <a:lnTo>
                    <a:pt x="1871383" y="0"/>
                  </a:lnTo>
                  <a:lnTo>
                    <a:pt x="1839290" y="28194"/>
                  </a:lnTo>
                  <a:lnTo>
                    <a:pt x="1838325" y="33058"/>
                  </a:lnTo>
                  <a:lnTo>
                    <a:pt x="1838325" y="104775"/>
                  </a:lnTo>
                  <a:lnTo>
                    <a:pt x="1838325" y="109829"/>
                  </a:lnTo>
                  <a:lnTo>
                    <a:pt x="1866519" y="141909"/>
                  </a:lnTo>
                  <a:lnTo>
                    <a:pt x="1871383" y="142875"/>
                  </a:lnTo>
                  <a:lnTo>
                    <a:pt x="2167229" y="142875"/>
                  </a:lnTo>
                  <a:lnTo>
                    <a:pt x="2199309" y="114693"/>
                  </a:lnTo>
                  <a:lnTo>
                    <a:pt x="2200275" y="109829"/>
                  </a:lnTo>
                  <a:lnTo>
                    <a:pt x="2200275" y="33058"/>
                  </a:lnTo>
                  <a:close/>
                </a:path>
                <a:path w="3762375" h="142875">
                  <a:moveTo>
                    <a:pt x="3762375" y="33058"/>
                  </a:moveTo>
                  <a:lnTo>
                    <a:pt x="3734193" y="977"/>
                  </a:lnTo>
                  <a:lnTo>
                    <a:pt x="3729329" y="0"/>
                  </a:lnTo>
                  <a:lnTo>
                    <a:pt x="3376333" y="0"/>
                  </a:lnTo>
                  <a:lnTo>
                    <a:pt x="3344240" y="28194"/>
                  </a:lnTo>
                  <a:lnTo>
                    <a:pt x="3343275" y="33058"/>
                  </a:lnTo>
                  <a:lnTo>
                    <a:pt x="3343275" y="104775"/>
                  </a:lnTo>
                  <a:lnTo>
                    <a:pt x="3343275" y="109829"/>
                  </a:lnTo>
                  <a:lnTo>
                    <a:pt x="3371469" y="141909"/>
                  </a:lnTo>
                  <a:lnTo>
                    <a:pt x="3376333" y="142875"/>
                  </a:lnTo>
                  <a:lnTo>
                    <a:pt x="3729329" y="142875"/>
                  </a:lnTo>
                  <a:lnTo>
                    <a:pt x="3761409" y="114693"/>
                  </a:lnTo>
                  <a:lnTo>
                    <a:pt x="3762375" y="109829"/>
                  </a:lnTo>
                  <a:lnTo>
                    <a:pt x="3762375" y="33058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4274" y="3857624"/>
              <a:ext cx="219074" cy="14287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819900" y="3422610"/>
            <a:ext cx="4291330" cy="5759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000" spc="-125" b="1">
                <a:solidFill>
                  <a:srgbClr val="293283"/>
                </a:solidFill>
                <a:latin typeface="Tahoma"/>
                <a:cs typeface="Tahoma"/>
              </a:rPr>
              <a:t>Widgets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return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values,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not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events</a:t>
            </a:r>
            <a:endParaRPr sz="1000">
              <a:latin typeface="Tahoma"/>
              <a:cs typeface="Tahoma"/>
            </a:endParaRPr>
          </a:p>
          <a:p>
            <a:pPr marR="5080" indent="47625">
              <a:lnSpc>
                <a:spcPct val="125000"/>
              </a:lnSpc>
              <a:spcBef>
                <a:spcPts val="55"/>
              </a:spcBef>
            </a:pP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st.button("Click</a:t>
            </a:r>
            <a:r>
              <a:rPr dirty="0" sz="850" spc="-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me")</a:t>
            </a:r>
            <a:r>
              <a:rPr dirty="0" sz="8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2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True</a:t>
            </a:r>
            <a:r>
              <a:rPr dirty="0" sz="85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if</a:t>
            </a:r>
            <a:r>
              <a:rPr dirty="0" sz="9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9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9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clicked</a:t>
            </a:r>
            <a:r>
              <a:rPr dirty="0" sz="9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it,</a:t>
            </a:r>
            <a:r>
              <a:rPr dirty="0" sz="900" spc="2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False</a:t>
            </a:r>
            <a:r>
              <a:rPr dirty="0" sz="8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otherwise.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900" spc="3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if</a:t>
            </a:r>
            <a:r>
              <a:rPr dirty="0" sz="850" spc="8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statement,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like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any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boolean.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19849" y="41909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05653" y="285749"/>
                </a:moveTo>
                <a:lnTo>
                  <a:pt x="80095" y="285749"/>
                </a:lnTo>
                <a:lnTo>
                  <a:pt x="74521" y="285200"/>
                </a:lnTo>
                <a:lnTo>
                  <a:pt x="33417" y="268175"/>
                </a:lnTo>
                <a:lnTo>
                  <a:pt x="8677" y="238030"/>
                </a:lnTo>
                <a:lnTo>
                  <a:pt x="0" y="205653"/>
                </a:lnTo>
                <a:lnTo>
                  <a:pt x="0" y="200024"/>
                </a:lnTo>
                <a:lnTo>
                  <a:pt x="0" y="80096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5" y="0"/>
                </a:lnTo>
                <a:lnTo>
                  <a:pt x="205653" y="0"/>
                </a:lnTo>
                <a:lnTo>
                  <a:pt x="242970" y="11319"/>
                </a:lnTo>
                <a:lnTo>
                  <a:pt x="274429" y="42778"/>
                </a:lnTo>
                <a:lnTo>
                  <a:pt x="285749" y="80096"/>
                </a:lnTo>
                <a:lnTo>
                  <a:pt x="285749" y="205653"/>
                </a:lnTo>
                <a:lnTo>
                  <a:pt x="274429" y="242970"/>
                </a:lnTo>
                <a:lnTo>
                  <a:pt x="242970" y="274429"/>
                </a:lnTo>
                <a:lnTo>
                  <a:pt x="211228" y="285200"/>
                </a:lnTo>
                <a:lnTo>
                  <a:pt x="205653" y="2857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529238" y="422592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19900" y="4116744"/>
            <a:ext cx="4436110" cy="5861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Order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matters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18100"/>
              </a:lnSpc>
              <a:spcBef>
                <a:spcPts val="204"/>
              </a:spcBef>
            </a:pP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Code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runs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top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bottom.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If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reference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variable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before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its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widget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defined,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get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NameError.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Lay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out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like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recipe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inputs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first,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logic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middle,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output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bottom.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5787" y="5848362"/>
            <a:ext cx="10820400" cy="476250"/>
          </a:xfrm>
          <a:custGeom>
            <a:avLst/>
            <a:gdLst/>
            <a:ahLst/>
            <a:cxnLst/>
            <a:rect l="l" t="t" r="r" b="b"/>
            <a:pathLst>
              <a:path w="10820400" h="476250">
                <a:moveTo>
                  <a:pt x="10820400" y="230314"/>
                </a:moveTo>
                <a:lnTo>
                  <a:pt x="10814304" y="184010"/>
                </a:lnTo>
                <a:lnTo>
                  <a:pt x="10799293" y="139788"/>
                </a:lnTo>
                <a:lnTo>
                  <a:pt x="10775937" y="99339"/>
                </a:lnTo>
                <a:lnTo>
                  <a:pt x="10745140" y="64223"/>
                </a:lnTo>
                <a:lnTo>
                  <a:pt x="10708094" y="35788"/>
                </a:lnTo>
                <a:lnTo>
                  <a:pt x="10666197" y="15138"/>
                </a:lnTo>
                <a:lnTo>
                  <a:pt x="10621086" y="3048"/>
                </a:lnTo>
                <a:lnTo>
                  <a:pt x="10590086" y="0"/>
                </a:lnTo>
                <a:lnTo>
                  <a:pt x="230327" y="0"/>
                </a:lnTo>
                <a:lnTo>
                  <a:pt x="184023" y="6096"/>
                </a:lnTo>
                <a:lnTo>
                  <a:pt x="139801" y="21107"/>
                </a:lnTo>
                <a:lnTo>
                  <a:pt x="99352" y="44462"/>
                </a:lnTo>
                <a:lnTo>
                  <a:pt x="64236" y="75247"/>
                </a:lnTo>
                <a:lnTo>
                  <a:pt x="35801" y="112306"/>
                </a:lnTo>
                <a:lnTo>
                  <a:pt x="15151" y="154190"/>
                </a:lnTo>
                <a:lnTo>
                  <a:pt x="3060" y="199313"/>
                </a:lnTo>
                <a:lnTo>
                  <a:pt x="0" y="230314"/>
                </a:lnTo>
                <a:lnTo>
                  <a:pt x="0" y="238112"/>
                </a:lnTo>
                <a:lnTo>
                  <a:pt x="0" y="245922"/>
                </a:lnTo>
                <a:lnTo>
                  <a:pt x="6108" y="292227"/>
                </a:lnTo>
                <a:lnTo>
                  <a:pt x="21120" y="336448"/>
                </a:lnTo>
                <a:lnTo>
                  <a:pt x="44475" y="376897"/>
                </a:lnTo>
                <a:lnTo>
                  <a:pt x="75260" y="412013"/>
                </a:lnTo>
                <a:lnTo>
                  <a:pt x="112318" y="440448"/>
                </a:lnTo>
                <a:lnTo>
                  <a:pt x="154216" y="461098"/>
                </a:lnTo>
                <a:lnTo>
                  <a:pt x="199326" y="473189"/>
                </a:lnTo>
                <a:lnTo>
                  <a:pt x="230327" y="476237"/>
                </a:lnTo>
                <a:lnTo>
                  <a:pt x="10590086" y="476237"/>
                </a:lnTo>
                <a:lnTo>
                  <a:pt x="10636390" y="470141"/>
                </a:lnTo>
                <a:lnTo>
                  <a:pt x="10680611" y="455129"/>
                </a:lnTo>
                <a:lnTo>
                  <a:pt x="10721061" y="431774"/>
                </a:lnTo>
                <a:lnTo>
                  <a:pt x="10756176" y="400977"/>
                </a:lnTo>
                <a:lnTo>
                  <a:pt x="10784611" y="363931"/>
                </a:lnTo>
                <a:lnTo>
                  <a:pt x="10805262" y="322033"/>
                </a:lnTo>
                <a:lnTo>
                  <a:pt x="10817352" y="276923"/>
                </a:lnTo>
                <a:lnTo>
                  <a:pt x="10820400" y="245922"/>
                </a:lnTo>
                <a:lnTo>
                  <a:pt x="10820400" y="23031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958850" y="5992812"/>
            <a:ext cx="890270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07390" algn="l"/>
              </a:tabLst>
            </a:pP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KEY</a:t>
            </a:r>
            <a:r>
              <a:rPr dirty="0" sz="900" spc="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FF6A5B"/>
                </a:solidFill>
                <a:latin typeface="Tahoma"/>
                <a:cs typeface="Tahoma"/>
              </a:rPr>
              <a:t>IDEA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Streamlit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app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not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program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waits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for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events.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It's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program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re-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runs</a:t>
            </a:r>
            <a:r>
              <a:rPr dirty="0" sz="9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itself</a:t>
            </a:r>
            <a:r>
              <a:rPr dirty="0" sz="9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every</a:t>
            </a:r>
            <a:r>
              <a:rPr dirty="0" sz="9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time</a:t>
            </a:r>
            <a:r>
              <a:rPr dirty="0" sz="9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Tahoma"/>
                <a:cs typeface="Tahoma"/>
              </a:rPr>
              <a:t>the</a:t>
            </a:r>
            <a:r>
              <a:rPr dirty="0" sz="9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user</a:t>
            </a:r>
            <a:r>
              <a:rPr dirty="0" sz="9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does</a:t>
            </a:r>
            <a:r>
              <a:rPr dirty="0" sz="9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anything</a:t>
            </a:r>
            <a:r>
              <a:rPr dirty="0" sz="900" spc="-85">
                <a:solidFill>
                  <a:srgbClr val="1B1F3A"/>
                </a:solidFill>
                <a:latin typeface="Tahoma"/>
                <a:cs typeface="Tahoma"/>
              </a:rPr>
              <a:t>.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Once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you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internalise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this,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Streamlit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feels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obvious.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799" y="1514474"/>
            <a:ext cx="5333999" cy="421957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873125" y="1682750"/>
            <a:ext cx="8921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-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20130" y="1701800"/>
            <a:ext cx="9620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45" b="1">
                <a:solidFill>
                  <a:srgbClr val="FF6A5B"/>
                </a:solidFill>
                <a:latin typeface="Tahoma"/>
                <a:cs typeface="Tahoma"/>
              </a:rPr>
              <a:t>EVERY</a:t>
            </a:r>
            <a:r>
              <a:rPr dirty="0" sz="750" spc="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INTERACTION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41400" y="2098674"/>
            <a:ext cx="136525" cy="2552700"/>
            <a:chOff x="1041400" y="2098674"/>
            <a:chExt cx="136525" cy="2552700"/>
          </a:xfrm>
        </p:grpSpPr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1400" y="2098674"/>
              <a:ext cx="136525" cy="1365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675" y="2603499"/>
              <a:ext cx="76200" cy="984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1400" y="3082924"/>
              <a:ext cx="136525" cy="1111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0450" y="3562349"/>
              <a:ext cx="101600" cy="1428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4100" y="4035424"/>
              <a:ext cx="111125" cy="1365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4100" y="4540249"/>
              <a:ext cx="111125" cy="11112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273174" y="2068512"/>
            <a:ext cx="119570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60" b="1">
                <a:solidFill>
                  <a:srgbClr val="FF6A5B"/>
                </a:solidFill>
                <a:latin typeface="Tahoma"/>
                <a:cs typeface="Tahoma"/>
              </a:rPr>
              <a:t>USER</a:t>
            </a:r>
            <a:r>
              <a:rPr dirty="0" sz="850" spc="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OPENS</a:t>
            </a:r>
            <a:r>
              <a:rPr dirty="0" sz="850" spc="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60" b="1">
                <a:solidFill>
                  <a:srgbClr val="FF6A5B"/>
                </a:solidFill>
                <a:latin typeface="Tahoma"/>
                <a:cs typeface="Tahoma"/>
              </a:rPr>
              <a:t>BROWSER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5016351" y="2073275"/>
            <a:ext cx="1403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FE968B"/>
                </a:solidFill>
                <a:latin typeface="Courier New"/>
                <a:cs typeface="Courier New"/>
              </a:rPr>
              <a:t>01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73174" y="2554287"/>
            <a:ext cx="217170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850" spc="-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RUNS</a:t>
            </a:r>
            <a:r>
              <a:rPr dirty="0" sz="8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APP.PY</a:t>
            </a:r>
            <a:r>
              <a:rPr dirty="0" sz="850" spc="-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50" b="1">
                <a:solidFill>
                  <a:srgbClr val="293283"/>
                </a:solidFill>
                <a:latin typeface="Tahoma"/>
                <a:cs typeface="Tahoma"/>
              </a:rPr>
              <a:t>TOP</a:t>
            </a: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40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 BOTTOM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16351" y="2559050"/>
            <a:ext cx="1403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686EA7"/>
                </a:solidFill>
                <a:latin typeface="Courier New"/>
                <a:cs typeface="Courier New"/>
              </a:rPr>
              <a:t>02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19849" y="2559050"/>
            <a:ext cx="490156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888230" algn="l"/>
              </a:tabLst>
            </a:pPr>
            <a:r>
              <a:rPr dirty="0" u="dash" sz="750">
                <a:solidFill>
                  <a:srgbClr val="686EA7"/>
                </a:solidFill>
                <a:uFill>
                  <a:solidFill>
                    <a:srgbClr val="E4DED0"/>
                  </a:solidFill>
                </a:uFill>
                <a:latin typeface="Times New Roman"/>
                <a:cs typeface="Times New Roman"/>
              </a:rPr>
              <a:t>	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73174" y="3040062"/>
            <a:ext cx="146748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65" b="1">
                <a:solidFill>
                  <a:srgbClr val="293283"/>
                </a:solidFill>
                <a:latin typeface="Tahoma"/>
                <a:cs typeface="Tahoma"/>
              </a:rPr>
              <a:t>PAGE</a:t>
            </a:r>
            <a:r>
              <a:rPr dirty="0" sz="850" spc="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65" b="1">
                <a:solidFill>
                  <a:srgbClr val="293283"/>
                </a:solidFill>
                <a:latin typeface="Tahoma"/>
                <a:cs typeface="Tahoma"/>
              </a:rPr>
              <a:t>RENDERS</a:t>
            </a:r>
            <a:r>
              <a:rPr dirty="0" sz="850" spc="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114" b="1">
                <a:solidFill>
                  <a:srgbClr val="293283"/>
                </a:solidFill>
                <a:latin typeface="Tahoma"/>
                <a:cs typeface="Tahoma"/>
              </a:rPr>
              <a:t>IN</a:t>
            </a:r>
            <a:r>
              <a:rPr dirty="0" sz="850" spc="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BROWSER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16351" y="3044825"/>
            <a:ext cx="1403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686EA7"/>
                </a:solidFill>
                <a:latin typeface="Courier New"/>
                <a:cs typeface="Courier New"/>
              </a:rPr>
              <a:t>03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73174" y="3525837"/>
            <a:ext cx="157289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60" b="1">
                <a:solidFill>
                  <a:srgbClr val="FF6A5B"/>
                </a:solidFill>
                <a:latin typeface="Tahoma"/>
                <a:cs typeface="Tahoma"/>
              </a:rPr>
              <a:t>USER</a:t>
            </a:r>
            <a:r>
              <a:rPr dirty="0" sz="850" spc="-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FF6A5B"/>
                </a:solidFill>
                <a:latin typeface="Tahoma"/>
                <a:cs typeface="Tahoma"/>
              </a:rPr>
              <a:t>CLICKS</a:t>
            </a:r>
            <a:r>
              <a:rPr dirty="0" sz="850" spc="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120" b="1">
                <a:solidFill>
                  <a:srgbClr val="FF6A5B"/>
                </a:solidFill>
                <a:latin typeface="Tahoma"/>
                <a:cs typeface="Tahoma"/>
              </a:rPr>
              <a:t>/</a:t>
            </a:r>
            <a:r>
              <a:rPr dirty="0" sz="850" spc="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75" b="1">
                <a:solidFill>
                  <a:srgbClr val="FF6A5B"/>
                </a:solidFill>
                <a:latin typeface="Tahoma"/>
                <a:cs typeface="Tahoma"/>
              </a:rPr>
              <a:t>TYPES</a:t>
            </a:r>
            <a:r>
              <a:rPr dirty="0" sz="850" spc="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114" b="1">
                <a:solidFill>
                  <a:srgbClr val="FF6A5B"/>
                </a:solidFill>
                <a:latin typeface="Tahoma"/>
                <a:cs typeface="Tahoma"/>
              </a:rPr>
              <a:t>IN</a:t>
            </a:r>
            <a:r>
              <a:rPr dirty="0" sz="850" spc="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850" spc="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30" b="1">
                <a:solidFill>
                  <a:srgbClr val="FF6A5B"/>
                </a:solidFill>
                <a:latin typeface="Tahoma"/>
                <a:cs typeface="Tahoma"/>
              </a:rPr>
              <a:t>BOX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16351" y="3530600"/>
            <a:ext cx="1403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FE968B"/>
                </a:solidFill>
                <a:latin typeface="Courier New"/>
                <a:cs typeface="Courier New"/>
              </a:rPr>
              <a:t>04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73174" y="4011612"/>
            <a:ext cx="25730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850" spc="-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RUNS</a:t>
            </a:r>
            <a:r>
              <a:rPr dirty="0" sz="8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APP.PY</a:t>
            </a:r>
            <a:r>
              <a:rPr dirty="0" sz="850" spc="-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40" b="1">
                <a:solidFill>
                  <a:srgbClr val="293283"/>
                </a:solidFill>
                <a:latin typeface="Tahoma"/>
                <a:cs typeface="Tahoma"/>
              </a:rPr>
              <a:t>AGAIN,</a:t>
            </a:r>
            <a:r>
              <a:rPr dirty="0" sz="850" spc="-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50" b="1">
                <a:solidFill>
                  <a:srgbClr val="293283"/>
                </a:solidFill>
                <a:latin typeface="Tahoma"/>
                <a:cs typeface="Tahoma"/>
              </a:rPr>
              <a:t>TOP</a:t>
            </a: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40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850" spc="-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BOTTOM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16351" y="4016375"/>
            <a:ext cx="1403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686EA7"/>
                </a:solidFill>
                <a:latin typeface="Courier New"/>
                <a:cs typeface="Courier New"/>
              </a:rPr>
              <a:t>05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73174" y="4497387"/>
            <a:ext cx="19507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65" b="1">
                <a:solidFill>
                  <a:srgbClr val="293283"/>
                </a:solidFill>
                <a:latin typeface="Tahoma"/>
                <a:cs typeface="Tahoma"/>
              </a:rPr>
              <a:t>PAGE</a:t>
            </a:r>
            <a:r>
              <a:rPr dirty="0" sz="850" spc="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75" b="1">
                <a:solidFill>
                  <a:srgbClr val="293283"/>
                </a:solidFill>
                <a:latin typeface="Tahoma"/>
                <a:cs typeface="Tahoma"/>
              </a:rPr>
              <a:t>RE-</a:t>
            </a:r>
            <a:r>
              <a:rPr dirty="0" sz="850" spc="-65" b="1">
                <a:solidFill>
                  <a:srgbClr val="293283"/>
                </a:solidFill>
                <a:latin typeface="Tahoma"/>
                <a:cs typeface="Tahoma"/>
              </a:rPr>
              <a:t>RENDERS</a:t>
            </a:r>
            <a:r>
              <a:rPr dirty="0" sz="850" spc="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80" b="1">
                <a:solidFill>
                  <a:srgbClr val="293283"/>
                </a:solidFill>
                <a:latin typeface="Tahoma"/>
                <a:cs typeface="Tahoma"/>
              </a:rPr>
              <a:t>WITH</a:t>
            </a:r>
            <a:r>
              <a:rPr dirty="0" sz="850" spc="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NEW</a:t>
            </a:r>
            <a:r>
              <a:rPr dirty="0" sz="850" spc="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VALUES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16351" y="4502150"/>
            <a:ext cx="1403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686EA7"/>
                </a:solidFill>
                <a:latin typeface="Courier New"/>
                <a:cs typeface="Courier New"/>
              </a:rPr>
              <a:t>06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299782" y="3354685"/>
            <a:ext cx="128270" cy="86169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35"/>
              </a:lnSpc>
            </a:pPr>
            <a:r>
              <a:rPr dirty="0" sz="700" spc="65" b="1">
                <a:solidFill>
                  <a:srgbClr val="FF6A5B"/>
                </a:solidFill>
                <a:latin typeface="Courier New"/>
                <a:cs typeface="Courier New"/>
              </a:rPr>
              <a:t>LOOPS</a:t>
            </a:r>
            <a:r>
              <a:rPr dirty="0" sz="700" spc="19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00" spc="60" b="1">
                <a:solidFill>
                  <a:srgbClr val="FF6A5B"/>
                </a:solidFill>
                <a:latin typeface="Courier New"/>
                <a:cs typeface="Courier New"/>
              </a:rPr>
              <a:t>FOREVER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6586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6A5B"/>
                </a:solidFill>
                <a:latin typeface="Tahoma"/>
                <a:cs typeface="Tahoma"/>
              </a:rPr>
              <a:t>PA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r>
              <a:rPr dirty="0" sz="900" spc="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1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900" spc="1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1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0934" y="530225"/>
            <a:ext cx="1717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099" y="1196975"/>
            <a:ext cx="2263140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-1015" b="1">
                <a:solidFill>
                  <a:srgbClr val="FF6A5B"/>
                </a:solidFill>
                <a:latin typeface="Tahoma"/>
                <a:cs typeface="Tahoma"/>
              </a:rPr>
              <a:t>02</a:t>
            </a:r>
            <a:r>
              <a:rPr dirty="0" sz="6600" spc="-96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600" spc="-994" b="1">
                <a:solidFill>
                  <a:srgbClr val="FF6A5B"/>
                </a:solidFill>
                <a:latin typeface="Tahoma"/>
                <a:cs typeface="Tahoma"/>
              </a:rPr>
              <a:t>/</a:t>
            </a:r>
            <a:r>
              <a:rPr dirty="0" sz="6600" spc="-96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600" spc="-1050" b="1">
                <a:solidFill>
                  <a:srgbClr val="FF6A5B"/>
                </a:solidFill>
                <a:latin typeface="Tahoma"/>
                <a:cs typeface="Tahoma"/>
              </a:rPr>
              <a:t>03</a:t>
            </a:r>
            <a:endParaRPr sz="66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4674" y="1743074"/>
            <a:ext cx="685800" cy="38100"/>
          </a:xfrm>
          <a:custGeom>
            <a:avLst/>
            <a:gdLst/>
            <a:ahLst/>
            <a:cxnLst/>
            <a:rect l="l" t="t" r="r" b="b"/>
            <a:pathLst>
              <a:path w="685800" h="38100">
                <a:moveTo>
                  <a:pt x="6692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669276" y="0"/>
                </a:lnTo>
                <a:lnTo>
                  <a:pt x="685799" y="16523"/>
                </a:lnTo>
                <a:lnTo>
                  <a:pt x="685799" y="21576"/>
                </a:lnTo>
                <a:lnTo>
                  <a:pt x="671705" y="37616"/>
                </a:lnTo>
                <a:lnTo>
                  <a:pt x="669276" y="380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099" y="2320925"/>
            <a:ext cx="5677535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40"/>
              </a:lnSpc>
              <a:spcBef>
                <a:spcPts val="100"/>
              </a:spcBef>
            </a:pPr>
            <a:r>
              <a:rPr dirty="0" sz="6300" spc="-695" b="1">
                <a:solidFill>
                  <a:srgbClr val="293283"/>
                </a:solidFill>
                <a:latin typeface="Tahoma"/>
                <a:cs typeface="Tahoma"/>
              </a:rPr>
              <a:t>Build</a:t>
            </a:r>
            <a:r>
              <a:rPr dirty="0" sz="6300" spc="-7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6300" spc="-765" b="1">
                <a:solidFill>
                  <a:srgbClr val="293283"/>
                </a:solidFill>
                <a:latin typeface="Tahoma"/>
                <a:cs typeface="Tahoma"/>
              </a:rPr>
              <a:t>an</a:t>
            </a:r>
            <a:r>
              <a:rPr dirty="0" sz="6300" spc="-7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6300" spc="-700" b="1">
                <a:solidFill>
                  <a:srgbClr val="293283"/>
                </a:solidFill>
                <a:latin typeface="Tahoma"/>
                <a:cs typeface="Tahoma"/>
              </a:rPr>
              <a:t>app,</a:t>
            </a:r>
            <a:endParaRPr sz="6300">
              <a:latin typeface="Tahoma"/>
              <a:cs typeface="Tahoma"/>
            </a:endParaRPr>
          </a:p>
          <a:p>
            <a:pPr marL="12700">
              <a:lnSpc>
                <a:spcPts val="7040"/>
              </a:lnSpc>
            </a:pPr>
            <a:r>
              <a:rPr dirty="0" sz="6300" spc="-705" b="1">
                <a:solidFill>
                  <a:srgbClr val="293283"/>
                </a:solidFill>
                <a:latin typeface="Tahoma"/>
                <a:cs typeface="Tahoma"/>
              </a:rPr>
              <a:t>one</a:t>
            </a:r>
            <a:r>
              <a:rPr dirty="0" sz="6300" spc="-7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6300" spc="-625" b="1">
                <a:solidFill>
                  <a:srgbClr val="293283"/>
                </a:solidFill>
                <a:latin typeface="Tahoma"/>
                <a:cs typeface="Tahoma"/>
              </a:rPr>
              <a:t>line</a:t>
            </a:r>
            <a:r>
              <a:rPr dirty="0" sz="6300" spc="-7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6300" spc="-675" b="1">
                <a:solidFill>
                  <a:srgbClr val="293283"/>
                </a:solidFill>
                <a:latin typeface="Tahoma"/>
                <a:cs typeface="Tahoma"/>
              </a:rPr>
              <a:t>at</a:t>
            </a:r>
            <a:r>
              <a:rPr dirty="0" sz="6300" spc="-7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6300" spc="-68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6300" spc="-7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6300" spc="-660" b="1">
                <a:solidFill>
                  <a:srgbClr val="293283"/>
                </a:solidFill>
                <a:latin typeface="Tahoma"/>
                <a:cs typeface="Tahoma"/>
              </a:rPr>
              <a:t>time.</a:t>
            </a:r>
            <a:endParaRPr sz="63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099" y="4378325"/>
            <a:ext cx="87312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Five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steps.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file.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0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end,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you'll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90">
                <a:solidFill>
                  <a:srgbClr val="4A4E6A"/>
                </a:solidFill>
                <a:latin typeface="Tahoma"/>
                <a:cs typeface="Tahoma"/>
              </a:rPr>
              <a:t>have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greets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name,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5">
                <a:solidFill>
                  <a:srgbClr val="4A4E6A"/>
                </a:solidFill>
                <a:latin typeface="Tahoma"/>
                <a:cs typeface="Tahoma"/>
              </a:rPr>
              <a:t>button</a:t>
            </a:r>
            <a:r>
              <a:rPr dirty="0" sz="1650" spc="-1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balloons.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099" y="4702175"/>
            <a:ext cx="262064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10">
                <a:solidFill>
                  <a:srgbClr val="4A4E6A"/>
                </a:solidFill>
                <a:latin typeface="Tahoma"/>
                <a:cs typeface="Tahoma"/>
              </a:rPr>
              <a:t>Type</a:t>
            </a:r>
            <a:r>
              <a:rPr dirty="0" sz="1650" spc="-1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4A4E6A"/>
                </a:solidFill>
                <a:latin typeface="Tahoma"/>
                <a:cs typeface="Tahoma"/>
              </a:rPr>
              <a:t>along</a:t>
            </a:r>
            <a:r>
              <a:rPr dirty="0" sz="1650" spc="-1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5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650" spc="-1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4A4E6A"/>
                </a:solidFill>
                <a:latin typeface="Tahoma"/>
                <a:cs typeface="Tahoma"/>
              </a:rPr>
              <a:t>don't</a:t>
            </a:r>
            <a:r>
              <a:rPr dirty="0" sz="1650" spc="-1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1650" spc="-1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4A4E6A"/>
                </a:solidFill>
                <a:latin typeface="Tahoma"/>
                <a:cs typeface="Tahoma"/>
              </a:rPr>
              <a:t>watch.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799" y="5362574"/>
            <a:ext cx="1200150" cy="400050"/>
            <a:chOff x="685799" y="5362574"/>
            <a:chExt cx="1200150" cy="400050"/>
          </a:xfrm>
        </p:grpSpPr>
        <p:sp>
          <p:nvSpPr>
            <p:cNvPr id="10" name="object 10"/>
            <p:cNvSpPr/>
            <p:nvPr/>
          </p:nvSpPr>
          <p:spPr>
            <a:xfrm>
              <a:off x="690562" y="5367337"/>
              <a:ext cx="1190625" cy="390525"/>
            </a:xfrm>
            <a:custGeom>
              <a:avLst/>
              <a:gdLst/>
              <a:ahLst/>
              <a:cxnLst/>
              <a:rect l="l" t="t" r="r" b="b"/>
              <a:pathLst>
                <a:path w="1190625" h="390525">
                  <a:moveTo>
                    <a:pt x="995362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5" y="384670"/>
                  </a:lnTo>
                  <a:lnTo>
                    <a:pt x="111765" y="371773"/>
                  </a:lnTo>
                  <a:lnTo>
                    <a:pt x="78934" y="352092"/>
                  </a:lnTo>
                  <a:lnTo>
                    <a:pt x="50573" y="326384"/>
                  </a:lnTo>
                  <a:lnTo>
                    <a:pt x="27773" y="295637"/>
                  </a:lnTo>
                  <a:lnTo>
                    <a:pt x="11409" y="261032"/>
                  </a:lnTo>
                  <a:lnTo>
                    <a:pt x="2110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3" y="147804"/>
                  </a:lnTo>
                  <a:lnTo>
                    <a:pt x="18751" y="111764"/>
                  </a:lnTo>
                  <a:lnTo>
                    <a:pt x="38432" y="78934"/>
                  </a:lnTo>
                  <a:lnTo>
                    <a:pt x="64139" y="50573"/>
                  </a:lnTo>
                  <a:lnTo>
                    <a:pt x="94886" y="27772"/>
                  </a:lnTo>
                  <a:lnTo>
                    <a:pt x="129491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995362" y="0"/>
                  </a:lnTo>
                  <a:lnTo>
                    <a:pt x="1033456" y="3752"/>
                  </a:lnTo>
                  <a:lnTo>
                    <a:pt x="1070085" y="14862"/>
                  </a:lnTo>
                  <a:lnTo>
                    <a:pt x="1103843" y="32906"/>
                  </a:lnTo>
                  <a:lnTo>
                    <a:pt x="1133433" y="57190"/>
                  </a:lnTo>
                  <a:lnTo>
                    <a:pt x="1157716" y="86779"/>
                  </a:lnTo>
                  <a:lnTo>
                    <a:pt x="1175761" y="120537"/>
                  </a:lnTo>
                  <a:lnTo>
                    <a:pt x="1186872" y="157167"/>
                  </a:lnTo>
                  <a:lnTo>
                    <a:pt x="1190624" y="195262"/>
                  </a:lnTo>
                  <a:lnTo>
                    <a:pt x="1190390" y="204854"/>
                  </a:lnTo>
                  <a:lnTo>
                    <a:pt x="1184771" y="242718"/>
                  </a:lnTo>
                  <a:lnTo>
                    <a:pt x="1171873" y="278757"/>
                  </a:lnTo>
                  <a:lnTo>
                    <a:pt x="1152192" y="311589"/>
                  </a:lnTo>
                  <a:lnTo>
                    <a:pt x="1126484" y="339950"/>
                  </a:lnTo>
                  <a:lnTo>
                    <a:pt x="1095737" y="362751"/>
                  </a:lnTo>
                  <a:lnTo>
                    <a:pt x="1061133" y="379115"/>
                  </a:lnTo>
                  <a:lnTo>
                    <a:pt x="1024001" y="388413"/>
                  </a:lnTo>
                  <a:lnTo>
                    <a:pt x="995362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0562" y="5367337"/>
              <a:ext cx="1190625" cy="390525"/>
            </a:xfrm>
            <a:custGeom>
              <a:avLst/>
              <a:gdLst/>
              <a:ahLst/>
              <a:cxnLst/>
              <a:rect l="l" t="t" r="r" b="b"/>
              <a:pathLst>
                <a:path w="1190625" h="390525">
                  <a:moveTo>
                    <a:pt x="0" y="195262"/>
                  </a:moveTo>
                  <a:lnTo>
                    <a:pt x="3751" y="157167"/>
                  </a:lnTo>
                  <a:lnTo>
                    <a:pt x="14863" y="120537"/>
                  </a:lnTo>
                  <a:lnTo>
                    <a:pt x="32907" y="86780"/>
                  </a:lnTo>
                  <a:lnTo>
                    <a:pt x="57191" y="57190"/>
                  </a:lnTo>
                  <a:lnTo>
                    <a:pt x="86780" y="32906"/>
                  </a:lnTo>
                  <a:lnTo>
                    <a:pt x="120538" y="14862"/>
                  </a:lnTo>
                  <a:lnTo>
                    <a:pt x="157168" y="3752"/>
                  </a:lnTo>
                  <a:lnTo>
                    <a:pt x="195262" y="0"/>
                  </a:lnTo>
                  <a:lnTo>
                    <a:pt x="995362" y="0"/>
                  </a:lnTo>
                  <a:lnTo>
                    <a:pt x="1033456" y="3752"/>
                  </a:lnTo>
                  <a:lnTo>
                    <a:pt x="1070085" y="14862"/>
                  </a:lnTo>
                  <a:lnTo>
                    <a:pt x="1103843" y="32906"/>
                  </a:lnTo>
                  <a:lnTo>
                    <a:pt x="1133433" y="57190"/>
                  </a:lnTo>
                  <a:lnTo>
                    <a:pt x="1157716" y="86779"/>
                  </a:lnTo>
                  <a:lnTo>
                    <a:pt x="1175761" y="120537"/>
                  </a:lnTo>
                  <a:lnTo>
                    <a:pt x="1186872" y="157167"/>
                  </a:lnTo>
                  <a:lnTo>
                    <a:pt x="1190624" y="195262"/>
                  </a:lnTo>
                  <a:lnTo>
                    <a:pt x="1190390" y="204854"/>
                  </a:lnTo>
                  <a:lnTo>
                    <a:pt x="1184771" y="242718"/>
                  </a:lnTo>
                  <a:lnTo>
                    <a:pt x="1171873" y="278757"/>
                  </a:lnTo>
                  <a:lnTo>
                    <a:pt x="1152192" y="311589"/>
                  </a:lnTo>
                  <a:lnTo>
                    <a:pt x="1126484" y="339950"/>
                  </a:lnTo>
                  <a:lnTo>
                    <a:pt x="1095737" y="362751"/>
                  </a:lnTo>
                  <a:lnTo>
                    <a:pt x="1061133" y="379115"/>
                  </a:lnTo>
                  <a:lnTo>
                    <a:pt x="1024001" y="388413"/>
                  </a:lnTo>
                  <a:lnTo>
                    <a:pt x="995362" y="390524"/>
                  </a:lnTo>
                  <a:lnTo>
                    <a:pt x="195262" y="390524"/>
                  </a:lnTo>
                  <a:lnTo>
                    <a:pt x="157168" y="386772"/>
                  </a:lnTo>
                  <a:lnTo>
                    <a:pt x="120538" y="375661"/>
                  </a:lnTo>
                  <a:lnTo>
                    <a:pt x="86780" y="357617"/>
                  </a:lnTo>
                  <a:lnTo>
                    <a:pt x="57191" y="333333"/>
                  </a:lnTo>
                  <a:lnTo>
                    <a:pt x="32907" y="303743"/>
                  </a:lnTo>
                  <a:lnTo>
                    <a:pt x="14863" y="269985"/>
                  </a:lnTo>
                  <a:lnTo>
                    <a:pt x="3751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4" y="5457824"/>
              <a:ext cx="209549" cy="2095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10629" y="5464175"/>
            <a:ext cx="8191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250" algn="l"/>
              </a:tabLst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8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900" spc="-10" b="1">
                <a:solidFill>
                  <a:srgbClr val="4A4E6A"/>
                </a:solidFill>
                <a:latin typeface="Courier New"/>
                <a:cs typeface="Courier New"/>
              </a:rPr>
              <a:t>st.title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5466" y="5464175"/>
            <a:ext cx="1466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320">
                <a:solidFill>
                  <a:srgbClr val="797E94"/>
                </a:solidFill>
                <a:latin typeface="Tahoma"/>
                <a:cs typeface="Tahoma"/>
              </a:rPr>
              <a:t>*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28849" y="5362574"/>
            <a:ext cx="1571625" cy="400050"/>
            <a:chOff x="2228849" y="5362574"/>
            <a:chExt cx="1571625" cy="400050"/>
          </a:xfrm>
        </p:grpSpPr>
        <p:sp>
          <p:nvSpPr>
            <p:cNvPr id="16" name="object 16"/>
            <p:cNvSpPr/>
            <p:nvPr/>
          </p:nvSpPr>
          <p:spPr>
            <a:xfrm>
              <a:off x="2233612" y="5367337"/>
              <a:ext cx="1562100" cy="390525"/>
            </a:xfrm>
            <a:custGeom>
              <a:avLst/>
              <a:gdLst/>
              <a:ahLst/>
              <a:cxnLst/>
              <a:rect l="l" t="t" r="r" b="b"/>
              <a:pathLst>
                <a:path w="1562100" h="390525">
                  <a:moveTo>
                    <a:pt x="1366837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5" y="384670"/>
                  </a:lnTo>
                  <a:lnTo>
                    <a:pt x="111765" y="371773"/>
                  </a:lnTo>
                  <a:lnTo>
                    <a:pt x="78934" y="352092"/>
                  </a:lnTo>
                  <a:lnTo>
                    <a:pt x="50573" y="326384"/>
                  </a:lnTo>
                  <a:lnTo>
                    <a:pt x="27772" y="295637"/>
                  </a:lnTo>
                  <a:lnTo>
                    <a:pt x="11408" y="261032"/>
                  </a:lnTo>
                  <a:lnTo>
                    <a:pt x="2110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3" y="147804"/>
                  </a:lnTo>
                  <a:lnTo>
                    <a:pt x="18750" y="111764"/>
                  </a:lnTo>
                  <a:lnTo>
                    <a:pt x="38431" y="78934"/>
                  </a:lnTo>
                  <a:lnTo>
                    <a:pt x="64139" y="50573"/>
                  </a:lnTo>
                  <a:lnTo>
                    <a:pt x="94886" y="27772"/>
                  </a:lnTo>
                  <a:lnTo>
                    <a:pt x="129490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1366837" y="0"/>
                  </a:lnTo>
                  <a:lnTo>
                    <a:pt x="1404931" y="3752"/>
                  </a:lnTo>
                  <a:lnTo>
                    <a:pt x="1441561" y="14862"/>
                  </a:lnTo>
                  <a:lnTo>
                    <a:pt x="1475319" y="32906"/>
                  </a:lnTo>
                  <a:lnTo>
                    <a:pt x="1504908" y="57190"/>
                  </a:lnTo>
                  <a:lnTo>
                    <a:pt x="1529191" y="86779"/>
                  </a:lnTo>
                  <a:lnTo>
                    <a:pt x="1547235" y="120537"/>
                  </a:lnTo>
                  <a:lnTo>
                    <a:pt x="1558347" y="157167"/>
                  </a:lnTo>
                  <a:lnTo>
                    <a:pt x="1562099" y="195262"/>
                  </a:lnTo>
                  <a:lnTo>
                    <a:pt x="1561865" y="204854"/>
                  </a:lnTo>
                  <a:lnTo>
                    <a:pt x="1556246" y="242718"/>
                  </a:lnTo>
                  <a:lnTo>
                    <a:pt x="1543348" y="278757"/>
                  </a:lnTo>
                  <a:lnTo>
                    <a:pt x="1523667" y="311589"/>
                  </a:lnTo>
                  <a:lnTo>
                    <a:pt x="1497959" y="339950"/>
                  </a:lnTo>
                  <a:lnTo>
                    <a:pt x="1467212" y="362751"/>
                  </a:lnTo>
                  <a:lnTo>
                    <a:pt x="1432608" y="379115"/>
                  </a:lnTo>
                  <a:lnTo>
                    <a:pt x="1395476" y="388413"/>
                  </a:lnTo>
                  <a:lnTo>
                    <a:pt x="1366837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33612" y="5367337"/>
              <a:ext cx="1562100" cy="390525"/>
            </a:xfrm>
            <a:custGeom>
              <a:avLst/>
              <a:gdLst/>
              <a:ahLst/>
              <a:cxnLst/>
              <a:rect l="l" t="t" r="r" b="b"/>
              <a:pathLst>
                <a:path w="1562100" h="390525">
                  <a:moveTo>
                    <a:pt x="0" y="195262"/>
                  </a:moveTo>
                  <a:lnTo>
                    <a:pt x="3751" y="157167"/>
                  </a:lnTo>
                  <a:lnTo>
                    <a:pt x="14863" y="120537"/>
                  </a:lnTo>
                  <a:lnTo>
                    <a:pt x="32907" y="86780"/>
                  </a:lnTo>
                  <a:lnTo>
                    <a:pt x="57190" y="57190"/>
                  </a:lnTo>
                  <a:lnTo>
                    <a:pt x="86780" y="32906"/>
                  </a:lnTo>
                  <a:lnTo>
                    <a:pt x="120538" y="14862"/>
                  </a:lnTo>
                  <a:lnTo>
                    <a:pt x="157168" y="3752"/>
                  </a:lnTo>
                  <a:lnTo>
                    <a:pt x="195262" y="0"/>
                  </a:lnTo>
                  <a:lnTo>
                    <a:pt x="1366837" y="0"/>
                  </a:lnTo>
                  <a:lnTo>
                    <a:pt x="1404931" y="3752"/>
                  </a:lnTo>
                  <a:lnTo>
                    <a:pt x="1441561" y="14862"/>
                  </a:lnTo>
                  <a:lnTo>
                    <a:pt x="1475319" y="32906"/>
                  </a:lnTo>
                  <a:lnTo>
                    <a:pt x="1504908" y="57190"/>
                  </a:lnTo>
                  <a:lnTo>
                    <a:pt x="1529191" y="86779"/>
                  </a:lnTo>
                  <a:lnTo>
                    <a:pt x="1547235" y="120537"/>
                  </a:lnTo>
                  <a:lnTo>
                    <a:pt x="1558347" y="157167"/>
                  </a:lnTo>
                  <a:lnTo>
                    <a:pt x="1562099" y="195262"/>
                  </a:lnTo>
                  <a:lnTo>
                    <a:pt x="1561865" y="204854"/>
                  </a:lnTo>
                  <a:lnTo>
                    <a:pt x="1556246" y="242718"/>
                  </a:lnTo>
                  <a:lnTo>
                    <a:pt x="1543348" y="278757"/>
                  </a:lnTo>
                  <a:lnTo>
                    <a:pt x="1523667" y="311589"/>
                  </a:lnTo>
                  <a:lnTo>
                    <a:pt x="1497959" y="339950"/>
                  </a:lnTo>
                  <a:lnTo>
                    <a:pt x="1467212" y="362751"/>
                  </a:lnTo>
                  <a:lnTo>
                    <a:pt x="1432608" y="379115"/>
                  </a:lnTo>
                  <a:lnTo>
                    <a:pt x="1395476" y="388413"/>
                  </a:lnTo>
                  <a:lnTo>
                    <a:pt x="1366837" y="390524"/>
                  </a:lnTo>
                  <a:lnTo>
                    <a:pt x="195262" y="390524"/>
                  </a:lnTo>
                  <a:lnTo>
                    <a:pt x="157168" y="386772"/>
                  </a:lnTo>
                  <a:lnTo>
                    <a:pt x="120538" y="375661"/>
                  </a:lnTo>
                  <a:lnTo>
                    <a:pt x="86779" y="357617"/>
                  </a:lnTo>
                  <a:lnTo>
                    <a:pt x="57190" y="333333"/>
                  </a:lnTo>
                  <a:lnTo>
                    <a:pt x="32907" y="303743"/>
                  </a:lnTo>
                  <a:lnTo>
                    <a:pt x="14863" y="269985"/>
                  </a:lnTo>
                  <a:lnTo>
                    <a:pt x="3751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0774" y="5457824"/>
              <a:ext cx="209550" cy="2095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457251" y="5464175"/>
            <a:ext cx="11868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250" algn="l"/>
              </a:tabLst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8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900" spc="-10" b="1">
                <a:solidFill>
                  <a:srgbClr val="4A4E6A"/>
                </a:solidFill>
                <a:latin typeface="Courier New"/>
                <a:cs typeface="Courier New"/>
              </a:rPr>
              <a:t>st.text_input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99842" y="5464175"/>
            <a:ext cx="1466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320">
                <a:solidFill>
                  <a:srgbClr val="797E94"/>
                </a:solidFill>
                <a:latin typeface="Tahoma"/>
                <a:cs typeface="Tahoma"/>
              </a:rPr>
              <a:t>*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43374" y="5362574"/>
            <a:ext cx="1276350" cy="400050"/>
            <a:chOff x="4143374" y="5362574"/>
            <a:chExt cx="1276350" cy="400050"/>
          </a:xfrm>
        </p:grpSpPr>
        <p:sp>
          <p:nvSpPr>
            <p:cNvPr id="22" name="object 22"/>
            <p:cNvSpPr/>
            <p:nvPr/>
          </p:nvSpPr>
          <p:spPr>
            <a:xfrm>
              <a:off x="4148137" y="5367337"/>
              <a:ext cx="1266825" cy="390525"/>
            </a:xfrm>
            <a:custGeom>
              <a:avLst/>
              <a:gdLst/>
              <a:ahLst/>
              <a:cxnLst/>
              <a:rect l="l" t="t" r="r" b="b"/>
              <a:pathLst>
                <a:path w="1266825" h="390525">
                  <a:moveTo>
                    <a:pt x="1071562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5" y="384670"/>
                  </a:lnTo>
                  <a:lnTo>
                    <a:pt x="111765" y="371773"/>
                  </a:lnTo>
                  <a:lnTo>
                    <a:pt x="78934" y="352092"/>
                  </a:lnTo>
                  <a:lnTo>
                    <a:pt x="50573" y="326384"/>
                  </a:lnTo>
                  <a:lnTo>
                    <a:pt x="27772" y="295637"/>
                  </a:lnTo>
                  <a:lnTo>
                    <a:pt x="11408" y="261032"/>
                  </a:lnTo>
                  <a:lnTo>
                    <a:pt x="2110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2" y="147804"/>
                  </a:lnTo>
                  <a:lnTo>
                    <a:pt x="18750" y="111764"/>
                  </a:lnTo>
                  <a:lnTo>
                    <a:pt x="38431" y="78934"/>
                  </a:lnTo>
                  <a:lnTo>
                    <a:pt x="64139" y="50573"/>
                  </a:lnTo>
                  <a:lnTo>
                    <a:pt x="94886" y="27772"/>
                  </a:lnTo>
                  <a:lnTo>
                    <a:pt x="129490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1071562" y="0"/>
                  </a:lnTo>
                  <a:lnTo>
                    <a:pt x="1109655" y="3752"/>
                  </a:lnTo>
                  <a:lnTo>
                    <a:pt x="1146285" y="14862"/>
                  </a:lnTo>
                  <a:lnTo>
                    <a:pt x="1180044" y="32906"/>
                  </a:lnTo>
                  <a:lnTo>
                    <a:pt x="1209633" y="57190"/>
                  </a:lnTo>
                  <a:lnTo>
                    <a:pt x="1233916" y="86779"/>
                  </a:lnTo>
                  <a:lnTo>
                    <a:pt x="1251961" y="120537"/>
                  </a:lnTo>
                  <a:lnTo>
                    <a:pt x="1263073" y="157167"/>
                  </a:lnTo>
                  <a:lnTo>
                    <a:pt x="1266824" y="195262"/>
                  </a:lnTo>
                  <a:lnTo>
                    <a:pt x="1266590" y="204854"/>
                  </a:lnTo>
                  <a:lnTo>
                    <a:pt x="1260971" y="242718"/>
                  </a:lnTo>
                  <a:lnTo>
                    <a:pt x="1248073" y="278757"/>
                  </a:lnTo>
                  <a:lnTo>
                    <a:pt x="1228392" y="311589"/>
                  </a:lnTo>
                  <a:lnTo>
                    <a:pt x="1202684" y="339950"/>
                  </a:lnTo>
                  <a:lnTo>
                    <a:pt x="1171937" y="362751"/>
                  </a:lnTo>
                  <a:lnTo>
                    <a:pt x="1137332" y="379115"/>
                  </a:lnTo>
                  <a:lnTo>
                    <a:pt x="1100201" y="388413"/>
                  </a:lnTo>
                  <a:lnTo>
                    <a:pt x="1071562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148137" y="5367337"/>
              <a:ext cx="1266825" cy="390525"/>
            </a:xfrm>
            <a:custGeom>
              <a:avLst/>
              <a:gdLst/>
              <a:ahLst/>
              <a:cxnLst/>
              <a:rect l="l" t="t" r="r" b="b"/>
              <a:pathLst>
                <a:path w="1266825" h="390525">
                  <a:moveTo>
                    <a:pt x="0" y="195262"/>
                  </a:moveTo>
                  <a:lnTo>
                    <a:pt x="3751" y="157167"/>
                  </a:lnTo>
                  <a:lnTo>
                    <a:pt x="14862" y="120537"/>
                  </a:lnTo>
                  <a:lnTo>
                    <a:pt x="32906" y="86780"/>
                  </a:lnTo>
                  <a:lnTo>
                    <a:pt x="57190" y="57190"/>
                  </a:lnTo>
                  <a:lnTo>
                    <a:pt x="86779" y="32906"/>
                  </a:lnTo>
                  <a:lnTo>
                    <a:pt x="120538" y="14862"/>
                  </a:lnTo>
                  <a:lnTo>
                    <a:pt x="157168" y="3752"/>
                  </a:lnTo>
                  <a:lnTo>
                    <a:pt x="195262" y="0"/>
                  </a:lnTo>
                  <a:lnTo>
                    <a:pt x="1071562" y="0"/>
                  </a:lnTo>
                  <a:lnTo>
                    <a:pt x="1109655" y="3752"/>
                  </a:lnTo>
                  <a:lnTo>
                    <a:pt x="1146285" y="14862"/>
                  </a:lnTo>
                  <a:lnTo>
                    <a:pt x="1180044" y="32906"/>
                  </a:lnTo>
                  <a:lnTo>
                    <a:pt x="1209633" y="57190"/>
                  </a:lnTo>
                  <a:lnTo>
                    <a:pt x="1233916" y="86779"/>
                  </a:lnTo>
                  <a:lnTo>
                    <a:pt x="1251961" y="120537"/>
                  </a:lnTo>
                  <a:lnTo>
                    <a:pt x="1263073" y="157167"/>
                  </a:lnTo>
                  <a:lnTo>
                    <a:pt x="1266824" y="195262"/>
                  </a:lnTo>
                  <a:lnTo>
                    <a:pt x="1266590" y="204854"/>
                  </a:lnTo>
                  <a:lnTo>
                    <a:pt x="1260971" y="242718"/>
                  </a:lnTo>
                  <a:lnTo>
                    <a:pt x="1248073" y="278757"/>
                  </a:lnTo>
                  <a:lnTo>
                    <a:pt x="1228392" y="311589"/>
                  </a:lnTo>
                  <a:lnTo>
                    <a:pt x="1202684" y="339950"/>
                  </a:lnTo>
                  <a:lnTo>
                    <a:pt x="1171937" y="362751"/>
                  </a:lnTo>
                  <a:lnTo>
                    <a:pt x="1137332" y="379115"/>
                  </a:lnTo>
                  <a:lnTo>
                    <a:pt x="1100201" y="388413"/>
                  </a:lnTo>
                  <a:lnTo>
                    <a:pt x="1071562" y="390524"/>
                  </a:lnTo>
                  <a:lnTo>
                    <a:pt x="195262" y="390524"/>
                  </a:lnTo>
                  <a:lnTo>
                    <a:pt x="157168" y="386772"/>
                  </a:lnTo>
                  <a:lnTo>
                    <a:pt x="120538" y="375661"/>
                  </a:lnTo>
                  <a:lnTo>
                    <a:pt x="86780" y="357617"/>
                  </a:lnTo>
                  <a:lnTo>
                    <a:pt x="57190" y="333333"/>
                  </a:lnTo>
                  <a:lnTo>
                    <a:pt x="32906" y="303743"/>
                  </a:lnTo>
                  <a:lnTo>
                    <a:pt x="14862" y="269985"/>
                  </a:lnTo>
                  <a:lnTo>
                    <a:pt x="3751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5299" y="5457824"/>
              <a:ext cx="209549" cy="2095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371627" y="5464175"/>
            <a:ext cx="8928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250" algn="l"/>
              </a:tabLst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8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900" spc="-10" b="1">
                <a:solidFill>
                  <a:srgbClr val="4A4E6A"/>
                </a:solidFill>
                <a:latin typeface="Courier New"/>
                <a:cs typeface="Courier New"/>
              </a:rPr>
              <a:t>st.button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19985" y="5464175"/>
            <a:ext cx="1466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320">
                <a:solidFill>
                  <a:srgbClr val="797E94"/>
                </a:solidFill>
                <a:latin typeface="Tahoma"/>
                <a:cs typeface="Tahoma"/>
              </a:rPr>
              <a:t>*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62624" y="5362574"/>
            <a:ext cx="1419225" cy="400050"/>
            <a:chOff x="5762624" y="5362574"/>
            <a:chExt cx="1419225" cy="400050"/>
          </a:xfrm>
        </p:grpSpPr>
        <p:sp>
          <p:nvSpPr>
            <p:cNvPr id="28" name="object 28"/>
            <p:cNvSpPr/>
            <p:nvPr/>
          </p:nvSpPr>
          <p:spPr>
            <a:xfrm>
              <a:off x="5767387" y="5367337"/>
              <a:ext cx="1409700" cy="390525"/>
            </a:xfrm>
            <a:custGeom>
              <a:avLst/>
              <a:gdLst/>
              <a:ahLst/>
              <a:cxnLst/>
              <a:rect l="l" t="t" r="r" b="b"/>
              <a:pathLst>
                <a:path w="1409700" h="390525">
                  <a:moveTo>
                    <a:pt x="1214437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4" y="384670"/>
                  </a:lnTo>
                  <a:lnTo>
                    <a:pt x="111764" y="371773"/>
                  </a:lnTo>
                  <a:lnTo>
                    <a:pt x="78933" y="352092"/>
                  </a:lnTo>
                  <a:lnTo>
                    <a:pt x="50572" y="326384"/>
                  </a:lnTo>
                  <a:lnTo>
                    <a:pt x="27772" y="295637"/>
                  </a:lnTo>
                  <a:lnTo>
                    <a:pt x="11408" y="261032"/>
                  </a:lnTo>
                  <a:lnTo>
                    <a:pt x="2109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2" y="147804"/>
                  </a:lnTo>
                  <a:lnTo>
                    <a:pt x="18749" y="111764"/>
                  </a:lnTo>
                  <a:lnTo>
                    <a:pt x="38430" y="78934"/>
                  </a:lnTo>
                  <a:lnTo>
                    <a:pt x="64139" y="50573"/>
                  </a:lnTo>
                  <a:lnTo>
                    <a:pt x="94885" y="27772"/>
                  </a:lnTo>
                  <a:lnTo>
                    <a:pt x="129489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1214437" y="0"/>
                  </a:lnTo>
                  <a:lnTo>
                    <a:pt x="1252531" y="3752"/>
                  </a:lnTo>
                  <a:lnTo>
                    <a:pt x="1289160" y="14862"/>
                  </a:lnTo>
                  <a:lnTo>
                    <a:pt x="1322918" y="32906"/>
                  </a:lnTo>
                  <a:lnTo>
                    <a:pt x="1352508" y="57190"/>
                  </a:lnTo>
                  <a:lnTo>
                    <a:pt x="1376791" y="86779"/>
                  </a:lnTo>
                  <a:lnTo>
                    <a:pt x="1394835" y="120537"/>
                  </a:lnTo>
                  <a:lnTo>
                    <a:pt x="1405947" y="157167"/>
                  </a:lnTo>
                  <a:lnTo>
                    <a:pt x="1409699" y="195262"/>
                  </a:lnTo>
                  <a:lnTo>
                    <a:pt x="1409465" y="204854"/>
                  </a:lnTo>
                  <a:lnTo>
                    <a:pt x="1403846" y="242718"/>
                  </a:lnTo>
                  <a:lnTo>
                    <a:pt x="1390948" y="278757"/>
                  </a:lnTo>
                  <a:lnTo>
                    <a:pt x="1371267" y="311589"/>
                  </a:lnTo>
                  <a:lnTo>
                    <a:pt x="1345558" y="339950"/>
                  </a:lnTo>
                  <a:lnTo>
                    <a:pt x="1314812" y="362751"/>
                  </a:lnTo>
                  <a:lnTo>
                    <a:pt x="1280207" y="379115"/>
                  </a:lnTo>
                  <a:lnTo>
                    <a:pt x="1243076" y="388413"/>
                  </a:lnTo>
                  <a:lnTo>
                    <a:pt x="1214437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767387" y="5367337"/>
              <a:ext cx="1409700" cy="390525"/>
            </a:xfrm>
            <a:custGeom>
              <a:avLst/>
              <a:gdLst/>
              <a:ahLst/>
              <a:cxnLst/>
              <a:rect l="l" t="t" r="r" b="b"/>
              <a:pathLst>
                <a:path w="1409700" h="390525">
                  <a:moveTo>
                    <a:pt x="0" y="195262"/>
                  </a:moveTo>
                  <a:lnTo>
                    <a:pt x="3750" y="157167"/>
                  </a:lnTo>
                  <a:lnTo>
                    <a:pt x="14862" y="120537"/>
                  </a:lnTo>
                  <a:lnTo>
                    <a:pt x="32906" y="86780"/>
                  </a:lnTo>
                  <a:lnTo>
                    <a:pt x="57190" y="57190"/>
                  </a:lnTo>
                  <a:lnTo>
                    <a:pt x="86779" y="32906"/>
                  </a:lnTo>
                  <a:lnTo>
                    <a:pt x="120537" y="14862"/>
                  </a:lnTo>
                  <a:lnTo>
                    <a:pt x="157167" y="3752"/>
                  </a:lnTo>
                  <a:lnTo>
                    <a:pt x="195262" y="0"/>
                  </a:lnTo>
                  <a:lnTo>
                    <a:pt x="1214437" y="0"/>
                  </a:lnTo>
                  <a:lnTo>
                    <a:pt x="1252531" y="3752"/>
                  </a:lnTo>
                  <a:lnTo>
                    <a:pt x="1289160" y="14862"/>
                  </a:lnTo>
                  <a:lnTo>
                    <a:pt x="1322918" y="32906"/>
                  </a:lnTo>
                  <a:lnTo>
                    <a:pt x="1352508" y="57190"/>
                  </a:lnTo>
                  <a:lnTo>
                    <a:pt x="1376791" y="86779"/>
                  </a:lnTo>
                  <a:lnTo>
                    <a:pt x="1394835" y="120537"/>
                  </a:lnTo>
                  <a:lnTo>
                    <a:pt x="1405947" y="157167"/>
                  </a:lnTo>
                  <a:lnTo>
                    <a:pt x="1409699" y="195262"/>
                  </a:lnTo>
                  <a:lnTo>
                    <a:pt x="1409465" y="204854"/>
                  </a:lnTo>
                  <a:lnTo>
                    <a:pt x="1403846" y="242718"/>
                  </a:lnTo>
                  <a:lnTo>
                    <a:pt x="1390948" y="278757"/>
                  </a:lnTo>
                  <a:lnTo>
                    <a:pt x="1371267" y="311589"/>
                  </a:lnTo>
                  <a:lnTo>
                    <a:pt x="1345558" y="339950"/>
                  </a:lnTo>
                  <a:lnTo>
                    <a:pt x="1314812" y="362751"/>
                  </a:lnTo>
                  <a:lnTo>
                    <a:pt x="1280207" y="379115"/>
                  </a:lnTo>
                  <a:lnTo>
                    <a:pt x="1243076" y="388413"/>
                  </a:lnTo>
                  <a:lnTo>
                    <a:pt x="1214437" y="390524"/>
                  </a:lnTo>
                  <a:lnTo>
                    <a:pt x="195262" y="390524"/>
                  </a:lnTo>
                  <a:lnTo>
                    <a:pt x="157167" y="386772"/>
                  </a:lnTo>
                  <a:lnTo>
                    <a:pt x="120537" y="375661"/>
                  </a:lnTo>
                  <a:lnTo>
                    <a:pt x="86779" y="357617"/>
                  </a:lnTo>
                  <a:lnTo>
                    <a:pt x="57190" y="333333"/>
                  </a:lnTo>
                  <a:lnTo>
                    <a:pt x="32906" y="303743"/>
                  </a:lnTo>
                  <a:lnTo>
                    <a:pt x="14862" y="269985"/>
                  </a:lnTo>
                  <a:lnTo>
                    <a:pt x="3750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4549" y="5457824"/>
              <a:ext cx="209550" cy="2095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991770" y="5464175"/>
            <a:ext cx="1040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250" algn="l"/>
              </a:tabLst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8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900" spc="-10" b="1">
                <a:solidFill>
                  <a:srgbClr val="4A4E6A"/>
                </a:solidFill>
                <a:latin typeface="Courier New"/>
                <a:cs typeface="Courier New"/>
              </a:rPr>
              <a:t>st.balloons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87170" y="5464175"/>
            <a:ext cx="1466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320">
                <a:solidFill>
                  <a:srgbClr val="797E94"/>
                </a:solidFill>
                <a:latin typeface="Tahoma"/>
                <a:cs typeface="Tahoma"/>
              </a:rPr>
              <a:t>*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534274" y="5362574"/>
            <a:ext cx="1638300" cy="400050"/>
            <a:chOff x="7534274" y="5362574"/>
            <a:chExt cx="1638300" cy="400050"/>
          </a:xfrm>
        </p:grpSpPr>
        <p:sp>
          <p:nvSpPr>
            <p:cNvPr id="34" name="object 34"/>
            <p:cNvSpPr/>
            <p:nvPr/>
          </p:nvSpPr>
          <p:spPr>
            <a:xfrm>
              <a:off x="7539036" y="5367337"/>
              <a:ext cx="1628775" cy="390525"/>
            </a:xfrm>
            <a:custGeom>
              <a:avLst/>
              <a:gdLst/>
              <a:ahLst/>
              <a:cxnLst/>
              <a:rect l="l" t="t" r="r" b="b"/>
              <a:pathLst>
                <a:path w="1628775" h="390525">
                  <a:moveTo>
                    <a:pt x="1433512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5" y="384670"/>
                  </a:lnTo>
                  <a:lnTo>
                    <a:pt x="111765" y="371773"/>
                  </a:lnTo>
                  <a:lnTo>
                    <a:pt x="78933" y="352092"/>
                  </a:lnTo>
                  <a:lnTo>
                    <a:pt x="50573" y="326384"/>
                  </a:lnTo>
                  <a:lnTo>
                    <a:pt x="27772" y="295637"/>
                  </a:lnTo>
                  <a:lnTo>
                    <a:pt x="11408" y="261032"/>
                  </a:lnTo>
                  <a:lnTo>
                    <a:pt x="2109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3" y="147804"/>
                  </a:lnTo>
                  <a:lnTo>
                    <a:pt x="18751" y="111764"/>
                  </a:lnTo>
                  <a:lnTo>
                    <a:pt x="38431" y="78934"/>
                  </a:lnTo>
                  <a:lnTo>
                    <a:pt x="64139" y="50573"/>
                  </a:lnTo>
                  <a:lnTo>
                    <a:pt x="94885" y="27772"/>
                  </a:lnTo>
                  <a:lnTo>
                    <a:pt x="129490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1433512" y="0"/>
                  </a:lnTo>
                  <a:lnTo>
                    <a:pt x="1471606" y="3752"/>
                  </a:lnTo>
                  <a:lnTo>
                    <a:pt x="1508235" y="14862"/>
                  </a:lnTo>
                  <a:lnTo>
                    <a:pt x="1541993" y="32906"/>
                  </a:lnTo>
                  <a:lnTo>
                    <a:pt x="1571583" y="57190"/>
                  </a:lnTo>
                  <a:lnTo>
                    <a:pt x="1595866" y="86779"/>
                  </a:lnTo>
                  <a:lnTo>
                    <a:pt x="1613910" y="120537"/>
                  </a:lnTo>
                  <a:lnTo>
                    <a:pt x="1625022" y="157167"/>
                  </a:lnTo>
                  <a:lnTo>
                    <a:pt x="1628774" y="195262"/>
                  </a:lnTo>
                  <a:lnTo>
                    <a:pt x="1628540" y="204854"/>
                  </a:lnTo>
                  <a:lnTo>
                    <a:pt x="1622921" y="242718"/>
                  </a:lnTo>
                  <a:lnTo>
                    <a:pt x="1610023" y="278757"/>
                  </a:lnTo>
                  <a:lnTo>
                    <a:pt x="1590342" y="311589"/>
                  </a:lnTo>
                  <a:lnTo>
                    <a:pt x="1564634" y="339950"/>
                  </a:lnTo>
                  <a:lnTo>
                    <a:pt x="1533887" y="362751"/>
                  </a:lnTo>
                  <a:lnTo>
                    <a:pt x="1499282" y="379115"/>
                  </a:lnTo>
                  <a:lnTo>
                    <a:pt x="1462151" y="388413"/>
                  </a:lnTo>
                  <a:lnTo>
                    <a:pt x="1433512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539036" y="5367337"/>
              <a:ext cx="1628775" cy="390525"/>
            </a:xfrm>
            <a:custGeom>
              <a:avLst/>
              <a:gdLst/>
              <a:ahLst/>
              <a:cxnLst/>
              <a:rect l="l" t="t" r="r" b="b"/>
              <a:pathLst>
                <a:path w="1628775" h="390525">
                  <a:moveTo>
                    <a:pt x="0" y="195262"/>
                  </a:moveTo>
                  <a:lnTo>
                    <a:pt x="3751" y="157167"/>
                  </a:lnTo>
                  <a:lnTo>
                    <a:pt x="14863" y="120537"/>
                  </a:lnTo>
                  <a:lnTo>
                    <a:pt x="32906" y="86780"/>
                  </a:lnTo>
                  <a:lnTo>
                    <a:pt x="57190" y="57190"/>
                  </a:lnTo>
                  <a:lnTo>
                    <a:pt x="86779" y="32906"/>
                  </a:lnTo>
                  <a:lnTo>
                    <a:pt x="120538" y="14862"/>
                  </a:lnTo>
                  <a:lnTo>
                    <a:pt x="157168" y="3752"/>
                  </a:lnTo>
                  <a:lnTo>
                    <a:pt x="195262" y="0"/>
                  </a:lnTo>
                  <a:lnTo>
                    <a:pt x="1433512" y="0"/>
                  </a:lnTo>
                  <a:lnTo>
                    <a:pt x="1471606" y="3752"/>
                  </a:lnTo>
                  <a:lnTo>
                    <a:pt x="1508235" y="14862"/>
                  </a:lnTo>
                  <a:lnTo>
                    <a:pt x="1541993" y="32906"/>
                  </a:lnTo>
                  <a:lnTo>
                    <a:pt x="1571583" y="57190"/>
                  </a:lnTo>
                  <a:lnTo>
                    <a:pt x="1595866" y="86779"/>
                  </a:lnTo>
                  <a:lnTo>
                    <a:pt x="1613910" y="120537"/>
                  </a:lnTo>
                  <a:lnTo>
                    <a:pt x="1625022" y="157167"/>
                  </a:lnTo>
                  <a:lnTo>
                    <a:pt x="1628774" y="195262"/>
                  </a:lnTo>
                  <a:lnTo>
                    <a:pt x="1628540" y="204854"/>
                  </a:lnTo>
                  <a:lnTo>
                    <a:pt x="1622921" y="242718"/>
                  </a:lnTo>
                  <a:lnTo>
                    <a:pt x="1610023" y="278757"/>
                  </a:lnTo>
                  <a:lnTo>
                    <a:pt x="1590342" y="311589"/>
                  </a:lnTo>
                  <a:lnTo>
                    <a:pt x="1564634" y="339950"/>
                  </a:lnTo>
                  <a:lnTo>
                    <a:pt x="1533887" y="362751"/>
                  </a:lnTo>
                  <a:lnTo>
                    <a:pt x="1499282" y="379115"/>
                  </a:lnTo>
                  <a:lnTo>
                    <a:pt x="1462151" y="388413"/>
                  </a:lnTo>
                  <a:lnTo>
                    <a:pt x="1433512" y="390524"/>
                  </a:lnTo>
                  <a:lnTo>
                    <a:pt x="195262" y="390524"/>
                  </a:lnTo>
                  <a:lnTo>
                    <a:pt x="157168" y="386772"/>
                  </a:lnTo>
                  <a:lnTo>
                    <a:pt x="120538" y="375661"/>
                  </a:lnTo>
                  <a:lnTo>
                    <a:pt x="86779" y="357617"/>
                  </a:lnTo>
                  <a:lnTo>
                    <a:pt x="57190" y="333333"/>
                  </a:lnTo>
                  <a:lnTo>
                    <a:pt x="32906" y="303743"/>
                  </a:lnTo>
                  <a:lnTo>
                    <a:pt x="14862" y="269985"/>
                  </a:lnTo>
                  <a:lnTo>
                    <a:pt x="3751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6199" y="5457824"/>
              <a:ext cx="209549" cy="20954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758955" y="5464175"/>
            <a:ext cx="1260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250" algn="l"/>
              </a:tabLst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dirty="0" sz="8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900" b="1">
                <a:solidFill>
                  <a:srgbClr val="4A4E6A"/>
                </a:solidFill>
                <a:latin typeface="Courier New"/>
                <a:cs typeface="Courier New"/>
              </a:rPr>
              <a:t>if</a:t>
            </a:r>
            <a:r>
              <a:rPr dirty="0" sz="900" spc="110" b="1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4A4E6A"/>
                </a:solidFill>
                <a:latin typeface="Courier New"/>
                <a:cs typeface="Courier New"/>
              </a:rPr>
              <a:t>conditional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8120459" y="2911474"/>
            <a:ext cx="4466590" cy="528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0" spc="-4645" b="1">
                <a:solidFill>
                  <a:srgbClr val="F5F5F9"/>
                </a:solidFill>
                <a:latin typeface="Tahoma"/>
                <a:cs typeface="Tahoma"/>
              </a:rPr>
              <a:t>02</a:t>
            </a:r>
            <a:endParaRPr sz="34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5920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0934" y="530225"/>
            <a:ext cx="1717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5"/>
              <a:t>Step</a:t>
            </a:r>
            <a:r>
              <a:rPr dirty="0" spc="-229"/>
              <a:t> </a:t>
            </a:r>
            <a:r>
              <a:rPr dirty="0" spc="-325"/>
              <a:t>1</a:t>
            </a:r>
            <a:r>
              <a:rPr dirty="0" spc="-225"/>
              <a:t> </a:t>
            </a:r>
            <a:r>
              <a:rPr dirty="0" spc="-30"/>
              <a:t>—</a:t>
            </a:r>
            <a:r>
              <a:rPr dirty="0" spc="-225"/>
              <a:t> </a:t>
            </a:r>
            <a:r>
              <a:rPr dirty="0" spc="-204"/>
              <a:t>A</a:t>
            </a:r>
            <a:r>
              <a:rPr dirty="0" spc="-229"/>
              <a:t> </a:t>
            </a:r>
            <a:r>
              <a:rPr dirty="0" spc="-285"/>
              <a:t>heading</a:t>
            </a:r>
            <a:r>
              <a:rPr dirty="0" spc="-225"/>
              <a:t> </a:t>
            </a:r>
            <a:r>
              <a:rPr dirty="0" spc="-254"/>
              <a:t>on</a:t>
            </a:r>
            <a:r>
              <a:rPr dirty="0" spc="-225"/>
              <a:t> </a:t>
            </a:r>
            <a:r>
              <a:rPr dirty="0" spc="-254"/>
              <a:t>the</a:t>
            </a:r>
            <a:r>
              <a:rPr dirty="0" spc="-229"/>
              <a:t> </a:t>
            </a:r>
            <a:r>
              <a:rPr dirty="0" spc="-300"/>
              <a:t>page.</a:t>
            </a:r>
          </a:p>
        </p:txBody>
      </p:sp>
      <p:sp>
        <p:nvSpPr>
          <p:cNvPr id="5" name="object 5"/>
          <p:cNvSpPr/>
          <p:nvPr/>
        </p:nvSpPr>
        <p:spPr>
          <a:xfrm>
            <a:off x="2924174" y="1266824"/>
            <a:ext cx="533400" cy="161925"/>
          </a:xfrm>
          <a:custGeom>
            <a:avLst/>
            <a:gdLst/>
            <a:ahLst/>
            <a:cxnLst/>
            <a:rect l="l" t="t" r="r" b="b"/>
            <a:pathLst>
              <a:path w="533400" h="161925">
                <a:moveTo>
                  <a:pt x="508614" y="161924"/>
                </a:moveTo>
                <a:lnTo>
                  <a:pt x="24785" y="161924"/>
                </a:lnTo>
                <a:lnTo>
                  <a:pt x="21140" y="161199"/>
                </a:lnTo>
                <a:lnTo>
                  <a:pt x="0" y="137139"/>
                </a:lnTo>
                <a:lnTo>
                  <a:pt x="0" y="133349"/>
                </a:lnTo>
                <a:lnTo>
                  <a:pt x="0" y="24785"/>
                </a:lnTo>
                <a:lnTo>
                  <a:pt x="24785" y="0"/>
                </a:lnTo>
                <a:lnTo>
                  <a:pt x="508614" y="0"/>
                </a:lnTo>
                <a:lnTo>
                  <a:pt x="533399" y="24785"/>
                </a:lnTo>
                <a:lnTo>
                  <a:pt x="533399" y="137139"/>
                </a:lnTo>
                <a:lnTo>
                  <a:pt x="512259" y="161199"/>
                </a:lnTo>
                <a:lnTo>
                  <a:pt x="508614" y="16192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72049" y="1266824"/>
            <a:ext cx="1571625" cy="161925"/>
          </a:xfrm>
          <a:custGeom>
            <a:avLst/>
            <a:gdLst/>
            <a:ahLst/>
            <a:cxnLst/>
            <a:rect l="l" t="t" r="r" b="b"/>
            <a:pathLst>
              <a:path w="1571625" h="161925">
                <a:moveTo>
                  <a:pt x="1546839" y="161924"/>
                </a:moveTo>
                <a:lnTo>
                  <a:pt x="24785" y="161924"/>
                </a:lnTo>
                <a:lnTo>
                  <a:pt x="21140" y="161199"/>
                </a:lnTo>
                <a:lnTo>
                  <a:pt x="0" y="137139"/>
                </a:lnTo>
                <a:lnTo>
                  <a:pt x="0" y="133349"/>
                </a:lnTo>
                <a:lnTo>
                  <a:pt x="0" y="24785"/>
                </a:lnTo>
                <a:lnTo>
                  <a:pt x="24785" y="0"/>
                </a:lnTo>
                <a:lnTo>
                  <a:pt x="1546839" y="0"/>
                </a:lnTo>
                <a:lnTo>
                  <a:pt x="1571624" y="24785"/>
                </a:lnTo>
                <a:lnTo>
                  <a:pt x="1571624" y="137139"/>
                </a:lnTo>
                <a:lnTo>
                  <a:pt x="1550484" y="161199"/>
                </a:lnTo>
                <a:lnTo>
                  <a:pt x="1546839" y="16192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685799" y="1600199"/>
            <a:ext cx="5743575" cy="3000375"/>
            <a:chOff x="685799" y="1600199"/>
            <a:chExt cx="5743575" cy="3000375"/>
          </a:xfrm>
        </p:grpSpPr>
        <p:sp>
          <p:nvSpPr>
            <p:cNvPr id="8" name="object 8"/>
            <p:cNvSpPr/>
            <p:nvPr/>
          </p:nvSpPr>
          <p:spPr>
            <a:xfrm>
              <a:off x="690562" y="1604962"/>
              <a:ext cx="5734050" cy="2990850"/>
            </a:xfrm>
            <a:custGeom>
              <a:avLst/>
              <a:gdLst/>
              <a:ahLst/>
              <a:cxnLst/>
              <a:rect l="l" t="t" r="r" b="b"/>
              <a:pathLst>
                <a:path w="5734050" h="2990850">
                  <a:moveTo>
                    <a:pt x="5631704" y="2990849"/>
                  </a:moveTo>
                  <a:lnTo>
                    <a:pt x="102345" y="2990849"/>
                  </a:lnTo>
                  <a:lnTo>
                    <a:pt x="95221" y="2990147"/>
                  </a:lnTo>
                  <a:lnTo>
                    <a:pt x="54661" y="2976384"/>
                  </a:lnTo>
                  <a:lnTo>
                    <a:pt x="22456" y="2948147"/>
                  </a:lnTo>
                  <a:lnTo>
                    <a:pt x="3507" y="2909735"/>
                  </a:lnTo>
                  <a:lnTo>
                    <a:pt x="0" y="2888504"/>
                  </a:lnTo>
                  <a:lnTo>
                    <a:pt x="0" y="28813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631704" y="0"/>
                  </a:lnTo>
                  <a:lnTo>
                    <a:pt x="5673073" y="11090"/>
                  </a:lnTo>
                  <a:lnTo>
                    <a:pt x="5707051" y="37168"/>
                  </a:lnTo>
                  <a:lnTo>
                    <a:pt x="5728462" y="74263"/>
                  </a:lnTo>
                  <a:lnTo>
                    <a:pt x="5734048" y="102345"/>
                  </a:lnTo>
                  <a:lnTo>
                    <a:pt x="5734048" y="2888504"/>
                  </a:lnTo>
                  <a:lnTo>
                    <a:pt x="5722958" y="2929874"/>
                  </a:lnTo>
                  <a:lnTo>
                    <a:pt x="5696880" y="2963852"/>
                  </a:lnTo>
                  <a:lnTo>
                    <a:pt x="5659784" y="2985263"/>
                  </a:lnTo>
                  <a:lnTo>
                    <a:pt x="5638827" y="2990147"/>
                  </a:lnTo>
                  <a:lnTo>
                    <a:pt x="5631704" y="29908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0562" y="1604962"/>
              <a:ext cx="5734050" cy="2990850"/>
            </a:xfrm>
            <a:custGeom>
              <a:avLst/>
              <a:gdLst/>
              <a:ahLst/>
              <a:cxnLst/>
              <a:rect l="l" t="t" r="r" b="b"/>
              <a:pathLst>
                <a:path w="5734050" h="2990850">
                  <a:moveTo>
                    <a:pt x="0" y="28813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624512" y="0"/>
                  </a:lnTo>
                  <a:lnTo>
                    <a:pt x="5631704" y="0"/>
                  </a:lnTo>
                  <a:lnTo>
                    <a:pt x="5638827" y="701"/>
                  </a:lnTo>
                  <a:lnTo>
                    <a:pt x="5679386" y="14464"/>
                  </a:lnTo>
                  <a:lnTo>
                    <a:pt x="5701966" y="32082"/>
                  </a:lnTo>
                  <a:lnTo>
                    <a:pt x="5707051" y="37168"/>
                  </a:lnTo>
                  <a:lnTo>
                    <a:pt x="5725710" y="67619"/>
                  </a:lnTo>
                  <a:lnTo>
                    <a:pt x="5728462" y="74263"/>
                  </a:lnTo>
                  <a:lnTo>
                    <a:pt x="5734049" y="109537"/>
                  </a:lnTo>
                  <a:lnTo>
                    <a:pt x="5734049" y="2881312"/>
                  </a:lnTo>
                  <a:lnTo>
                    <a:pt x="5734048" y="2888504"/>
                  </a:lnTo>
                  <a:lnTo>
                    <a:pt x="5733347" y="2895627"/>
                  </a:lnTo>
                  <a:lnTo>
                    <a:pt x="5731943" y="2902681"/>
                  </a:lnTo>
                  <a:lnTo>
                    <a:pt x="5730540" y="2909735"/>
                  </a:lnTo>
                  <a:lnTo>
                    <a:pt x="5715588" y="2942167"/>
                  </a:lnTo>
                  <a:lnTo>
                    <a:pt x="5711592" y="2948147"/>
                  </a:lnTo>
                  <a:lnTo>
                    <a:pt x="5707051" y="2953680"/>
                  </a:lnTo>
                  <a:lnTo>
                    <a:pt x="5701966" y="2958766"/>
                  </a:lnTo>
                  <a:lnTo>
                    <a:pt x="5696880" y="2963852"/>
                  </a:lnTo>
                  <a:lnTo>
                    <a:pt x="5659784" y="2985263"/>
                  </a:lnTo>
                  <a:lnTo>
                    <a:pt x="5624512" y="2990849"/>
                  </a:lnTo>
                  <a:lnTo>
                    <a:pt x="109537" y="2990849"/>
                  </a:lnTo>
                  <a:lnTo>
                    <a:pt x="67619" y="2982511"/>
                  </a:lnTo>
                  <a:lnTo>
                    <a:pt x="60974" y="2979758"/>
                  </a:lnTo>
                  <a:lnTo>
                    <a:pt x="32082" y="2958766"/>
                  </a:lnTo>
                  <a:lnTo>
                    <a:pt x="26997" y="2953680"/>
                  </a:lnTo>
                  <a:lnTo>
                    <a:pt x="22456" y="2948147"/>
                  </a:lnTo>
                  <a:lnTo>
                    <a:pt x="18460" y="2942167"/>
                  </a:lnTo>
                  <a:lnTo>
                    <a:pt x="14464" y="2936187"/>
                  </a:lnTo>
                  <a:lnTo>
                    <a:pt x="2104" y="2902681"/>
                  </a:lnTo>
                  <a:lnTo>
                    <a:pt x="701" y="2895627"/>
                  </a:lnTo>
                  <a:lnTo>
                    <a:pt x="0" y="2888504"/>
                  </a:lnTo>
                  <a:lnTo>
                    <a:pt x="0" y="28813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1609724"/>
              <a:ext cx="5724525" cy="352425"/>
            </a:xfrm>
            <a:custGeom>
              <a:avLst/>
              <a:gdLst/>
              <a:ahLst/>
              <a:cxnLst/>
              <a:rect l="l" t="t" r="r" b="b"/>
              <a:pathLst>
                <a:path w="5724525" h="352425">
                  <a:moveTo>
                    <a:pt x="5724524" y="352424"/>
                  </a:moveTo>
                  <a:lnTo>
                    <a:pt x="0" y="352424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619749" y="0"/>
                  </a:lnTo>
                  <a:lnTo>
                    <a:pt x="5659844" y="7975"/>
                  </a:lnTo>
                  <a:lnTo>
                    <a:pt x="5693836" y="30687"/>
                  </a:lnTo>
                  <a:lnTo>
                    <a:pt x="5716549" y="64679"/>
                  </a:lnTo>
                  <a:lnTo>
                    <a:pt x="5724524" y="104775"/>
                  </a:lnTo>
                  <a:lnTo>
                    <a:pt x="5724524" y="352424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324" y="1952624"/>
              <a:ext cx="5724525" cy="9525"/>
            </a:xfrm>
            <a:custGeom>
              <a:avLst/>
              <a:gdLst/>
              <a:ahLst/>
              <a:cxnLst/>
              <a:rect l="l" t="t" r="r" b="b"/>
              <a:pathLst>
                <a:path w="5724525" h="9525">
                  <a:moveTo>
                    <a:pt x="57245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24524" y="0"/>
                  </a:lnTo>
                  <a:lnTo>
                    <a:pt x="572452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4" y="1733549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1733549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0124" y="1733549"/>
              <a:ext cx="95250" cy="952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30324" y="1682750"/>
            <a:ext cx="4286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7E9F5"/>
                </a:solidFill>
                <a:latin typeface="Courier New"/>
                <a:cs typeface="Courier New"/>
              </a:rPr>
              <a:t>app.py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43983" y="1692275"/>
            <a:ext cx="42925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4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4075" y="2030412"/>
            <a:ext cx="2444115" cy="42545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app.py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your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Streamlit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app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9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900" spc="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900" spc="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075" y="2678112"/>
            <a:ext cx="237490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>
                <a:solidFill>
                  <a:srgbClr val="FFD580"/>
                </a:solidFill>
                <a:latin typeface="Courier New"/>
                <a:cs typeface="Courier New"/>
              </a:rPr>
              <a:t>title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"My</a:t>
            </a:r>
            <a:r>
              <a:rPr dirty="0" sz="900" spc="1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First</a:t>
            </a:r>
            <a:r>
              <a:rPr dirty="0" sz="900" spc="1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Streamlit</a:t>
            </a:r>
            <a:r>
              <a:rPr dirty="0" sz="900" spc="1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App"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4075" y="3011487"/>
            <a:ext cx="4031615" cy="14065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Save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file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(Ctrl+S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/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Cmd+S)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terminal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(with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.venv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active):</a:t>
            </a:r>
            <a:endParaRPr sz="900">
              <a:latin typeface="Courier New"/>
              <a:cs typeface="Courier New"/>
            </a:endParaRPr>
          </a:p>
          <a:p>
            <a:pPr marL="12700" marR="2212975">
              <a:lnSpc>
                <a:spcPts val="1570"/>
              </a:lnSpc>
              <a:spcBef>
                <a:spcPts val="65"/>
              </a:spcBef>
              <a:tabLst>
                <a:tab pos="288290" algn="l"/>
              </a:tabLst>
            </a:pP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	</a:t>
            </a:r>
            <a:r>
              <a:rPr dirty="0" sz="900" i="1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900" spc="5" i="1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streamlit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run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app.py 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 A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browser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tab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opens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at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  <a:hlinkClick r:id="rId5"/>
              </a:rPr>
              <a:t>http://localhost:8501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ts val="1580"/>
              </a:lnSpc>
              <a:spcBef>
                <a:spcPts val="2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see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page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with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heading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"My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Streamlit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App"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That's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working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app.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One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import,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one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function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call.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4781549"/>
            <a:ext cx="228600" cy="2285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56294" y="4797425"/>
            <a:ext cx="882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76699" y="4800599"/>
            <a:ext cx="228599" cy="142874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009637" y="4800600"/>
            <a:ext cx="1524000" cy="314325"/>
          </a:xfrm>
          <a:custGeom>
            <a:avLst/>
            <a:gdLst/>
            <a:ahLst/>
            <a:cxnLst/>
            <a:rect l="l" t="t" r="r" b="b"/>
            <a:pathLst>
              <a:path w="1524000" h="314325">
                <a:moveTo>
                  <a:pt x="819150" y="196240"/>
                </a:moveTo>
                <a:lnTo>
                  <a:pt x="794372" y="171450"/>
                </a:lnTo>
                <a:lnTo>
                  <a:pt x="548665" y="171450"/>
                </a:lnTo>
                <a:lnTo>
                  <a:pt x="523875" y="196240"/>
                </a:lnTo>
                <a:lnTo>
                  <a:pt x="523875" y="285750"/>
                </a:lnTo>
                <a:lnTo>
                  <a:pt x="523875" y="289547"/>
                </a:lnTo>
                <a:lnTo>
                  <a:pt x="548665" y="314325"/>
                </a:lnTo>
                <a:lnTo>
                  <a:pt x="794372" y="314325"/>
                </a:lnTo>
                <a:lnTo>
                  <a:pt x="819150" y="289547"/>
                </a:lnTo>
                <a:lnTo>
                  <a:pt x="819150" y="196240"/>
                </a:lnTo>
                <a:close/>
              </a:path>
              <a:path w="1524000" h="314325">
                <a:moveTo>
                  <a:pt x="1524000" y="24790"/>
                </a:moveTo>
                <a:lnTo>
                  <a:pt x="1499222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14300"/>
                </a:lnTo>
                <a:lnTo>
                  <a:pt x="0" y="118097"/>
                </a:lnTo>
                <a:lnTo>
                  <a:pt x="24790" y="142875"/>
                </a:lnTo>
                <a:lnTo>
                  <a:pt x="1499222" y="142875"/>
                </a:lnTo>
                <a:lnTo>
                  <a:pt x="1524000" y="118097"/>
                </a:lnTo>
                <a:lnTo>
                  <a:pt x="1524000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96950" y="4745037"/>
            <a:ext cx="5401945" cy="368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7625">
              <a:lnSpc>
                <a:spcPct val="125000"/>
              </a:lnSpc>
              <a:spcBef>
                <a:spcPts val="90"/>
              </a:spcBef>
            </a:pP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import</a:t>
            </a:r>
            <a:r>
              <a:rPr dirty="0" sz="850" spc="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streamlit</a:t>
            </a:r>
            <a:r>
              <a:rPr dirty="0" sz="850" spc="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as</a:t>
            </a:r>
            <a:r>
              <a:rPr dirty="0" sz="850" spc="1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st</a:t>
            </a:r>
            <a:r>
              <a:rPr dirty="0" sz="850" spc="8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Standard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import.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alias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as</a:t>
            </a:r>
            <a:r>
              <a:rPr dirty="0" sz="900" spc="3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st</a:t>
            </a:r>
            <a:r>
              <a:rPr dirty="0" sz="850" spc="8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convention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command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starts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3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293283"/>
                </a:solidFill>
                <a:latin typeface="Courier New"/>
                <a:cs typeface="Courier New"/>
              </a:rPr>
              <a:t>st.</a:t>
            </a:r>
            <a:endParaRPr sz="850">
              <a:latin typeface="Courier New"/>
              <a:cs typeface="Courier New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267324"/>
            <a:ext cx="228600" cy="2285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56294" y="5283200"/>
            <a:ext cx="882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09649" y="5286374"/>
            <a:ext cx="1066800" cy="142875"/>
          </a:xfrm>
          <a:custGeom>
            <a:avLst/>
            <a:gdLst/>
            <a:ahLst/>
            <a:cxnLst/>
            <a:rect l="l" t="t" r="r" b="b"/>
            <a:pathLst>
              <a:path w="1066800" h="142875">
                <a:moveTo>
                  <a:pt x="1042014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1042014" y="0"/>
                </a:lnTo>
                <a:lnTo>
                  <a:pt x="1066799" y="24785"/>
                </a:lnTo>
                <a:lnTo>
                  <a:pt x="1066799" y="118089"/>
                </a:lnTo>
                <a:lnTo>
                  <a:pt x="1045659" y="142149"/>
                </a:lnTo>
                <a:lnTo>
                  <a:pt x="1042014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96950" y="5221287"/>
            <a:ext cx="5287010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7625">
              <a:lnSpc>
                <a:spcPct val="131900"/>
              </a:lnSpc>
              <a:spcBef>
                <a:spcPts val="90"/>
              </a:spcBef>
            </a:pP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st.title("...")</a:t>
            </a:r>
            <a:r>
              <a:rPr dirty="0" sz="850" spc="11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regular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function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call.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H1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heading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page.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string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the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heading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text.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753099"/>
            <a:ext cx="228600" cy="22859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56294" y="5768974"/>
            <a:ext cx="882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09649" y="5772149"/>
            <a:ext cx="1390650" cy="142875"/>
          </a:xfrm>
          <a:custGeom>
            <a:avLst/>
            <a:gdLst/>
            <a:ahLst/>
            <a:cxnLst/>
            <a:rect l="l" t="t" r="r" b="b"/>
            <a:pathLst>
              <a:path w="1390650" h="142875">
                <a:moveTo>
                  <a:pt x="1365864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8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1365864" y="0"/>
                </a:lnTo>
                <a:lnTo>
                  <a:pt x="1390649" y="24785"/>
                </a:lnTo>
                <a:lnTo>
                  <a:pt x="1390649" y="118088"/>
                </a:lnTo>
                <a:lnTo>
                  <a:pt x="1369509" y="142149"/>
                </a:lnTo>
                <a:lnTo>
                  <a:pt x="1365864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996950" y="5716587"/>
            <a:ext cx="5391785" cy="368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7625">
              <a:lnSpc>
                <a:spcPct val="125000"/>
              </a:lnSpc>
              <a:spcBef>
                <a:spcPts val="90"/>
              </a:spcBef>
            </a:pP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streamlit</a:t>
            </a:r>
            <a:r>
              <a:rPr dirty="0" sz="850" spc="2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run</a:t>
            </a:r>
            <a:r>
              <a:rPr dirty="0" sz="850" spc="2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b="1">
                <a:solidFill>
                  <a:srgbClr val="293283"/>
                </a:solidFill>
                <a:latin typeface="Courier New"/>
                <a:cs typeface="Courier New"/>
              </a:rPr>
              <a:t>app.py</a:t>
            </a:r>
            <a:r>
              <a:rPr dirty="0" sz="850" spc="10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command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starts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server.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Keep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terminal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open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closing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stops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app.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40165" y="1622424"/>
            <a:ext cx="117475" cy="7937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73099" y="1225550"/>
            <a:ext cx="8834755" cy="513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4A4E6A"/>
                </a:solidFill>
                <a:latin typeface="Tahoma"/>
                <a:cs typeface="Tahoma"/>
              </a:rPr>
              <a:t>Open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VS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Code.</a:t>
            </a:r>
            <a:r>
              <a:rPr dirty="0" sz="11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Create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new</a:t>
            </a:r>
            <a:r>
              <a:rPr dirty="0" sz="11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A4E6A"/>
                </a:solidFill>
                <a:latin typeface="Tahoma"/>
                <a:cs typeface="Tahoma"/>
              </a:rPr>
              <a:t>called</a:t>
            </a:r>
            <a:r>
              <a:rPr dirty="0" sz="1100" spc="2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293283"/>
                </a:solidFill>
                <a:latin typeface="Courier New"/>
                <a:cs typeface="Courier New"/>
              </a:rPr>
              <a:t>app.py</a:t>
            </a:r>
            <a:r>
              <a:rPr dirty="0" sz="950" spc="-1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100" spc="-6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Type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11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4A4E6A"/>
                </a:solidFill>
                <a:latin typeface="Tahoma"/>
                <a:cs typeface="Tahoma"/>
              </a:rPr>
              <a:t>line.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70">
                <a:solidFill>
                  <a:srgbClr val="4A4E6A"/>
                </a:solidFill>
                <a:latin typeface="Tahoma"/>
                <a:cs typeface="Tahoma"/>
              </a:rPr>
              <a:t>Save.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A4E6A"/>
                </a:solidFill>
                <a:latin typeface="Tahoma"/>
                <a:cs typeface="Tahoma"/>
              </a:rPr>
              <a:t>Run</a:t>
            </a:r>
            <a:r>
              <a:rPr dirty="0" sz="1100" spc="2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293283"/>
                </a:solidFill>
                <a:latin typeface="Courier New"/>
                <a:cs typeface="Courier New"/>
              </a:rPr>
              <a:t>streamlit</a:t>
            </a:r>
            <a:r>
              <a:rPr dirty="0" sz="950" spc="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293283"/>
                </a:solidFill>
                <a:latin typeface="Courier New"/>
                <a:cs typeface="Courier New"/>
              </a:rPr>
              <a:t>run</a:t>
            </a:r>
            <a:r>
              <a:rPr dirty="0" sz="950" spc="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293283"/>
                </a:solidFill>
                <a:latin typeface="Courier New"/>
                <a:cs typeface="Courier New"/>
              </a:rPr>
              <a:t>app.py</a:t>
            </a:r>
            <a:r>
              <a:rPr dirty="0" sz="950" spc="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terminal.</a:t>
            </a:r>
            <a:r>
              <a:rPr dirty="0" sz="11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4A4E6A"/>
                </a:solidFill>
                <a:latin typeface="Tahoma"/>
                <a:cs typeface="Tahoma"/>
              </a:rPr>
              <a:t>browser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opens.</a:t>
            </a:r>
            <a:r>
              <a:rPr dirty="0" sz="1100" spc="-9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That's</a:t>
            </a:r>
            <a:r>
              <a:rPr dirty="0" sz="1100" spc="-1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</a:pP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5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13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AT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97751" y="1655063"/>
            <a:ext cx="5349240" cy="3118485"/>
            <a:chOff x="6397751" y="1655063"/>
            <a:chExt cx="5349240" cy="3118485"/>
          </a:xfrm>
        </p:grpSpPr>
        <p:sp>
          <p:nvSpPr>
            <p:cNvPr id="36" name="object 36"/>
            <p:cNvSpPr/>
            <p:nvPr/>
          </p:nvSpPr>
          <p:spPr>
            <a:xfrm>
              <a:off x="6397751" y="1655063"/>
              <a:ext cx="5349240" cy="3118485"/>
            </a:xfrm>
            <a:custGeom>
              <a:avLst/>
              <a:gdLst/>
              <a:ahLst/>
              <a:cxnLst/>
              <a:rect l="l" t="t" r="r" b="b"/>
              <a:pathLst>
                <a:path w="5349240" h="3118485">
                  <a:moveTo>
                    <a:pt x="5349239" y="3118103"/>
                  </a:moveTo>
                  <a:lnTo>
                    <a:pt x="0" y="3118103"/>
                  </a:lnTo>
                  <a:lnTo>
                    <a:pt x="0" y="0"/>
                  </a:lnTo>
                  <a:lnTo>
                    <a:pt x="5349239" y="0"/>
                  </a:lnTo>
                  <a:lnTo>
                    <a:pt x="5349239" y="192785"/>
                  </a:lnTo>
                  <a:lnTo>
                    <a:pt x="355472" y="192785"/>
                  </a:lnTo>
                  <a:lnTo>
                    <a:pt x="345151" y="193284"/>
                  </a:lnTo>
                  <a:lnTo>
                    <a:pt x="306031" y="205171"/>
                  </a:lnTo>
                  <a:lnTo>
                    <a:pt x="274438" y="231124"/>
                  </a:lnTo>
                  <a:lnTo>
                    <a:pt x="255183" y="267191"/>
                  </a:lnTo>
                  <a:lnTo>
                    <a:pt x="250697" y="297560"/>
                  </a:lnTo>
                  <a:lnTo>
                    <a:pt x="250697" y="2707385"/>
                  </a:lnTo>
                  <a:lnTo>
                    <a:pt x="258672" y="2747480"/>
                  </a:lnTo>
                  <a:lnTo>
                    <a:pt x="281384" y="2781472"/>
                  </a:lnTo>
                  <a:lnTo>
                    <a:pt x="315376" y="2804185"/>
                  </a:lnTo>
                  <a:lnTo>
                    <a:pt x="355472" y="2812160"/>
                  </a:lnTo>
                  <a:lnTo>
                    <a:pt x="5349239" y="2812160"/>
                  </a:lnTo>
                  <a:lnTo>
                    <a:pt x="5349239" y="3118103"/>
                  </a:lnTo>
                  <a:close/>
                </a:path>
                <a:path w="5349240" h="3118485">
                  <a:moveTo>
                    <a:pt x="5349239" y="2812160"/>
                  </a:moveTo>
                  <a:lnTo>
                    <a:pt x="4994147" y="2812160"/>
                  </a:lnTo>
                  <a:lnTo>
                    <a:pt x="5004468" y="2811662"/>
                  </a:lnTo>
                  <a:lnTo>
                    <a:pt x="5014591" y="2810166"/>
                  </a:lnTo>
                  <a:lnTo>
                    <a:pt x="5052367" y="2794519"/>
                  </a:lnTo>
                  <a:lnTo>
                    <a:pt x="5081279" y="2765606"/>
                  </a:lnTo>
                  <a:lnTo>
                    <a:pt x="5096927" y="2727829"/>
                  </a:lnTo>
                  <a:lnTo>
                    <a:pt x="5098922" y="2707385"/>
                  </a:lnTo>
                  <a:lnTo>
                    <a:pt x="5098922" y="297560"/>
                  </a:lnTo>
                  <a:lnTo>
                    <a:pt x="5090945" y="257465"/>
                  </a:lnTo>
                  <a:lnTo>
                    <a:pt x="5068233" y="223473"/>
                  </a:lnTo>
                  <a:lnTo>
                    <a:pt x="5034242" y="200761"/>
                  </a:lnTo>
                  <a:lnTo>
                    <a:pt x="4994147" y="192785"/>
                  </a:lnTo>
                  <a:lnTo>
                    <a:pt x="5349239" y="192785"/>
                  </a:lnTo>
                  <a:lnTo>
                    <a:pt x="5349239" y="2812160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643686" y="1843087"/>
              <a:ext cx="4857750" cy="2628900"/>
            </a:xfrm>
            <a:custGeom>
              <a:avLst/>
              <a:gdLst/>
              <a:ahLst/>
              <a:cxnLst/>
              <a:rect l="l" t="t" r="r" b="b"/>
              <a:pathLst>
                <a:path w="4857750" h="2628900">
                  <a:moveTo>
                    <a:pt x="4755404" y="2628899"/>
                  </a:moveTo>
                  <a:lnTo>
                    <a:pt x="102344" y="2628899"/>
                  </a:lnTo>
                  <a:lnTo>
                    <a:pt x="95221" y="2628197"/>
                  </a:lnTo>
                  <a:lnTo>
                    <a:pt x="54661" y="2614434"/>
                  </a:lnTo>
                  <a:lnTo>
                    <a:pt x="22456" y="2586197"/>
                  </a:lnTo>
                  <a:lnTo>
                    <a:pt x="3507" y="2547785"/>
                  </a:lnTo>
                  <a:lnTo>
                    <a:pt x="0" y="2526554"/>
                  </a:lnTo>
                  <a:lnTo>
                    <a:pt x="0" y="251936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4755404" y="0"/>
                  </a:lnTo>
                  <a:lnTo>
                    <a:pt x="4796774" y="11090"/>
                  </a:lnTo>
                  <a:lnTo>
                    <a:pt x="4830753" y="37168"/>
                  </a:lnTo>
                  <a:lnTo>
                    <a:pt x="4852163" y="74263"/>
                  </a:lnTo>
                  <a:lnTo>
                    <a:pt x="4857749" y="102345"/>
                  </a:lnTo>
                  <a:lnTo>
                    <a:pt x="4857749" y="2526554"/>
                  </a:lnTo>
                  <a:lnTo>
                    <a:pt x="4846658" y="2567924"/>
                  </a:lnTo>
                  <a:lnTo>
                    <a:pt x="4820581" y="2601902"/>
                  </a:lnTo>
                  <a:lnTo>
                    <a:pt x="4783485" y="2623313"/>
                  </a:lnTo>
                  <a:lnTo>
                    <a:pt x="4762528" y="2628197"/>
                  </a:lnTo>
                  <a:lnTo>
                    <a:pt x="4755404" y="262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643686" y="1843087"/>
              <a:ext cx="4857750" cy="2628900"/>
            </a:xfrm>
            <a:custGeom>
              <a:avLst/>
              <a:gdLst/>
              <a:ahLst/>
              <a:cxnLst/>
              <a:rect l="l" t="t" r="r" b="b"/>
              <a:pathLst>
                <a:path w="4857750" h="2628900">
                  <a:moveTo>
                    <a:pt x="0" y="25193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3" y="32082"/>
                  </a:lnTo>
                  <a:lnTo>
                    <a:pt x="37168" y="26996"/>
                  </a:lnTo>
                  <a:lnTo>
                    <a:pt x="42702" y="22456"/>
                  </a:lnTo>
                  <a:lnTo>
                    <a:pt x="48682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4748212" y="0"/>
                  </a:lnTo>
                  <a:lnTo>
                    <a:pt x="4755404" y="0"/>
                  </a:lnTo>
                  <a:lnTo>
                    <a:pt x="4762528" y="701"/>
                  </a:lnTo>
                  <a:lnTo>
                    <a:pt x="4769582" y="2104"/>
                  </a:lnTo>
                  <a:lnTo>
                    <a:pt x="4776636" y="3507"/>
                  </a:lnTo>
                  <a:lnTo>
                    <a:pt x="4809068" y="18460"/>
                  </a:lnTo>
                  <a:lnTo>
                    <a:pt x="4815048" y="22456"/>
                  </a:lnTo>
                  <a:lnTo>
                    <a:pt x="4820581" y="26996"/>
                  </a:lnTo>
                  <a:lnTo>
                    <a:pt x="4825667" y="32082"/>
                  </a:lnTo>
                  <a:lnTo>
                    <a:pt x="4830753" y="37168"/>
                  </a:lnTo>
                  <a:lnTo>
                    <a:pt x="4852163" y="74263"/>
                  </a:lnTo>
                  <a:lnTo>
                    <a:pt x="4855644" y="88167"/>
                  </a:lnTo>
                  <a:lnTo>
                    <a:pt x="4857047" y="95221"/>
                  </a:lnTo>
                  <a:lnTo>
                    <a:pt x="4857749" y="102345"/>
                  </a:lnTo>
                  <a:lnTo>
                    <a:pt x="4857750" y="109537"/>
                  </a:lnTo>
                  <a:lnTo>
                    <a:pt x="4857750" y="2519362"/>
                  </a:lnTo>
                  <a:lnTo>
                    <a:pt x="4857749" y="2526554"/>
                  </a:lnTo>
                  <a:lnTo>
                    <a:pt x="4857047" y="2533677"/>
                  </a:lnTo>
                  <a:lnTo>
                    <a:pt x="4855644" y="2540731"/>
                  </a:lnTo>
                  <a:lnTo>
                    <a:pt x="4854241" y="2547785"/>
                  </a:lnTo>
                  <a:lnTo>
                    <a:pt x="4835293" y="2586197"/>
                  </a:lnTo>
                  <a:lnTo>
                    <a:pt x="4809068" y="2610439"/>
                  </a:lnTo>
                  <a:lnTo>
                    <a:pt x="4803088" y="2614434"/>
                  </a:lnTo>
                  <a:lnTo>
                    <a:pt x="4796774" y="2617808"/>
                  </a:lnTo>
                  <a:lnTo>
                    <a:pt x="4790129" y="2620561"/>
                  </a:lnTo>
                  <a:lnTo>
                    <a:pt x="4783485" y="2623313"/>
                  </a:lnTo>
                  <a:lnTo>
                    <a:pt x="4776636" y="2625391"/>
                  </a:lnTo>
                  <a:lnTo>
                    <a:pt x="4769582" y="2626794"/>
                  </a:lnTo>
                  <a:lnTo>
                    <a:pt x="4762528" y="2628197"/>
                  </a:lnTo>
                  <a:lnTo>
                    <a:pt x="4755404" y="2628899"/>
                  </a:lnTo>
                  <a:lnTo>
                    <a:pt x="4748212" y="2628899"/>
                  </a:lnTo>
                  <a:lnTo>
                    <a:pt x="109538" y="2628899"/>
                  </a:lnTo>
                  <a:lnTo>
                    <a:pt x="102344" y="2628899"/>
                  </a:lnTo>
                  <a:lnTo>
                    <a:pt x="95221" y="2628197"/>
                  </a:lnTo>
                  <a:lnTo>
                    <a:pt x="88167" y="2626794"/>
                  </a:lnTo>
                  <a:lnTo>
                    <a:pt x="81113" y="2625391"/>
                  </a:lnTo>
                  <a:lnTo>
                    <a:pt x="74263" y="2623313"/>
                  </a:lnTo>
                  <a:lnTo>
                    <a:pt x="67619" y="2620561"/>
                  </a:lnTo>
                  <a:lnTo>
                    <a:pt x="60974" y="2617808"/>
                  </a:lnTo>
                  <a:lnTo>
                    <a:pt x="54661" y="2614434"/>
                  </a:lnTo>
                  <a:lnTo>
                    <a:pt x="48682" y="2610439"/>
                  </a:lnTo>
                  <a:lnTo>
                    <a:pt x="42702" y="2606443"/>
                  </a:lnTo>
                  <a:lnTo>
                    <a:pt x="37168" y="2601902"/>
                  </a:lnTo>
                  <a:lnTo>
                    <a:pt x="32083" y="2596816"/>
                  </a:lnTo>
                  <a:lnTo>
                    <a:pt x="26997" y="2591730"/>
                  </a:lnTo>
                  <a:lnTo>
                    <a:pt x="5585" y="2554635"/>
                  </a:lnTo>
                  <a:lnTo>
                    <a:pt x="2105" y="2540731"/>
                  </a:lnTo>
                  <a:lnTo>
                    <a:pt x="701" y="2533677"/>
                  </a:lnTo>
                  <a:lnTo>
                    <a:pt x="0" y="2526554"/>
                  </a:lnTo>
                  <a:lnTo>
                    <a:pt x="0" y="25193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648449" y="1847849"/>
              <a:ext cx="4848225" cy="428625"/>
            </a:xfrm>
            <a:custGeom>
              <a:avLst/>
              <a:gdLst/>
              <a:ahLst/>
              <a:cxnLst/>
              <a:rect l="l" t="t" r="r" b="b"/>
              <a:pathLst>
                <a:path w="4848225" h="428625">
                  <a:moveTo>
                    <a:pt x="4848224" y="428624"/>
                  </a:moveTo>
                  <a:lnTo>
                    <a:pt x="0" y="428624"/>
                  </a:lnTo>
                  <a:lnTo>
                    <a:pt x="0" y="104775"/>
                  </a:lnTo>
                  <a:lnTo>
                    <a:pt x="7974" y="64679"/>
                  </a:lnTo>
                  <a:lnTo>
                    <a:pt x="30687" y="30687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4743450" y="0"/>
                  </a:lnTo>
                  <a:lnTo>
                    <a:pt x="4783544" y="7975"/>
                  </a:lnTo>
                  <a:lnTo>
                    <a:pt x="4817536" y="30687"/>
                  </a:lnTo>
                  <a:lnTo>
                    <a:pt x="4840247" y="64679"/>
                  </a:lnTo>
                  <a:lnTo>
                    <a:pt x="4848224" y="104775"/>
                  </a:lnTo>
                  <a:lnTo>
                    <a:pt x="4848224" y="42862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648449" y="2266949"/>
              <a:ext cx="4848225" cy="9525"/>
            </a:xfrm>
            <a:custGeom>
              <a:avLst/>
              <a:gdLst/>
              <a:ahLst/>
              <a:cxnLst/>
              <a:rect l="l" t="t" r="r" b="b"/>
              <a:pathLst>
                <a:path w="4848225" h="9525">
                  <a:moveTo>
                    <a:pt x="48482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848224" y="0"/>
                  </a:lnTo>
                  <a:lnTo>
                    <a:pt x="48482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1798" y="2009774"/>
              <a:ext cx="95250" cy="9524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198" y="2009774"/>
              <a:ext cx="95250" cy="9524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6598" y="2009774"/>
              <a:ext cx="95250" cy="952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281860" y="1938337"/>
              <a:ext cx="4076700" cy="238125"/>
            </a:xfrm>
            <a:custGeom>
              <a:avLst/>
              <a:gdLst/>
              <a:ahLst/>
              <a:cxnLst/>
              <a:rect l="l" t="t" r="r" b="b"/>
              <a:pathLst>
                <a:path w="4076700" h="238125">
                  <a:moveTo>
                    <a:pt x="4027751" y="238124"/>
                  </a:moveTo>
                  <a:lnTo>
                    <a:pt x="48948" y="238124"/>
                  </a:lnTo>
                  <a:lnTo>
                    <a:pt x="45540" y="237789"/>
                  </a:lnTo>
                  <a:lnTo>
                    <a:pt x="10740" y="217702"/>
                  </a:lnTo>
                  <a:lnTo>
                    <a:pt x="0" y="189177"/>
                  </a:lnTo>
                  <a:lnTo>
                    <a:pt x="0" y="18573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4027751" y="0"/>
                  </a:lnTo>
                  <a:lnTo>
                    <a:pt x="4063786" y="17776"/>
                  </a:lnTo>
                  <a:lnTo>
                    <a:pt x="4076700" y="48947"/>
                  </a:lnTo>
                  <a:lnTo>
                    <a:pt x="4076700" y="189177"/>
                  </a:lnTo>
                  <a:lnTo>
                    <a:pt x="4058923" y="225213"/>
                  </a:lnTo>
                  <a:lnTo>
                    <a:pt x="4031158" y="237789"/>
                  </a:lnTo>
                  <a:lnTo>
                    <a:pt x="4027751" y="238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281860" y="1938337"/>
              <a:ext cx="4076700" cy="238125"/>
            </a:xfrm>
            <a:custGeom>
              <a:avLst/>
              <a:gdLst/>
              <a:ahLst/>
              <a:cxnLst/>
              <a:rect l="l" t="t" r="r" b="b"/>
              <a:pathLst>
                <a:path w="4076700" h="238125">
                  <a:moveTo>
                    <a:pt x="0" y="1857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024312" y="0"/>
                  </a:lnTo>
                  <a:lnTo>
                    <a:pt x="4027751" y="0"/>
                  </a:lnTo>
                  <a:lnTo>
                    <a:pt x="4031158" y="335"/>
                  </a:lnTo>
                  <a:lnTo>
                    <a:pt x="4034531" y="1006"/>
                  </a:lnTo>
                  <a:lnTo>
                    <a:pt x="4037904" y="1677"/>
                  </a:lnTo>
                  <a:lnTo>
                    <a:pt x="4041181" y="2671"/>
                  </a:lnTo>
                  <a:lnTo>
                    <a:pt x="4044358" y="3987"/>
                  </a:lnTo>
                  <a:lnTo>
                    <a:pt x="4047536" y="5303"/>
                  </a:lnTo>
                  <a:lnTo>
                    <a:pt x="4050556" y="6917"/>
                  </a:lnTo>
                  <a:lnTo>
                    <a:pt x="4053416" y="8828"/>
                  </a:lnTo>
                  <a:lnTo>
                    <a:pt x="4056276" y="10739"/>
                  </a:lnTo>
                  <a:lnTo>
                    <a:pt x="4075692" y="42167"/>
                  </a:lnTo>
                  <a:lnTo>
                    <a:pt x="4076364" y="45540"/>
                  </a:lnTo>
                  <a:lnTo>
                    <a:pt x="4076700" y="48947"/>
                  </a:lnTo>
                  <a:lnTo>
                    <a:pt x="4076700" y="52387"/>
                  </a:lnTo>
                  <a:lnTo>
                    <a:pt x="4076700" y="185737"/>
                  </a:lnTo>
                  <a:lnTo>
                    <a:pt x="4076700" y="189177"/>
                  </a:lnTo>
                  <a:lnTo>
                    <a:pt x="4076364" y="192583"/>
                  </a:lnTo>
                  <a:lnTo>
                    <a:pt x="4075692" y="195957"/>
                  </a:lnTo>
                  <a:lnTo>
                    <a:pt x="4075021" y="199331"/>
                  </a:lnTo>
                  <a:lnTo>
                    <a:pt x="4053415" y="229295"/>
                  </a:lnTo>
                  <a:lnTo>
                    <a:pt x="4050556" y="231206"/>
                  </a:lnTo>
                  <a:lnTo>
                    <a:pt x="4047536" y="232820"/>
                  </a:lnTo>
                  <a:lnTo>
                    <a:pt x="4044358" y="234137"/>
                  </a:lnTo>
                  <a:lnTo>
                    <a:pt x="4041181" y="235453"/>
                  </a:lnTo>
                  <a:lnTo>
                    <a:pt x="4037904" y="236447"/>
                  </a:lnTo>
                  <a:lnTo>
                    <a:pt x="4034531" y="237118"/>
                  </a:lnTo>
                  <a:lnTo>
                    <a:pt x="4031158" y="237789"/>
                  </a:lnTo>
                  <a:lnTo>
                    <a:pt x="4027751" y="238124"/>
                  </a:lnTo>
                  <a:lnTo>
                    <a:pt x="4024312" y="238124"/>
                  </a:lnTo>
                  <a:lnTo>
                    <a:pt x="52388" y="238124"/>
                  </a:lnTo>
                  <a:lnTo>
                    <a:pt x="48948" y="238124"/>
                  </a:lnTo>
                  <a:lnTo>
                    <a:pt x="45540" y="237789"/>
                  </a:lnTo>
                  <a:lnTo>
                    <a:pt x="42166" y="237118"/>
                  </a:lnTo>
                  <a:lnTo>
                    <a:pt x="38792" y="236447"/>
                  </a:lnTo>
                  <a:lnTo>
                    <a:pt x="6917" y="211982"/>
                  </a:lnTo>
                  <a:lnTo>
                    <a:pt x="3987" y="205785"/>
                  </a:lnTo>
                  <a:lnTo>
                    <a:pt x="2671" y="202607"/>
                  </a:lnTo>
                  <a:lnTo>
                    <a:pt x="1677" y="199331"/>
                  </a:lnTo>
                  <a:lnTo>
                    <a:pt x="1006" y="195957"/>
                  </a:lnTo>
                  <a:lnTo>
                    <a:pt x="335" y="192583"/>
                  </a:lnTo>
                  <a:lnTo>
                    <a:pt x="0" y="18917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95814" y="2003424"/>
              <a:ext cx="73025" cy="9525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529165" y="1968500"/>
            <a:ext cx="8953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648449" y="2276474"/>
            <a:ext cx="4848225" cy="2422525"/>
            <a:chOff x="6648449" y="2276474"/>
            <a:chExt cx="4848225" cy="2422525"/>
          </a:xfrm>
        </p:grpSpPr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81439" y="4616449"/>
              <a:ext cx="63500" cy="8255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648449" y="2276474"/>
              <a:ext cx="4848225" cy="2190750"/>
            </a:xfrm>
            <a:custGeom>
              <a:avLst/>
              <a:gdLst/>
              <a:ahLst/>
              <a:cxnLst/>
              <a:rect l="l" t="t" r="r" b="b"/>
              <a:pathLst>
                <a:path w="4848225" h="2190750">
                  <a:moveTo>
                    <a:pt x="4743450" y="2190749"/>
                  </a:moveTo>
                  <a:lnTo>
                    <a:pt x="104775" y="2190749"/>
                  </a:lnTo>
                  <a:lnTo>
                    <a:pt x="94454" y="2190251"/>
                  </a:lnTo>
                  <a:lnTo>
                    <a:pt x="55333" y="2178363"/>
                  </a:lnTo>
                  <a:lnTo>
                    <a:pt x="23741" y="2152411"/>
                  </a:lnTo>
                  <a:lnTo>
                    <a:pt x="4485" y="2116343"/>
                  </a:lnTo>
                  <a:lnTo>
                    <a:pt x="0" y="2085975"/>
                  </a:lnTo>
                  <a:lnTo>
                    <a:pt x="0" y="0"/>
                  </a:lnTo>
                  <a:lnTo>
                    <a:pt x="4848225" y="0"/>
                  </a:lnTo>
                  <a:lnTo>
                    <a:pt x="4848224" y="2085975"/>
                  </a:lnTo>
                  <a:lnTo>
                    <a:pt x="4840247" y="2126070"/>
                  </a:lnTo>
                  <a:lnTo>
                    <a:pt x="4817536" y="2160062"/>
                  </a:lnTo>
                  <a:lnTo>
                    <a:pt x="4783544" y="2182774"/>
                  </a:lnTo>
                  <a:lnTo>
                    <a:pt x="4743450" y="2190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6833840" y="4583112"/>
            <a:ext cx="322262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0">
                <a:solidFill>
                  <a:srgbClr val="797E94"/>
                </a:solidFill>
                <a:latin typeface="Tahoma"/>
                <a:cs typeface="Tahoma"/>
              </a:rPr>
              <a:t>One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797E94"/>
                </a:solidFill>
                <a:latin typeface="Tahoma"/>
                <a:cs typeface="Tahoma"/>
              </a:rPr>
              <a:t>import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9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5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797E94"/>
                </a:solidFill>
                <a:latin typeface="Tahoma"/>
                <a:cs typeface="Tahoma"/>
              </a:rPr>
              <a:t>one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797E94"/>
                </a:solidFill>
                <a:latin typeface="Tahoma"/>
                <a:cs typeface="Tahoma"/>
              </a:rPr>
              <a:t>function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797E94"/>
                </a:solidFill>
                <a:latin typeface="Tahoma"/>
                <a:cs typeface="Tahoma"/>
              </a:rPr>
              <a:t>call</a:t>
            </a:r>
            <a:r>
              <a:rPr dirty="0" sz="85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9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797E94"/>
                </a:solidFill>
                <a:latin typeface="Tahoma"/>
                <a:cs typeface="Tahoma"/>
              </a:rPr>
              <a:t>one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797E94"/>
                </a:solidFill>
                <a:latin typeface="Tahoma"/>
                <a:cs typeface="Tahoma"/>
              </a:rPr>
              <a:t>heading</a:t>
            </a:r>
            <a:r>
              <a:rPr dirty="0" sz="85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797E94"/>
                </a:solidFill>
                <a:latin typeface="Tahoma"/>
                <a:cs typeface="Tahoma"/>
              </a:rPr>
              <a:t>rendered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797E94"/>
                </a:solidFill>
                <a:latin typeface="Tahoma"/>
                <a:cs typeface="Tahoma"/>
              </a:rPr>
              <a:t>live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797E94"/>
                </a:solidFill>
                <a:latin typeface="Tahoma"/>
                <a:cs typeface="Tahoma"/>
              </a:rPr>
              <a:t>in</a:t>
            </a:r>
            <a:r>
              <a:rPr dirty="0" sz="85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797E94"/>
                </a:solidFill>
                <a:latin typeface="Tahoma"/>
                <a:cs typeface="Tahoma"/>
              </a:rPr>
              <a:t>browser.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5799" y="5934074"/>
            <a:ext cx="10820400" cy="390525"/>
            <a:chOff x="685799" y="5934074"/>
            <a:chExt cx="10820400" cy="390525"/>
          </a:xfrm>
        </p:grpSpPr>
        <p:sp>
          <p:nvSpPr>
            <p:cNvPr id="53" name="object 53"/>
            <p:cNvSpPr/>
            <p:nvPr/>
          </p:nvSpPr>
          <p:spPr>
            <a:xfrm>
              <a:off x="690562" y="5938837"/>
              <a:ext cx="10810875" cy="381000"/>
            </a:xfrm>
            <a:custGeom>
              <a:avLst/>
              <a:gdLst/>
              <a:ahLst/>
              <a:cxnLst/>
              <a:rect l="l" t="t" r="r" b="b"/>
              <a:pathLst>
                <a:path w="10810875" h="381000">
                  <a:moveTo>
                    <a:pt x="10726327" y="380999"/>
                  </a:moveTo>
                  <a:lnTo>
                    <a:pt x="84545" y="380999"/>
                  </a:lnTo>
                  <a:lnTo>
                    <a:pt x="78661" y="380419"/>
                  </a:lnTo>
                  <a:lnTo>
                    <a:pt x="35275" y="362447"/>
                  </a:lnTo>
                  <a:lnTo>
                    <a:pt x="9161" y="330628"/>
                  </a:lnTo>
                  <a:lnTo>
                    <a:pt x="0" y="296453"/>
                  </a:lnTo>
                  <a:lnTo>
                    <a:pt x="0" y="2905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96453"/>
                  </a:lnTo>
                  <a:lnTo>
                    <a:pt x="10798924" y="335843"/>
                  </a:lnTo>
                  <a:lnTo>
                    <a:pt x="10765717" y="369050"/>
                  </a:lnTo>
                  <a:lnTo>
                    <a:pt x="10732211" y="380419"/>
                  </a:lnTo>
                  <a:lnTo>
                    <a:pt x="10726327" y="3809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90562" y="5938837"/>
              <a:ext cx="10810875" cy="381000"/>
            </a:xfrm>
            <a:custGeom>
              <a:avLst/>
              <a:gdLst/>
              <a:ahLst/>
              <a:cxnLst/>
              <a:rect l="l" t="t" r="r" b="b"/>
              <a:pathLst>
                <a:path w="10810875" h="381000">
                  <a:moveTo>
                    <a:pt x="0" y="2905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70" y="9161"/>
                  </a:lnTo>
                  <a:lnTo>
                    <a:pt x="55859" y="6887"/>
                  </a:lnTo>
                  <a:lnTo>
                    <a:pt x="61348" y="4613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38039" y="1738"/>
                  </a:lnTo>
                  <a:lnTo>
                    <a:pt x="10743866" y="2897"/>
                  </a:lnTo>
                  <a:lnTo>
                    <a:pt x="10770657" y="15249"/>
                  </a:lnTo>
                  <a:lnTo>
                    <a:pt x="10775598" y="18550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9"/>
                  </a:lnTo>
                  <a:lnTo>
                    <a:pt x="10806258" y="61347"/>
                  </a:lnTo>
                  <a:lnTo>
                    <a:pt x="10807975" y="67006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90512"/>
                  </a:lnTo>
                  <a:lnTo>
                    <a:pt x="10810872" y="296453"/>
                  </a:lnTo>
                  <a:lnTo>
                    <a:pt x="10810293" y="302337"/>
                  </a:lnTo>
                  <a:lnTo>
                    <a:pt x="10809134" y="308165"/>
                  </a:lnTo>
                  <a:lnTo>
                    <a:pt x="10807975" y="313992"/>
                  </a:lnTo>
                  <a:lnTo>
                    <a:pt x="10788572" y="350294"/>
                  </a:lnTo>
                  <a:lnTo>
                    <a:pt x="10755013" y="374111"/>
                  </a:lnTo>
                  <a:lnTo>
                    <a:pt x="10749524" y="376385"/>
                  </a:lnTo>
                  <a:lnTo>
                    <a:pt x="10720386" y="380999"/>
                  </a:lnTo>
                  <a:lnTo>
                    <a:pt x="90487" y="380999"/>
                  </a:lnTo>
                  <a:lnTo>
                    <a:pt x="55859" y="374111"/>
                  </a:lnTo>
                  <a:lnTo>
                    <a:pt x="50370" y="371837"/>
                  </a:lnTo>
                  <a:lnTo>
                    <a:pt x="18550" y="345723"/>
                  </a:lnTo>
                  <a:lnTo>
                    <a:pt x="1738" y="308165"/>
                  </a:lnTo>
                  <a:lnTo>
                    <a:pt x="0" y="296453"/>
                  </a:lnTo>
                  <a:lnTo>
                    <a:pt x="0" y="2905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835025" y="6035674"/>
            <a:ext cx="1905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8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105024" y="6057899"/>
            <a:ext cx="5953125" cy="142875"/>
            <a:chOff x="2105024" y="6057899"/>
            <a:chExt cx="5953125" cy="142875"/>
          </a:xfrm>
        </p:grpSpPr>
        <p:sp>
          <p:nvSpPr>
            <p:cNvPr id="57" name="object 57"/>
            <p:cNvSpPr/>
            <p:nvPr/>
          </p:nvSpPr>
          <p:spPr>
            <a:xfrm>
              <a:off x="2105024" y="6057899"/>
              <a:ext cx="466725" cy="142875"/>
            </a:xfrm>
            <a:custGeom>
              <a:avLst/>
              <a:gdLst/>
              <a:ahLst/>
              <a:cxnLst/>
              <a:rect l="l" t="t" r="r" b="b"/>
              <a:pathLst>
                <a:path w="466725" h="142875">
                  <a:moveTo>
                    <a:pt x="441939" y="142874"/>
                  </a:moveTo>
                  <a:lnTo>
                    <a:pt x="24785" y="142874"/>
                  </a:lnTo>
                  <a:lnTo>
                    <a:pt x="21140" y="142149"/>
                  </a:lnTo>
                  <a:lnTo>
                    <a:pt x="0" y="118088"/>
                  </a:lnTo>
                  <a:lnTo>
                    <a:pt x="0" y="11429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441939" y="0"/>
                  </a:lnTo>
                  <a:lnTo>
                    <a:pt x="466724" y="24785"/>
                  </a:lnTo>
                  <a:lnTo>
                    <a:pt x="466724" y="118088"/>
                  </a:lnTo>
                  <a:lnTo>
                    <a:pt x="445584" y="142149"/>
                  </a:lnTo>
                  <a:lnTo>
                    <a:pt x="441939" y="14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15273" y="6057899"/>
              <a:ext cx="142874" cy="142874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1128960" y="6030912"/>
            <a:ext cx="749871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time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save</a:t>
            </a:r>
            <a:r>
              <a:rPr dirty="0" sz="900" spc="254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app.py</a:t>
            </a:r>
            <a:r>
              <a:rPr dirty="0" sz="850" spc="-20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auto-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detects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change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shows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"Rerun"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button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top-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right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browser.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(or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press</a:t>
            </a:r>
            <a:r>
              <a:rPr dirty="0" sz="900" spc="2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R</a:t>
            </a:r>
            <a:r>
              <a:rPr dirty="0" sz="850" spc="-20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)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refresh.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81465" y="2444750"/>
            <a:ext cx="231140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30" b="1">
                <a:solidFill>
                  <a:srgbClr val="293283"/>
                </a:solidFill>
                <a:latin typeface="Tahoma"/>
                <a:cs typeface="Tahoma"/>
              </a:rPr>
              <a:t>My</a:t>
            </a:r>
            <a:r>
              <a:rPr dirty="0" sz="195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950" spc="-204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9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950" spc="-204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9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950" spc="-130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900" spc="-70" i="1">
                <a:solidFill>
                  <a:srgbClr val="797E94"/>
                </a:solidFill>
                <a:latin typeface="Trebuchet MS"/>
                <a:cs typeface="Trebuchet MS"/>
              </a:rPr>
              <a:t>(just</a:t>
            </a:r>
            <a:r>
              <a:rPr dirty="0" sz="900" spc="-6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20" i="1">
                <a:solidFill>
                  <a:srgbClr val="797E94"/>
                </a:solidFill>
                <a:latin typeface="Trebuchet MS"/>
                <a:cs typeface="Trebuchet MS"/>
              </a:rPr>
              <a:t>a</a:t>
            </a:r>
            <a:r>
              <a:rPr dirty="0" sz="900" spc="-6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heading, </a:t>
            </a:r>
            <a:r>
              <a:rPr dirty="0" sz="900" spc="-65" i="1">
                <a:solidFill>
                  <a:srgbClr val="797E94"/>
                </a:solidFill>
                <a:latin typeface="Trebuchet MS"/>
                <a:cs typeface="Trebuchet MS"/>
              </a:rPr>
              <a:t>but </a:t>
            </a:r>
            <a:r>
              <a:rPr dirty="0" sz="900" spc="-40" i="1">
                <a:solidFill>
                  <a:srgbClr val="797E94"/>
                </a:solidFill>
                <a:latin typeface="Trebuchet MS"/>
                <a:cs typeface="Trebuchet MS"/>
              </a:rPr>
              <a:t>it's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70" i="1">
                <a:solidFill>
                  <a:srgbClr val="797E94"/>
                </a:solidFill>
                <a:latin typeface="Trebuchet MS"/>
                <a:cs typeface="Trebuchet MS"/>
              </a:rPr>
              <a:t>live</a:t>
            </a:r>
            <a:r>
              <a:rPr dirty="0" sz="900" spc="-6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60" i="1">
                <a:solidFill>
                  <a:srgbClr val="797E94"/>
                </a:solidFill>
                <a:latin typeface="Trebuchet MS"/>
                <a:cs typeface="Trebuchet MS"/>
              </a:rPr>
              <a:t>in </a:t>
            </a:r>
            <a:r>
              <a:rPr dirty="0" sz="900" spc="-20" i="1">
                <a:solidFill>
                  <a:srgbClr val="797E94"/>
                </a:solidFill>
                <a:latin typeface="Trebuchet MS"/>
                <a:cs typeface="Trebuchet MS"/>
              </a:rPr>
              <a:t>a</a:t>
            </a:r>
            <a:r>
              <a:rPr dirty="0" sz="900" spc="-6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797E94"/>
                </a:solidFill>
                <a:latin typeface="Trebuchet MS"/>
                <a:cs typeface="Trebuchet MS"/>
              </a:rPr>
              <a:t>browser)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689335" y="2328671"/>
            <a:ext cx="774700" cy="363220"/>
            <a:chOff x="10689335" y="2328671"/>
            <a:chExt cx="774700" cy="363220"/>
          </a:xfrm>
        </p:grpSpPr>
        <p:sp>
          <p:nvSpPr>
            <p:cNvPr id="62" name="object 62"/>
            <p:cNvSpPr/>
            <p:nvPr/>
          </p:nvSpPr>
          <p:spPr>
            <a:xfrm>
              <a:off x="10689335" y="2328671"/>
              <a:ext cx="774700" cy="363220"/>
            </a:xfrm>
            <a:custGeom>
              <a:avLst/>
              <a:gdLst/>
              <a:ahLst/>
              <a:cxnLst/>
              <a:rect l="l" t="t" r="r" b="b"/>
              <a:pathLst>
                <a:path w="774700" h="363219">
                  <a:moveTo>
                    <a:pt x="774191" y="362711"/>
                  </a:moveTo>
                  <a:lnTo>
                    <a:pt x="0" y="362711"/>
                  </a:lnTo>
                  <a:lnTo>
                    <a:pt x="0" y="0"/>
                  </a:lnTo>
                  <a:lnTo>
                    <a:pt x="774191" y="0"/>
                  </a:lnTo>
                  <a:lnTo>
                    <a:pt x="774191" y="71627"/>
                  </a:lnTo>
                  <a:lnTo>
                    <a:pt x="140588" y="71627"/>
                  </a:lnTo>
                  <a:lnTo>
                    <a:pt x="131086" y="72499"/>
                  </a:lnTo>
                  <a:lnTo>
                    <a:pt x="96450" y="100970"/>
                  </a:lnTo>
                  <a:lnTo>
                    <a:pt x="92963" y="119252"/>
                  </a:lnTo>
                  <a:lnTo>
                    <a:pt x="92963" y="204977"/>
                  </a:lnTo>
                  <a:lnTo>
                    <a:pt x="114247" y="244756"/>
                  </a:lnTo>
                  <a:lnTo>
                    <a:pt x="140588" y="252602"/>
                  </a:lnTo>
                  <a:lnTo>
                    <a:pt x="774191" y="252602"/>
                  </a:lnTo>
                  <a:lnTo>
                    <a:pt x="774191" y="362711"/>
                  </a:lnTo>
                  <a:close/>
                </a:path>
                <a:path w="774700" h="363219">
                  <a:moveTo>
                    <a:pt x="774191" y="252602"/>
                  </a:moveTo>
                  <a:lnTo>
                    <a:pt x="635888" y="252602"/>
                  </a:lnTo>
                  <a:lnTo>
                    <a:pt x="645391" y="251731"/>
                  </a:lnTo>
                  <a:lnTo>
                    <a:pt x="654170" y="249115"/>
                  </a:lnTo>
                  <a:lnTo>
                    <a:pt x="682641" y="214480"/>
                  </a:lnTo>
                  <a:lnTo>
                    <a:pt x="683513" y="204977"/>
                  </a:lnTo>
                  <a:lnTo>
                    <a:pt x="683513" y="119252"/>
                  </a:lnTo>
                  <a:lnTo>
                    <a:pt x="662228" y="79474"/>
                  </a:lnTo>
                  <a:lnTo>
                    <a:pt x="635888" y="71627"/>
                  </a:lnTo>
                  <a:lnTo>
                    <a:pt x="774191" y="71627"/>
                  </a:lnTo>
                  <a:lnTo>
                    <a:pt x="774191" y="252602"/>
                  </a:lnTo>
                  <a:close/>
                </a:path>
              </a:pathLst>
            </a:custGeom>
            <a:solidFill>
              <a:srgbClr val="FF6A5B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0772772" y="2390774"/>
              <a:ext cx="609600" cy="200025"/>
            </a:xfrm>
            <a:custGeom>
              <a:avLst/>
              <a:gdLst/>
              <a:ahLst/>
              <a:cxnLst/>
              <a:rect l="l" t="t" r="r" b="b"/>
              <a:pathLst>
                <a:path w="609600" h="200025">
                  <a:moveTo>
                    <a:pt x="556203" y="200024"/>
                  </a:moveTo>
                  <a:lnTo>
                    <a:pt x="53397" y="200024"/>
                  </a:lnTo>
                  <a:lnTo>
                    <a:pt x="49680" y="199658"/>
                  </a:lnTo>
                  <a:lnTo>
                    <a:pt x="14086" y="180632"/>
                  </a:lnTo>
                  <a:lnTo>
                    <a:pt x="0" y="146627"/>
                  </a:lnTo>
                  <a:lnTo>
                    <a:pt x="1" y="14287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556203" y="0"/>
                  </a:lnTo>
                  <a:lnTo>
                    <a:pt x="595515" y="19392"/>
                  </a:lnTo>
                  <a:lnTo>
                    <a:pt x="609601" y="53397"/>
                  </a:lnTo>
                  <a:lnTo>
                    <a:pt x="609601" y="146627"/>
                  </a:lnTo>
                  <a:lnTo>
                    <a:pt x="590206" y="185939"/>
                  </a:lnTo>
                  <a:lnTo>
                    <a:pt x="559919" y="199658"/>
                  </a:lnTo>
                  <a:lnTo>
                    <a:pt x="556203" y="20002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64403" y="2441574"/>
              <a:ext cx="73025" cy="98425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10988227" y="2416175"/>
            <a:ext cx="3251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5" b="1">
                <a:solidFill>
                  <a:srgbClr val="FFFFFF"/>
                </a:solidFill>
                <a:latin typeface="Tahoma"/>
                <a:cs typeface="Tahoma"/>
              </a:rPr>
              <a:t>RERUN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5920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0934" y="530225"/>
            <a:ext cx="1717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777875"/>
            <a:ext cx="5969635" cy="368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275"/>
              <a:t>Step</a:t>
            </a:r>
            <a:r>
              <a:rPr dirty="0" sz="2250" spc="-210"/>
              <a:t> </a:t>
            </a:r>
            <a:r>
              <a:rPr dirty="0" sz="2250" spc="-305"/>
              <a:t>2</a:t>
            </a:r>
            <a:r>
              <a:rPr dirty="0" sz="2250" spc="-210"/>
              <a:t> </a:t>
            </a:r>
            <a:r>
              <a:rPr dirty="0" sz="2250" spc="-30"/>
              <a:t>—</a:t>
            </a:r>
            <a:r>
              <a:rPr dirty="0" sz="2250" spc="-210"/>
              <a:t> </a:t>
            </a:r>
            <a:r>
              <a:rPr dirty="0" sz="2250" spc="-190"/>
              <a:t>A</a:t>
            </a:r>
            <a:r>
              <a:rPr dirty="0" sz="2250" spc="-210"/>
              <a:t> </a:t>
            </a:r>
            <a:r>
              <a:rPr dirty="0" sz="2250" spc="-265"/>
              <a:t>text</a:t>
            </a:r>
            <a:r>
              <a:rPr dirty="0" sz="2250" spc="-204"/>
              <a:t> </a:t>
            </a:r>
            <a:r>
              <a:rPr dirty="0" sz="2250" spc="-290"/>
              <a:t>box</a:t>
            </a:r>
            <a:r>
              <a:rPr dirty="0" sz="2250" spc="-210"/>
              <a:t> </a:t>
            </a:r>
            <a:r>
              <a:rPr dirty="0" sz="2250" spc="-240"/>
              <a:t>that</a:t>
            </a:r>
            <a:r>
              <a:rPr dirty="0" sz="2250" spc="-210"/>
              <a:t> </a:t>
            </a:r>
            <a:r>
              <a:rPr dirty="0" sz="2250" spc="-275"/>
              <a:t>remembers</a:t>
            </a:r>
            <a:r>
              <a:rPr dirty="0" sz="2250" spc="-210"/>
              <a:t> </a:t>
            </a:r>
            <a:r>
              <a:rPr dirty="0" sz="2250" spc="-280"/>
              <a:t>what</a:t>
            </a:r>
            <a:r>
              <a:rPr dirty="0" sz="2250" spc="-210"/>
              <a:t> </a:t>
            </a:r>
            <a:r>
              <a:rPr dirty="0" sz="2250" spc="-260"/>
              <a:t>you</a:t>
            </a:r>
            <a:r>
              <a:rPr dirty="0" sz="2250" spc="-210"/>
              <a:t> </a:t>
            </a:r>
            <a:r>
              <a:rPr dirty="0" sz="2250" spc="-150"/>
              <a:t>type.</a:t>
            </a:r>
            <a:endParaRPr sz="2250"/>
          </a:p>
        </p:txBody>
      </p:sp>
      <p:sp>
        <p:nvSpPr>
          <p:cNvPr id="5" name="object 5"/>
          <p:cNvSpPr/>
          <p:nvPr/>
        </p:nvSpPr>
        <p:spPr>
          <a:xfrm>
            <a:off x="7305674" y="1257299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356214" y="152399"/>
                </a:moveTo>
                <a:lnTo>
                  <a:pt x="24785" y="152399"/>
                </a:lnTo>
                <a:lnTo>
                  <a:pt x="21140" y="151674"/>
                </a:lnTo>
                <a:lnTo>
                  <a:pt x="0" y="127614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356214" y="0"/>
                </a:lnTo>
                <a:lnTo>
                  <a:pt x="380999" y="24785"/>
                </a:lnTo>
                <a:lnTo>
                  <a:pt x="380999" y="127614"/>
                </a:lnTo>
                <a:lnTo>
                  <a:pt x="359859" y="151674"/>
                </a:lnTo>
                <a:lnTo>
                  <a:pt x="356214" y="1523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85799" y="1543049"/>
            <a:ext cx="5743575" cy="3552825"/>
            <a:chOff x="685799" y="1543049"/>
            <a:chExt cx="5743575" cy="3552825"/>
          </a:xfrm>
        </p:grpSpPr>
        <p:sp>
          <p:nvSpPr>
            <p:cNvPr id="7" name="object 7"/>
            <p:cNvSpPr/>
            <p:nvPr/>
          </p:nvSpPr>
          <p:spPr>
            <a:xfrm>
              <a:off x="690562" y="1547812"/>
              <a:ext cx="5734050" cy="3543300"/>
            </a:xfrm>
            <a:custGeom>
              <a:avLst/>
              <a:gdLst/>
              <a:ahLst/>
              <a:cxnLst/>
              <a:rect l="l" t="t" r="r" b="b"/>
              <a:pathLst>
                <a:path w="5734050" h="3543300">
                  <a:moveTo>
                    <a:pt x="5631704" y="3543299"/>
                  </a:moveTo>
                  <a:lnTo>
                    <a:pt x="102345" y="3543299"/>
                  </a:lnTo>
                  <a:lnTo>
                    <a:pt x="95221" y="3542598"/>
                  </a:lnTo>
                  <a:lnTo>
                    <a:pt x="54661" y="3528834"/>
                  </a:lnTo>
                  <a:lnTo>
                    <a:pt x="22456" y="3500597"/>
                  </a:lnTo>
                  <a:lnTo>
                    <a:pt x="3507" y="3462185"/>
                  </a:lnTo>
                  <a:lnTo>
                    <a:pt x="0" y="3440954"/>
                  </a:lnTo>
                  <a:lnTo>
                    <a:pt x="0" y="343376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631704" y="0"/>
                  </a:lnTo>
                  <a:lnTo>
                    <a:pt x="5673073" y="11090"/>
                  </a:lnTo>
                  <a:lnTo>
                    <a:pt x="5707051" y="37168"/>
                  </a:lnTo>
                  <a:lnTo>
                    <a:pt x="5728462" y="74263"/>
                  </a:lnTo>
                  <a:lnTo>
                    <a:pt x="5734048" y="102345"/>
                  </a:lnTo>
                  <a:lnTo>
                    <a:pt x="5734048" y="3440954"/>
                  </a:lnTo>
                  <a:lnTo>
                    <a:pt x="5722958" y="3482324"/>
                  </a:lnTo>
                  <a:lnTo>
                    <a:pt x="5696880" y="3516302"/>
                  </a:lnTo>
                  <a:lnTo>
                    <a:pt x="5659784" y="3537713"/>
                  </a:lnTo>
                  <a:lnTo>
                    <a:pt x="5638827" y="3542598"/>
                  </a:lnTo>
                  <a:lnTo>
                    <a:pt x="5631704" y="35432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1547812"/>
              <a:ext cx="5734050" cy="3543300"/>
            </a:xfrm>
            <a:custGeom>
              <a:avLst/>
              <a:gdLst/>
              <a:ahLst/>
              <a:cxnLst/>
              <a:rect l="l" t="t" r="r" b="b"/>
              <a:pathLst>
                <a:path w="5734050" h="3543300">
                  <a:moveTo>
                    <a:pt x="0" y="34337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8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624512" y="0"/>
                  </a:lnTo>
                  <a:lnTo>
                    <a:pt x="5631704" y="0"/>
                  </a:lnTo>
                  <a:lnTo>
                    <a:pt x="5638827" y="701"/>
                  </a:lnTo>
                  <a:lnTo>
                    <a:pt x="5679386" y="14464"/>
                  </a:lnTo>
                  <a:lnTo>
                    <a:pt x="5685366" y="18460"/>
                  </a:lnTo>
                  <a:lnTo>
                    <a:pt x="5691346" y="22456"/>
                  </a:lnTo>
                  <a:lnTo>
                    <a:pt x="5696880" y="26996"/>
                  </a:lnTo>
                  <a:lnTo>
                    <a:pt x="5701966" y="32082"/>
                  </a:lnTo>
                  <a:lnTo>
                    <a:pt x="5707051" y="37168"/>
                  </a:lnTo>
                  <a:lnTo>
                    <a:pt x="5725710" y="67619"/>
                  </a:lnTo>
                  <a:lnTo>
                    <a:pt x="5728462" y="74263"/>
                  </a:lnTo>
                  <a:lnTo>
                    <a:pt x="5734049" y="109537"/>
                  </a:lnTo>
                  <a:lnTo>
                    <a:pt x="5734049" y="3433762"/>
                  </a:lnTo>
                  <a:lnTo>
                    <a:pt x="5734048" y="3440954"/>
                  </a:lnTo>
                  <a:lnTo>
                    <a:pt x="5733347" y="3448077"/>
                  </a:lnTo>
                  <a:lnTo>
                    <a:pt x="5731943" y="3455131"/>
                  </a:lnTo>
                  <a:lnTo>
                    <a:pt x="5730540" y="3462185"/>
                  </a:lnTo>
                  <a:lnTo>
                    <a:pt x="5711592" y="3500597"/>
                  </a:lnTo>
                  <a:lnTo>
                    <a:pt x="5701966" y="3511216"/>
                  </a:lnTo>
                  <a:lnTo>
                    <a:pt x="5696880" y="3516302"/>
                  </a:lnTo>
                  <a:lnTo>
                    <a:pt x="5659784" y="3537713"/>
                  </a:lnTo>
                  <a:lnTo>
                    <a:pt x="5631704" y="3543299"/>
                  </a:lnTo>
                  <a:lnTo>
                    <a:pt x="5624512" y="3543299"/>
                  </a:lnTo>
                  <a:lnTo>
                    <a:pt x="109537" y="3543299"/>
                  </a:lnTo>
                  <a:lnTo>
                    <a:pt x="102345" y="3543299"/>
                  </a:lnTo>
                  <a:lnTo>
                    <a:pt x="95221" y="3542598"/>
                  </a:lnTo>
                  <a:lnTo>
                    <a:pt x="88167" y="3541194"/>
                  </a:lnTo>
                  <a:lnTo>
                    <a:pt x="81113" y="3539791"/>
                  </a:lnTo>
                  <a:lnTo>
                    <a:pt x="74264" y="3537713"/>
                  </a:lnTo>
                  <a:lnTo>
                    <a:pt x="67619" y="3534960"/>
                  </a:lnTo>
                  <a:lnTo>
                    <a:pt x="60974" y="3532207"/>
                  </a:lnTo>
                  <a:lnTo>
                    <a:pt x="32082" y="3511216"/>
                  </a:lnTo>
                  <a:lnTo>
                    <a:pt x="26997" y="3506131"/>
                  </a:lnTo>
                  <a:lnTo>
                    <a:pt x="5585" y="3469035"/>
                  </a:lnTo>
                  <a:lnTo>
                    <a:pt x="2104" y="3455131"/>
                  </a:lnTo>
                  <a:lnTo>
                    <a:pt x="701" y="3448077"/>
                  </a:lnTo>
                  <a:lnTo>
                    <a:pt x="0" y="3440954"/>
                  </a:lnTo>
                  <a:lnTo>
                    <a:pt x="0" y="343376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5324" y="1552574"/>
              <a:ext cx="5724525" cy="381000"/>
            </a:xfrm>
            <a:custGeom>
              <a:avLst/>
              <a:gdLst/>
              <a:ahLst/>
              <a:cxnLst/>
              <a:rect l="l" t="t" r="r" b="b"/>
              <a:pathLst>
                <a:path w="5724525" h="381000">
                  <a:moveTo>
                    <a:pt x="5724524" y="380999"/>
                  </a:moveTo>
                  <a:lnTo>
                    <a:pt x="0" y="380999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619749" y="0"/>
                  </a:lnTo>
                  <a:lnTo>
                    <a:pt x="5659844" y="7975"/>
                  </a:lnTo>
                  <a:lnTo>
                    <a:pt x="5693836" y="30687"/>
                  </a:lnTo>
                  <a:lnTo>
                    <a:pt x="5716549" y="64679"/>
                  </a:lnTo>
                  <a:lnTo>
                    <a:pt x="5724524" y="104775"/>
                  </a:lnTo>
                  <a:lnTo>
                    <a:pt x="5724524" y="380999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1924049"/>
              <a:ext cx="5724525" cy="9525"/>
            </a:xfrm>
            <a:custGeom>
              <a:avLst/>
              <a:gdLst/>
              <a:ahLst/>
              <a:cxnLst/>
              <a:rect l="l" t="t" r="r" b="b"/>
              <a:pathLst>
                <a:path w="5724525" h="9525">
                  <a:moveTo>
                    <a:pt x="57245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24524" y="0"/>
                  </a:lnTo>
                  <a:lnTo>
                    <a:pt x="572452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324" y="2962274"/>
              <a:ext cx="5724525" cy="180975"/>
            </a:xfrm>
            <a:custGeom>
              <a:avLst/>
              <a:gdLst/>
              <a:ahLst/>
              <a:cxnLst/>
              <a:rect l="l" t="t" r="r" b="b"/>
              <a:pathLst>
                <a:path w="5724525" h="180975">
                  <a:moveTo>
                    <a:pt x="5724524" y="180974"/>
                  </a:moveTo>
                  <a:lnTo>
                    <a:pt x="0" y="180974"/>
                  </a:lnTo>
                  <a:lnTo>
                    <a:pt x="0" y="0"/>
                  </a:lnTo>
                  <a:lnTo>
                    <a:pt x="5724524" y="0"/>
                  </a:lnTo>
                  <a:lnTo>
                    <a:pt x="5724524" y="180974"/>
                  </a:lnTo>
                  <a:close/>
                </a:path>
              </a:pathLst>
            </a:custGeom>
            <a:solidFill>
              <a:srgbClr val="FF8B7E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5324" y="2962274"/>
              <a:ext cx="19050" cy="180975"/>
            </a:xfrm>
            <a:custGeom>
              <a:avLst/>
              <a:gdLst/>
              <a:ahLst/>
              <a:cxnLst/>
              <a:rect l="l" t="t" r="r" b="b"/>
              <a:pathLst>
                <a:path w="19050" h="180975">
                  <a:moveTo>
                    <a:pt x="19049" y="180974"/>
                  </a:moveTo>
                  <a:lnTo>
                    <a:pt x="0" y="180974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18097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4" y="1685924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4" y="1685924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2524" y="1685924"/>
              <a:ext cx="95250" cy="9524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330324" y="1635125"/>
            <a:ext cx="4286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7E9F5"/>
                </a:solidFill>
                <a:latin typeface="Courier New"/>
                <a:cs typeface="Courier New"/>
              </a:rPr>
              <a:t>app.py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19286" y="1643062"/>
            <a:ext cx="60960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0" y="157162"/>
                </a:moveTo>
                <a:lnTo>
                  <a:pt x="0" y="33337"/>
                </a:lnTo>
                <a:lnTo>
                  <a:pt x="0" y="28916"/>
                </a:lnTo>
                <a:lnTo>
                  <a:pt x="845" y="24664"/>
                </a:lnTo>
                <a:lnTo>
                  <a:pt x="2537" y="20579"/>
                </a:lnTo>
                <a:lnTo>
                  <a:pt x="4229" y="16495"/>
                </a:lnTo>
                <a:lnTo>
                  <a:pt x="6638" y="12890"/>
                </a:lnTo>
                <a:lnTo>
                  <a:pt x="9764" y="9764"/>
                </a:lnTo>
                <a:lnTo>
                  <a:pt x="12890" y="6638"/>
                </a:lnTo>
                <a:lnTo>
                  <a:pt x="16495" y="4229"/>
                </a:lnTo>
                <a:lnTo>
                  <a:pt x="20579" y="2537"/>
                </a:lnTo>
                <a:lnTo>
                  <a:pt x="24664" y="845"/>
                </a:lnTo>
                <a:lnTo>
                  <a:pt x="28916" y="0"/>
                </a:lnTo>
                <a:lnTo>
                  <a:pt x="33337" y="0"/>
                </a:lnTo>
                <a:lnTo>
                  <a:pt x="576262" y="0"/>
                </a:lnTo>
                <a:lnTo>
                  <a:pt x="580683" y="0"/>
                </a:lnTo>
                <a:lnTo>
                  <a:pt x="584935" y="845"/>
                </a:lnTo>
                <a:lnTo>
                  <a:pt x="607061" y="20579"/>
                </a:lnTo>
                <a:lnTo>
                  <a:pt x="608754" y="24664"/>
                </a:lnTo>
                <a:lnTo>
                  <a:pt x="609599" y="28916"/>
                </a:lnTo>
                <a:lnTo>
                  <a:pt x="609600" y="33337"/>
                </a:lnTo>
                <a:lnTo>
                  <a:pt x="609600" y="157162"/>
                </a:lnTo>
                <a:lnTo>
                  <a:pt x="609599" y="161583"/>
                </a:lnTo>
                <a:lnTo>
                  <a:pt x="608754" y="165835"/>
                </a:lnTo>
                <a:lnTo>
                  <a:pt x="607061" y="169919"/>
                </a:lnTo>
                <a:lnTo>
                  <a:pt x="605370" y="174004"/>
                </a:lnTo>
                <a:lnTo>
                  <a:pt x="589020" y="187962"/>
                </a:lnTo>
                <a:lnTo>
                  <a:pt x="584935" y="189653"/>
                </a:lnTo>
                <a:lnTo>
                  <a:pt x="580683" y="190499"/>
                </a:lnTo>
                <a:lnTo>
                  <a:pt x="576262" y="190499"/>
                </a:lnTo>
                <a:lnTo>
                  <a:pt x="33337" y="190499"/>
                </a:lnTo>
                <a:lnTo>
                  <a:pt x="28916" y="190499"/>
                </a:lnTo>
                <a:lnTo>
                  <a:pt x="24664" y="189653"/>
                </a:lnTo>
                <a:lnTo>
                  <a:pt x="20579" y="187962"/>
                </a:lnTo>
                <a:lnTo>
                  <a:pt x="16495" y="186270"/>
                </a:lnTo>
                <a:lnTo>
                  <a:pt x="12890" y="183861"/>
                </a:lnTo>
                <a:lnTo>
                  <a:pt x="9764" y="180735"/>
                </a:lnTo>
                <a:lnTo>
                  <a:pt x="6638" y="177609"/>
                </a:lnTo>
                <a:lnTo>
                  <a:pt x="4229" y="174004"/>
                </a:lnTo>
                <a:lnTo>
                  <a:pt x="2537" y="169919"/>
                </a:lnTo>
                <a:lnTo>
                  <a:pt x="845" y="165835"/>
                </a:lnTo>
                <a:lnTo>
                  <a:pt x="0" y="161583"/>
                </a:lnTo>
                <a:lnTo>
                  <a:pt x="0" y="157162"/>
                </a:lnTo>
              </a:path>
            </a:pathLst>
          </a:custGeom>
          <a:ln w="9524">
            <a:solidFill>
              <a:srgbClr val="FF6A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979364" y="1654175"/>
            <a:ext cx="48323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solidFill>
                  <a:srgbClr val="FF6A5B"/>
                </a:solidFill>
                <a:latin typeface="Courier New"/>
                <a:cs typeface="Courier New"/>
              </a:rPr>
              <a:t>+</a:t>
            </a:r>
            <a:r>
              <a:rPr dirty="0" sz="750" spc="-38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b="1">
                <a:solidFill>
                  <a:srgbClr val="FF6A5B"/>
                </a:solidFill>
                <a:latin typeface="Courier New"/>
                <a:cs typeface="Courier New"/>
              </a:rPr>
              <a:t>1</a:t>
            </a:r>
            <a:r>
              <a:rPr dirty="0" sz="750" spc="15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spc="35" b="1">
                <a:solidFill>
                  <a:srgbClr val="FF6A5B"/>
                </a:solidFill>
                <a:latin typeface="Courier New"/>
                <a:cs typeface="Courier New"/>
              </a:rPr>
              <a:t>LINE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43983" y="1644650"/>
            <a:ext cx="42925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4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4075" y="2035175"/>
            <a:ext cx="1483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900" spc="-9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900" spc="-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90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4075" y="2397125"/>
            <a:ext cx="2277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title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"My</a:t>
            </a:r>
            <a:r>
              <a:rPr dirty="0" sz="900" spc="-8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First</a:t>
            </a:r>
            <a:r>
              <a:rPr dirty="0" sz="900" spc="-8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Streamlit</a:t>
            </a:r>
            <a:r>
              <a:rPr dirty="0" sz="900" spc="-8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App"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4075" y="2768600"/>
            <a:ext cx="168211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NEW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LINE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text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input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4374" y="2949575"/>
            <a:ext cx="5705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900" spc="-6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6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text_input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"What's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your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name?"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4075" y="3439159"/>
            <a:ext cx="2409825" cy="587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3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`name`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is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now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string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variable.</a:t>
            </a:r>
            <a:r>
              <a:rPr dirty="0" sz="900" spc="50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It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holds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whatever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user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typed.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If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empty,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it's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an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empty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string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"".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4075" y="4182109"/>
            <a:ext cx="3468370" cy="75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7160">
              <a:lnSpc>
                <a:spcPct val="131900"/>
              </a:lnSpc>
              <a:spcBef>
                <a:spcPts val="10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10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Save.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Click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"Rerun"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browser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(or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press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R).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Type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your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name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box.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31900"/>
              </a:lnSpc>
              <a:spcBef>
                <a:spcPts val="7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Nothing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else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happens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yet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haven't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USED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`name`.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That's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Step</a:t>
            </a:r>
            <a:r>
              <a:rPr dirty="0" sz="90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3.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219699"/>
            <a:ext cx="209550" cy="20954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749299" y="5235575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0599" y="5238749"/>
            <a:ext cx="1333500" cy="133350"/>
          </a:xfrm>
          <a:custGeom>
            <a:avLst/>
            <a:gdLst/>
            <a:ahLst/>
            <a:cxnLst/>
            <a:rect l="l" t="t" r="r" b="b"/>
            <a:pathLst>
              <a:path w="1333500" h="133350">
                <a:moveTo>
                  <a:pt x="1308714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1308714" y="0"/>
                </a:lnTo>
                <a:lnTo>
                  <a:pt x="1333499" y="24785"/>
                </a:lnTo>
                <a:lnTo>
                  <a:pt x="1333499" y="108563"/>
                </a:lnTo>
                <a:lnTo>
                  <a:pt x="1312358" y="132624"/>
                </a:lnTo>
                <a:lnTo>
                  <a:pt x="130871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648324"/>
            <a:ext cx="209550" cy="20954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49299" y="5664200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90599" y="5667374"/>
            <a:ext cx="714375" cy="133350"/>
          </a:xfrm>
          <a:custGeom>
            <a:avLst/>
            <a:gdLst/>
            <a:ahLst/>
            <a:cxnLst/>
            <a:rect l="l" t="t" r="r" b="b"/>
            <a:pathLst>
              <a:path w="714375" h="133350">
                <a:moveTo>
                  <a:pt x="689589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689589" y="0"/>
                </a:lnTo>
                <a:lnTo>
                  <a:pt x="714374" y="24785"/>
                </a:lnTo>
                <a:lnTo>
                  <a:pt x="714374" y="108563"/>
                </a:lnTo>
                <a:lnTo>
                  <a:pt x="693234" y="132624"/>
                </a:lnTo>
                <a:lnTo>
                  <a:pt x="68958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829298" y="5667374"/>
            <a:ext cx="533400" cy="133350"/>
          </a:xfrm>
          <a:custGeom>
            <a:avLst/>
            <a:gdLst/>
            <a:ahLst/>
            <a:cxnLst/>
            <a:rect l="l" t="t" r="r" b="b"/>
            <a:pathLst>
              <a:path w="533400" h="133350">
                <a:moveTo>
                  <a:pt x="508614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508614" y="0"/>
                </a:lnTo>
                <a:lnTo>
                  <a:pt x="533399" y="24785"/>
                </a:lnTo>
                <a:lnTo>
                  <a:pt x="533399" y="108563"/>
                </a:lnTo>
                <a:lnTo>
                  <a:pt x="512258" y="132624"/>
                </a:lnTo>
                <a:lnTo>
                  <a:pt x="50861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977900" y="5172709"/>
            <a:ext cx="5445125" cy="62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7625">
              <a:lnSpc>
                <a:spcPct val="125000"/>
              </a:lnSpc>
              <a:spcBef>
                <a:spcPts val="100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st.text_input("...")</a:t>
            </a:r>
            <a:r>
              <a:rPr dirty="0" sz="800" spc="18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text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box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label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above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label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string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required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uses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it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accessibility.</a:t>
            </a:r>
            <a:endParaRPr sz="900">
              <a:latin typeface="Tahoma"/>
              <a:cs typeface="Tahoma"/>
            </a:endParaRPr>
          </a:p>
          <a:p>
            <a:pPr marL="59690">
              <a:lnSpc>
                <a:spcPct val="100000"/>
              </a:lnSpc>
              <a:spcBef>
                <a:spcPts val="944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800" spc="5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800" spc="5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...</a:t>
            </a:r>
            <a:r>
              <a:rPr dirty="0" sz="800" spc="14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function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current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value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text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box.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Assign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variable,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like</a:t>
            </a:r>
            <a:r>
              <a:rPr dirty="0" sz="900" spc="3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input()</a:t>
            </a:r>
            <a:r>
              <a:rPr dirty="0" sz="800" spc="-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953124"/>
            <a:ext cx="209550" cy="20954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49299" y="5968999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7900" y="5940424"/>
            <a:ext cx="53492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293283"/>
                </a:solidFill>
                <a:latin typeface="Tahoma"/>
                <a:cs typeface="Tahoma"/>
              </a:rPr>
              <a:t>Re-</a:t>
            </a: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runs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on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every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14" b="1">
                <a:solidFill>
                  <a:srgbClr val="293283"/>
                </a:solidFill>
                <a:latin typeface="Tahoma"/>
                <a:cs typeface="Tahoma"/>
              </a:rPr>
              <a:t>keystroke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Every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time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type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character,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re-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runs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whole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script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new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value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04899" y="6143624"/>
            <a:ext cx="352425" cy="133350"/>
          </a:xfrm>
          <a:custGeom>
            <a:avLst/>
            <a:gdLst/>
            <a:ahLst/>
            <a:cxnLst/>
            <a:rect l="l" t="t" r="r" b="b"/>
            <a:pathLst>
              <a:path w="352425" h="133350">
                <a:moveTo>
                  <a:pt x="327639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327639" y="0"/>
                </a:lnTo>
                <a:lnTo>
                  <a:pt x="352424" y="24785"/>
                </a:lnTo>
                <a:lnTo>
                  <a:pt x="352424" y="108563"/>
                </a:lnTo>
                <a:lnTo>
                  <a:pt x="331284" y="132624"/>
                </a:lnTo>
                <a:lnTo>
                  <a:pt x="32763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144141" y="6111874"/>
            <a:ext cx="1843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800" spc="-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loop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slide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5.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40165" y="1565274"/>
            <a:ext cx="117475" cy="7937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673099" y="1211262"/>
            <a:ext cx="8834755" cy="4705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line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below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title.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Save.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"Rerun"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browser.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Now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there's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text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box.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Type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name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variable</a:t>
            </a:r>
            <a:r>
              <a:rPr dirty="0" sz="1050" spc="3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90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holds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whatever</a:t>
            </a:r>
            <a:r>
              <a:rPr dirty="0" sz="10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05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typed.</a:t>
            </a:r>
            <a:endParaRPr sz="10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240"/>
              </a:spcBef>
            </a:pP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5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13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AT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397751" y="1588007"/>
            <a:ext cx="5349240" cy="2606040"/>
            <a:chOff x="6397751" y="1588007"/>
            <a:chExt cx="5349240" cy="2606040"/>
          </a:xfrm>
        </p:grpSpPr>
        <p:sp>
          <p:nvSpPr>
            <p:cNvPr id="42" name="object 42"/>
            <p:cNvSpPr/>
            <p:nvPr/>
          </p:nvSpPr>
          <p:spPr>
            <a:xfrm>
              <a:off x="6397751" y="1588007"/>
              <a:ext cx="5349240" cy="2606040"/>
            </a:xfrm>
            <a:custGeom>
              <a:avLst/>
              <a:gdLst/>
              <a:ahLst/>
              <a:cxnLst/>
              <a:rect l="l" t="t" r="r" b="b"/>
              <a:pathLst>
                <a:path w="5349240" h="2606040">
                  <a:moveTo>
                    <a:pt x="5349239" y="2606039"/>
                  </a:moveTo>
                  <a:lnTo>
                    <a:pt x="0" y="2606039"/>
                  </a:lnTo>
                  <a:lnTo>
                    <a:pt x="0" y="0"/>
                  </a:lnTo>
                  <a:lnTo>
                    <a:pt x="5349239" y="0"/>
                  </a:lnTo>
                  <a:lnTo>
                    <a:pt x="5349239" y="193166"/>
                  </a:lnTo>
                  <a:lnTo>
                    <a:pt x="355472" y="193166"/>
                  </a:lnTo>
                  <a:lnTo>
                    <a:pt x="345151" y="193665"/>
                  </a:lnTo>
                  <a:lnTo>
                    <a:pt x="306031" y="205552"/>
                  </a:lnTo>
                  <a:lnTo>
                    <a:pt x="274438" y="231505"/>
                  </a:lnTo>
                  <a:lnTo>
                    <a:pt x="255183" y="267572"/>
                  </a:lnTo>
                  <a:lnTo>
                    <a:pt x="250697" y="297941"/>
                  </a:lnTo>
                  <a:lnTo>
                    <a:pt x="250697" y="2193416"/>
                  </a:lnTo>
                  <a:lnTo>
                    <a:pt x="258672" y="2233511"/>
                  </a:lnTo>
                  <a:lnTo>
                    <a:pt x="281384" y="2267503"/>
                  </a:lnTo>
                  <a:lnTo>
                    <a:pt x="315376" y="2290215"/>
                  </a:lnTo>
                  <a:lnTo>
                    <a:pt x="355472" y="2298191"/>
                  </a:lnTo>
                  <a:lnTo>
                    <a:pt x="5349239" y="2298191"/>
                  </a:lnTo>
                  <a:lnTo>
                    <a:pt x="5349239" y="2606039"/>
                  </a:lnTo>
                  <a:close/>
                </a:path>
                <a:path w="5349240" h="2606040">
                  <a:moveTo>
                    <a:pt x="5349239" y="2298191"/>
                  </a:moveTo>
                  <a:lnTo>
                    <a:pt x="4994147" y="2298191"/>
                  </a:lnTo>
                  <a:lnTo>
                    <a:pt x="5004468" y="2297693"/>
                  </a:lnTo>
                  <a:lnTo>
                    <a:pt x="5014591" y="2296197"/>
                  </a:lnTo>
                  <a:lnTo>
                    <a:pt x="5052367" y="2280549"/>
                  </a:lnTo>
                  <a:lnTo>
                    <a:pt x="5081279" y="2251637"/>
                  </a:lnTo>
                  <a:lnTo>
                    <a:pt x="5096927" y="2213861"/>
                  </a:lnTo>
                  <a:lnTo>
                    <a:pt x="5098922" y="2193416"/>
                  </a:lnTo>
                  <a:lnTo>
                    <a:pt x="5098922" y="297941"/>
                  </a:lnTo>
                  <a:lnTo>
                    <a:pt x="5090945" y="257846"/>
                  </a:lnTo>
                  <a:lnTo>
                    <a:pt x="5068233" y="223854"/>
                  </a:lnTo>
                  <a:lnTo>
                    <a:pt x="5034242" y="201142"/>
                  </a:lnTo>
                  <a:lnTo>
                    <a:pt x="4994147" y="193166"/>
                  </a:lnTo>
                  <a:lnTo>
                    <a:pt x="5349239" y="193166"/>
                  </a:lnTo>
                  <a:lnTo>
                    <a:pt x="5349239" y="2298191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643686" y="1776412"/>
              <a:ext cx="4857750" cy="2114550"/>
            </a:xfrm>
            <a:custGeom>
              <a:avLst/>
              <a:gdLst/>
              <a:ahLst/>
              <a:cxnLst/>
              <a:rect l="l" t="t" r="r" b="b"/>
              <a:pathLst>
                <a:path w="4857750" h="2114550">
                  <a:moveTo>
                    <a:pt x="4755404" y="2114549"/>
                  </a:moveTo>
                  <a:lnTo>
                    <a:pt x="102344" y="2114549"/>
                  </a:lnTo>
                  <a:lnTo>
                    <a:pt x="95221" y="2113847"/>
                  </a:lnTo>
                  <a:lnTo>
                    <a:pt x="54661" y="2100084"/>
                  </a:lnTo>
                  <a:lnTo>
                    <a:pt x="22456" y="2071848"/>
                  </a:lnTo>
                  <a:lnTo>
                    <a:pt x="3507" y="2033435"/>
                  </a:lnTo>
                  <a:lnTo>
                    <a:pt x="0" y="2012204"/>
                  </a:lnTo>
                  <a:lnTo>
                    <a:pt x="0" y="20050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4755404" y="0"/>
                  </a:lnTo>
                  <a:lnTo>
                    <a:pt x="4796774" y="11090"/>
                  </a:lnTo>
                  <a:lnTo>
                    <a:pt x="4830753" y="37168"/>
                  </a:lnTo>
                  <a:lnTo>
                    <a:pt x="4852163" y="74263"/>
                  </a:lnTo>
                  <a:lnTo>
                    <a:pt x="4857749" y="102345"/>
                  </a:lnTo>
                  <a:lnTo>
                    <a:pt x="4857749" y="2012204"/>
                  </a:lnTo>
                  <a:lnTo>
                    <a:pt x="4846658" y="2053575"/>
                  </a:lnTo>
                  <a:lnTo>
                    <a:pt x="4820581" y="2087552"/>
                  </a:lnTo>
                  <a:lnTo>
                    <a:pt x="4783485" y="2108964"/>
                  </a:lnTo>
                  <a:lnTo>
                    <a:pt x="4762528" y="2113848"/>
                  </a:lnTo>
                  <a:lnTo>
                    <a:pt x="4755404" y="2114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643686" y="1776412"/>
              <a:ext cx="4857750" cy="2114550"/>
            </a:xfrm>
            <a:custGeom>
              <a:avLst/>
              <a:gdLst/>
              <a:ahLst/>
              <a:cxnLst/>
              <a:rect l="l" t="t" r="r" b="b"/>
              <a:pathLst>
                <a:path w="4857750" h="2114550">
                  <a:moveTo>
                    <a:pt x="0" y="20050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3" y="32082"/>
                  </a:lnTo>
                  <a:lnTo>
                    <a:pt x="37168" y="26996"/>
                  </a:lnTo>
                  <a:lnTo>
                    <a:pt x="42702" y="22456"/>
                  </a:lnTo>
                  <a:lnTo>
                    <a:pt x="48682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4748212" y="0"/>
                  </a:lnTo>
                  <a:lnTo>
                    <a:pt x="4755404" y="0"/>
                  </a:lnTo>
                  <a:lnTo>
                    <a:pt x="4762528" y="701"/>
                  </a:lnTo>
                  <a:lnTo>
                    <a:pt x="4769582" y="2104"/>
                  </a:lnTo>
                  <a:lnTo>
                    <a:pt x="4776636" y="3507"/>
                  </a:lnTo>
                  <a:lnTo>
                    <a:pt x="4783485" y="5585"/>
                  </a:lnTo>
                  <a:lnTo>
                    <a:pt x="4790129" y="8337"/>
                  </a:lnTo>
                  <a:lnTo>
                    <a:pt x="4796774" y="11090"/>
                  </a:lnTo>
                  <a:lnTo>
                    <a:pt x="4803088" y="14464"/>
                  </a:lnTo>
                  <a:lnTo>
                    <a:pt x="4809068" y="18460"/>
                  </a:lnTo>
                  <a:lnTo>
                    <a:pt x="4815048" y="22456"/>
                  </a:lnTo>
                  <a:lnTo>
                    <a:pt x="4820581" y="26996"/>
                  </a:lnTo>
                  <a:lnTo>
                    <a:pt x="4825667" y="32082"/>
                  </a:lnTo>
                  <a:lnTo>
                    <a:pt x="4830753" y="37168"/>
                  </a:lnTo>
                  <a:lnTo>
                    <a:pt x="4852163" y="74263"/>
                  </a:lnTo>
                  <a:lnTo>
                    <a:pt x="4857750" y="109537"/>
                  </a:lnTo>
                  <a:lnTo>
                    <a:pt x="4857750" y="2005012"/>
                  </a:lnTo>
                  <a:lnTo>
                    <a:pt x="4857749" y="2012204"/>
                  </a:lnTo>
                  <a:lnTo>
                    <a:pt x="4857047" y="2019327"/>
                  </a:lnTo>
                  <a:lnTo>
                    <a:pt x="4855644" y="2026381"/>
                  </a:lnTo>
                  <a:lnTo>
                    <a:pt x="4854241" y="2033435"/>
                  </a:lnTo>
                  <a:lnTo>
                    <a:pt x="4852163" y="2040285"/>
                  </a:lnTo>
                  <a:lnTo>
                    <a:pt x="4849411" y="2046930"/>
                  </a:lnTo>
                  <a:lnTo>
                    <a:pt x="4846658" y="2053575"/>
                  </a:lnTo>
                  <a:lnTo>
                    <a:pt x="4820581" y="2087552"/>
                  </a:lnTo>
                  <a:lnTo>
                    <a:pt x="4790129" y="2106211"/>
                  </a:lnTo>
                  <a:lnTo>
                    <a:pt x="4783485" y="2108964"/>
                  </a:lnTo>
                  <a:lnTo>
                    <a:pt x="4776636" y="2111041"/>
                  </a:lnTo>
                  <a:lnTo>
                    <a:pt x="4769582" y="2112444"/>
                  </a:lnTo>
                  <a:lnTo>
                    <a:pt x="4762528" y="2113848"/>
                  </a:lnTo>
                  <a:lnTo>
                    <a:pt x="4755404" y="2114549"/>
                  </a:lnTo>
                  <a:lnTo>
                    <a:pt x="4748212" y="2114549"/>
                  </a:lnTo>
                  <a:lnTo>
                    <a:pt x="109538" y="2114549"/>
                  </a:lnTo>
                  <a:lnTo>
                    <a:pt x="67619" y="2106211"/>
                  </a:lnTo>
                  <a:lnTo>
                    <a:pt x="60974" y="2103458"/>
                  </a:lnTo>
                  <a:lnTo>
                    <a:pt x="54661" y="2100084"/>
                  </a:lnTo>
                  <a:lnTo>
                    <a:pt x="48682" y="2096089"/>
                  </a:lnTo>
                  <a:lnTo>
                    <a:pt x="42702" y="2092093"/>
                  </a:lnTo>
                  <a:lnTo>
                    <a:pt x="37168" y="2087552"/>
                  </a:lnTo>
                  <a:lnTo>
                    <a:pt x="32083" y="2082466"/>
                  </a:lnTo>
                  <a:lnTo>
                    <a:pt x="26997" y="2077381"/>
                  </a:lnTo>
                  <a:lnTo>
                    <a:pt x="22456" y="2071848"/>
                  </a:lnTo>
                  <a:lnTo>
                    <a:pt x="18460" y="2065867"/>
                  </a:lnTo>
                  <a:lnTo>
                    <a:pt x="14464" y="2059887"/>
                  </a:lnTo>
                  <a:lnTo>
                    <a:pt x="2105" y="2026381"/>
                  </a:lnTo>
                  <a:lnTo>
                    <a:pt x="701" y="2019327"/>
                  </a:lnTo>
                  <a:lnTo>
                    <a:pt x="0" y="2012204"/>
                  </a:lnTo>
                  <a:lnTo>
                    <a:pt x="0" y="20050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648449" y="1781174"/>
              <a:ext cx="4848225" cy="438150"/>
            </a:xfrm>
            <a:custGeom>
              <a:avLst/>
              <a:gdLst/>
              <a:ahLst/>
              <a:cxnLst/>
              <a:rect l="l" t="t" r="r" b="b"/>
              <a:pathLst>
                <a:path w="4848225" h="438150">
                  <a:moveTo>
                    <a:pt x="4848224" y="438149"/>
                  </a:moveTo>
                  <a:lnTo>
                    <a:pt x="0" y="438149"/>
                  </a:lnTo>
                  <a:lnTo>
                    <a:pt x="0" y="104775"/>
                  </a:lnTo>
                  <a:lnTo>
                    <a:pt x="7974" y="64679"/>
                  </a:lnTo>
                  <a:lnTo>
                    <a:pt x="30687" y="30687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4743450" y="0"/>
                  </a:lnTo>
                  <a:lnTo>
                    <a:pt x="4783544" y="7975"/>
                  </a:lnTo>
                  <a:lnTo>
                    <a:pt x="4817536" y="30687"/>
                  </a:lnTo>
                  <a:lnTo>
                    <a:pt x="4840247" y="64679"/>
                  </a:lnTo>
                  <a:lnTo>
                    <a:pt x="4848224" y="104775"/>
                  </a:lnTo>
                  <a:lnTo>
                    <a:pt x="4848224" y="4381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648449" y="2209799"/>
              <a:ext cx="4848225" cy="9525"/>
            </a:xfrm>
            <a:custGeom>
              <a:avLst/>
              <a:gdLst/>
              <a:ahLst/>
              <a:cxnLst/>
              <a:rect l="l" t="t" r="r" b="b"/>
              <a:pathLst>
                <a:path w="4848225" h="9525">
                  <a:moveTo>
                    <a:pt x="48482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848224" y="0"/>
                  </a:lnTo>
                  <a:lnTo>
                    <a:pt x="48482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1798" y="1952624"/>
              <a:ext cx="95250" cy="9524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198" y="1952624"/>
              <a:ext cx="95250" cy="952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6598" y="1952624"/>
              <a:ext cx="95250" cy="9524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281860" y="1871662"/>
              <a:ext cx="4076700" cy="247650"/>
            </a:xfrm>
            <a:custGeom>
              <a:avLst/>
              <a:gdLst/>
              <a:ahLst/>
              <a:cxnLst/>
              <a:rect l="l" t="t" r="r" b="b"/>
              <a:pathLst>
                <a:path w="4076700" h="247650">
                  <a:moveTo>
                    <a:pt x="4027751" y="247649"/>
                  </a:moveTo>
                  <a:lnTo>
                    <a:pt x="48948" y="247649"/>
                  </a:lnTo>
                  <a:lnTo>
                    <a:pt x="45540" y="247314"/>
                  </a:lnTo>
                  <a:lnTo>
                    <a:pt x="10740" y="227227"/>
                  </a:lnTo>
                  <a:lnTo>
                    <a:pt x="0" y="198702"/>
                  </a:lnTo>
                  <a:lnTo>
                    <a:pt x="0" y="19526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4027751" y="0"/>
                  </a:lnTo>
                  <a:lnTo>
                    <a:pt x="4063786" y="17776"/>
                  </a:lnTo>
                  <a:lnTo>
                    <a:pt x="4076700" y="48947"/>
                  </a:lnTo>
                  <a:lnTo>
                    <a:pt x="4076700" y="198702"/>
                  </a:lnTo>
                  <a:lnTo>
                    <a:pt x="4058923" y="234738"/>
                  </a:lnTo>
                  <a:lnTo>
                    <a:pt x="4031158" y="247314"/>
                  </a:lnTo>
                  <a:lnTo>
                    <a:pt x="4027751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281860" y="1871662"/>
              <a:ext cx="4076700" cy="247650"/>
            </a:xfrm>
            <a:custGeom>
              <a:avLst/>
              <a:gdLst/>
              <a:ahLst/>
              <a:cxnLst/>
              <a:rect l="l" t="t" r="r" b="b"/>
              <a:pathLst>
                <a:path w="4076700" h="247650">
                  <a:moveTo>
                    <a:pt x="0" y="1952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024312" y="0"/>
                  </a:lnTo>
                  <a:lnTo>
                    <a:pt x="4027751" y="0"/>
                  </a:lnTo>
                  <a:lnTo>
                    <a:pt x="4031158" y="335"/>
                  </a:lnTo>
                  <a:lnTo>
                    <a:pt x="4034531" y="1006"/>
                  </a:lnTo>
                  <a:lnTo>
                    <a:pt x="4037904" y="1677"/>
                  </a:lnTo>
                  <a:lnTo>
                    <a:pt x="4041181" y="2671"/>
                  </a:lnTo>
                  <a:lnTo>
                    <a:pt x="4044358" y="3987"/>
                  </a:lnTo>
                  <a:lnTo>
                    <a:pt x="4047536" y="5303"/>
                  </a:lnTo>
                  <a:lnTo>
                    <a:pt x="4074026" y="35517"/>
                  </a:lnTo>
                  <a:lnTo>
                    <a:pt x="4075692" y="42167"/>
                  </a:lnTo>
                  <a:lnTo>
                    <a:pt x="4076364" y="45540"/>
                  </a:lnTo>
                  <a:lnTo>
                    <a:pt x="4076700" y="48947"/>
                  </a:lnTo>
                  <a:lnTo>
                    <a:pt x="4076700" y="52387"/>
                  </a:lnTo>
                  <a:lnTo>
                    <a:pt x="4076700" y="195262"/>
                  </a:lnTo>
                  <a:lnTo>
                    <a:pt x="4076700" y="198702"/>
                  </a:lnTo>
                  <a:lnTo>
                    <a:pt x="4076364" y="202108"/>
                  </a:lnTo>
                  <a:lnTo>
                    <a:pt x="4075692" y="205482"/>
                  </a:lnTo>
                  <a:lnTo>
                    <a:pt x="4075021" y="208856"/>
                  </a:lnTo>
                  <a:lnTo>
                    <a:pt x="4053415" y="238820"/>
                  </a:lnTo>
                  <a:lnTo>
                    <a:pt x="4050556" y="240731"/>
                  </a:lnTo>
                  <a:lnTo>
                    <a:pt x="4047536" y="242345"/>
                  </a:lnTo>
                  <a:lnTo>
                    <a:pt x="4044358" y="243661"/>
                  </a:lnTo>
                  <a:lnTo>
                    <a:pt x="4041181" y="244978"/>
                  </a:lnTo>
                  <a:lnTo>
                    <a:pt x="4037904" y="245972"/>
                  </a:lnTo>
                  <a:lnTo>
                    <a:pt x="4034531" y="246643"/>
                  </a:lnTo>
                  <a:lnTo>
                    <a:pt x="4031158" y="247314"/>
                  </a:lnTo>
                  <a:lnTo>
                    <a:pt x="4027751" y="247649"/>
                  </a:lnTo>
                  <a:lnTo>
                    <a:pt x="4024312" y="247649"/>
                  </a:lnTo>
                  <a:lnTo>
                    <a:pt x="52388" y="247649"/>
                  </a:lnTo>
                  <a:lnTo>
                    <a:pt x="32339" y="243661"/>
                  </a:lnTo>
                  <a:lnTo>
                    <a:pt x="29160" y="242345"/>
                  </a:lnTo>
                  <a:lnTo>
                    <a:pt x="3987" y="215309"/>
                  </a:lnTo>
                  <a:lnTo>
                    <a:pt x="2671" y="212132"/>
                  </a:lnTo>
                  <a:lnTo>
                    <a:pt x="1677" y="208856"/>
                  </a:lnTo>
                  <a:lnTo>
                    <a:pt x="1006" y="205482"/>
                  </a:lnTo>
                  <a:lnTo>
                    <a:pt x="335" y="202108"/>
                  </a:lnTo>
                  <a:lnTo>
                    <a:pt x="0" y="198702"/>
                  </a:lnTo>
                  <a:lnTo>
                    <a:pt x="0" y="195262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5814" y="1946274"/>
              <a:ext cx="73025" cy="9525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529165" y="1901825"/>
            <a:ext cx="8953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46515" y="2219324"/>
            <a:ext cx="4850765" cy="1851025"/>
            <a:chOff x="6646515" y="2219324"/>
            <a:chExt cx="4850765" cy="1851025"/>
          </a:xfrm>
        </p:grpSpPr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46515" y="3997324"/>
              <a:ext cx="104775" cy="7302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48437" y="2219324"/>
              <a:ext cx="4848225" cy="1666875"/>
            </a:xfrm>
            <a:custGeom>
              <a:avLst/>
              <a:gdLst/>
              <a:ahLst/>
              <a:cxnLst/>
              <a:rect l="l" t="t" r="r" b="b"/>
              <a:pathLst>
                <a:path w="4848225" h="1666875">
                  <a:moveTo>
                    <a:pt x="4848225" y="0"/>
                  </a:moveTo>
                  <a:lnTo>
                    <a:pt x="0" y="0"/>
                  </a:lnTo>
                  <a:lnTo>
                    <a:pt x="0" y="1562100"/>
                  </a:lnTo>
                  <a:lnTo>
                    <a:pt x="7975" y="1602206"/>
                  </a:lnTo>
                  <a:lnTo>
                    <a:pt x="30695" y="1636191"/>
                  </a:lnTo>
                  <a:lnTo>
                    <a:pt x="64681" y="1658899"/>
                  </a:lnTo>
                  <a:lnTo>
                    <a:pt x="104775" y="1666875"/>
                  </a:lnTo>
                  <a:lnTo>
                    <a:pt x="4743450" y="1666875"/>
                  </a:lnTo>
                  <a:lnTo>
                    <a:pt x="4783556" y="1658899"/>
                  </a:lnTo>
                  <a:lnTo>
                    <a:pt x="4817542" y="1636191"/>
                  </a:lnTo>
                  <a:lnTo>
                    <a:pt x="4840249" y="1602206"/>
                  </a:lnTo>
                  <a:lnTo>
                    <a:pt x="4848225" y="1562100"/>
                  </a:lnTo>
                  <a:lnTo>
                    <a:pt x="4848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881811" y="3052762"/>
              <a:ext cx="4381500" cy="342900"/>
            </a:xfrm>
            <a:custGeom>
              <a:avLst/>
              <a:gdLst/>
              <a:ahLst/>
              <a:cxnLst/>
              <a:rect l="l" t="t" r="r" b="b"/>
              <a:pathLst>
                <a:path w="4381500" h="342900">
                  <a:moveTo>
                    <a:pt x="0" y="2905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329112" y="0"/>
                  </a:lnTo>
                  <a:lnTo>
                    <a:pt x="4332550" y="0"/>
                  </a:lnTo>
                  <a:lnTo>
                    <a:pt x="4335957" y="335"/>
                  </a:lnTo>
                  <a:lnTo>
                    <a:pt x="4339330" y="1006"/>
                  </a:lnTo>
                  <a:lnTo>
                    <a:pt x="4342703" y="1677"/>
                  </a:lnTo>
                  <a:lnTo>
                    <a:pt x="4374580" y="26142"/>
                  </a:lnTo>
                  <a:lnTo>
                    <a:pt x="4381500" y="48947"/>
                  </a:lnTo>
                  <a:lnTo>
                    <a:pt x="4381500" y="52387"/>
                  </a:lnTo>
                  <a:lnTo>
                    <a:pt x="4381500" y="290512"/>
                  </a:lnTo>
                  <a:lnTo>
                    <a:pt x="4381500" y="293952"/>
                  </a:lnTo>
                  <a:lnTo>
                    <a:pt x="4381163" y="297358"/>
                  </a:lnTo>
                  <a:lnTo>
                    <a:pt x="4361076" y="332159"/>
                  </a:lnTo>
                  <a:lnTo>
                    <a:pt x="4358215" y="334070"/>
                  </a:lnTo>
                  <a:lnTo>
                    <a:pt x="4355356" y="335981"/>
                  </a:lnTo>
                  <a:lnTo>
                    <a:pt x="4329112" y="342899"/>
                  </a:lnTo>
                  <a:lnTo>
                    <a:pt x="52388" y="342899"/>
                  </a:lnTo>
                  <a:lnTo>
                    <a:pt x="23282" y="334070"/>
                  </a:lnTo>
                  <a:lnTo>
                    <a:pt x="20422" y="332159"/>
                  </a:lnTo>
                  <a:lnTo>
                    <a:pt x="1006" y="300732"/>
                  </a:lnTo>
                  <a:lnTo>
                    <a:pt x="335" y="297358"/>
                  </a:lnTo>
                  <a:lnTo>
                    <a:pt x="0" y="293952"/>
                  </a:lnTo>
                  <a:lnTo>
                    <a:pt x="0" y="290512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6824315" y="3959225"/>
            <a:ext cx="33820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Each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keystroke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re-</a:t>
            </a:r>
            <a:r>
              <a:rPr dirty="0" sz="800" spc="-35">
                <a:solidFill>
                  <a:srgbClr val="797E94"/>
                </a:solidFill>
                <a:latin typeface="Tahoma"/>
                <a:cs typeface="Tahoma"/>
              </a:rPr>
              <a:t>runs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797E94"/>
                </a:solidFill>
                <a:latin typeface="Tahoma"/>
                <a:cs typeface="Tahoma"/>
              </a:rPr>
              <a:t>entire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797E94"/>
                </a:solidFill>
                <a:latin typeface="Tahoma"/>
                <a:cs typeface="Tahoma"/>
              </a:rPr>
              <a:t>script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—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797E94"/>
                </a:solidFill>
                <a:latin typeface="Tahoma"/>
                <a:cs typeface="Tahoma"/>
              </a:rPr>
              <a:t>watch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797E94"/>
                </a:solidFill>
                <a:latin typeface="Tahoma"/>
                <a:cs typeface="Tahoma"/>
              </a:rPr>
              <a:t>terminal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flicker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as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797E94"/>
                </a:solidFill>
                <a:latin typeface="Tahoma"/>
                <a:cs typeface="Tahoma"/>
              </a:rPr>
              <a:t>you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ahoma"/>
                <a:cs typeface="Tahoma"/>
              </a:rPr>
              <a:t>type.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85799" y="5972174"/>
            <a:ext cx="10820400" cy="352425"/>
            <a:chOff x="685799" y="5972174"/>
            <a:chExt cx="10820400" cy="352425"/>
          </a:xfrm>
        </p:grpSpPr>
        <p:sp>
          <p:nvSpPr>
            <p:cNvPr id="60" name="object 60"/>
            <p:cNvSpPr/>
            <p:nvPr/>
          </p:nvSpPr>
          <p:spPr>
            <a:xfrm>
              <a:off x="690562" y="5976937"/>
              <a:ext cx="10810875" cy="342900"/>
            </a:xfrm>
            <a:custGeom>
              <a:avLst/>
              <a:gdLst/>
              <a:ahLst/>
              <a:cxnLst/>
              <a:rect l="l" t="t" r="r" b="b"/>
              <a:pathLst>
                <a:path w="10810875" h="342900">
                  <a:moveTo>
                    <a:pt x="10726327" y="342898"/>
                  </a:moveTo>
                  <a:lnTo>
                    <a:pt x="84545" y="342898"/>
                  </a:lnTo>
                  <a:lnTo>
                    <a:pt x="78661" y="342319"/>
                  </a:lnTo>
                  <a:lnTo>
                    <a:pt x="35275" y="324347"/>
                  </a:lnTo>
                  <a:lnTo>
                    <a:pt x="9161" y="292528"/>
                  </a:lnTo>
                  <a:lnTo>
                    <a:pt x="0" y="258352"/>
                  </a:lnTo>
                  <a:lnTo>
                    <a:pt x="0" y="252411"/>
                  </a:lnTo>
                  <a:lnTo>
                    <a:pt x="0" y="84544"/>
                  </a:lnTo>
                  <a:lnTo>
                    <a:pt x="11948" y="45154"/>
                  </a:lnTo>
                  <a:lnTo>
                    <a:pt x="45155" y="11947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7"/>
                  </a:lnTo>
                  <a:lnTo>
                    <a:pt x="10798924" y="45154"/>
                  </a:lnTo>
                  <a:lnTo>
                    <a:pt x="10810872" y="84544"/>
                  </a:lnTo>
                  <a:lnTo>
                    <a:pt x="10810872" y="258352"/>
                  </a:lnTo>
                  <a:lnTo>
                    <a:pt x="10798924" y="297742"/>
                  </a:lnTo>
                  <a:lnTo>
                    <a:pt x="10765717" y="330949"/>
                  </a:lnTo>
                  <a:lnTo>
                    <a:pt x="10732211" y="342319"/>
                  </a:lnTo>
                  <a:lnTo>
                    <a:pt x="10726327" y="342898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90562" y="5976937"/>
              <a:ext cx="10810875" cy="342900"/>
            </a:xfrm>
            <a:custGeom>
              <a:avLst/>
              <a:gdLst/>
              <a:ahLst/>
              <a:cxnLst/>
              <a:rect l="l" t="t" r="r" b="b"/>
              <a:pathLst>
                <a:path w="10810875" h="342900">
                  <a:moveTo>
                    <a:pt x="0" y="2524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60502" y="9161"/>
                  </a:lnTo>
                  <a:lnTo>
                    <a:pt x="10770657" y="15249"/>
                  </a:lnTo>
                  <a:lnTo>
                    <a:pt x="10775598" y="18550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6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52412"/>
                  </a:lnTo>
                  <a:lnTo>
                    <a:pt x="10810872" y="258353"/>
                  </a:lnTo>
                  <a:lnTo>
                    <a:pt x="10810293" y="264237"/>
                  </a:lnTo>
                  <a:lnTo>
                    <a:pt x="10809134" y="270065"/>
                  </a:lnTo>
                  <a:lnTo>
                    <a:pt x="10807975" y="275892"/>
                  </a:lnTo>
                  <a:lnTo>
                    <a:pt x="10788572" y="312194"/>
                  </a:lnTo>
                  <a:lnTo>
                    <a:pt x="10755013" y="336011"/>
                  </a:lnTo>
                  <a:lnTo>
                    <a:pt x="10749524" y="338285"/>
                  </a:lnTo>
                  <a:lnTo>
                    <a:pt x="10720386" y="342899"/>
                  </a:lnTo>
                  <a:lnTo>
                    <a:pt x="90487" y="342899"/>
                  </a:lnTo>
                  <a:lnTo>
                    <a:pt x="55859" y="336011"/>
                  </a:lnTo>
                  <a:lnTo>
                    <a:pt x="50370" y="333737"/>
                  </a:lnTo>
                  <a:lnTo>
                    <a:pt x="18550" y="307623"/>
                  </a:lnTo>
                  <a:lnTo>
                    <a:pt x="1738" y="270065"/>
                  </a:lnTo>
                  <a:lnTo>
                    <a:pt x="0" y="258353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796924" y="6054724"/>
            <a:ext cx="73158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90625" algn="l"/>
              </a:tabLst>
            </a:pP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K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284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baseline="-27777" sz="1350" spc="-284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baseline="-27777" sz="1350" spc="-322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9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72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baseline="3472" sz="1200" spc="-18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44" b="1">
                <a:solidFill>
                  <a:srgbClr val="FF6A5B"/>
                </a:solidFill>
                <a:latin typeface="Tahoma"/>
                <a:cs typeface="Tahoma"/>
              </a:rPr>
              <a:t>VAT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27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7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Type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a character,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watch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terminal.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You'll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see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re-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running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script.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That's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run-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loop</a:t>
            </a:r>
            <a:r>
              <a:rPr dirty="0" sz="9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in</a:t>
            </a:r>
            <a:r>
              <a:rPr dirty="0" sz="9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action</a:t>
            </a:r>
            <a:r>
              <a:rPr dirty="0" sz="900" spc="-95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visible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first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time.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62415" y="2359025"/>
            <a:ext cx="195707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20" b="1">
                <a:solidFill>
                  <a:srgbClr val="293283"/>
                </a:solidFill>
                <a:latin typeface="Tahoma"/>
                <a:cs typeface="Tahoma"/>
              </a:rPr>
              <a:t>My</a:t>
            </a:r>
            <a:r>
              <a:rPr dirty="0" sz="16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70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6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70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6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10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950" spc="-95" b="1">
                <a:solidFill>
                  <a:srgbClr val="1B1F3A"/>
                </a:solidFill>
                <a:latin typeface="Tahoma"/>
                <a:cs typeface="Tahoma"/>
              </a:rPr>
              <a:t>What's</a:t>
            </a:r>
            <a:r>
              <a:rPr dirty="0" sz="95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95" b="1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50" spc="-4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20" b="1">
                <a:solidFill>
                  <a:srgbClr val="1B1F3A"/>
                </a:solidFill>
                <a:latin typeface="Tahoma"/>
                <a:cs typeface="Tahoma"/>
              </a:rPr>
              <a:t>name?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967190" y="3121025"/>
            <a:ext cx="3289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5">
                <a:solidFill>
                  <a:srgbClr val="1B1F3A"/>
                </a:solidFill>
                <a:latin typeface="Tahoma"/>
                <a:cs typeface="Tahoma"/>
              </a:rPr>
              <a:t>Aarav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867773" y="3533774"/>
            <a:ext cx="314325" cy="133350"/>
          </a:xfrm>
          <a:custGeom>
            <a:avLst/>
            <a:gdLst/>
            <a:ahLst/>
            <a:cxnLst/>
            <a:rect l="l" t="t" r="r" b="b"/>
            <a:pathLst>
              <a:path w="314325" h="133350">
                <a:moveTo>
                  <a:pt x="289539" y="133349"/>
                </a:moveTo>
                <a:lnTo>
                  <a:pt x="24785" y="133349"/>
                </a:lnTo>
                <a:lnTo>
                  <a:pt x="21139" y="132624"/>
                </a:lnTo>
                <a:lnTo>
                  <a:pt x="0" y="108564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289539" y="0"/>
                </a:lnTo>
                <a:lnTo>
                  <a:pt x="314324" y="24785"/>
                </a:lnTo>
                <a:lnTo>
                  <a:pt x="314324" y="108564"/>
                </a:lnTo>
                <a:lnTo>
                  <a:pt x="293183" y="132624"/>
                </a:lnTo>
                <a:lnTo>
                  <a:pt x="28953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862415" y="3506787"/>
            <a:ext cx="236601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50" i="1">
                <a:solidFill>
                  <a:srgbClr val="797E94"/>
                </a:solidFill>
                <a:latin typeface="Trebuchet MS"/>
                <a:cs typeface="Trebuchet MS"/>
              </a:rPr>
              <a:t>(nothing</a:t>
            </a:r>
            <a:r>
              <a:rPr dirty="0" sz="850" spc="-65" i="1">
                <a:solidFill>
                  <a:srgbClr val="797E94"/>
                </a:solidFill>
                <a:latin typeface="Trebuchet MS"/>
                <a:cs typeface="Trebuchet MS"/>
              </a:rPr>
              <a:t> else</a:t>
            </a:r>
            <a:r>
              <a:rPr dirty="0" sz="85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50" spc="-45" i="1">
                <a:solidFill>
                  <a:srgbClr val="797E94"/>
                </a:solidFill>
                <a:latin typeface="Trebuchet MS"/>
                <a:cs typeface="Trebuchet MS"/>
              </a:rPr>
              <a:t>happens</a:t>
            </a:r>
            <a:r>
              <a:rPr dirty="0" sz="85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50" spc="-70" i="1">
                <a:solidFill>
                  <a:srgbClr val="797E94"/>
                </a:solidFill>
                <a:latin typeface="Trebuchet MS"/>
                <a:cs typeface="Trebuchet MS"/>
              </a:rPr>
              <a:t>yet</a:t>
            </a:r>
            <a:r>
              <a:rPr dirty="0" sz="85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50" spc="150" i="1">
                <a:solidFill>
                  <a:srgbClr val="797E94"/>
                </a:solidFill>
                <a:latin typeface="Trebuchet MS"/>
                <a:cs typeface="Trebuchet MS"/>
              </a:rPr>
              <a:t>—</a:t>
            </a:r>
            <a:r>
              <a:rPr dirty="0" sz="85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50" spc="-50" i="1">
                <a:solidFill>
                  <a:srgbClr val="797E94"/>
                </a:solidFill>
                <a:latin typeface="Trebuchet MS"/>
                <a:cs typeface="Trebuchet MS"/>
              </a:rPr>
              <a:t>we</a:t>
            </a:r>
            <a:r>
              <a:rPr dirty="0" sz="85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50" spc="-40" i="1">
                <a:solidFill>
                  <a:srgbClr val="797E94"/>
                </a:solidFill>
                <a:latin typeface="Trebuchet MS"/>
                <a:cs typeface="Trebuchet MS"/>
              </a:rPr>
              <a:t>haven't</a:t>
            </a:r>
            <a:r>
              <a:rPr dirty="0" sz="850" spc="-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50" spc="-10" i="1">
                <a:solidFill>
                  <a:srgbClr val="797E94"/>
                </a:solidFill>
                <a:latin typeface="Trebuchet MS"/>
                <a:cs typeface="Trebuchet MS"/>
              </a:rPr>
              <a:t>used</a:t>
            </a:r>
            <a:r>
              <a:rPr dirty="0" sz="850" spc="26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50" i="1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750" spc="-140" i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50" i="1">
                <a:solidFill>
                  <a:srgbClr val="797E94"/>
                </a:solidFill>
                <a:latin typeface="Trebuchet MS"/>
                <a:cs typeface="Trebuchet MS"/>
              </a:rPr>
              <a:t>)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689335" y="2270759"/>
            <a:ext cx="774700" cy="363220"/>
            <a:chOff x="10689335" y="2270759"/>
            <a:chExt cx="774700" cy="363220"/>
          </a:xfrm>
        </p:grpSpPr>
        <p:sp>
          <p:nvSpPr>
            <p:cNvPr id="68" name="object 68"/>
            <p:cNvSpPr/>
            <p:nvPr/>
          </p:nvSpPr>
          <p:spPr>
            <a:xfrm>
              <a:off x="10689335" y="2270759"/>
              <a:ext cx="774700" cy="363220"/>
            </a:xfrm>
            <a:custGeom>
              <a:avLst/>
              <a:gdLst/>
              <a:ahLst/>
              <a:cxnLst/>
              <a:rect l="l" t="t" r="r" b="b"/>
              <a:pathLst>
                <a:path w="774700" h="363219">
                  <a:moveTo>
                    <a:pt x="774191" y="362711"/>
                  </a:moveTo>
                  <a:lnTo>
                    <a:pt x="0" y="362711"/>
                  </a:lnTo>
                  <a:lnTo>
                    <a:pt x="0" y="0"/>
                  </a:lnTo>
                  <a:lnTo>
                    <a:pt x="774191" y="0"/>
                  </a:lnTo>
                  <a:lnTo>
                    <a:pt x="774191" y="72389"/>
                  </a:lnTo>
                  <a:lnTo>
                    <a:pt x="140588" y="72389"/>
                  </a:lnTo>
                  <a:lnTo>
                    <a:pt x="131086" y="73261"/>
                  </a:lnTo>
                  <a:lnTo>
                    <a:pt x="96450" y="101732"/>
                  </a:lnTo>
                  <a:lnTo>
                    <a:pt x="92963" y="120014"/>
                  </a:lnTo>
                  <a:lnTo>
                    <a:pt x="92963" y="205739"/>
                  </a:lnTo>
                  <a:lnTo>
                    <a:pt x="114247" y="245518"/>
                  </a:lnTo>
                  <a:lnTo>
                    <a:pt x="140588" y="253364"/>
                  </a:lnTo>
                  <a:lnTo>
                    <a:pt x="774191" y="253364"/>
                  </a:lnTo>
                  <a:lnTo>
                    <a:pt x="774191" y="362711"/>
                  </a:lnTo>
                  <a:close/>
                </a:path>
                <a:path w="774700" h="363219">
                  <a:moveTo>
                    <a:pt x="774191" y="253364"/>
                  </a:moveTo>
                  <a:lnTo>
                    <a:pt x="635888" y="253364"/>
                  </a:lnTo>
                  <a:lnTo>
                    <a:pt x="645391" y="252493"/>
                  </a:lnTo>
                  <a:lnTo>
                    <a:pt x="654170" y="249877"/>
                  </a:lnTo>
                  <a:lnTo>
                    <a:pt x="682641" y="215242"/>
                  </a:lnTo>
                  <a:lnTo>
                    <a:pt x="683513" y="205739"/>
                  </a:lnTo>
                  <a:lnTo>
                    <a:pt x="683513" y="120014"/>
                  </a:lnTo>
                  <a:lnTo>
                    <a:pt x="662228" y="80236"/>
                  </a:lnTo>
                  <a:lnTo>
                    <a:pt x="635888" y="72389"/>
                  </a:lnTo>
                  <a:lnTo>
                    <a:pt x="774191" y="72389"/>
                  </a:lnTo>
                  <a:lnTo>
                    <a:pt x="774191" y="253364"/>
                  </a:lnTo>
                  <a:close/>
                </a:path>
              </a:pathLst>
            </a:custGeom>
            <a:solidFill>
              <a:srgbClr val="FF6A5B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0772772" y="2333624"/>
              <a:ext cx="609600" cy="200025"/>
            </a:xfrm>
            <a:custGeom>
              <a:avLst/>
              <a:gdLst/>
              <a:ahLst/>
              <a:cxnLst/>
              <a:rect l="l" t="t" r="r" b="b"/>
              <a:pathLst>
                <a:path w="609600" h="200025">
                  <a:moveTo>
                    <a:pt x="556203" y="200024"/>
                  </a:moveTo>
                  <a:lnTo>
                    <a:pt x="53397" y="200024"/>
                  </a:lnTo>
                  <a:lnTo>
                    <a:pt x="49680" y="199658"/>
                  </a:lnTo>
                  <a:lnTo>
                    <a:pt x="14086" y="180632"/>
                  </a:lnTo>
                  <a:lnTo>
                    <a:pt x="0" y="146627"/>
                  </a:lnTo>
                  <a:lnTo>
                    <a:pt x="1" y="142874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556203" y="0"/>
                  </a:lnTo>
                  <a:lnTo>
                    <a:pt x="595515" y="19391"/>
                  </a:lnTo>
                  <a:lnTo>
                    <a:pt x="609601" y="53397"/>
                  </a:lnTo>
                  <a:lnTo>
                    <a:pt x="609601" y="146627"/>
                  </a:lnTo>
                  <a:lnTo>
                    <a:pt x="590206" y="185939"/>
                  </a:lnTo>
                  <a:lnTo>
                    <a:pt x="559919" y="199658"/>
                  </a:lnTo>
                  <a:lnTo>
                    <a:pt x="556203" y="20002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864403" y="2384424"/>
              <a:ext cx="73025" cy="98425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10988227" y="2359025"/>
            <a:ext cx="3251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5" b="1">
                <a:solidFill>
                  <a:srgbClr val="FFFFFF"/>
                </a:solidFill>
                <a:latin typeface="Tahoma"/>
                <a:cs typeface="Tahoma"/>
              </a:rPr>
              <a:t>RERUN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296149" y="3143249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9524" y="152399"/>
                </a:moveTo>
                <a:lnTo>
                  <a:pt x="0" y="152399"/>
                </a:lnTo>
                <a:lnTo>
                  <a:pt x="0" y="0"/>
                </a:lnTo>
                <a:lnTo>
                  <a:pt x="9524" y="0"/>
                </a:lnTo>
                <a:lnTo>
                  <a:pt x="9524" y="152399"/>
                </a:lnTo>
                <a:close/>
              </a:path>
            </a:pathLst>
          </a:custGeom>
          <a:solidFill>
            <a:srgbClr val="2932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0</a:t>
            </a:r>
            <a:r>
              <a:rPr dirty="0" spc="-120"/>
              <a:t> </a:t>
            </a:r>
            <a:fld id="{81D60167-4931-47E6-BA6A-407CBD079E47}" type="slidenum">
              <a:rPr dirty="0"/>
              <a:t>2</a:t>
            </a:fld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5920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0934" y="530225"/>
            <a:ext cx="1717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275"/>
              <a:t>Step</a:t>
            </a:r>
            <a:r>
              <a:rPr dirty="0" sz="2250" spc="-200"/>
              <a:t> </a:t>
            </a:r>
            <a:r>
              <a:rPr dirty="0" sz="2250" spc="-305"/>
              <a:t>3</a:t>
            </a:r>
            <a:r>
              <a:rPr dirty="0" sz="2250" spc="-200"/>
              <a:t> </a:t>
            </a:r>
            <a:r>
              <a:rPr dirty="0" sz="2250" spc="-30"/>
              <a:t>—</a:t>
            </a:r>
            <a:r>
              <a:rPr dirty="0" sz="2250" spc="-200"/>
              <a:t> </a:t>
            </a:r>
            <a:r>
              <a:rPr dirty="0" sz="2250" spc="-190"/>
              <a:t>A</a:t>
            </a:r>
            <a:r>
              <a:rPr dirty="0" sz="2250" spc="-200"/>
              <a:t> </a:t>
            </a:r>
            <a:r>
              <a:rPr dirty="0" sz="2250" spc="-235"/>
              <a:t>button.</a:t>
            </a:r>
            <a:r>
              <a:rPr dirty="0" sz="2250" spc="-195"/>
              <a:t> </a:t>
            </a:r>
            <a:r>
              <a:rPr dirty="0" sz="2250" spc="-245"/>
              <a:t>And</a:t>
            </a:r>
            <a:r>
              <a:rPr dirty="0" sz="2250" spc="-200"/>
              <a:t> </a:t>
            </a:r>
            <a:r>
              <a:rPr dirty="0" sz="2250" spc="-229"/>
              <a:t>finally,</a:t>
            </a:r>
            <a:r>
              <a:rPr dirty="0" sz="2250" spc="-200"/>
              <a:t> </a:t>
            </a:r>
            <a:r>
              <a:rPr dirty="0" sz="2250" spc="-305"/>
              <a:t>we</a:t>
            </a:r>
            <a:r>
              <a:rPr dirty="0" sz="2250" spc="-200"/>
              <a:t> </a:t>
            </a:r>
            <a:r>
              <a:rPr dirty="0" sz="2250" spc="-270"/>
              <a:t>use</a:t>
            </a:r>
            <a:r>
              <a:rPr dirty="0" sz="2250" spc="-200"/>
              <a:t> </a:t>
            </a:r>
            <a:r>
              <a:rPr dirty="0" sz="2000" spc="-10">
                <a:solidFill>
                  <a:srgbClr val="FF6A5B"/>
                </a:solidFill>
                <a:latin typeface="Courier New"/>
                <a:cs typeface="Courier New"/>
              </a:rPr>
              <a:t>name</a:t>
            </a:r>
            <a:r>
              <a:rPr dirty="0" sz="2250" spc="-10"/>
              <a:t>.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81299" y="1266824"/>
            <a:ext cx="733425" cy="152400"/>
          </a:xfrm>
          <a:custGeom>
            <a:avLst/>
            <a:gdLst/>
            <a:ahLst/>
            <a:cxnLst/>
            <a:rect l="l" t="t" r="r" b="b"/>
            <a:pathLst>
              <a:path w="733425" h="152400">
                <a:moveTo>
                  <a:pt x="708639" y="152399"/>
                </a:moveTo>
                <a:lnTo>
                  <a:pt x="24785" y="152399"/>
                </a:lnTo>
                <a:lnTo>
                  <a:pt x="21140" y="151674"/>
                </a:lnTo>
                <a:lnTo>
                  <a:pt x="0" y="127614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708639" y="0"/>
                </a:lnTo>
                <a:lnTo>
                  <a:pt x="733424" y="24785"/>
                </a:lnTo>
                <a:lnTo>
                  <a:pt x="733424" y="127614"/>
                </a:lnTo>
                <a:lnTo>
                  <a:pt x="712284" y="151674"/>
                </a:lnTo>
                <a:lnTo>
                  <a:pt x="708639" y="1523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6348" y="1266824"/>
            <a:ext cx="238125" cy="15239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85799" y="1552574"/>
            <a:ext cx="5743575" cy="2962275"/>
            <a:chOff x="685799" y="1552574"/>
            <a:chExt cx="5743575" cy="2962275"/>
          </a:xfrm>
        </p:grpSpPr>
        <p:sp>
          <p:nvSpPr>
            <p:cNvPr id="8" name="object 8"/>
            <p:cNvSpPr/>
            <p:nvPr/>
          </p:nvSpPr>
          <p:spPr>
            <a:xfrm>
              <a:off x="690562" y="1557337"/>
              <a:ext cx="5734050" cy="2952750"/>
            </a:xfrm>
            <a:custGeom>
              <a:avLst/>
              <a:gdLst/>
              <a:ahLst/>
              <a:cxnLst/>
              <a:rect l="l" t="t" r="r" b="b"/>
              <a:pathLst>
                <a:path w="5734050" h="2952750">
                  <a:moveTo>
                    <a:pt x="5631704" y="2952749"/>
                  </a:moveTo>
                  <a:lnTo>
                    <a:pt x="102345" y="2952749"/>
                  </a:lnTo>
                  <a:lnTo>
                    <a:pt x="95221" y="2952047"/>
                  </a:lnTo>
                  <a:lnTo>
                    <a:pt x="54661" y="2938284"/>
                  </a:lnTo>
                  <a:lnTo>
                    <a:pt x="22456" y="2910048"/>
                  </a:lnTo>
                  <a:lnTo>
                    <a:pt x="3507" y="2871635"/>
                  </a:lnTo>
                  <a:lnTo>
                    <a:pt x="0" y="2850404"/>
                  </a:lnTo>
                  <a:lnTo>
                    <a:pt x="0" y="28432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631704" y="0"/>
                  </a:lnTo>
                  <a:lnTo>
                    <a:pt x="5673073" y="11090"/>
                  </a:lnTo>
                  <a:lnTo>
                    <a:pt x="5707051" y="37168"/>
                  </a:lnTo>
                  <a:lnTo>
                    <a:pt x="5728462" y="74263"/>
                  </a:lnTo>
                  <a:lnTo>
                    <a:pt x="5734048" y="102345"/>
                  </a:lnTo>
                  <a:lnTo>
                    <a:pt x="5734048" y="2850404"/>
                  </a:lnTo>
                  <a:lnTo>
                    <a:pt x="5722958" y="2891774"/>
                  </a:lnTo>
                  <a:lnTo>
                    <a:pt x="5696880" y="2925752"/>
                  </a:lnTo>
                  <a:lnTo>
                    <a:pt x="5659784" y="2947163"/>
                  </a:lnTo>
                  <a:lnTo>
                    <a:pt x="5638827" y="2952048"/>
                  </a:lnTo>
                  <a:lnTo>
                    <a:pt x="5631704" y="29527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0562" y="1557337"/>
              <a:ext cx="5734050" cy="2952750"/>
            </a:xfrm>
            <a:custGeom>
              <a:avLst/>
              <a:gdLst/>
              <a:ahLst/>
              <a:cxnLst/>
              <a:rect l="l" t="t" r="r" b="b"/>
              <a:pathLst>
                <a:path w="5734050" h="2952750">
                  <a:moveTo>
                    <a:pt x="0" y="28432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624512" y="0"/>
                  </a:lnTo>
                  <a:lnTo>
                    <a:pt x="5631704" y="0"/>
                  </a:lnTo>
                  <a:lnTo>
                    <a:pt x="5638827" y="701"/>
                  </a:lnTo>
                  <a:lnTo>
                    <a:pt x="5645881" y="2104"/>
                  </a:lnTo>
                  <a:lnTo>
                    <a:pt x="5652934" y="3507"/>
                  </a:lnTo>
                  <a:lnTo>
                    <a:pt x="5691346" y="22456"/>
                  </a:lnTo>
                  <a:lnTo>
                    <a:pt x="5701966" y="32082"/>
                  </a:lnTo>
                  <a:lnTo>
                    <a:pt x="5707051" y="37168"/>
                  </a:lnTo>
                  <a:lnTo>
                    <a:pt x="5728462" y="74263"/>
                  </a:lnTo>
                  <a:lnTo>
                    <a:pt x="5734049" y="109537"/>
                  </a:lnTo>
                  <a:lnTo>
                    <a:pt x="5734049" y="2843212"/>
                  </a:lnTo>
                  <a:lnTo>
                    <a:pt x="5734048" y="2850404"/>
                  </a:lnTo>
                  <a:lnTo>
                    <a:pt x="5733347" y="2857527"/>
                  </a:lnTo>
                  <a:lnTo>
                    <a:pt x="5731943" y="2864581"/>
                  </a:lnTo>
                  <a:lnTo>
                    <a:pt x="5730540" y="2871635"/>
                  </a:lnTo>
                  <a:lnTo>
                    <a:pt x="5728462" y="2878485"/>
                  </a:lnTo>
                  <a:lnTo>
                    <a:pt x="5725710" y="2885129"/>
                  </a:lnTo>
                  <a:lnTo>
                    <a:pt x="5722958" y="2891774"/>
                  </a:lnTo>
                  <a:lnTo>
                    <a:pt x="5719584" y="2898087"/>
                  </a:lnTo>
                  <a:lnTo>
                    <a:pt x="5715588" y="2904067"/>
                  </a:lnTo>
                  <a:lnTo>
                    <a:pt x="5711592" y="2910048"/>
                  </a:lnTo>
                  <a:lnTo>
                    <a:pt x="5685366" y="2934288"/>
                  </a:lnTo>
                  <a:lnTo>
                    <a:pt x="5679386" y="2938284"/>
                  </a:lnTo>
                  <a:lnTo>
                    <a:pt x="5638827" y="2952048"/>
                  </a:lnTo>
                  <a:lnTo>
                    <a:pt x="5624512" y="2952749"/>
                  </a:lnTo>
                  <a:lnTo>
                    <a:pt x="109537" y="2952749"/>
                  </a:lnTo>
                  <a:lnTo>
                    <a:pt x="67619" y="2944411"/>
                  </a:lnTo>
                  <a:lnTo>
                    <a:pt x="60974" y="2941658"/>
                  </a:lnTo>
                  <a:lnTo>
                    <a:pt x="54661" y="2938284"/>
                  </a:lnTo>
                  <a:lnTo>
                    <a:pt x="48681" y="2934288"/>
                  </a:lnTo>
                  <a:lnTo>
                    <a:pt x="42701" y="2930292"/>
                  </a:lnTo>
                  <a:lnTo>
                    <a:pt x="18460" y="2904067"/>
                  </a:lnTo>
                  <a:lnTo>
                    <a:pt x="14464" y="2898087"/>
                  </a:lnTo>
                  <a:lnTo>
                    <a:pt x="2104" y="2864581"/>
                  </a:lnTo>
                  <a:lnTo>
                    <a:pt x="701" y="2857527"/>
                  </a:lnTo>
                  <a:lnTo>
                    <a:pt x="0" y="2850404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1562099"/>
              <a:ext cx="5724525" cy="381000"/>
            </a:xfrm>
            <a:custGeom>
              <a:avLst/>
              <a:gdLst/>
              <a:ahLst/>
              <a:cxnLst/>
              <a:rect l="l" t="t" r="r" b="b"/>
              <a:pathLst>
                <a:path w="5724525" h="381000">
                  <a:moveTo>
                    <a:pt x="5724524" y="380999"/>
                  </a:moveTo>
                  <a:lnTo>
                    <a:pt x="0" y="380999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619749" y="0"/>
                  </a:lnTo>
                  <a:lnTo>
                    <a:pt x="5659844" y="7975"/>
                  </a:lnTo>
                  <a:lnTo>
                    <a:pt x="5693836" y="30687"/>
                  </a:lnTo>
                  <a:lnTo>
                    <a:pt x="5716549" y="64679"/>
                  </a:lnTo>
                  <a:lnTo>
                    <a:pt x="5724524" y="104775"/>
                  </a:lnTo>
                  <a:lnTo>
                    <a:pt x="5724524" y="380999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324" y="1933574"/>
              <a:ext cx="5724525" cy="9525"/>
            </a:xfrm>
            <a:custGeom>
              <a:avLst/>
              <a:gdLst/>
              <a:ahLst/>
              <a:cxnLst/>
              <a:rect l="l" t="t" r="r" b="b"/>
              <a:pathLst>
                <a:path w="5724525" h="9525">
                  <a:moveTo>
                    <a:pt x="57245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24524" y="0"/>
                  </a:lnTo>
                  <a:lnTo>
                    <a:pt x="572452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5324" y="3162299"/>
              <a:ext cx="5724525" cy="180975"/>
            </a:xfrm>
            <a:custGeom>
              <a:avLst/>
              <a:gdLst/>
              <a:ahLst/>
              <a:cxnLst/>
              <a:rect l="l" t="t" r="r" b="b"/>
              <a:pathLst>
                <a:path w="5724525" h="180975">
                  <a:moveTo>
                    <a:pt x="5724524" y="180974"/>
                  </a:moveTo>
                  <a:lnTo>
                    <a:pt x="0" y="180974"/>
                  </a:lnTo>
                  <a:lnTo>
                    <a:pt x="0" y="0"/>
                  </a:lnTo>
                  <a:lnTo>
                    <a:pt x="5724524" y="0"/>
                  </a:lnTo>
                  <a:lnTo>
                    <a:pt x="5724524" y="180974"/>
                  </a:lnTo>
                  <a:close/>
                </a:path>
              </a:pathLst>
            </a:custGeom>
            <a:solidFill>
              <a:srgbClr val="FF8B7E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5324" y="3162299"/>
              <a:ext cx="19050" cy="180975"/>
            </a:xfrm>
            <a:custGeom>
              <a:avLst/>
              <a:gdLst/>
              <a:ahLst/>
              <a:cxnLst/>
              <a:rect l="l" t="t" r="r" b="b"/>
              <a:pathLst>
                <a:path w="19050" h="180975">
                  <a:moveTo>
                    <a:pt x="19049" y="180974"/>
                  </a:moveTo>
                  <a:lnTo>
                    <a:pt x="0" y="180974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18097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724" y="1704974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0124" y="1704974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2524" y="1704974"/>
              <a:ext cx="95250" cy="952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30324" y="1654175"/>
            <a:ext cx="4286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7E9F5"/>
                </a:solidFill>
                <a:latin typeface="Courier New"/>
                <a:cs typeface="Courier New"/>
              </a:rPr>
              <a:t>app.py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19286" y="1652587"/>
            <a:ext cx="60960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0" y="157162"/>
                </a:moveTo>
                <a:lnTo>
                  <a:pt x="0" y="33337"/>
                </a:lnTo>
                <a:lnTo>
                  <a:pt x="0" y="28916"/>
                </a:lnTo>
                <a:lnTo>
                  <a:pt x="845" y="24663"/>
                </a:lnTo>
                <a:lnTo>
                  <a:pt x="2537" y="20579"/>
                </a:lnTo>
                <a:lnTo>
                  <a:pt x="4229" y="16495"/>
                </a:lnTo>
                <a:lnTo>
                  <a:pt x="6638" y="12890"/>
                </a:lnTo>
                <a:lnTo>
                  <a:pt x="9764" y="9764"/>
                </a:lnTo>
                <a:lnTo>
                  <a:pt x="12890" y="6638"/>
                </a:lnTo>
                <a:lnTo>
                  <a:pt x="16495" y="4229"/>
                </a:lnTo>
                <a:lnTo>
                  <a:pt x="20579" y="2537"/>
                </a:lnTo>
                <a:lnTo>
                  <a:pt x="24664" y="845"/>
                </a:lnTo>
                <a:lnTo>
                  <a:pt x="28916" y="0"/>
                </a:lnTo>
                <a:lnTo>
                  <a:pt x="33337" y="0"/>
                </a:lnTo>
                <a:lnTo>
                  <a:pt x="576262" y="0"/>
                </a:lnTo>
                <a:lnTo>
                  <a:pt x="580683" y="0"/>
                </a:lnTo>
                <a:lnTo>
                  <a:pt x="584935" y="845"/>
                </a:lnTo>
                <a:lnTo>
                  <a:pt x="607061" y="20579"/>
                </a:lnTo>
                <a:lnTo>
                  <a:pt x="608754" y="24663"/>
                </a:lnTo>
                <a:lnTo>
                  <a:pt x="609599" y="28916"/>
                </a:lnTo>
                <a:lnTo>
                  <a:pt x="609600" y="33337"/>
                </a:lnTo>
                <a:lnTo>
                  <a:pt x="609600" y="157162"/>
                </a:lnTo>
                <a:lnTo>
                  <a:pt x="609599" y="161583"/>
                </a:lnTo>
                <a:lnTo>
                  <a:pt x="608754" y="165835"/>
                </a:lnTo>
                <a:lnTo>
                  <a:pt x="607061" y="169919"/>
                </a:lnTo>
                <a:lnTo>
                  <a:pt x="605370" y="174004"/>
                </a:lnTo>
                <a:lnTo>
                  <a:pt x="589020" y="187962"/>
                </a:lnTo>
                <a:lnTo>
                  <a:pt x="584935" y="189653"/>
                </a:lnTo>
                <a:lnTo>
                  <a:pt x="580683" y="190499"/>
                </a:lnTo>
                <a:lnTo>
                  <a:pt x="576262" y="190499"/>
                </a:lnTo>
                <a:lnTo>
                  <a:pt x="33337" y="190499"/>
                </a:lnTo>
                <a:lnTo>
                  <a:pt x="28916" y="190499"/>
                </a:lnTo>
                <a:lnTo>
                  <a:pt x="24664" y="189653"/>
                </a:lnTo>
                <a:lnTo>
                  <a:pt x="20579" y="187962"/>
                </a:lnTo>
                <a:lnTo>
                  <a:pt x="16495" y="186270"/>
                </a:lnTo>
                <a:lnTo>
                  <a:pt x="12890" y="183861"/>
                </a:lnTo>
                <a:lnTo>
                  <a:pt x="9764" y="180735"/>
                </a:lnTo>
                <a:lnTo>
                  <a:pt x="6638" y="177609"/>
                </a:lnTo>
                <a:lnTo>
                  <a:pt x="4229" y="174004"/>
                </a:lnTo>
                <a:lnTo>
                  <a:pt x="2537" y="169919"/>
                </a:lnTo>
                <a:lnTo>
                  <a:pt x="845" y="165835"/>
                </a:lnTo>
                <a:lnTo>
                  <a:pt x="0" y="161583"/>
                </a:lnTo>
                <a:lnTo>
                  <a:pt x="0" y="157162"/>
                </a:lnTo>
              </a:path>
            </a:pathLst>
          </a:custGeom>
          <a:ln w="9524">
            <a:solidFill>
              <a:srgbClr val="FF6A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79364" y="1663700"/>
            <a:ext cx="48323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solidFill>
                  <a:srgbClr val="FF6A5B"/>
                </a:solidFill>
                <a:latin typeface="Courier New"/>
                <a:cs typeface="Courier New"/>
              </a:rPr>
              <a:t>+</a:t>
            </a:r>
            <a:r>
              <a:rPr dirty="0" sz="750" spc="-38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b="1">
                <a:solidFill>
                  <a:srgbClr val="FF6A5B"/>
                </a:solidFill>
                <a:latin typeface="Courier New"/>
                <a:cs typeface="Courier New"/>
              </a:rPr>
              <a:t>1</a:t>
            </a:r>
            <a:r>
              <a:rPr dirty="0" sz="750" spc="15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spc="35" b="1">
                <a:solidFill>
                  <a:srgbClr val="FF6A5B"/>
                </a:solidFill>
                <a:latin typeface="Courier New"/>
                <a:cs typeface="Courier New"/>
              </a:rPr>
              <a:t>LINE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43983" y="1663700"/>
            <a:ext cx="42925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4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4075" y="2044700"/>
            <a:ext cx="1483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900" spc="-9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900" spc="-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90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4075" y="2372360"/>
            <a:ext cx="2741295" cy="3873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title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"My</a:t>
            </a:r>
            <a:r>
              <a:rPr dirty="0" sz="900" spc="-8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First</a:t>
            </a:r>
            <a:r>
              <a:rPr dirty="0" sz="900" spc="-8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Streamlit</a:t>
            </a:r>
            <a:r>
              <a:rPr dirty="0" sz="900" spc="-8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App"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900" spc="-6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6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text_input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"What's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your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name?"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4075" y="2959100"/>
            <a:ext cx="14173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NEW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LINE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button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4374" y="3149600"/>
            <a:ext cx="5705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7D4FF"/>
                </a:solidFill>
                <a:latin typeface="Courier New"/>
                <a:cs typeface="Courier New"/>
              </a:rPr>
              <a:t>clicked</a:t>
            </a:r>
            <a:r>
              <a:rPr dirty="0" sz="900" spc="-5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button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"Greet</a:t>
            </a:r>
            <a:r>
              <a:rPr dirty="0" sz="900" spc="-5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me"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4075" y="3648709"/>
            <a:ext cx="3005455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`clicked`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is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True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if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user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just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clicked,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False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otherwise.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4075" y="4244975"/>
            <a:ext cx="1880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Use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it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an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if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statement: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4638674"/>
            <a:ext cx="209550" cy="20954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749299" y="4654550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90599" y="4657724"/>
            <a:ext cx="1085850" cy="133350"/>
          </a:xfrm>
          <a:custGeom>
            <a:avLst/>
            <a:gdLst/>
            <a:ahLst/>
            <a:cxnLst/>
            <a:rect l="l" t="t" r="r" b="b"/>
            <a:pathLst>
              <a:path w="1085850" h="133350">
                <a:moveTo>
                  <a:pt x="1061064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4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1061064" y="0"/>
                </a:lnTo>
                <a:lnTo>
                  <a:pt x="1085849" y="24785"/>
                </a:lnTo>
                <a:lnTo>
                  <a:pt x="1085849" y="108564"/>
                </a:lnTo>
                <a:lnTo>
                  <a:pt x="1064709" y="132624"/>
                </a:lnTo>
                <a:lnTo>
                  <a:pt x="106106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77900" y="4601209"/>
            <a:ext cx="5354320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7625">
              <a:lnSpc>
                <a:spcPct val="118100"/>
              </a:lnSpc>
              <a:spcBef>
                <a:spcPts val="100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st.button("...")</a:t>
            </a:r>
            <a:r>
              <a:rPr dirty="0" sz="800" spc="17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button.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True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run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triggered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click,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False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other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run.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loop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action.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067299"/>
            <a:ext cx="209550" cy="20954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49299" y="5083175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90599" y="5086349"/>
            <a:ext cx="1085850" cy="133350"/>
          </a:xfrm>
          <a:custGeom>
            <a:avLst/>
            <a:gdLst/>
            <a:ahLst/>
            <a:cxnLst/>
            <a:rect l="l" t="t" r="r" b="b"/>
            <a:pathLst>
              <a:path w="1085850" h="133350">
                <a:moveTo>
                  <a:pt x="1061064" y="133349"/>
                </a:moveTo>
                <a:lnTo>
                  <a:pt x="24785" y="133349"/>
                </a:lnTo>
                <a:lnTo>
                  <a:pt x="21140" y="132623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1061064" y="0"/>
                </a:lnTo>
                <a:lnTo>
                  <a:pt x="1085849" y="24785"/>
                </a:lnTo>
                <a:lnTo>
                  <a:pt x="1085849" y="108563"/>
                </a:lnTo>
                <a:lnTo>
                  <a:pt x="1064709" y="132623"/>
                </a:lnTo>
                <a:lnTo>
                  <a:pt x="106106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295524" y="5257799"/>
            <a:ext cx="342900" cy="133350"/>
          </a:xfrm>
          <a:custGeom>
            <a:avLst/>
            <a:gdLst/>
            <a:ahLst/>
            <a:cxnLst/>
            <a:rect l="l" t="t" r="r" b="b"/>
            <a:pathLst>
              <a:path w="342900" h="133350">
                <a:moveTo>
                  <a:pt x="318114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318114" y="0"/>
                </a:lnTo>
                <a:lnTo>
                  <a:pt x="342900" y="24785"/>
                </a:lnTo>
                <a:lnTo>
                  <a:pt x="342900" y="108563"/>
                </a:lnTo>
                <a:lnTo>
                  <a:pt x="321759" y="132624"/>
                </a:lnTo>
                <a:lnTo>
                  <a:pt x="318114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77900" y="5020309"/>
            <a:ext cx="532193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7625">
              <a:lnSpc>
                <a:spcPct val="125000"/>
              </a:lnSpc>
              <a:spcBef>
                <a:spcPts val="100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clicked</a:t>
            </a:r>
            <a:r>
              <a:rPr dirty="0" sz="800" spc="7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and</a:t>
            </a:r>
            <a:r>
              <a:rPr dirty="0" sz="800" spc="7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800" spc="17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Standard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boolean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logic.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check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BOTH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button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was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clicked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the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typed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name.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Without</a:t>
            </a:r>
            <a:r>
              <a:rPr dirty="0" sz="900" spc="3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800" spc="-9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we'd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greet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9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empty</a:t>
            </a:r>
            <a:r>
              <a:rPr dirty="0" sz="9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string.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505449"/>
            <a:ext cx="209550" cy="20954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49299" y="5521325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90599" y="5524499"/>
            <a:ext cx="904875" cy="133350"/>
          </a:xfrm>
          <a:custGeom>
            <a:avLst/>
            <a:gdLst/>
            <a:ahLst/>
            <a:cxnLst/>
            <a:rect l="l" t="t" r="r" b="b"/>
            <a:pathLst>
              <a:path w="904875" h="133350">
                <a:moveTo>
                  <a:pt x="880089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880089" y="0"/>
                </a:lnTo>
                <a:lnTo>
                  <a:pt x="904874" y="24785"/>
                </a:lnTo>
                <a:lnTo>
                  <a:pt x="904874" y="108563"/>
                </a:lnTo>
                <a:lnTo>
                  <a:pt x="883733" y="132624"/>
                </a:lnTo>
                <a:lnTo>
                  <a:pt x="88008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977900" y="5458459"/>
            <a:ext cx="540575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7625">
              <a:lnSpc>
                <a:spcPct val="125000"/>
              </a:lnSpc>
              <a:spcBef>
                <a:spcPts val="100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st.write(...)</a:t>
            </a:r>
            <a:r>
              <a:rPr dirty="0" sz="800" spc="21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Swiss-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army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knife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Streamlit.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almost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anything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strings,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dataframes,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charts,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even Matplotlib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figures.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now,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prints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string.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40165" y="1574799"/>
            <a:ext cx="117475" cy="79375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73099" y="1220787"/>
            <a:ext cx="8834755" cy="4705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button.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clicks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it,</a:t>
            </a:r>
            <a:r>
              <a:rPr dirty="0" sz="1050" spc="3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st.button</a:t>
            </a:r>
            <a:r>
              <a:rPr dirty="0" sz="900" spc="1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True.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1050" spc="3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if</a:t>
            </a:r>
            <a:r>
              <a:rPr dirty="0" sz="900" spc="1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statement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as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ahoma"/>
                <a:cs typeface="Tahoma"/>
              </a:rPr>
              <a:t>any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boolean.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Now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responds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click.</a:t>
            </a:r>
            <a:endParaRPr sz="10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240"/>
              </a:spcBef>
            </a:pP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5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13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AT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800" spc="1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397751" y="1606295"/>
            <a:ext cx="5349240" cy="3091180"/>
            <a:chOff x="6397751" y="1606295"/>
            <a:chExt cx="5349240" cy="3091180"/>
          </a:xfrm>
        </p:grpSpPr>
        <p:sp>
          <p:nvSpPr>
            <p:cNvPr id="43" name="object 43"/>
            <p:cNvSpPr/>
            <p:nvPr/>
          </p:nvSpPr>
          <p:spPr>
            <a:xfrm>
              <a:off x="6397751" y="1606295"/>
              <a:ext cx="5349240" cy="3091180"/>
            </a:xfrm>
            <a:custGeom>
              <a:avLst/>
              <a:gdLst/>
              <a:ahLst/>
              <a:cxnLst/>
              <a:rect l="l" t="t" r="r" b="b"/>
              <a:pathLst>
                <a:path w="5349240" h="3091179">
                  <a:moveTo>
                    <a:pt x="5349239" y="3090671"/>
                  </a:moveTo>
                  <a:lnTo>
                    <a:pt x="0" y="3090671"/>
                  </a:lnTo>
                  <a:lnTo>
                    <a:pt x="0" y="0"/>
                  </a:lnTo>
                  <a:lnTo>
                    <a:pt x="5349239" y="0"/>
                  </a:lnTo>
                  <a:lnTo>
                    <a:pt x="5349239" y="193928"/>
                  </a:lnTo>
                  <a:lnTo>
                    <a:pt x="355472" y="193928"/>
                  </a:lnTo>
                  <a:lnTo>
                    <a:pt x="345151" y="194427"/>
                  </a:lnTo>
                  <a:lnTo>
                    <a:pt x="306031" y="206314"/>
                  </a:lnTo>
                  <a:lnTo>
                    <a:pt x="274438" y="232267"/>
                  </a:lnTo>
                  <a:lnTo>
                    <a:pt x="255183" y="268334"/>
                  </a:lnTo>
                  <a:lnTo>
                    <a:pt x="250697" y="298703"/>
                  </a:lnTo>
                  <a:lnTo>
                    <a:pt x="250697" y="2679953"/>
                  </a:lnTo>
                  <a:lnTo>
                    <a:pt x="258672" y="2720048"/>
                  </a:lnTo>
                  <a:lnTo>
                    <a:pt x="281384" y="2754040"/>
                  </a:lnTo>
                  <a:lnTo>
                    <a:pt x="315376" y="2776753"/>
                  </a:lnTo>
                  <a:lnTo>
                    <a:pt x="355472" y="2784728"/>
                  </a:lnTo>
                  <a:lnTo>
                    <a:pt x="5349239" y="2784728"/>
                  </a:lnTo>
                  <a:lnTo>
                    <a:pt x="5349239" y="3090671"/>
                  </a:lnTo>
                  <a:close/>
                </a:path>
                <a:path w="5349240" h="3091179">
                  <a:moveTo>
                    <a:pt x="5349239" y="2784728"/>
                  </a:moveTo>
                  <a:lnTo>
                    <a:pt x="4994147" y="2784728"/>
                  </a:lnTo>
                  <a:lnTo>
                    <a:pt x="5004468" y="2784230"/>
                  </a:lnTo>
                  <a:lnTo>
                    <a:pt x="5014590" y="2782734"/>
                  </a:lnTo>
                  <a:lnTo>
                    <a:pt x="5052367" y="2767087"/>
                  </a:lnTo>
                  <a:lnTo>
                    <a:pt x="5081279" y="2738174"/>
                  </a:lnTo>
                  <a:lnTo>
                    <a:pt x="5096927" y="2700398"/>
                  </a:lnTo>
                  <a:lnTo>
                    <a:pt x="5098922" y="2679953"/>
                  </a:lnTo>
                  <a:lnTo>
                    <a:pt x="5098922" y="298703"/>
                  </a:lnTo>
                  <a:lnTo>
                    <a:pt x="5090945" y="258608"/>
                  </a:lnTo>
                  <a:lnTo>
                    <a:pt x="5068233" y="224616"/>
                  </a:lnTo>
                  <a:lnTo>
                    <a:pt x="5034242" y="201904"/>
                  </a:lnTo>
                  <a:lnTo>
                    <a:pt x="4994147" y="193928"/>
                  </a:lnTo>
                  <a:lnTo>
                    <a:pt x="5349239" y="193928"/>
                  </a:lnTo>
                  <a:lnTo>
                    <a:pt x="5349239" y="2784728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643686" y="1795462"/>
              <a:ext cx="4857750" cy="2600325"/>
            </a:xfrm>
            <a:custGeom>
              <a:avLst/>
              <a:gdLst/>
              <a:ahLst/>
              <a:cxnLst/>
              <a:rect l="l" t="t" r="r" b="b"/>
              <a:pathLst>
                <a:path w="4857750" h="2600325">
                  <a:moveTo>
                    <a:pt x="4755404" y="2600324"/>
                  </a:moveTo>
                  <a:lnTo>
                    <a:pt x="102344" y="2600324"/>
                  </a:lnTo>
                  <a:lnTo>
                    <a:pt x="95221" y="2599622"/>
                  </a:lnTo>
                  <a:lnTo>
                    <a:pt x="54661" y="2585859"/>
                  </a:lnTo>
                  <a:lnTo>
                    <a:pt x="22456" y="2557622"/>
                  </a:lnTo>
                  <a:lnTo>
                    <a:pt x="3507" y="2519210"/>
                  </a:lnTo>
                  <a:lnTo>
                    <a:pt x="0" y="2497979"/>
                  </a:lnTo>
                  <a:lnTo>
                    <a:pt x="0" y="24907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4755404" y="0"/>
                  </a:lnTo>
                  <a:lnTo>
                    <a:pt x="4796774" y="11090"/>
                  </a:lnTo>
                  <a:lnTo>
                    <a:pt x="4830753" y="37168"/>
                  </a:lnTo>
                  <a:lnTo>
                    <a:pt x="4852163" y="74263"/>
                  </a:lnTo>
                  <a:lnTo>
                    <a:pt x="4857749" y="102344"/>
                  </a:lnTo>
                  <a:lnTo>
                    <a:pt x="4857749" y="2497979"/>
                  </a:lnTo>
                  <a:lnTo>
                    <a:pt x="4846658" y="2539349"/>
                  </a:lnTo>
                  <a:lnTo>
                    <a:pt x="4820581" y="2573326"/>
                  </a:lnTo>
                  <a:lnTo>
                    <a:pt x="4783485" y="2594738"/>
                  </a:lnTo>
                  <a:lnTo>
                    <a:pt x="4762528" y="2599622"/>
                  </a:lnTo>
                  <a:lnTo>
                    <a:pt x="4755404" y="2600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643686" y="1795462"/>
              <a:ext cx="4857750" cy="2600325"/>
            </a:xfrm>
            <a:custGeom>
              <a:avLst/>
              <a:gdLst/>
              <a:ahLst/>
              <a:cxnLst/>
              <a:rect l="l" t="t" r="r" b="b"/>
              <a:pathLst>
                <a:path w="4857750" h="2600325">
                  <a:moveTo>
                    <a:pt x="0" y="24907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3" y="32082"/>
                  </a:lnTo>
                  <a:lnTo>
                    <a:pt x="37168" y="26996"/>
                  </a:lnTo>
                  <a:lnTo>
                    <a:pt x="42702" y="22455"/>
                  </a:lnTo>
                  <a:lnTo>
                    <a:pt x="48682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4748212" y="0"/>
                  </a:lnTo>
                  <a:lnTo>
                    <a:pt x="4755404" y="0"/>
                  </a:lnTo>
                  <a:lnTo>
                    <a:pt x="4762528" y="701"/>
                  </a:lnTo>
                  <a:lnTo>
                    <a:pt x="4769582" y="2104"/>
                  </a:lnTo>
                  <a:lnTo>
                    <a:pt x="4776636" y="3507"/>
                  </a:lnTo>
                  <a:lnTo>
                    <a:pt x="4815048" y="22455"/>
                  </a:lnTo>
                  <a:lnTo>
                    <a:pt x="4825667" y="32082"/>
                  </a:lnTo>
                  <a:lnTo>
                    <a:pt x="4830753" y="37168"/>
                  </a:lnTo>
                  <a:lnTo>
                    <a:pt x="4849411" y="67619"/>
                  </a:lnTo>
                  <a:lnTo>
                    <a:pt x="4852163" y="74263"/>
                  </a:lnTo>
                  <a:lnTo>
                    <a:pt x="4854241" y="81113"/>
                  </a:lnTo>
                  <a:lnTo>
                    <a:pt x="4855644" y="88167"/>
                  </a:lnTo>
                  <a:lnTo>
                    <a:pt x="4857047" y="95221"/>
                  </a:lnTo>
                  <a:lnTo>
                    <a:pt x="4857749" y="102345"/>
                  </a:lnTo>
                  <a:lnTo>
                    <a:pt x="4857750" y="109537"/>
                  </a:lnTo>
                  <a:lnTo>
                    <a:pt x="4857750" y="2490787"/>
                  </a:lnTo>
                  <a:lnTo>
                    <a:pt x="4857749" y="2497979"/>
                  </a:lnTo>
                  <a:lnTo>
                    <a:pt x="4857047" y="2505102"/>
                  </a:lnTo>
                  <a:lnTo>
                    <a:pt x="4855644" y="2512156"/>
                  </a:lnTo>
                  <a:lnTo>
                    <a:pt x="4854241" y="2519210"/>
                  </a:lnTo>
                  <a:lnTo>
                    <a:pt x="4852163" y="2526060"/>
                  </a:lnTo>
                  <a:lnTo>
                    <a:pt x="4849411" y="2532704"/>
                  </a:lnTo>
                  <a:lnTo>
                    <a:pt x="4846658" y="2539349"/>
                  </a:lnTo>
                  <a:lnTo>
                    <a:pt x="4820581" y="2573327"/>
                  </a:lnTo>
                  <a:lnTo>
                    <a:pt x="4790129" y="2591986"/>
                  </a:lnTo>
                  <a:lnTo>
                    <a:pt x="4783485" y="2594738"/>
                  </a:lnTo>
                  <a:lnTo>
                    <a:pt x="4748212" y="2600324"/>
                  </a:lnTo>
                  <a:lnTo>
                    <a:pt x="109538" y="2600324"/>
                  </a:lnTo>
                  <a:lnTo>
                    <a:pt x="67619" y="2591986"/>
                  </a:lnTo>
                  <a:lnTo>
                    <a:pt x="60974" y="2589233"/>
                  </a:lnTo>
                  <a:lnTo>
                    <a:pt x="54661" y="2585859"/>
                  </a:lnTo>
                  <a:lnTo>
                    <a:pt x="48682" y="2581863"/>
                  </a:lnTo>
                  <a:lnTo>
                    <a:pt x="42702" y="2577867"/>
                  </a:lnTo>
                  <a:lnTo>
                    <a:pt x="37168" y="2573327"/>
                  </a:lnTo>
                  <a:lnTo>
                    <a:pt x="32083" y="2568241"/>
                  </a:lnTo>
                  <a:lnTo>
                    <a:pt x="26997" y="2563155"/>
                  </a:lnTo>
                  <a:lnTo>
                    <a:pt x="22456" y="2557622"/>
                  </a:lnTo>
                  <a:lnTo>
                    <a:pt x="18460" y="2551642"/>
                  </a:lnTo>
                  <a:lnTo>
                    <a:pt x="14464" y="2545662"/>
                  </a:lnTo>
                  <a:lnTo>
                    <a:pt x="2105" y="2512156"/>
                  </a:lnTo>
                  <a:lnTo>
                    <a:pt x="701" y="2505102"/>
                  </a:lnTo>
                  <a:lnTo>
                    <a:pt x="0" y="2497979"/>
                  </a:lnTo>
                  <a:lnTo>
                    <a:pt x="0" y="24907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648449" y="1800224"/>
              <a:ext cx="4848225" cy="428625"/>
            </a:xfrm>
            <a:custGeom>
              <a:avLst/>
              <a:gdLst/>
              <a:ahLst/>
              <a:cxnLst/>
              <a:rect l="l" t="t" r="r" b="b"/>
              <a:pathLst>
                <a:path w="4848225" h="428625">
                  <a:moveTo>
                    <a:pt x="4848224" y="428624"/>
                  </a:moveTo>
                  <a:lnTo>
                    <a:pt x="0" y="428624"/>
                  </a:lnTo>
                  <a:lnTo>
                    <a:pt x="0" y="104775"/>
                  </a:lnTo>
                  <a:lnTo>
                    <a:pt x="7974" y="64679"/>
                  </a:lnTo>
                  <a:lnTo>
                    <a:pt x="30687" y="30688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4743450" y="0"/>
                  </a:lnTo>
                  <a:lnTo>
                    <a:pt x="4783544" y="7975"/>
                  </a:lnTo>
                  <a:lnTo>
                    <a:pt x="4817536" y="30688"/>
                  </a:lnTo>
                  <a:lnTo>
                    <a:pt x="4840247" y="64679"/>
                  </a:lnTo>
                  <a:lnTo>
                    <a:pt x="4848224" y="104775"/>
                  </a:lnTo>
                  <a:lnTo>
                    <a:pt x="4848224" y="42862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648449" y="2219324"/>
              <a:ext cx="4848225" cy="9525"/>
            </a:xfrm>
            <a:custGeom>
              <a:avLst/>
              <a:gdLst/>
              <a:ahLst/>
              <a:cxnLst/>
              <a:rect l="l" t="t" r="r" b="b"/>
              <a:pathLst>
                <a:path w="4848225" h="9525">
                  <a:moveTo>
                    <a:pt x="48482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848224" y="0"/>
                  </a:lnTo>
                  <a:lnTo>
                    <a:pt x="48482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1798" y="1962149"/>
              <a:ext cx="95250" cy="952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198" y="1962149"/>
              <a:ext cx="95250" cy="9524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6598" y="1962149"/>
              <a:ext cx="95250" cy="9524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281860" y="1890712"/>
              <a:ext cx="4076700" cy="238125"/>
            </a:xfrm>
            <a:custGeom>
              <a:avLst/>
              <a:gdLst/>
              <a:ahLst/>
              <a:cxnLst/>
              <a:rect l="l" t="t" r="r" b="b"/>
              <a:pathLst>
                <a:path w="4076700" h="238125">
                  <a:moveTo>
                    <a:pt x="4027751" y="238124"/>
                  </a:moveTo>
                  <a:lnTo>
                    <a:pt x="48948" y="238124"/>
                  </a:lnTo>
                  <a:lnTo>
                    <a:pt x="45540" y="237789"/>
                  </a:lnTo>
                  <a:lnTo>
                    <a:pt x="10740" y="217702"/>
                  </a:lnTo>
                  <a:lnTo>
                    <a:pt x="0" y="189177"/>
                  </a:lnTo>
                  <a:lnTo>
                    <a:pt x="0" y="18573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4027751" y="0"/>
                  </a:lnTo>
                  <a:lnTo>
                    <a:pt x="4063786" y="17776"/>
                  </a:lnTo>
                  <a:lnTo>
                    <a:pt x="4076700" y="48947"/>
                  </a:lnTo>
                  <a:lnTo>
                    <a:pt x="4076700" y="189177"/>
                  </a:lnTo>
                  <a:lnTo>
                    <a:pt x="4058923" y="225213"/>
                  </a:lnTo>
                  <a:lnTo>
                    <a:pt x="4031158" y="237789"/>
                  </a:lnTo>
                  <a:lnTo>
                    <a:pt x="4027751" y="238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281860" y="1890712"/>
              <a:ext cx="4076700" cy="238125"/>
            </a:xfrm>
            <a:custGeom>
              <a:avLst/>
              <a:gdLst/>
              <a:ahLst/>
              <a:cxnLst/>
              <a:rect l="l" t="t" r="r" b="b"/>
              <a:pathLst>
                <a:path w="4076700" h="238125">
                  <a:moveTo>
                    <a:pt x="0" y="1857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024312" y="0"/>
                  </a:lnTo>
                  <a:lnTo>
                    <a:pt x="4027751" y="0"/>
                  </a:lnTo>
                  <a:lnTo>
                    <a:pt x="4031158" y="335"/>
                  </a:lnTo>
                  <a:lnTo>
                    <a:pt x="4034531" y="1006"/>
                  </a:lnTo>
                  <a:lnTo>
                    <a:pt x="4037904" y="1677"/>
                  </a:lnTo>
                  <a:lnTo>
                    <a:pt x="4041181" y="2671"/>
                  </a:lnTo>
                  <a:lnTo>
                    <a:pt x="4044358" y="3987"/>
                  </a:lnTo>
                  <a:lnTo>
                    <a:pt x="4047536" y="5303"/>
                  </a:lnTo>
                  <a:lnTo>
                    <a:pt x="4050556" y="6917"/>
                  </a:lnTo>
                  <a:lnTo>
                    <a:pt x="4053416" y="8828"/>
                  </a:lnTo>
                  <a:lnTo>
                    <a:pt x="4056276" y="10739"/>
                  </a:lnTo>
                  <a:lnTo>
                    <a:pt x="4075692" y="42166"/>
                  </a:lnTo>
                  <a:lnTo>
                    <a:pt x="4076364" y="45540"/>
                  </a:lnTo>
                  <a:lnTo>
                    <a:pt x="4076700" y="48947"/>
                  </a:lnTo>
                  <a:lnTo>
                    <a:pt x="4076700" y="52387"/>
                  </a:lnTo>
                  <a:lnTo>
                    <a:pt x="4076700" y="185737"/>
                  </a:lnTo>
                  <a:lnTo>
                    <a:pt x="4076700" y="189177"/>
                  </a:lnTo>
                  <a:lnTo>
                    <a:pt x="4076364" y="192583"/>
                  </a:lnTo>
                  <a:lnTo>
                    <a:pt x="4075692" y="195957"/>
                  </a:lnTo>
                  <a:lnTo>
                    <a:pt x="4075021" y="199331"/>
                  </a:lnTo>
                  <a:lnTo>
                    <a:pt x="4053415" y="229295"/>
                  </a:lnTo>
                  <a:lnTo>
                    <a:pt x="4050556" y="231206"/>
                  </a:lnTo>
                  <a:lnTo>
                    <a:pt x="4047536" y="232820"/>
                  </a:lnTo>
                  <a:lnTo>
                    <a:pt x="4044358" y="234136"/>
                  </a:lnTo>
                  <a:lnTo>
                    <a:pt x="4041181" y="235453"/>
                  </a:lnTo>
                  <a:lnTo>
                    <a:pt x="4037904" y="236447"/>
                  </a:lnTo>
                  <a:lnTo>
                    <a:pt x="4034531" y="237118"/>
                  </a:lnTo>
                  <a:lnTo>
                    <a:pt x="4031158" y="237789"/>
                  </a:lnTo>
                  <a:lnTo>
                    <a:pt x="4027751" y="238124"/>
                  </a:lnTo>
                  <a:lnTo>
                    <a:pt x="4024312" y="238124"/>
                  </a:lnTo>
                  <a:lnTo>
                    <a:pt x="52388" y="238124"/>
                  </a:lnTo>
                  <a:lnTo>
                    <a:pt x="48948" y="238124"/>
                  </a:lnTo>
                  <a:lnTo>
                    <a:pt x="45540" y="237789"/>
                  </a:lnTo>
                  <a:lnTo>
                    <a:pt x="42166" y="237118"/>
                  </a:lnTo>
                  <a:lnTo>
                    <a:pt x="38792" y="236447"/>
                  </a:lnTo>
                  <a:lnTo>
                    <a:pt x="35517" y="235453"/>
                  </a:lnTo>
                  <a:lnTo>
                    <a:pt x="32339" y="234136"/>
                  </a:lnTo>
                  <a:lnTo>
                    <a:pt x="29160" y="232820"/>
                  </a:lnTo>
                  <a:lnTo>
                    <a:pt x="3987" y="205784"/>
                  </a:lnTo>
                  <a:lnTo>
                    <a:pt x="2671" y="202607"/>
                  </a:lnTo>
                  <a:lnTo>
                    <a:pt x="1677" y="199331"/>
                  </a:lnTo>
                  <a:lnTo>
                    <a:pt x="1006" y="195957"/>
                  </a:lnTo>
                  <a:lnTo>
                    <a:pt x="335" y="192583"/>
                  </a:lnTo>
                  <a:lnTo>
                    <a:pt x="0" y="189177"/>
                  </a:lnTo>
                  <a:lnTo>
                    <a:pt x="0" y="18573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5814" y="1965324"/>
              <a:ext cx="73025" cy="9525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7529165" y="1920875"/>
            <a:ext cx="8953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646515" y="2228849"/>
            <a:ext cx="4850765" cy="2365375"/>
            <a:chOff x="6646515" y="2228849"/>
            <a:chExt cx="4850765" cy="2365375"/>
          </a:xfrm>
        </p:grpSpPr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46515" y="4486274"/>
              <a:ext cx="107950" cy="10795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648437" y="2228849"/>
              <a:ext cx="4848225" cy="2162175"/>
            </a:xfrm>
            <a:custGeom>
              <a:avLst/>
              <a:gdLst/>
              <a:ahLst/>
              <a:cxnLst/>
              <a:rect l="l" t="t" r="r" b="b"/>
              <a:pathLst>
                <a:path w="4848225" h="2162175">
                  <a:moveTo>
                    <a:pt x="4848225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7975" y="2097506"/>
                  </a:lnTo>
                  <a:lnTo>
                    <a:pt x="30695" y="2131491"/>
                  </a:lnTo>
                  <a:lnTo>
                    <a:pt x="64681" y="2154199"/>
                  </a:lnTo>
                  <a:lnTo>
                    <a:pt x="104775" y="2162175"/>
                  </a:lnTo>
                  <a:lnTo>
                    <a:pt x="4743450" y="2162175"/>
                  </a:lnTo>
                  <a:lnTo>
                    <a:pt x="4783556" y="2154199"/>
                  </a:lnTo>
                  <a:lnTo>
                    <a:pt x="4817542" y="2131491"/>
                  </a:lnTo>
                  <a:lnTo>
                    <a:pt x="4840249" y="2097506"/>
                  </a:lnTo>
                  <a:lnTo>
                    <a:pt x="4848225" y="2057400"/>
                  </a:lnTo>
                  <a:lnTo>
                    <a:pt x="4848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862761" y="2947987"/>
              <a:ext cx="4419600" cy="314325"/>
            </a:xfrm>
            <a:custGeom>
              <a:avLst/>
              <a:gdLst/>
              <a:ahLst/>
              <a:cxnLst/>
              <a:rect l="l" t="t" r="r" b="b"/>
              <a:pathLst>
                <a:path w="4419600" h="314325">
                  <a:moveTo>
                    <a:pt x="0" y="2619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5344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367212" y="0"/>
                  </a:lnTo>
                  <a:lnTo>
                    <a:pt x="4370651" y="0"/>
                  </a:lnTo>
                  <a:lnTo>
                    <a:pt x="4374058" y="335"/>
                  </a:lnTo>
                  <a:lnTo>
                    <a:pt x="4377431" y="1006"/>
                  </a:lnTo>
                  <a:lnTo>
                    <a:pt x="4380804" y="1677"/>
                  </a:lnTo>
                  <a:lnTo>
                    <a:pt x="4384081" y="2671"/>
                  </a:lnTo>
                  <a:lnTo>
                    <a:pt x="4387258" y="3987"/>
                  </a:lnTo>
                  <a:lnTo>
                    <a:pt x="4390436" y="5304"/>
                  </a:lnTo>
                  <a:lnTo>
                    <a:pt x="4410769" y="23282"/>
                  </a:lnTo>
                  <a:lnTo>
                    <a:pt x="4412680" y="26142"/>
                  </a:lnTo>
                  <a:lnTo>
                    <a:pt x="4419600" y="48947"/>
                  </a:lnTo>
                  <a:lnTo>
                    <a:pt x="4419600" y="52387"/>
                  </a:lnTo>
                  <a:lnTo>
                    <a:pt x="4419600" y="261937"/>
                  </a:lnTo>
                  <a:lnTo>
                    <a:pt x="4419600" y="265377"/>
                  </a:lnTo>
                  <a:lnTo>
                    <a:pt x="4419263" y="268784"/>
                  </a:lnTo>
                  <a:lnTo>
                    <a:pt x="4399175" y="303584"/>
                  </a:lnTo>
                  <a:lnTo>
                    <a:pt x="4370651" y="314324"/>
                  </a:lnTo>
                  <a:lnTo>
                    <a:pt x="4367212" y="314324"/>
                  </a:lnTo>
                  <a:lnTo>
                    <a:pt x="52388" y="314324"/>
                  </a:lnTo>
                  <a:lnTo>
                    <a:pt x="48948" y="314324"/>
                  </a:lnTo>
                  <a:lnTo>
                    <a:pt x="45540" y="313989"/>
                  </a:lnTo>
                  <a:lnTo>
                    <a:pt x="15344" y="298980"/>
                  </a:lnTo>
                  <a:lnTo>
                    <a:pt x="12911" y="296548"/>
                  </a:lnTo>
                  <a:lnTo>
                    <a:pt x="10740" y="293902"/>
                  </a:lnTo>
                  <a:lnTo>
                    <a:pt x="8829" y="291042"/>
                  </a:lnTo>
                  <a:lnTo>
                    <a:pt x="6918" y="288182"/>
                  </a:lnTo>
                  <a:lnTo>
                    <a:pt x="0" y="265377"/>
                  </a:lnTo>
                  <a:lnTo>
                    <a:pt x="0" y="261937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872286" y="3829049"/>
              <a:ext cx="4415155" cy="371475"/>
            </a:xfrm>
            <a:custGeom>
              <a:avLst/>
              <a:gdLst/>
              <a:ahLst/>
              <a:cxnLst/>
              <a:rect l="l" t="t" r="r" b="b"/>
              <a:pathLst>
                <a:path w="4415155" h="371475">
                  <a:moveTo>
                    <a:pt x="4381789" y="371474"/>
                  </a:moveTo>
                  <a:lnTo>
                    <a:pt x="20655" y="371474"/>
                  </a:lnTo>
                  <a:lnTo>
                    <a:pt x="17617" y="370507"/>
                  </a:lnTo>
                  <a:lnTo>
                    <a:pt x="0" y="338427"/>
                  </a:lnTo>
                  <a:lnTo>
                    <a:pt x="0" y="333374"/>
                  </a:lnTo>
                  <a:lnTo>
                    <a:pt x="0" y="33047"/>
                  </a:lnTo>
                  <a:lnTo>
                    <a:pt x="20655" y="0"/>
                  </a:lnTo>
                  <a:lnTo>
                    <a:pt x="4381789" y="0"/>
                  </a:lnTo>
                  <a:lnTo>
                    <a:pt x="4413870" y="28187"/>
                  </a:lnTo>
                  <a:lnTo>
                    <a:pt x="4414836" y="33047"/>
                  </a:lnTo>
                  <a:lnTo>
                    <a:pt x="4414836" y="338427"/>
                  </a:lnTo>
                  <a:lnTo>
                    <a:pt x="4386648" y="370507"/>
                  </a:lnTo>
                  <a:lnTo>
                    <a:pt x="4381789" y="37147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857999" y="3829305"/>
              <a:ext cx="35560" cy="371475"/>
            </a:xfrm>
            <a:custGeom>
              <a:avLst/>
              <a:gdLst/>
              <a:ahLst/>
              <a:cxnLst/>
              <a:rect l="l" t="t" r="r" b="b"/>
              <a:pathLst>
                <a:path w="35559" h="371475">
                  <a:moveTo>
                    <a:pt x="35315" y="370963"/>
                  </a:moveTo>
                  <a:lnTo>
                    <a:pt x="2789" y="347745"/>
                  </a:lnTo>
                  <a:lnTo>
                    <a:pt x="0" y="333119"/>
                  </a:lnTo>
                  <a:lnTo>
                    <a:pt x="0" y="37844"/>
                  </a:lnTo>
                  <a:lnTo>
                    <a:pt x="23474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3" y="16771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5" y="37844"/>
                  </a:lnTo>
                  <a:lnTo>
                    <a:pt x="28575" y="333119"/>
                  </a:lnTo>
                  <a:lnTo>
                    <a:pt x="33224" y="367499"/>
                  </a:lnTo>
                  <a:lnTo>
                    <a:pt x="35315" y="370963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824315" y="4464050"/>
            <a:ext cx="30175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5">
                <a:solidFill>
                  <a:srgbClr val="797E94"/>
                </a:solidFill>
                <a:latin typeface="Tahoma"/>
                <a:cs typeface="Tahoma"/>
              </a:rPr>
              <a:t>Click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>
                <a:solidFill>
                  <a:srgbClr val="797E94"/>
                </a:solidFill>
                <a:latin typeface="Tahoma"/>
                <a:cs typeface="Tahoma"/>
              </a:rPr>
              <a:t>→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clicked=True</a:t>
            </a:r>
            <a:r>
              <a:rPr dirty="0" sz="800" spc="-2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65">
                <a:solidFill>
                  <a:srgbClr val="797E94"/>
                </a:solidFill>
                <a:latin typeface="Tahoma"/>
                <a:cs typeface="Tahoma"/>
              </a:rPr>
              <a:t>→</a:t>
            </a:r>
            <a:r>
              <a:rPr dirty="0" sz="800" spc="-35">
                <a:solidFill>
                  <a:srgbClr val="797E94"/>
                </a:solidFill>
                <a:latin typeface="Tahoma"/>
                <a:cs typeface="Tahoma"/>
              </a:rPr>
              <a:t> greeting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797E94"/>
                </a:solidFill>
                <a:latin typeface="Tahoma"/>
                <a:cs typeface="Tahoma"/>
              </a:rPr>
              <a:t>renders. 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Refresh </a:t>
            </a:r>
            <a:r>
              <a:rPr dirty="0" sz="800" spc="-65">
                <a:solidFill>
                  <a:srgbClr val="797E94"/>
                </a:solidFill>
                <a:latin typeface="Tahoma"/>
                <a:cs typeface="Tahoma"/>
              </a:rPr>
              <a:t>→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797E94"/>
                </a:solidFill>
                <a:latin typeface="Tahoma"/>
                <a:cs typeface="Tahoma"/>
              </a:rPr>
              <a:t>button</a:t>
            </a:r>
            <a:r>
              <a:rPr dirty="0" sz="800" spc="-3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ahoma"/>
                <a:cs typeface="Tahoma"/>
              </a:rPr>
              <a:t>resets.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85799" y="5962649"/>
            <a:ext cx="10820400" cy="361950"/>
            <a:chOff x="685799" y="5962649"/>
            <a:chExt cx="10820400" cy="361950"/>
          </a:xfrm>
        </p:grpSpPr>
        <p:sp>
          <p:nvSpPr>
            <p:cNvPr id="63" name="object 63"/>
            <p:cNvSpPr/>
            <p:nvPr/>
          </p:nvSpPr>
          <p:spPr>
            <a:xfrm>
              <a:off x="690562" y="5967412"/>
              <a:ext cx="10810875" cy="352425"/>
            </a:xfrm>
            <a:custGeom>
              <a:avLst/>
              <a:gdLst/>
              <a:ahLst/>
              <a:cxnLst/>
              <a:rect l="l" t="t" r="r" b="b"/>
              <a:pathLst>
                <a:path w="10810875" h="352425">
                  <a:moveTo>
                    <a:pt x="10726327" y="352424"/>
                  </a:moveTo>
                  <a:lnTo>
                    <a:pt x="84545" y="352424"/>
                  </a:lnTo>
                  <a:lnTo>
                    <a:pt x="78661" y="351844"/>
                  </a:lnTo>
                  <a:lnTo>
                    <a:pt x="35275" y="333872"/>
                  </a:lnTo>
                  <a:lnTo>
                    <a:pt x="9161" y="302053"/>
                  </a:lnTo>
                  <a:lnTo>
                    <a:pt x="0" y="267878"/>
                  </a:lnTo>
                  <a:lnTo>
                    <a:pt x="0" y="26193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67878"/>
                  </a:lnTo>
                  <a:lnTo>
                    <a:pt x="10798924" y="307268"/>
                  </a:lnTo>
                  <a:lnTo>
                    <a:pt x="10765717" y="340475"/>
                  </a:lnTo>
                  <a:lnTo>
                    <a:pt x="10732211" y="351844"/>
                  </a:lnTo>
                  <a:lnTo>
                    <a:pt x="10726327" y="3524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90562" y="5967412"/>
              <a:ext cx="10810875" cy="352425"/>
            </a:xfrm>
            <a:custGeom>
              <a:avLst/>
              <a:gdLst/>
              <a:ahLst/>
              <a:cxnLst/>
              <a:rect l="l" t="t" r="r" b="b"/>
              <a:pathLst>
                <a:path w="10810875" h="352425">
                  <a:moveTo>
                    <a:pt x="0" y="2619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70" y="9161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75598" y="18550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6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61937"/>
                  </a:lnTo>
                  <a:lnTo>
                    <a:pt x="10810872" y="267878"/>
                  </a:lnTo>
                  <a:lnTo>
                    <a:pt x="10810293" y="273762"/>
                  </a:lnTo>
                  <a:lnTo>
                    <a:pt x="10809134" y="279590"/>
                  </a:lnTo>
                  <a:lnTo>
                    <a:pt x="10807975" y="285417"/>
                  </a:lnTo>
                  <a:lnTo>
                    <a:pt x="10788572" y="321719"/>
                  </a:lnTo>
                  <a:lnTo>
                    <a:pt x="10755013" y="345536"/>
                  </a:lnTo>
                  <a:lnTo>
                    <a:pt x="10749524" y="347810"/>
                  </a:lnTo>
                  <a:lnTo>
                    <a:pt x="10720386" y="352424"/>
                  </a:lnTo>
                  <a:lnTo>
                    <a:pt x="90487" y="352424"/>
                  </a:lnTo>
                  <a:lnTo>
                    <a:pt x="55859" y="345536"/>
                  </a:lnTo>
                  <a:lnTo>
                    <a:pt x="50370" y="343262"/>
                  </a:lnTo>
                  <a:lnTo>
                    <a:pt x="18550" y="317148"/>
                  </a:lnTo>
                  <a:lnTo>
                    <a:pt x="1738" y="279590"/>
                  </a:lnTo>
                  <a:lnTo>
                    <a:pt x="0" y="267878"/>
                  </a:lnTo>
                  <a:lnTo>
                    <a:pt x="0" y="261937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476374" y="6076949"/>
              <a:ext cx="628650" cy="133350"/>
            </a:xfrm>
            <a:custGeom>
              <a:avLst/>
              <a:gdLst/>
              <a:ahLst/>
              <a:cxnLst/>
              <a:rect l="l" t="t" r="r" b="b"/>
              <a:pathLst>
                <a:path w="628650" h="133350">
                  <a:moveTo>
                    <a:pt x="603864" y="133349"/>
                  </a:moveTo>
                  <a:lnTo>
                    <a:pt x="24785" y="133349"/>
                  </a:lnTo>
                  <a:lnTo>
                    <a:pt x="21140" y="132623"/>
                  </a:lnTo>
                  <a:lnTo>
                    <a:pt x="0" y="108563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603864" y="0"/>
                  </a:lnTo>
                  <a:lnTo>
                    <a:pt x="628649" y="24785"/>
                  </a:lnTo>
                  <a:lnTo>
                    <a:pt x="628649" y="108563"/>
                  </a:lnTo>
                  <a:lnTo>
                    <a:pt x="607509" y="132623"/>
                  </a:lnTo>
                  <a:lnTo>
                    <a:pt x="603864" y="133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81624" y="6076949"/>
              <a:ext cx="200024" cy="133349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835025" y="6045199"/>
            <a:ext cx="896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5640" algn="l"/>
              </a:tabLst>
            </a:pP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K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800" spc="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st.button</a:t>
            </a:r>
            <a:r>
              <a:rPr dirty="0" sz="800" spc="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does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NOT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set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up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event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handler.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It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boolean.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900" spc="2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if</a:t>
            </a:r>
            <a:r>
              <a:rPr dirty="0" sz="800" spc="-15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mental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model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widgets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are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functions</a:t>
            </a:r>
            <a:r>
              <a:rPr dirty="0" sz="90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that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return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values,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not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Tahoma"/>
                <a:cs typeface="Tahoma"/>
              </a:rPr>
              <a:t>events.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843365" y="2349500"/>
            <a:ext cx="1780539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293283"/>
                </a:solidFill>
                <a:latin typeface="Tahoma"/>
                <a:cs typeface="Tahoma"/>
              </a:rPr>
              <a:t>My</a:t>
            </a:r>
            <a:r>
              <a:rPr dirty="0" sz="15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500" spc="-155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5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500" spc="-160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5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500" spc="-95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900" spc="-105" b="1">
                <a:solidFill>
                  <a:srgbClr val="1B1F3A"/>
                </a:solidFill>
                <a:latin typeface="Tahoma"/>
                <a:cs typeface="Tahoma"/>
              </a:rPr>
              <a:t>What's</a:t>
            </a:r>
            <a:r>
              <a:rPr dirty="0" sz="900" spc="-3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 spc="-3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1B1F3A"/>
                </a:solidFill>
                <a:latin typeface="Tahoma"/>
                <a:cs typeface="Tahoma"/>
              </a:rPr>
              <a:t>name?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948140" y="3006725"/>
            <a:ext cx="3073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30">
                <a:solidFill>
                  <a:srgbClr val="1B1F3A"/>
                </a:solidFill>
                <a:latin typeface="Tahoma"/>
                <a:cs typeface="Tahoma"/>
              </a:rPr>
              <a:t>Aarav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03135" y="3346703"/>
            <a:ext cx="1073150" cy="424180"/>
            <a:chOff x="6803135" y="3346703"/>
            <a:chExt cx="1073150" cy="424180"/>
          </a:xfrm>
        </p:grpSpPr>
        <p:sp>
          <p:nvSpPr>
            <p:cNvPr id="71" name="object 71"/>
            <p:cNvSpPr/>
            <p:nvPr/>
          </p:nvSpPr>
          <p:spPr>
            <a:xfrm>
              <a:off x="6803135" y="3346703"/>
              <a:ext cx="1073150" cy="424180"/>
            </a:xfrm>
            <a:custGeom>
              <a:avLst/>
              <a:gdLst/>
              <a:ahLst/>
              <a:cxnLst/>
              <a:rect l="l" t="t" r="r" b="b"/>
              <a:pathLst>
                <a:path w="1073150" h="424179">
                  <a:moveTo>
                    <a:pt x="1072895" y="423671"/>
                  </a:moveTo>
                  <a:lnTo>
                    <a:pt x="0" y="423671"/>
                  </a:lnTo>
                  <a:lnTo>
                    <a:pt x="0" y="0"/>
                  </a:lnTo>
                  <a:lnTo>
                    <a:pt x="1072895" y="0"/>
                  </a:lnTo>
                  <a:lnTo>
                    <a:pt x="1072895" y="44195"/>
                  </a:lnTo>
                  <a:lnTo>
                    <a:pt x="112013" y="44195"/>
                  </a:lnTo>
                  <a:lnTo>
                    <a:pt x="102511" y="45067"/>
                  </a:lnTo>
                  <a:lnTo>
                    <a:pt x="67875" y="73538"/>
                  </a:lnTo>
                  <a:lnTo>
                    <a:pt x="64388" y="91820"/>
                  </a:lnTo>
                  <a:lnTo>
                    <a:pt x="64388" y="291845"/>
                  </a:lnTo>
                  <a:lnTo>
                    <a:pt x="85673" y="331624"/>
                  </a:lnTo>
                  <a:lnTo>
                    <a:pt x="112013" y="339470"/>
                  </a:lnTo>
                  <a:lnTo>
                    <a:pt x="1072895" y="339470"/>
                  </a:lnTo>
                  <a:lnTo>
                    <a:pt x="1072895" y="423671"/>
                  </a:lnTo>
                  <a:close/>
                </a:path>
                <a:path w="1073150" h="424179">
                  <a:moveTo>
                    <a:pt x="1072895" y="339470"/>
                  </a:moveTo>
                  <a:lnTo>
                    <a:pt x="959738" y="339470"/>
                  </a:lnTo>
                  <a:lnTo>
                    <a:pt x="969241" y="338598"/>
                  </a:lnTo>
                  <a:lnTo>
                    <a:pt x="978020" y="335983"/>
                  </a:lnTo>
                  <a:lnTo>
                    <a:pt x="1006491" y="301348"/>
                  </a:lnTo>
                  <a:lnTo>
                    <a:pt x="1007363" y="291845"/>
                  </a:lnTo>
                  <a:lnTo>
                    <a:pt x="1007363" y="91820"/>
                  </a:lnTo>
                  <a:lnTo>
                    <a:pt x="986078" y="52042"/>
                  </a:lnTo>
                  <a:lnTo>
                    <a:pt x="959738" y="44195"/>
                  </a:lnTo>
                  <a:lnTo>
                    <a:pt x="1072895" y="44195"/>
                  </a:lnTo>
                  <a:lnTo>
                    <a:pt x="1072895" y="339470"/>
                  </a:lnTo>
                  <a:close/>
                </a:path>
              </a:pathLst>
            </a:custGeom>
            <a:solidFill>
              <a:srgbClr val="293283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857999" y="3381374"/>
              <a:ext cx="962025" cy="314325"/>
            </a:xfrm>
            <a:custGeom>
              <a:avLst/>
              <a:gdLst/>
              <a:ahLst/>
              <a:cxnLst/>
              <a:rect l="l" t="t" r="r" b="b"/>
              <a:pathLst>
                <a:path w="962025" h="314325">
                  <a:moveTo>
                    <a:pt x="908626" y="314324"/>
                  </a:moveTo>
                  <a:lnTo>
                    <a:pt x="53397" y="314324"/>
                  </a:lnTo>
                  <a:lnTo>
                    <a:pt x="49680" y="313958"/>
                  </a:lnTo>
                  <a:lnTo>
                    <a:pt x="14085" y="294932"/>
                  </a:lnTo>
                  <a:lnTo>
                    <a:pt x="0" y="260927"/>
                  </a:lnTo>
                  <a:lnTo>
                    <a:pt x="0" y="257174"/>
                  </a:lnTo>
                  <a:lnTo>
                    <a:pt x="0" y="53397"/>
                  </a:lnTo>
                  <a:lnTo>
                    <a:pt x="19391" y="14084"/>
                  </a:lnTo>
                  <a:lnTo>
                    <a:pt x="53397" y="0"/>
                  </a:lnTo>
                  <a:lnTo>
                    <a:pt x="908626" y="0"/>
                  </a:lnTo>
                  <a:lnTo>
                    <a:pt x="947938" y="19391"/>
                  </a:lnTo>
                  <a:lnTo>
                    <a:pt x="962024" y="53397"/>
                  </a:lnTo>
                  <a:lnTo>
                    <a:pt x="962024" y="260927"/>
                  </a:lnTo>
                  <a:lnTo>
                    <a:pt x="942631" y="300239"/>
                  </a:lnTo>
                  <a:lnTo>
                    <a:pt x="912343" y="313958"/>
                  </a:lnTo>
                  <a:lnTo>
                    <a:pt x="908626" y="314324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33865" y="3492499"/>
              <a:ext cx="85725" cy="117475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7186265" y="3444875"/>
            <a:ext cx="499109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90" b="1">
                <a:solidFill>
                  <a:srgbClr val="FFFFFF"/>
                </a:solidFill>
                <a:latin typeface="Tahoma"/>
                <a:cs typeface="Tahoma"/>
              </a:rPr>
              <a:t>Greet</a:t>
            </a:r>
            <a:r>
              <a:rPr dirty="0" sz="9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-60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986240" y="3902075"/>
            <a:ext cx="212153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0" b="1">
                <a:solidFill>
                  <a:srgbClr val="293283"/>
                </a:solidFill>
                <a:latin typeface="Tahoma"/>
                <a:cs typeface="Tahoma"/>
              </a:rPr>
              <a:t>Hello,</a:t>
            </a:r>
            <a:r>
              <a:rPr dirty="0" sz="11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05" b="1">
                <a:solidFill>
                  <a:srgbClr val="293283"/>
                </a:solidFill>
                <a:latin typeface="Tahoma"/>
                <a:cs typeface="Tahoma"/>
              </a:rPr>
              <a:t>Aarav!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20" b="1">
                <a:solidFill>
                  <a:srgbClr val="293283"/>
                </a:solidFill>
                <a:latin typeface="Tahoma"/>
                <a:cs typeface="Tahoma"/>
              </a:rPr>
              <a:t>Welcome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90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85" b="1">
                <a:solidFill>
                  <a:srgbClr val="293283"/>
                </a:solidFill>
                <a:latin typeface="Tahoma"/>
                <a:cs typeface="Tahoma"/>
              </a:rPr>
              <a:t>Streamlit.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0710671" y="2261615"/>
            <a:ext cx="774700" cy="363220"/>
            <a:chOff x="10710671" y="2261615"/>
            <a:chExt cx="774700" cy="363220"/>
          </a:xfrm>
        </p:grpSpPr>
        <p:sp>
          <p:nvSpPr>
            <p:cNvPr id="77" name="object 77"/>
            <p:cNvSpPr/>
            <p:nvPr/>
          </p:nvSpPr>
          <p:spPr>
            <a:xfrm>
              <a:off x="10710671" y="2261615"/>
              <a:ext cx="774700" cy="363220"/>
            </a:xfrm>
            <a:custGeom>
              <a:avLst/>
              <a:gdLst/>
              <a:ahLst/>
              <a:cxnLst/>
              <a:rect l="l" t="t" r="r" b="b"/>
              <a:pathLst>
                <a:path w="774700" h="363219">
                  <a:moveTo>
                    <a:pt x="774191" y="362711"/>
                  </a:moveTo>
                  <a:lnTo>
                    <a:pt x="0" y="362711"/>
                  </a:lnTo>
                  <a:lnTo>
                    <a:pt x="0" y="0"/>
                  </a:lnTo>
                  <a:lnTo>
                    <a:pt x="774191" y="0"/>
                  </a:lnTo>
                  <a:lnTo>
                    <a:pt x="774191" y="72008"/>
                  </a:lnTo>
                  <a:lnTo>
                    <a:pt x="138302" y="72008"/>
                  </a:lnTo>
                  <a:lnTo>
                    <a:pt x="128800" y="72880"/>
                  </a:lnTo>
                  <a:lnTo>
                    <a:pt x="94164" y="101351"/>
                  </a:lnTo>
                  <a:lnTo>
                    <a:pt x="90677" y="119633"/>
                  </a:lnTo>
                  <a:lnTo>
                    <a:pt x="90677" y="205358"/>
                  </a:lnTo>
                  <a:lnTo>
                    <a:pt x="111961" y="245137"/>
                  </a:lnTo>
                  <a:lnTo>
                    <a:pt x="138302" y="252983"/>
                  </a:lnTo>
                  <a:lnTo>
                    <a:pt x="774191" y="252983"/>
                  </a:lnTo>
                  <a:lnTo>
                    <a:pt x="774191" y="362711"/>
                  </a:lnTo>
                  <a:close/>
                </a:path>
                <a:path w="774700" h="363219">
                  <a:moveTo>
                    <a:pt x="774191" y="252983"/>
                  </a:moveTo>
                  <a:lnTo>
                    <a:pt x="633602" y="252983"/>
                  </a:lnTo>
                  <a:lnTo>
                    <a:pt x="643105" y="252112"/>
                  </a:lnTo>
                  <a:lnTo>
                    <a:pt x="651884" y="249496"/>
                  </a:lnTo>
                  <a:lnTo>
                    <a:pt x="680355" y="214861"/>
                  </a:lnTo>
                  <a:lnTo>
                    <a:pt x="681227" y="205358"/>
                  </a:lnTo>
                  <a:lnTo>
                    <a:pt x="681227" y="119633"/>
                  </a:lnTo>
                  <a:lnTo>
                    <a:pt x="659942" y="79855"/>
                  </a:lnTo>
                  <a:lnTo>
                    <a:pt x="633602" y="72008"/>
                  </a:lnTo>
                  <a:lnTo>
                    <a:pt x="774191" y="72008"/>
                  </a:lnTo>
                  <a:lnTo>
                    <a:pt x="774191" y="252983"/>
                  </a:lnTo>
                  <a:close/>
                </a:path>
              </a:pathLst>
            </a:custGeom>
            <a:solidFill>
              <a:srgbClr val="FF6A5B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0791822" y="2324099"/>
              <a:ext cx="609600" cy="200025"/>
            </a:xfrm>
            <a:custGeom>
              <a:avLst/>
              <a:gdLst/>
              <a:ahLst/>
              <a:cxnLst/>
              <a:rect l="l" t="t" r="r" b="b"/>
              <a:pathLst>
                <a:path w="609600" h="200025">
                  <a:moveTo>
                    <a:pt x="556203" y="200024"/>
                  </a:moveTo>
                  <a:lnTo>
                    <a:pt x="53399" y="200024"/>
                  </a:lnTo>
                  <a:lnTo>
                    <a:pt x="49681" y="199658"/>
                  </a:lnTo>
                  <a:lnTo>
                    <a:pt x="14085" y="180632"/>
                  </a:lnTo>
                  <a:lnTo>
                    <a:pt x="0" y="146627"/>
                  </a:lnTo>
                  <a:lnTo>
                    <a:pt x="1" y="14287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9" y="0"/>
                  </a:lnTo>
                  <a:lnTo>
                    <a:pt x="556203" y="0"/>
                  </a:lnTo>
                  <a:lnTo>
                    <a:pt x="595513" y="19391"/>
                  </a:lnTo>
                  <a:lnTo>
                    <a:pt x="609601" y="53397"/>
                  </a:lnTo>
                  <a:lnTo>
                    <a:pt x="609601" y="146627"/>
                  </a:lnTo>
                  <a:lnTo>
                    <a:pt x="590206" y="185939"/>
                  </a:lnTo>
                  <a:lnTo>
                    <a:pt x="559919" y="199658"/>
                  </a:lnTo>
                  <a:lnTo>
                    <a:pt x="556203" y="20002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83453" y="2374899"/>
              <a:ext cx="73025" cy="98425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11007277" y="2349500"/>
            <a:ext cx="3251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5" b="1">
                <a:solidFill>
                  <a:srgbClr val="FFFFFF"/>
                </a:solidFill>
                <a:latin typeface="Tahoma"/>
                <a:cs typeface="Tahoma"/>
              </a:rPr>
              <a:t>RERUN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/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ahoma"/>
                <a:cs typeface="Tahoma"/>
              </a:rPr>
              <a:t>8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5920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0934" y="530225"/>
            <a:ext cx="1717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60"/>
              <a:t>Step</a:t>
            </a:r>
            <a:r>
              <a:rPr dirty="0" sz="2100" spc="-180"/>
              <a:t> </a:t>
            </a:r>
            <a:r>
              <a:rPr dirty="0" sz="2100" spc="-285"/>
              <a:t>4</a:t>
            </a:r>
            <a:r>
              <a:rPr dirty="0" sz="2100" spc="-175"/>
              <a:t> </a:t>
            </a:r>
            <a:r>
              <a:rPr dirty="0" sz="2100" spc="-25"/>
              <a:t>—</a:t>
            </a:r>
            <a:r>
              <a:rPr dirty="0" sz="2100" spc="-175"/>
              <a:t> </a:t>
            </a:r>
            <a:r>
              <a:rPr dirty="0" sz="2100" spc="-229"/>
              <a:t>Balloons.</a:t>
            </a:r>
            <a:r>
              <a:rPr dirty="0" sz="2100" spc="-175"/>
              <a:t> </a:t>
            </a:r>
            <a:r>
              <a:rPr dirty="0" sz="2100" spc="-265"/>
              <a:t>Because</a:t>
            </a:r>
            <a:r>
              <a:rPr dirty="0" sz="2100" spc="-175"/>
              <a:t> </a:t>
            </a:r>
            <a:r>
              <a:rPr dirty="0" sz="2100" spc="-245"/>
              <a:t>every</a:t>
            </a:r>
            <a:r>
              <a:rPr dirty="0" sz="2100" spc="-180"/>
              <a:t> </a:t>
            </a:r>
            <a:r>
              <a:rPr dirty="0" sz="2100" spc="-210"/>
              <a:t>first</a:t>
            </a:r>
            <a:r>
              <a:rPr dirty="0" sz="2100" spc="-175"/>
              <a:t> </a:t>
            </a:r>
            <a:r>
              <a:rPr dirty="0" sz="2100" spc="-240"/>
              <a:t>app</a:t>
            </a:r>
            <a:r>
              <a:rPr dirty="0" sz="2100" spc="-175"/>
              <a:t> </a:t>
            </a:r>
            <a:r>
              <a:rPr dirty="0" sz="2100" spc="-250"/>
              <a:t>deserves</a:t>
            </a:r>
            <a:r>
              <a:rPr dirty="0" sz="2100" spc="-175"/>
              <a:t> </a:t>
            </a:r>
            <a:r>
              <a:rPr dirty="0" sz="2100" spc="-235"/>
              <a:t>a</a:t>
            </a:r>
            <a:r>
              <a:rPr dirty="0" sz="2100" spc="-175"/>
              <a:t> celebration.</a:t>
            </a:r>
            <a:endParaRPr sz="2100"/>
          </a:p>
        </p:txBody>
      </p:sp>
      <p:grpSp>
        <p:nvGrpSpPr>
          <p:cNvPr id="5" name="object 5"/>
          <p:cNvGrpSpPr/>
          <p:nvPr/>
        </p:nvGrpSpPr>
        <p:grpSpPr>
          <a:xfrm>
            <a:off x="685799" y="1514474"/>
            <a:ext cx="5743575" cy="4095750"/>
            <a:chOff x="685799" y="1514474"/>
            <a:chExt cx="5743575" cy="4095750"/>
          </a:xfrm>
        </p:grpSpPr>
        <p:sp>
          <p:nvSpPr>
            <p:cNvPr id="6" name="object 6"/>
            <p:cNvSpPr/>
            <p:nvPr/>
          </p:nvSpPr>
          <p:spPr>
            <a:xfrm>
              <a:off x="690562" y="1519237"/>
              <a:ext cx="5734050" cy="4086225"/>
            </a:xfrm>
            <a:custGeom>
              <a:avLst/>
              <a:gdLst/>
              <a:ahLst/>
              <a:cxnLst/>
              <a:rect l="l" t="t" r="r" b="b"/>
              <a:pathLst>
                <a:path w="5734050" h="4086225">
                  <a:moveTo>
                    <a:pt x="5631704" y="4086224"/>
                  </a:moveTo>
                  <a:lnTo>
                    <a:pt x="102345" y="4086224"/>
                  </a:lnTo>
                  <a:lnTo>
                    <a:pt x="95221" y="4085522"/>
                  </a:lnTo>
                  <a:lnTo>
                    <a:pt x="54661" y="4071759"/>
                  </a:lnTo>
                  <a:lnTo>
                    <a:pt x="22456" y="4043522"/>
                  </a:lnTo>
                  <a:lnTo>
                    <a:pt x="3507" y="4005110"/>
                  </a:lnTo>
                  <a:lnTo>
                    <a:pt x="0" y="3983879"/>
                  </a:lnTo>
                  <a:lnTo>
                    <a:pt x="0" y="39766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631704" y="0"/>
                  </a:lnTo>
                  <a:lnTo>
                    <a:pt x="5673073" y="11090"/>
                  </a:lnTo>
                  <a:lnTo>
                    <a:pt x="5707051" y="37168"/>
                  </a:lnTo>
                  <a:lnTo>
                    <a:pt x="5728462" y="74264"/>
                  </a:lnTo>
                  <a:lnTo>
                    <a:pt x="5734048" y="102345"/>
                  </a:lnTo>
                  <a:lnTo>
                    <a:pt x="5734048" y="3983879"/>
                  </a:lnTo>
                  <a:lnTo>
                    <a:pt x="5722958" y="4025249"/>
                  </a:lnTo>
                  <a:lnTo>
                    <a:pt x="5696880" y="4059226"/>
                  </a:lnTo>
                  <a:lnTo>
                    <a:pt x="5659784" y="4080638"/>
                  </a:lnTo>
                  <a:lnTo>
                    <a:pt x="5638827" y="4085522"/>
                  </a:lnTo>
                  <a:lnTo>
                    <a:pt x="5631704" y="408622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0562" y="1519237"/>
              <a:ext cx="5734050" cy="4086225"/>
            </a:xfrm>
            <a:custGeom>
              <a:avLst/>
              <a:gdLst/>
              <a:ahLst/>
              <a:cxnLst/>
              <a:rect l="l" t="t" r="r" b="b"/>
              <a:pathLst>
                <a:path w="5734050" h="4086225">
                  <a:moveTo>
                    <a:pt x="0" y="3976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8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624512" y="0"/>
                  </a:lnTo>
                  <a:lnTo>
                    <a:pt x="5631704" y="0"/>
                  </a:lnTo>
                  <a:lnTo>
                    <a:pt x="5638827" y="701"/>
                  </a:lnTo>
                  <a:lnTo>
                    <a:pt x="5645881" y="2104"/>
                  </a:lnTo>
                  <a:lnTo>
                    <a:pt x="5652934" y="3507"/>
                  </a:lnTo>
                  <a:lnTo>
                    <a:pt x="5691346" y="22456"/>
                  </a:lnTo>
                  <a:lnTo>
                    <a:pt x="5701966" y="32082"/>
                  </a:lnTo>
                  <a:lnTo>
                    <a:pt x="5707051" y="37168"/>
                  </a:lnTo>
                  <a:lnTo>
                    <a:pt x="5725710" y="67619"/>
                  </a:lnTo>
                  <a:lnTo>
                    <a:pt x="5728462" y="74264"/>
                  </a:lnTo>
                  <a:lnTo>
                    <a:pt x="5734049" y="109537"/>
                  </a:lnTo>
                  <a:lnTo>
                    <a:pt x="5734049" y="3976687"/>
                  </a:lnTo>
                  <a:lnTo>
                    <a:pt x="5734048" y="3983879"/>
                  </a:lnTo>
                  <a:lnTo>
                    <a:pt x="5733347" y="3991002"/>
                  </a:lnTo>
                  <a:lnTo>
                    <a:pt x="5731943" y="3998056"/>
                  </a:lnTo>
                  <a:lnTo>
                    <a:pt x="5730540" y="4005110"/>
                  </a:lnTo>
                  <a:lnTo>
                    <a:pt x="5728462" y="4011960"/>
                  </a:lnTo>
                  <a:lnTo>
                    <a:pt x="5725710" y="4018604"/>
                  </a:lnTo>
                  <a:lnTo>
                    <a:pt x="5722958" y="4025249"/>
                  </a:lnTo>
                  <a:lnTo>
                    <a:pt x="5701966" y="4054141"/>
                  </a:lnTo>
                  <a:lnTo>
                    <a:pt x="5696880" y="4059226"/>
                  </a:lnTo>
                  <a:lnTo>
                    <a:pt x="5659784" y="4080638"/>
                  </a:lnTo>
                  <a:lnTo>
                    <a:pt x="5631704" y="4086224"/>
                  </a:lnTo>
                  <a:lnTo>
                    <a:pt x="5624512" y="4086224"/>
                  </a:lnTo>
                  <a:lnTo>
                    <a:pt x="109537" y="4086224"/>
                  </a:lnTo>
                  <a:lnTo>
                    <a:pt x="102345" y="4086224"/>
                  </a:lnTo>
                  <a:lnTo>
                    <a:pt x="95221" y="4085522"/>
                  </a:lnTo>
                  <a:lnTo>
                    <a:pt x="88167" y="4084119"/>
                  </a:lnTo>
                  <a:lnTo>
                    <a:pt x="81113" y="4082716"/>
                  </a:lnTo>
                  <a:lnTo>
                    <a:pt x="74264" y="4080638"/>
                  </a:lnTo>
                  <a:lnTo>
                    <a:pt x="67619" y="4077885"/>
                  </a:lnTo>
                  <a:lnTo>
                    <a:pt x="60974" y="4075132"/>
                  </a:lnTo>
                  <a:lnTo>
                    <a:pt x="32082" y="4054141"/>
                  </a:lnTo>
                  <a:lnTo>
                    <a:pt x="26997" y="4049056"/>
                  </a:lnTo>
                  <a:lnTo>
                    <a:pt x="8338" y="4018604"/>
                  </a:lnTo>
                  <a:lnTo>
                    <a:pt x="5585" y="4011960"/>
                  </a:lnTo>
                  <a:lnTo>
                    <a:pt x="3507" y="4005110"/>
                  </a:lnTo>
                  <a:lnTo>
                    <a:pt x="2104" y="3998056"/>
                  </a:lnTo>
                  <a:lnTo>
                    <a:pt x="701" y="3991002"/>
                  </a:lnTo>
                  <a:lnTo>
                    <a:pt x="0" y="3983879"/>
                  </a:lnTo>
                  <a:lnTo>
                    <a:pt x="0" y="397668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5324" y="1523999"/>
              <a:ext cx="5724525" cy="381000"/>
            </a:xfrm>
            <a:custGeom>
              <a:avLst/>
              <a:gdLst/>
              <a:ahLst/>
              <a:cxnLst/>
              <a:rect l="l" t="t" r="r" b="b"/>
              <a:pathLst>
                <a:path w="5724525" h="381000">
                  <a:moveTo>
                    <a:pt x="5724524" y="380999"/>
                  </a:moveTo>
                  <a:lnTo>
                    <a:pt x="0" y="380999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619749" y="0"/>
                  </a:lnTo>
                  <a:lnTo>
                    <a:pt x="5659844" y="7975"/>
                  </a:lnTo>
                  <a:lnTo>
                    <a:pt x="5693836" y="30687"/>
                  </a:lnTo>
                  <a:lnTo>
                    <a:pt x="5716549" y="64679"/>
                  </a:lnTo>
                  <a:lnTo>
                    <a:pt x="5724524" y="104775"/>
                  </a:lnTo>
                  <a:lnTo>
                    <a:pt x="5724524" y="380999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5324" y="1895474"/>
              <a:ext cx="5724525" cy="9525"/>
            </a:xfrm>
            <a:custGeom>
              <a:avLst/>
              <a:gdLst/>
              <a:ahLst/>
              <a:cxnLst/>
              <a:rect l="l" t="t" r="r" b="b"/>
              <a:pathLst>
                <a:path w="5724525" h="9525">
                  <a:moveTo>
                    <a:pt x="57245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24524" y="0"/>
                  </a:lnTo>
                  <a:lnTo>
                    <a:pt x="572452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3848099"/>
              <a:ext cx="5724525" cy="180975"/>
            </a:xfrm>
            <a:custGeom>
              <a:avLst/>
              <a:gdLst/>
              <a:ahLst/>
              <a:cxnLst/>
              <a:rect l="l" t="t" r="r" b="b"/>
              <a:pathLst>
                <a:path w="5724525" h="180975">
                  <a:moveTo>
                    <a:pt x="5724524" y="180974"/>
                  </a:moveTo>
                  <a:lnTo>
                    <a:pt x="0" y="180974"/>
                  </a:lnTo>
                  <a:lnTo>
                    <a:pt x="0" y="0"/>
                  </a:lnTo>
                  <a:lnTo>
                    <a:pt x="5724524" y="0"/>
                  </a:lnTo>
                  <a:lnTo>
                    <a:pt x="5724524" y="180974"/>
                  </a:lnTo>
                  <a:close/>
                </a:path>
              </a:pathLst>
            </a:custGeom>
            <a:solidFill>
              <a:srgbClr val="FF8B7E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324" y="3848099"/>
              <a:ext cx="19050" cy="180975"/>
            </a:xfrm>
            <a:custGeom>
              <a:avLst/>
              <a:gdLst/>
              <a:ahLst/>
              <a:cxnLst/>
              <a:rect l="l" t="t" r="r" b="b"/>
              <a:pathLst>
                <a:path w="19050" h="180975">
                  <a:moveTo>
                    <a:pt x="19049" y="180974"/>
                  </a:moveTo>
                  <a:lnTo>
                    <a:pt x="0" y="180974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18097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4" y="1657349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4" y="1657349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2524" y="1657349"/>
              <a:ext cx="95250" cy="952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30324" y="1606550"/>
            <a:ext cx="4286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7E9F5"/>
                </a:solidFill>
                <a:latin typeface="Courier New"/>
                <a:cs typeface="Courier New"/>
              </a:rPr>
              <a:t>app.py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19286" y="1614487"/>
            <a:ext cx="60960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0" y="157162"/>
                </a:moveTo>
                <a:lnTo>
                  <a:pt x="0" y="33337"/>
                </a:lnTo>
                <a:lnTo>
                  <a:pt x="0" y="28916"/>
                </a:lnTo>
                <a:lnTo>
                  <a:pt x="845" y="24663"/>
                </a:lnTo>
                <a:lnTo>
                  <a:pt x="2537" y="20579"/>
                </a:lnTo>
                <a:lnTo>
                  <a:pt x="4229" y="16495"/>
                </a:lnTo>
                <a:lnTo>
                  <a:pt x="6638" y="12890"/>
                </a:lnTo>
                <a:lnTo>
                  <a:pt x="9764" y="9764"/>
                </a:lnTo>
                <a:lnTo>
                  <a:pt x="12890" y="6638"/>
                </a:lnTo>
                <a:lnTo>
                  <a:pt x="16495" y="4229"/>
                </a:lnTo>
                <a:lnTo>
                  <a:pt x="20579" y="2537"/>
                </a:lnTo>
                <a:lnTo>
                  <a:pt x="24664" y="845"/>
                </a:lnTo>
                <a:lnTo>
                  <a:pt x="28916" y="0"/>
                </a:lnTo>
                <a:lnTo>
                  <a:pt x="33337" y="0"/>
                </a:lnTo>
                <a:lnTo>
                  <a:pt x="576262" y="0"/>
                </a:lnTo>
                <a:lnTo>
                  <a:pt x="580683" y="0"/>
                </a:lnTo>
                <a:lnTo>
                  <a:pt x="584935" y="845"/>
                </a:lnTo>
                <a:lnTo>
                  <a:pt x="607061" y="20579"/>
                </a:lnTo>
                <a:lnTo>
                  <a:pt x="608754" y="24663"/>
                </a:lnTo>
                <a:lnTo>
                  <a:pt x="609599" y="28916"/>
                </a:lnTo>
                <a:lnTo>
                  <a:pt x="609600" y="33337"/>
                </a:lnTo>
                <a:lnTo>
                  <a:pt x="609600" y="157162"/>
                </a:lnTo>
                <a:lnTo>
                  <a:pt x="609599" y="161583"/>
                </a:lnTo>
                <a:lnTo>
                  <a:pt x="608754" y="165835"/>
                </a:lnTo>
                <a:lnTo>
                  <a:pt x="607061" y="169919"/>
                </a:lnTo>
                <a:lnTo>
                  <a:pt x="605370" y="174004"/>
                </a:lnTo>
                <a:lnTo>
                  <a:pt x="589020" y="187962"/>
                </a:lnTo>
                <a:lnTo>
                  <a:pt x="584935" y="189653"/>
                </a:lnTo>
                <a:lnTo>
                  <a:pt x="580683" y="190499"/>
                </a:lnTo>
                <a:lnTo>
                  <a:pt x="576262" y="190499"/>
                </a:lnTo>
                <a:lnTo>
                  <a:pt x="33337" y="190499"/>
                </a:lnTo>
                <a:lnTo>
                  <a:pt x="28916" y="190499"/>
                </a:lnTo>
                <a:lnTo>
                  <a:pt x="24664" y="189653"/>
                </a:lnTo>
                <a:lnTo>
                  <a:pt x="20579" y="187962"/>
                </a:lnTo>
                <a:lnTo>
                  <a:pt x="16495" y="186270"/>
                </a:lnTo>
                <a:lnTo>
                  <a:pt x="12890" y="183861"/>
                </a:lnTo>
                <a:lnTo>
                  <a:pt x="9764" y="180735"/>
                </a:lnTo>
                <a:lnTo>
                  <a:pt x="6638" y="177609"/>
                </a:lnTo>
                <a:lnTo>
                  <a:pt x="4229" y="174004"/>
                </a:lnTo>
                <a:lnTo>
                  <a:pt x="2537" y="169919"/>
                </a:lnTo>
                <a:lnTo>
                  <a:pt x="845" y="165835"/>
                </a:lnTo>
                <a:lnTo>
                  <a:pt x="0" y="161583"/>
                </a:lnTo>
                <a:lnTo>
                  <a:pt x="0" y="157162"/>
                </a:lnTo>
              </a:path>
            </a:pathLst>
          </a:custGeom>
          <a:ln w="9524">
            <a:solidFill>
              <a:srgbClr val="FF6A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79364" y="1625600"/>
            <a:ext cx="48323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solidFill>
                  <a:srgbClr val="FF6A5B"/>
                </a:solidFill>
                <a:latin typeface="Courier New"/>
                <a:cs typeface="Courier New"/>
              </a:rPr>
              <a:t>+</a:t>
            </a:r>
            <a:r>
              <a:rPr dirty="0" sz="750" spc="-38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b="1">
                <a:solidFill>
                  <a:srgbClr val="FF6A5B"/>
                </a:solidFill>
                <a:latin typeface="Courier New"/>
                <a:cs typeface="Courier New"/>
              </a:rPr>
              <a:t>1</a:t>
            </a:r>
            <a:r>
              <a:rPr dirty="0" sz="750" spc="15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spc="35" b="1">
                <a:solidFill>
                  <a:srgbClr val="FF6A5B"/>
                </a:solidFill>
                <a:latin typeface="Courier New"/>
                <a:cs typeface="Courier New"/>
              </a:rPr>
              <a:t>LINE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43983" y="1616075"/>
            <a:ext cx="42925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4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4075" y="2006600"/>
            <a:ext cx="1483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900" spc="-9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900" spc="-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90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4075" y="2324735"/>
            <a:ext cx="2741295" cy="5683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title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"My</a:t>
            </a:r>
            <a:r>
              <a:rPr dirty="0" sz="900" spc="-8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First</a:t>
            </a:r>
            <a:r>
              <a:rPr dirty="0" sz="900" spc="-8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Streamlit</a:t>
            </a:r>
            <a:r>
              <a:rPr dirty="0" sz="900" spc="-8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App"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31900"/>
              </a:lnSpc>
            </a:pP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900" spc="-6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6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text_input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"What's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your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name?"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900" spc="-10">
                <a:solidFill>
                  <a:srgbClr val="87D4FF"/>
                </a:solidFill>
                <a:latin typeface="Courier New"/>
                <a:cs typeface="Courier New"/>
              </a:rPr>
              <a:t>clicked</a:t>
            </a:r>
            <a:r>
              <a:rPr dirty="0" sz="900" spc="-5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button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"Greet</a:t>
            </a:r>
            <a:r>
              <a:rPr dirty="0" sz="900" spc="-5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me"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4075" y="3058160"/>
            <a:ext cx="3535045" cy="5683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90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87D4FF"/>
                </a:solidFill>
                <a:latin typeface="Courier New"/>
                <a:cs typeface="Courier New"/>
              </a:rPr>
              <a:t>clicked</a:t>
            </a:r>
            <a:r>
              <a:rPr dirty="0" sz="900" spc="-7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and</a:t>
            </a:r>
            <a:r>
              <a:rPr dirty="0" sz="900" spc="-7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900">
              <a:latin typeface="Courier New"/>
              <a:cs typeface="Courier New"/>
            </a:endParaRPr>
          </a:p>
          <a:p>
            <a:pPr marL="276860">
              <a:lnSpc>
                <a:spcPct val="100000"/>
              </a:lnSpc>
              <a:spcBef>
                <a:spcPts val="345"/>
              </a:spcBef>
            </a:pP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2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20">
                <a:solidFill>
                  <a:srgbClr val="B8E886"/>
                </a:solidFill>
                <a:latin typeface="Courier New"/>
                <a:cs typeface="Courier New"/>
              </a:rPr>
              <a:t>f"Hello,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{name}!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Welcome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to</a:t>
            </a:r>
            <a:r>
              <a:rPr dirty="0" sz="90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Streamlit."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276860">
              <a:lnSpc>
                <a:spcPct val="100000"/>
              </a:lnSpc>
              <a:spcBef>
                <a:spcPts val="34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NEW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LINE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celebrate!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4374" y="3835400"/>
            <a:ext cx="5705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00" spc="-10">
                <a:solidFill>
                  <a:srgbClr val="FFD580"/>
                </a:solidFill>
                <a:latin typeface="Courier New"/>
                <a:cs typeface="Courier New"/>
              </a:rPr>
              <a:t>balloons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4075" y="4334509"/>
            <a:ext cx="3071495" cy="112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00075">
              <a:lnSpc>
                <a:spcPct val="131900"/>
              </a:lnSpc>
              <a:spcBef>
                <a:spcPts val="10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9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Save.</a:t>
            </a:r>
            <a:r>
              <a:rPr dirty="0" sz="900" spc="-9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Rerun.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Type</a:t>
            </a:r>
            <a:r>
              <a:rPr dirty="0" sz="900" spc="-9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your</a:t>
            </a:r>
            <a:r>
              <a:rPr dirty="0" sz="900" spc="-9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name.</a:t>
            </a:r>
            <a:r>
              <a:rPr dirty="0" sz="900" spc="-9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Click.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Balloons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fly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across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screen.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That's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real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interaction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user</a:t>
            </a:r>
            <a:r>
              <a:rPr dirty="0" sz="90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input,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31900"/>
              </a:lnSpc>
              <a:spcBef>
                <a:spcPts val="7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click,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conditional,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and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visual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reward.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Five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lines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of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Python.</a:t>
            </a:r>
            <a:r>
              <a:rPr dirty="0" sz="90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No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HTML.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No</a:t>
            </a:r>
            <a:r>
              <a:rPr dirty="0" sz="90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CSS.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No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JavaScript.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No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backend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setup.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5743574"/>
            <a:ext cx="209550" cy="2095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49299" y="5759449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90599" y="5762624"/>
            <a:ext cx="904875" cy="133350"/>
          </a:xfrm>
          <a:custGeom>
            <a:avLst/>
            <a:gdLst/>
            <a:ahLst/>
            <a:cxnLst/>
            <a:rect l="l" t="t" r="r" b="b"/>
            <a:pathLst>
              <a:path w="904875" h="133350">
                <a:moveTo>
                  <a:pt x="880089" y="133349"/>
                </a:moveTo>
                <a:lnTo>
                  <a:pt x="24785" y="133349"/>
                </a:lnTo>
                <a:lnTo>
                  <a:pt x="21140" y="132623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880089" y="0"/>
                </a:lnTo>
                <a:lnTo>
                  <a:pt x="904874" y="24785"/>
                </a:lnTo>
                <a:lnTo>
                  <a:pt x="904874" y="108563"/>
                </a:lnTo>
                <a:lnTo>
                  <a:pt x="883733" y="132623"/>
                </a:lnTo>
                <a:lnTo>
                  <a:pt x="880089" y="1333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77900" y="5696584"/>
            <a:ext cx="536194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7625">
              <a:lnSpc>
                <a:spcPct val="125000"/>
              </a:lnSpc>
              <a:spcBef>
                <a:spcPts val="100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st.balloons()</a:t>
            </a:r>
            <a:r>
              <a:rPr dirty="0" sz="800" spc="19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pure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fun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function.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animation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balloons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rising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across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screen.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arguments,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return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value.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delight.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6200774"/>
            <a:ext cx="209550" cy="20954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49299" y="6216649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46515" y="1520824"/>
            <a:ext cx="114300" cy="10795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73099" y="1182687"/>
            <a:ext cx="8935720" cy="4705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line.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clicks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button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name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typed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in,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balloons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animate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ahoma"/>
                <a:cs typeface="Tahoma"/>
              </a:rPr>
              <a:t>across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screen.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real,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ahoma"/>
                <a:cs typeface="Tahoma"/>
              </a:rPr>
              <a:t>visual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>
                <a:solidFill>
                  <a:srgbClr val="4A4E6A"/>
                </a:solidFill>
                <a:latin typeface="Tahoma"/>
                <a:cs typeface="Tahoma"/>
              </a:rPr>
              <a:t>reward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4A4E6A"/>
                </a:solidFill>
                <a:latin typeface="Tahoma"/>
                <a:cs typeface="Tahoma"/>
              </a:rPr>
              <a:t>real</a:t>
            </a:r>
            <a:r>
              <a:rPr dirty="0" sz="10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ahoma"/>
                <a:cs typeface="Tahoma"/>
              </a:rPr>
              <a:t>interaction.</a:t>
            </a:r>
            <a:endParaRPr sz="10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240"/>
              </a:spcBef>
            </a:pP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5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800" spc="5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800" spc="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800" spc="17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+</a:t>
            </a:r>
            <a:r>
              <a:rPr dirty="0" sz="800" spc="1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1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=</a:t>
            </a:r>
            <a:r>
              <a:rPr dirty="0" sz="800" spc="1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-1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46515" y="4949824"/>
            <a:ext cx="114300" cy="10795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824315" y="4930775"/>
            <a:ext cx="24714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Balloons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rise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across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797E94"/>
                </a:solidFill>
                <a:latin typeface="Tahoma"/>
                <a:cs typeface="Tahoma"/>
              </a:rPr>
              <a:t>the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page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797E94"/>
                </a:solidFill>
                <a:latin typeface="Tahoma"/>
                <a:cs typeface="Tahoma"/>
              </a:rPr>
              <a:t>for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>
                <a:solidFill>
                  <a:srgbClr val="797E94"/>
                </a:solidFill>
                <a:latin typeface="Tahoma"/>
                <a:cs typeface="Tahoma"/>
              </a:rPr>
              <a:t>~3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40">
                <a:solidFill>
                  <a:srgbClr val="797E94"/>
                </a:solidFill>
                <a:latin typeface="Tahoma"/>
                <a:cs typeface="Tahoma"/>
              </a:rPr>
              <a:t>seconds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—</a:t>
            </a:r>
            <a:r>
              <a:rPr dirty="0" sz="800" spc="-4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797E94"/>
                </a:solidFill>
                <a:latin typeface="Tahoma"/>
                <a:cs typeface="Tahoma"/>
              </a:rPr>
              <a:t>then</a:t>
            </a:r>
            <a:r>
              <a:rPr dirty="0" sz="800" spc="-5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ahoma"/>
                <a:cs typeface="Tahoma"/>
              </a:rPr>
              <a:t>settle.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5799" y="5972174"/>
            <a:ext cx="10820400" cy="352425"/>
            <a:chOff x="685799" y="5972174"/>
            <a:chExt cx="10820400" cy="352425"/>
          </a:xfrm>
        </p:grpSpPr>
        <p:sp>
          <p:nvSpPr>
            <p:cNvPr id="35" name="object 35"/>
            <p:cNvSpPr/>
            <p:nvPr/>
          </p:nvSpPr>
          <p:spPr>
            <a:xfrm>
              <a:off x="690562" y="5976937"/>
              <a:ext cx="10810875" cy="342900"/>
            </a:xfrm>
            <a:custGeom>
              <a:avLst/>
              <a:gdLst/>
              <a:ahLst/>
              <a:cxnLst/>
              <a:rect l="l" t="t" r="r" b="b"/>
              <a:pathLst>
                <a:path w="10810875" h="342900">
                  <a:moveTo>
                    <a:pt x="10726327" y="342898"/>
                  </a:moveTo>
                  <a:lnTo>
                    <a:pt x="84545" y="342898"/>
                  </a:lnTo>
                  <a:lnTo>
                    <a:pt x="78661" y="342319"/>
                  </a:lnTo>
                  <a:lnTo>
                    <a:pt x="35275" y="324347"/>
                  </a:lnTo>
                  <a:lnTo>
                    <a:pt x="9161" y="292528"/>
                  </a:lnTo>
                  <a:lnTo>
                    <a:pt x="0" y="258352"/>
                  </a:lnTo>
                  <a:lnTo>
                    <a:pt x="0" y="252411"/>
                  </a:lnTo>
                  <a:lnTo>
                    <a:pt x="0" y="84544"/>
                  </a:lnTo>
                  <a:lnTo>
                    <a:pt x="11948" y="45154"/>
                  </a:lnTo>
                  <a:lnTo>
                    <a:pt x="45155" y="11947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7"/>
                  </a:lnTo>
                  <a:lnTo>
                    <a:pt x="10798924" y="45154"/>
                  </a:lnTo>
                  <a:lnTo>
                    <a:pt x="10810872" y="84544"/>
                  </a:lnTo>
                  <a:lnTo>
                    <a:pt x="10810872" y="258352"/>
                  </a:lnTo>
                  <a:lnTo>
                    <a:pt x="10798924" y="297742"/>
                  </a:lnTo>
                  <a:lnTo>
                    <a:pt x="10765717" y="330949"/>
                  </a:lnTo>
                  <a:lnTo>
                    <a:pt x="10732211" y="342319"/>
                  </a:lnTo>
                  <a:lnTo>
                    <a:pt x="10726327" y="342898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90562" y="5976937"/>
              <a:ext cx="10810875" cy="342900"/>
            </a:xfrm>
            <a:custGeom>
              <a:avLst/>
              <a:gdLst/>
              <a:ahLst/>
              <a:cxnLst/>
              <a:rect l="l" t="t" r="r" b="b"/>
              <a:pathLst>
                <a:path w="10810875" h="342900">
                  <a:moveTo>
                    <a:pt x="0" y="2524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60502" y="9161"/>
                  </a:lnTo>
                  <a:lnTo>
                    <a:pt x="10770657" y="15249"/>
                  </a:lnTo>
                  <a:lnTo>
                    <a:pt x="10775598" y="18550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6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52412"/>
                  </a:lnTo>
                  <a:lnTo>
                    <a:pt x="10810872" y="258353"/>
                  </a:lnTo>
                  <a:lnTo>
                    <a:pt x="10810293" y="264237"/>
                  </a:lnTo>
                  <a:lnTo>
                    <a:pt x="10809134" y="270065"/>
                  </a:lnTo>
                  <a:lnTo>
                    <a:pt x="10807975" y="275892"/>
                  </a:lnTo>
                  <a:lnTo>
                    <a:pt x="10788572" y="312194"/>
                  </a:lnTo>
                  <a:lnTo>
                    <a:pt x="10755013" y="336011"/>
                  </a:lnTo>
                  <a:lnTo>
                    <a:pt x="10749524" y="338285"/>
                  </a:lnTo>
                  <a:lnTo>
                    <a:pt x="10720386" y="342899"/>
                  </a:lnTo>
                  <a:lnTo>
                    <a:pt x="90487" y="342899"/>
                  </a:lnTo>
                  <a:lnTo>
                    <a:pt x="55859" y="336011"/>
                  </a:lnTo>
                  <a:lnTo>
                    <a:pt x="50370" y="333737"/>
                  </a:lnTo>
                  <a:lnTo>
                    <a:pt x="18550" y="307623"/>
                  </a:lnTo>
                  <a:lnTo>
                    <a:pt x="1738" y="270065"/>
                  </a:lnTo>
                  <a:lnTo>
                    <a:pt x="0" y="258353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35025" y="6054724"/>
            <a:ext cx="9888855" cy="4578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  <a:tabLst>
                <a:tab pos="1229995" algn="l"/>
              </a:tabLst>
            </a:pPr>
            <a:r>
              <a:rPr dirty="0" baseline="3472" sz="1200" spc="-135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baseline="3472" sz="12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27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baseline="3472" sz="1200" spc="21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75" b="1">
                <a:solidFill>
                  <a:srgbClr val="FF6A5B"/>
                </a:solidFill>
                <a:latin typeface="Tahoma"/>
                <a:cs typeface="Tahoma"/>
              </a:rPr>
              <a:t>AT</a:t>
            </a:r>
            <a:r>
              <a:rPr dirty="0" baseline="3472" sz="1200" spc="-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baseline="3472" sz="1200" spc="-17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72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baseline="3472" sz="1200" spc="-1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7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balloons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aren't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point.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point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4A4E6A"/>
                </a:solidFill>
                <a:latin typeface="Tahoma"/>
                <a:cs typeface="Tahoma"/>
              </a:rPr>
              <a:t>5-</a:t>
            </a:r>
            <a:r>
              <a:rPr dirty="0" sz="900" spc="-90" b="1">
                <a:solidFill>
                  <a:srgbClr val="4A4E6A"/>
                </a:solidFill>
                <a:latin typeface="Tahoma"/>
                <a:cs typeface="Tahoma"/>
              </a:rPr>
              <a:t>line</a:t>
            </a:r>
            <a:r>
              <a:rPr dirty="0" sz="900" spc="-40" b="1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900" spc="-35" b="1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900" spc="-40" b="1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produced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working,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interactive,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browser-based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app.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That's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what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does.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That's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what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next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20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days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build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on.</a:t>
            </a:r>
            <a:endParaRPr sz="900">
              <a:latin typeface="Tahoma"/>
              <a:cs typeface="Tahoma"/>
            </a:endParaRPr>
          </a:p>
          <a:p>
            <a:pPr marL="154940">
              <a:lnSpc>
                <a:spcPts val="1065"/>
              </a:lnSpc>
            </a:pP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checkpoint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293283"/>
                </a:solidFill>
                <a:latin typeface="Tahoma"/>
                <a:cs typeface="Tahoma"/>
              </a:rPr>
              <a:t>for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14" b="1">
                <a:solidFill>
                  <a:srgbClr val="293283"/>
                </a:solidFill>
                <a:latin typeface="Tahoma"/>
                <a:cs typeface="Tahoma"/>
              </a:rPr>
              <a:t>Step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4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If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see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balloons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button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name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typed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in,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concept</a:t>
            </a:r>
            <a:endParaRPr sz="900">
              <a:latin typeface="Tahoma"/>
              <a:cs typeface="Tahoma"/>
            </a:endParaRPr>
          </a:p>
          <a:p>
            <a:pPr marL="154940">
              <a:lnSpc>
                <a:spcPct val="100000"/>
              </a:lnSpc>
              <a:spcBef>
                <a:spcPts val="195"/>
              </a:spcBef>
            </a:pP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today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working.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loop,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as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functions,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conditionals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driving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ahoma"/>
                <a:cs typeface="Tahoma"/>
              </a:rPr>
              <a:t>UI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all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97751" y="1560575"/>
            <a:ext cx="5349240" cy="3606165"/>
            <a:chOff x="6397751" y="1560575"/>
            <a:chExt cx="5349240" cy="3606165"/>
          </a:xfrm>
        </p:grpSpPr>
        <p:sp>
          <p:nvSpPr>
            <p:cNvPr id="39" name="object 39"/>
            <p:cNvSpPr/>
            <p:nvPr/>
          </p:nvSpPr>
          <p:spPr>
            <a:xfrm>
              <a:off x="6397751" y="1560575"/>
              <a:ext cx="5349240" cy="3606165"/>
            </a:xfrm>
            <a:custGeom>
              <a:avLst/>
              <a:gdLst/>
              <a:ahLst/>
              <a:cxnLst/>
              <a:rect l="l" t="t" r="r" b="b"/>
              <a:pathLst>
                <a:path w="5349240" h="3606165">
                  <a:moveTo>
                    <a:pt x="5349239" y="3605783"/>
                  </a:moveTo>
                  <a:lnTo>
                    <a:pt x="0" y="3605783"/>
                  </a:lnTo>
                  <a:lnTo>
                    <a:pt x="0" y="0"/>
                  </a:lnTo>
                  <a:lnTo>
                    <a:pt x="5349239" y="0"/>
                  </a:lnTo>
                  <a:lnTo>
                    <a:pt x="5349239" y="192023"/>
                  </a:lnTo>
                  <a:lnTo>
                    <a:pt x="355472" y="192023"/>
                  </a:lnTo>
                  <a:lnTo>
                    <a:pt x="345151" y="192522"/>
                  </a:lnTo>
                  <a:lnTo>
                    <a:pt x="306031" y="204409"/>
                  </a:lnTo>
                  <a:lnTo>
                    <a:pt x="274438" y="230362"/>
                  </a:lnTo>
                  <a:lnTo>
                    <a:pt x="255183" y="266429"/>
                  </a:lnTo>
                  <a:lnTo>
                    <a:pt x="250697" y="296798"/>
                  </a:lnTo>
                  <a:lnTo>
                    <a:pt x="250697" y="3192398"/>
                  </a:lnTo>
                  <a:lnTo>
                    <a:pt x="258672" y="3232493"/>
                  </a:lnTo>
                  <a:lnTo>
                    <a:pt x="281384" y="3266485"/>
                  </a:lnTo>
                  <a:lnTo>
                    <a:pt x="315376" y="3289197"/>
                  </a:lnTo>
                  <a:lnTo>
                    <a:pt x="355472" y="3297173"/>
                  </a:lnTo>
                  <a:lnTo>
                    <a:pt x="5349239" y="3297173"/>
                  </a:lnTo>
                  <a:lnTo>
                    <a:pt x="5349239" y="3605783"/>
                  </a:lnTo>
                  <a:close/>
                </a:path>
                <a:path w="5349240" h="3606165">
                  <a:moveTo>
                    <a:pt x="5349239" y="3297173"/>
                  </a:moveTo>
                  <a:lnTo>
                    <a:pt x="4994147" y="3297173"/>
                  </a:lnTo>
                  <a:lnTo>
                    <a:pt x="5004468" y="3296675"/>
                  </a:lnTo>
                  <a:lnTo>
                    <a:pt x="5014591" y="3295179"/>
                  </a:lnTo>
                  <a:lnTo>
                    <a:pt x="5052367" y="3279532"/>
                  </a:lnTo>
                  <a:lnTo>
                    <a:pt x="5081279" y="3250619"/>
                  </a:lnTo>
                  <a:lnTo>
                    <a:pt x="5096927" y="3212842"/>
                  </a:lnTo>
                  <a:lnTo>
                    <a:pt x="5098922" y="3192398"/>
                  </a:lnTo>
                  <a:lnTo>
                    <a:pt x="5098922" y="296798"/>
                  </a:lnTo>
                  <a:lnTo>
                    <a:pt x="5090945" y="256703"/>
                  </a:lnTo>
                  <a:lnTo>
                    <a:pt x="5068233" y="222711"/>
                  </a:lnTo>
                  <a:lnTo>
                    <a:pt x="5034242" y="199999"/>
                  </a:lnTo>
                  <a:lnTo>
                    <a:pt x="4994147" y="192023"/>
                  </a:lnTo>
                  <a:lnTo>
                    <a:pt x="5349239" y="192023"/>
                  </a:lnTo>
                  <a:lnTo>
                    <a:pt x="5349239" y="3297173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643686" y="1747837"/>
              <a:ext cx="4857750" cy="3114675"/>
            </a:xfrm>
            <a:custGeom>
              <a:avLst/>
              <a:gdLst/>
              <a:ahLst/>
              <a:cxnLst/>
              <a:rect l="l" t="t" r="r" b="b"/>
              <a:pathLst>
                <a:path w="4857750" h="3114675">
                  <a:moveTo>
                    <a:pt x="4755404" y="3114674"/>
                  </a:moveTo>
                  <a:lnTo>
                    <a:pt x="102344" y="3114674"/>
                  </a:lnTo>
                  <a:lnTo>
                    <a:pt x="95221" y="3113973"/>
                  </a:lnTo>
                  <a:lnTo>
                    <a:pt x="54661" y="3100209"/>
                  </a:lnTo>
                  <a:lnTo>
                    <a:pt x="22456" y="3071973"/>
                  </a:lnTo>
                  <a:lnTo>
                    <a:pt x="3507" y="3033560"/>
                  </a:lnTo>
                  <a:lnTo>
                    <a:pt x="0" y="3012329"/>
                  </a:lnTo>
                  <a:lnTo>
                    <a:pt x="0" y="30051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4755404" y="0"/>
                  </a:lnTo>
                  <a:lnTo>
                    <a:pt x="4796774" y="11090"/>
                  </a:lnTo>
                  <a:lnTo>
                    <a:pt x="4830753" y="37168"/>
                  </a:lnTo>
                  <a:lnTo>
                    <a:pt x="4852163" y="74263"/>
                  </a:lnTo>
                  <a:lnTo>
                    <a:pt x="4857749" y="102345"/>
                  </a:lnTo>
                  <a:lnTo>
                    <a:pt x="4857749" y="3012329"/>
                  </a:lnTo>
                  <a:lnTo>
                    <a:pt x="4846658" y="3053699"/>
                  </a:lnTo>
                  <a:lnTo>
                    <a:pt x="4820581" y="3087677"/>
                  </a:lnTo>
                  <a:lnTo>
                    <a:pt x="4783485" y="3109088"/>
                  </a:lnTo>
                  <a:lnTo>
                    <a:pt x="4762528" y="3113973"/>
                  </a:lnTo>
                  <a:lnTo>
                    <a:pt x="4755404" y="3114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643686" y="1747837"/>
              <a:ext cx="4857750" cy="3114675"/>
            </a:xfrm>
            <a:custGeom>
              <a:avLst/>
              <a:gdLst/>
              <a:ahLst/>
              <a:cxnLst/>
              <a:rect l="l" t="t" r="r" b="b"/>
              <a:pathLst>
                <a:path w="4857750" h="3114675">
                  <a:moveTo>
                    <a:pt x="0" y="30051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32083" y="32082"/>
                  </a:lnTo>
                  <a:lnTo>
                    <a:pt x="37168" y="26996"/>
                  </a:lnTo>
                  <a:lnTo>
                    <a:pt x="42702" y="22456"/>
                  </a:lnTo>
                  <a:lnTo>
                    <a:pt x="48682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4748212" y="0"/>
                  </a:lnTo>
                  <a:lnTo>
                    <a:pt x="4755404" y="0"/>
                  </a:lnTo>
                  <a:lnTo>
                    <a:pt x="4762528" y="701"/>
                  </a:lnTo>
                  <a:lnTo>
                    <a:pt x="4769582" y="2104"/>
                  </a:lnTo>
                  <a:lnTo>
                    <a:pt x="4776636" y="3507"/>
                  </a:lnTo>
                  <a:lnTo>
                    <a:pt x="4809068" y="18460"/>
                  </a:lnTo>
                  <a:lnTo>
                    <a:pt x="4815048" y="22456"/>
                  </a:lnTo>
                  <a:lnTo>
                    <a:pt x="4820581" y="26996"/>
                  </a:lnTo>
                  <a:lnTo>
                    <a:pt x="4825667" y="32082"/>
                  </a:lnTo>
                  <a:lnTo>
                    <a:pt x="4830753" y="37168"/>
                  </a:lnTo>
                  <a:lnTo>
                    <a:pt x="4852163" y="74263"/>
                  </a:lnTo>
                  <a:lnTo>
                    <a:pt x="4855644" y="88167"/>
                  </a:lnTo>
                  <a:lnTo>
                    <a:pt x="4857047" y="95221"/>
                  </a:lnTo>
                  <a:lnTo>
                    <a:pt x="4857749" y="102345"/>
                  </a:lnTo>
                  <a:lnTo>
                    <a:pt x="4857750" y="109537"/>
                  </a:lnTo>
                  <a:lnTo>
                    <a:pt x="4857750" y="3005137"/>
                  </a:lnTo>
                  <a:lnTo>
                    <a:pt x="4849411" y="3047055"/>
                  </a:lnTo>
                  <a:lnTo>
                    <a:pt x="4825667" y="3082591"/>
                  </a:lnTo>
                  <a:lnTo>
                    <a:pt x="4820581" y="3087677"/>
                  </a:lnTo>
                  <a:lnTo>
                    <a:pt x="4815048" y="3092218"/>
                  </a:lnTo>
                  <a:lnTo>
                    <a:pt x="4809068" y="3096213"/>
                  </a:lnTo>
                  <a:lnTo>
                    <a:pt x="4803088" y="3100209"/>
                  </a:lnTo>
                  <a:lnTo>
                    <a:pt x="4796774" y="3103583"/>
                  </a:lnTo>
                  <a:lnTo>
                    <a:pt x="4790129" y="3106336"/>
                  </a:lnTo>
                  <a:lnTo>
                    <a:pt x="4783485" y="3109088"/>
                  </a:lnTo>
                  <a:lnTo>
                    <a:pt x="4748212" y="3114674"/>
                  </a:lnTo>
                  <a:lnTo>
                    <a:pt x="109538" y="3114674"/>
                  </a:lnTo>
                  <a:lnTo>
                    <a:pt x="67619" y="3106336"/>
                  </a:lnTo>
                  <a:lnTo>
                    <a:pt x="60974" y="3103583"/>
                  </a:lnTo>
                  <a:lnTo>
                    <a:pt x="54661" y="3100209"/>
                  </a:lnTo>
                  <a:lnTo>
                    <a:pt x="48682" y="3096213"/>
                  </a:lnTo>
                  <a:lnTo>
                    <a:pt x="42702" y="3092218"/>
                  </a:lnTo>
                  <a:lnTo>
                    <a:pt x="37168" y="3087677"/>
                  </a:lnTo>
                  <a:lnTo>
                    <a:pt x="32083" y="3082591"/>
                  </a:lnTo>
                  <a:lnTo>
                    <a:pt x="26997" y="3077506"/>
                  </a:lnTo>
                  <a:lnTo>
                    <a:pt x="22456" y="3071973"/>
                  </a:lnTo>
                  <a:lnTo>
                    <a:pt x="18460" y="3065992"/>
                  </a:lnTo>
                  <a:lnTo>
                    <a:pt x="14464" y="3060012"/>
                  </a:lnTo>
                  <a:lnTo>
                    <a:pt x="2105" y="3026506"/>
                  </a:lnTo>
                  <a:lnTo>
                    <a:pt x="701" y="3019452"/>
                  </a:lnTo>
                  <a:lnTo>
                    <a:pt x="0" y="3012329"/>
                  </a:lnTo>
                  <a:lnTo>
                    <a:pt x="0" y="3005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48449" y="1752599"/>
              <a:ext cx="4848225" cy="438150"/>
            </a:xfrm>
            <a:custGeom>
              <a:avLst/>
              <a:gdLst/>
              <a:ahLst/>
              <a:cxnLst/>
              <a:rect l="l" t="t" r="r" b="b"/>
              <a:pathLst>
                <a:path w="4848225" h="438150">
                  <a:moveTo>
                    <a:pt x="4848224" y="438149"/>
                  </a:moveTo>
                  <a:lnTo>
                    <a:pt x="0" y="438149"/>
                  </a:lnTo>
                  <a:lnTo>
                    <a:pt x="0" y="104775"/>
                  </a:lnTo>
                  <a:lnTo>
                    <a:pt x="7974" y="64679"/>
                  </a:lnTo>
                  <a:lnTo>
                    <a:pt x="30687" y="30687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4743450" y="0"/>
                  </a:lnTo>
                  <a:lnTo>
                    <a:pt x="4783544" y="7975"/>
                  </a:lnTo>
                  <a:lnTo>
                    <a:pt x="4817536" y="30687"/>
                  </a:lnTo>
                  <a:lnTo>
                    <a:pt x="4840247" y="64679"/>
                  </a:lnTo>
                  <a:lnTo>
                    <a:pt x="4848224" y="104775"/>
                  </a:lnTo>
                  <a:lnTo>
                    <a:pt x="4848224" y="4381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648449" y="2181224"/>
              <a:ext cx="4848225" cy="9525"/>
            </a:xfrm>
            <a:custGeom>
              <a:avLst/>
              <a:gdLst/>
              <a:ahLst/>
              <a:cxnLst/>
              <a:rect l="l" t="t" r="r" b="b"/>
              <a:pathLst>
                <a:path w="4848225" h="9525">
                  <a:moveTo>
                    <a:pt x="48482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848224" y="0"/>
                  </a:lnTo>
                  <a:lnTo>
                    <a:pt x="48482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1798" y="1914524"/>
              <a:ext cx="95250" cy="9524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198" y="1914524"/>
              <a:ext cx="95250" cy="9524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6598" y="1914524"/>
              <a:ext cx="95250" cy="9524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281860" y="1843087"/>
              <a:ext cx="4076700" cy="247650"/>
            </a:xfrm>
            <a:custGeom>
              <a:avLst/>
              <a:gdLst/>
              <a:ahLst/>
              <a:cxnLst/>
              <a:rect l="l" t="t" r="r" b="b"/>
              <a:pathLst>
                <a:path w="4076700" h="247650">
                  <a:moveTo>
                    <a:pt x="4027751" y="247649"/>
                  </a:moveTo>
                  <a:lnTo>
                    <a:pt x="48948" y="247649"/>
                  </a:lnTo>
                  <a:lnTo>
                    <a:pt x="45540" y="247314"/>
                  </a:lnTo>
                  <a:lnTo>
                    <a:pt x="10740" y="227227"/>
                  </a:lnTo>
                  <a:lnTo>
                    <a:pt x="0" y="198702"/>
                  </a:lnTo>
                  <a:lnTo>
                    <a:pt x="0" y="19526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4027751" y="0"/>
                  </a:lnTo>
                  <a:lnTo>
                    <a:pt x="4063786" y="17776"/>
                  </a:lnTo>
                  <a:lnTo>
                    <a:pt x="4076700" y="48947"/>
                  </a:lnTo>
                  <a:lnTo>
                    <a:pt x="4076700" y="198702"/>
                  </a:lnTo>
                  <a:lnTo>
                    <a:pt x="4058923" y="234738"/>
                  </a:lnTo>
                  <a:lnTo>
                    <a:pt x="4031158" y="247314"/>
                  </a:lnTo>
                  <a:lnTo>
                    <a:pt x="4027751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281860" y="1843087"/>
              <a:ext cx="4076700" cy="247650"/>
            </a:xfrm>
            <a:custGeom>
              <a:avLst/>
              <a:gdLst/>
              <a:ahLst/>
              <a:cxnLst/>
              <a:rect l="l" t="t" r="r" b="b"/>
              <a:pathLst>
                <a:path w="4076700" h="247650">
                  <a:moveTo>
                    <a:pt x="0" y="1952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024312" y="0"/>
                  </a:lnTo>
                  <a:lnTo>
                    <a:pt x="4027751" y="0"/>
                  </a:lnTo>
                  <a:lnTo>
                    <a:pt x="4031158" y="335"/>
                  </a:lnTo>
                  <a:lnTo>
                    <a:pt x="4034531" y="1006"/>
                  </a:lnTo>
                  <a:lnTo>
                    <a:pt x="4037904" y="1677"/>
                  </a:lnTo>
                  <a:lnTo>
                    <a:pt x="4041181" y="2671"/>
                  </a:lnTo>
                  <a:lnTo>
                    <a:pt x="4044358" y="3987"/>
                  </a:lnTo>
                  <a:lnTo>
                    <a:pt x="4047536" y="5303"/>
                  </a:lnTo>
                  <a:lnTo>
                    <a:pt x="4050556" y="6917"/>
                  </a:lnTo>
                  <a:lnTo>
                    <a:pt x="4053416" y="8828"/>
                  </a:lnTo>
                  <a:lnTo>
                    <a:pt x="4056276" y="10739"/>
                  </a:lnTo>
                  <a:lnTo>
                    <a:pt x="4067869" y="23282"/>
                  </a:lnTo>
                  <a:lnTo>
                    <a:pt x="4069779" y="26142"/>
                  </a:lnTo>
                  <a:lnTo>
                    <a:pt x="4075692" y="42167"/>
                  </a:lnTo>
                  <a:lnTo>
                    <a:pt x="4076364" y="45540"/>
                  </a:lnTo>
                  <a:lnTo>
                    <a:pt x="4076700" y="48947"/>
                  </a:lnTo>
                  <a:lnTo>
                    <a:pt x="4076700" y="52387"/>
                  </a:lnTo>
                  <a:lnTo>
                    <a:pt x="4076700" y="195262"/>
                  </a:lnTo>
                  <a:lnTo>
                    <a:pt x="4076700" y="198702"/>
                  </a:lnTo>
                  <a:lnTo>
                    <a:pt x="4076364" y="202108"/>
                  </a:lnTo>
                  <a:lnTo>
                    <a:pt x="4075692" y="205482"/>
                  </a:lnTo>
                  <a:lnTo>
                    <a:pt x="4075021" y="208856"/>
                  </a:lnTo>
                  <a:lnTo>
                    <a:pt x="4053415" y="238820"/>
                  </a:lnTo>
                  <a:lnTo>
                    <a:pt x="4050556" y="240731"/>
                  </a:lnTo>
                  <a:lnTo>
                    <a:pt x="4047536" y="242345"/>
                  </a:lnTo>
                  <a:lnTo>
                    <a:pt x="4044358" y="243661"/>
                  </a:lnTo>
                  <a:lnTo>
                    <a:pt x="4041181" y="244978"/>
                  </a:lnTo>
                  <a:lnTo>
                    <a:pt x="4024312" y="247649"/>
                  </a:lnTo>
                  <a:lnTo>
                    <a:pt x="52388" y="247649"/>
                  </a:lnTo>
                  <a:lnTo>
                    <a:pt x="32339" y="243661"/>
                  </a:lnTo>
                  <a:lnTo>
                    <a:pt x="29160" y="242345"/>
                  </a:lnTo>
                  <a:lnTo>
                    <a:pt x="2671" y="212132"/>
                  </a:lnTo>
                  <a:lnTo>
                    <a:pt x="0" y="198702"/>
                  </a:lnTo>
                  <a:lnTo>
                    <a:pt x="0" y="195262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5814" y="1917699"/>
              <a:ext cx="73025" cy="9525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529165" y="1873250"/>
            <a:ext cx="8953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648449" y="2190749"/>
            <a:ext cx="4848225" cy="2667000"/>
          </a:xfrm>
          <a:custGeom>
            <a:avLst/>
            <a:gdLst/>
            <a:ahLst/>
            <a:cxnLst/>
            <a:rect l="l" t="t" r="r" b="b"/>
            <a:pathLst>
              <a:path w="4848225" h="2667000">
                <a:moveTo>
                  <a:pt x="4743450" y="2666999"/>
                </a:moveTo>
                <a:lnTo>
                  <a:pt x="104775" y="2666999"/>
                </a:lnTo>
                <a:lnTo>
                  <a:pt x="94454" y="2666501"/>
                </a:lnTo>
                <a:lnTo>
                  <a:pt x="55333" y="2654613"/>
                </a:lnTo>
                <a:lnTo>
                  <a:pt x="23741" y="2628660"/>
                </a:lnTo>
                <a:lnTo>
                  <a:pt x="4485" y="2592593"/>
                </a:lnTo>
                <a:lnTo>
                  <a:pt x="0" y="2562225"/>
                </a:lnTo>
                <a:lnTo>
                  <a:pt x="0" y="0"/>
                </a:lnTo>
                <a:lnTo>
                  <a:pt x="4848225" y="0"/>
                </a:lnTo>
                <a:lnTo>
                  <a:pt x="4848224" y="2562225"/>
                </a:lnTo>
                <a:lnTo>
                  <a:pt x="4840247" y="2602320"/>
                </a:lnTo>
                <a:lnTo>
                  <a:pt x="4817536" y="2636311"/>
                </a:lnTo>
                <a:lnTo>
                  <a:pt x="4783544" y="2659023"/>
                </a:lnTo>
                <a:lnTo>
                  <a:pt x="4743450" y="2666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 rot="20520000">
            <a:off x="6801608" y="2250697"/>
            <a:ext cx="421435" cy="292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50"/>
              </a:lnSpc>
            </a:pPr>
            <a:r>
              <a:rPr dirty="0" sz="2300" spc="335">
                <a:solidFill>
                  <a:srgbClr val="1B1F3A"/>
                </a:solidFill>
                <a:latin typeface="Cambria"/>
                <a:cs typeface="Cambria"/>
              </a:rPr>
              <a:t>🎈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 rot="660000">
            <a:off x="10916619" y="2313971"/>
            <a:ext cx="360006" cy="247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</a:pPr>
            <a:r>
              <a:rPr dirty="0" sz="1950" spc="305">
                <a:solidFill>
                  <a:srgbClr val="1B1F3A"/>
                </a:solidFill>
                <a:latin typeface="Cambria"/>
                <a:cs typeface="Cambria"/>
              </a:rPr>
              <a:t>🎈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54" name="object 54"/>
          <p:cNvSpPr txBox="1"/>
          <p:nvPr/>
        </p:nvSpPr>
        <p:spPr>
          <a:xfrm rot="900000">
            <a:off x="6894375" y="4507644"/>
            <a:ext cx="388662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2100" spc="325">
                <a:solidFill>
                  <a:srgbClr val="1B1F3A"/>
                </a:solidFill>
                <a:latin typeface="Cambria"/>
                <a:cs typeface="Cambria"/>
              </a:rPr>
              <a:t>🎈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5" name="object 55"/>
          <p:cNvSpPr txBox="1"/>
          <p:nvPr/>
        </p:nvSpPr>
        <p:spPr>
          <a:xfrm rot="20160000">
            <a:off x="10928887" y="4489724"/>
            <a:ext cx="458331" cy="317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00"/>
              </a:lnSpc>
            </a:pPr>
            <a:r>
              <a:rPr dirty="0" sz="2500" spc="385">
                <a:solidFill>
                  <a:srgbClr val="1B1F3A"/>
                </a:solidFill>
                <a:latin typeface="Cambria"/>
                <a:cs typeface="Cambria"/>
              </a:rPr>
              <a:t>🎈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 rot="480000">
            <a:off x="11130828" y="3520105"/>
            <a:ext cx="324141" cy="222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00"/>
              </a:lnSpc>
            </a:pPr>
            <a:r>
              <a:rPr dirty="0" sz="1750" spc="265">
                <a:solidFill>
                  <a:srgbClr val="1B1F3A"/>
                </a:solidFill>
                <a:latin typeface="Cambria"/>
                <a:cs typeface="Cambria"/>
              </a:rPr>
              <a:t>🎈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43365" y="2311400"/>
            <a:ext cx="1780539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293283"/>
                </a:solidFill>
                <a:latin typeface="Tahoma"/>
                <a:cs typeface="Tahoma"/>
              </a:rPr>
              <a:t>My</a:t>
            </a:r>
            <a:r>
              <a:rPr dirty="0" sz="15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500" spc="-155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5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500" spc="-160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5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500" spc="-95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900" spc="-105" b="1">
                <a:solidFill>
                  <a:srgbClr val="1B1F3A"/>
                </a:solidFill>
                <a:latin typeface="Tahoma"/>
                <a:cs typeface="Tahoma"/>
              </a:rPr>
              <a:t>What's</a:t>
            </a:r>
            <a:r>
              <a:rPr dirty="0" sz="900" spc="-3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 spc="-3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1B1F3A"/>
                </a:solidFill>
                <a:latin typeface="Tahoma"/>
                <a:cs typeface="Tahoma"/>
              </a:rPr>
              <a:t>name?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857998" y="2905124"/>
            <a:ext cx="4429125" cy="314325"/>
            <a:chOff x="6857998" y="2905124"/>
            <a:chExt cx="4429125" cy="314325"/>
          </a:xfrm>
        </p:grpSpPr>
        <p:sp>
          <p:nvSpPr>
            <p:cNvPr id="59" name="object 59"/>
            <p:cNvSpPr/>
            <p:nvPr/>
          </p:nvSpPr>
          <p:spPr>
            <a:xfrm>
              <a:off x="6862760" y="2909887"/>
              <a:ext cx="4419600" cy="304800"/>
            </a:xfrm>
            <a:custGeom>
              <a:avLst/>
              <a:gdLst/>
              <a:ahLst/>
              <a:cxnLst/>
              <a:rect l="l" t="t" r="r" b="b"/>
              <a:pathLst>
                <a:path w="4419600" h="304800">
                  <a:moveTo>
                    <a:pt x="4370651" y="304799"/>
                  </a:moveTo>
                  <a:lnTo>
                    <a:pt x="48948" y="304799"/>
                  </a:lnTo>
                  <a:lnTo>
                    <a:pt x="45540" y="304464"/>
                  </a:lnTo>
                  <a:lnTo>
                    <a:pt x="10740" y="284377"/>
                  </a:lnTo>
                  <a:lnTo>
                    <a:pt x="0" y="255852"/>
                  </a:lnTo>
                  <a:lnTo>
                    <a:pt x="0" y="252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8" y="0"/>
                  </a:lnTo>
                  <a:lnTo>
                    <a:pt x="4370651" y="0"/>
                  </a:lnTo>
                  <a:lnTo>
                    <a:pt x="4406686" y="17775"/>
                  </a:lnTo>
                  <a:lnTo>
                    <a:pt x="4419600" y="48947"/>
                  </a:lnTo>
                  <a:lnTo>
                    <a:pt x="4419600" y="255852"/>
                  </a:lnTo>
                  <a:lnTo>
                    <a:pt x="4401821" y="291888"/>
                  </a:lnTo>
                  <a:lnTo>
                    <a:pt x="4374058" y="304464"/>
                  </a:lnTo>
                  <a:lnTo>
                    <a:pt x="4370651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862760" y="2909887"/>
              <a:ext cx="4419600" cy="304800"/>
            </a:xfrm>
            <a:custGeom>
              <a:avLst/>
              <a:gdLst/>
              <a:ahLst/>
              <a:cxnLst/>
              <a:rect l="l" t="t" r="r" b="b"/>
              <a:pathLst>
                <a:path w="4419600" h="304800">
                  <a:moveTo>
                    <a:pt x="0" y="252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5344" y="15343"/>
                  </a:lnTo>
                  <a:lnTo>
                    <a:pt x="17776" y="12911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4367212" y="0"/>
                  </a:lnTo>
                  <a:lnTo>
                    <a:pt x="4370651" y="0"/>
                  </a:lnTo>
                  <a:lnTo>
                    <a:pt x="4374058" y="335"/>
                  </a:lnTo>
                  <a:lnTo>
                    <a:pt x="4408858" y="20422"/>
                  </a:lnTo>
                  <a:lnTo>
                    <a:pt x="4410769" y="23282"/>
                  </a:lnTo>
                  <a:lnTo>
                    <a:pt x="4412680" y="26142"/>
                  </a:lnTo>
                  <a:lnTo>
                    <a:pt x="4419600" y="48947"/>
                  </a:lnTo>
                  <a:lnTo>
                    <a:pt x="4419600" y="52387"/>
                  </a:lnTo>
                  <a:lnTo>
                    <a:pt x="4419600" y="252412"/>
                  </a:lnTo>
                  <a:lnTo>
                    <a:pt x="4419600" y="255852"/>
                  </a:lnTo>
                  <a:lnTo>
                    <a:pt x="4419263" y="259259"/>
                  </a:lnTo>
                  <a:lnTo>
                    <a:pt x="4399175" y="294059"/>
                  </a:lnTo>
                  <a:lnTo>
                    <a:pt x="4396315" y="295970"/>
                  </a:lnTo>
                  <a:lnTo>
                    <a:pt x="4393455" y="297882"/>
                  </a:lnTo>
                  <a:lnTo>
                    <a:pt x="4367212" y="304799"/>
                  </a:lnTo>
                  <a:lnTo>
                    <a:pt x="52388" y="304799"/>
                  </a:lnTo>
                  <a:lnTo>
                    <a:pt x="23282" y="295970"/>
                  </a:lnTo>
                  <a:lnTo>
                    <a:pt x="20421" y="294059"/>
                  </a:lnTo>
                  <a:lnTo>
                    <a:pt x="17776" y="291888"/>
                  </a:lnTo>
                  <a:lnTo>
                    <a:pt x="15344" y="289455"/>
                  </a:lnTo>
                  <a:lnTo>
                    <a:pt x="12911" y="287023"/>
                  </a:lnTo>
                  <a:lnTo>
                    <a:pt x="0" y="255852"/>
                  </a:lnTo>
                  <a:lnTo>
                    <a:pt x="0" y="252412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948140" y="2968625"/>
            <a:ext cx="3073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30">
                <a:solidFill>
                  <a:srgbClr val="1B1F3A"/>
                </a:solidFill>
                <a:latin typeface="Tahoma"/>
                <a:cs typeface="Tahoma"/>
              </a:rPr>
              <a:t>Aarav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803135" y="3297935"/>
            <a:ext cx="1073150" cy="433070"/>
            <a:chOff x="6803135" y="3297935"/>
            <a:chExt cx="1073150" cy="433070"/>
          </a:xfrm>
        </p:grpSpPr>
        <p:sp>
          <p:nvSpPr>
            <p:cNvPr id="63" name="object 63"/>
            <p:cNvSpPr/>
            <p:nvPr/>
          </p:nvSpPr>
          <p:spPr>
            <a:xfrm>
              <a:off x="6803135" y="3297935"/>
              <a:ext cx="1073150" cy="433070"/>
            </a:xfrm>
            <a:custGeom>
              <a:avLst/>
              <a:gdLst/>
              <a:ahLst/>
              <a:cxnLst/>
              <a:rect l="l" t="t" r="r" b="b"/>
              <a:pathLst>
                <a:path w="1073150" h="433070">
                  <a:moveTo>
                    <a:pt x="1072895" y="432815"/>
                  </a:moveTo>
                  <a:lnTo>
                    <a:pt x="0" y="432815"/>
                  </a:lnTo>
                  <a:lnTo>
                    <a:pt x="0" y="0"/>
                  </a:lnTo>
                  <a:lnTo>
                    <a:pt x="1072895" y="0"/>
                  </a:lnTo>
                  <a:lnTo>
                    <a:pt x="1072895" y="45338"/>
                  </a:lnTo>
                  <a:lnTo>
                    <a:pt x="112013" y="45338"/>
                  </a:lnTo>
                  <a:lnTo>
                    <a:pt x="102511" y="46210"/>
                  </a:lnTo>
                  <a:lnTo>
                    <a:pt x="67875" y="74681"/>
                  </a:lnTo>
                  <a:lnTo>
                    <a:pt x="64388" y="92963"/>
                  </a:lnTo>
                  <a:lnTo>
                    <a:pt x="64388" y="302513"/>
                  </a:lnTo>
                  <a:lnTo>
                    <a:pt x="85673" y="342292"/>
                  </a:lnTo>
                  <a:lnTo>
                    <a:pt x="112013" y="350138"/>
                  </a:lnTo>
                  <a:lnTo>
                    <a:pt x="1072895" y="350138"/>
                  </a:lnTo>
                  <a:lnTo>
                    <a:pt x="1072895" y="432815"/>
                  </a:lnTo>
                  <a:close/>
                </a:path>
                <a:path w="1073150" h="433070">
                  <a:moveTo>
                    <a:pt x="1072895" y="350138"/>
                  </a:moveTo>
                  <a:lnTo>
                    <a:pt x="959738" y="350138"/>
                  </a:lnTo>
                  <a:lnTo>
                    <a:pt x="969241" y="349266"/>
                  </a:lnTo>
                  <a:lnTo>
                    <a:pt x="978020" y="346651"/>
                  </a:lnTo>
                  <a:lnTo>
                    <a:pt x="1006491" y="312016"/>
                  </a:lnTo>
                  <a:lnTo>
                    <a:pt x="1007363" y="302513"/>
                  </a:lnTo>
                  <a:lnTo>
                    <a:pt x="1007363" y="92963"/>
                  </a:lnTo>
                  <a:lnTo>
                    <a:pt x="986078" y="53184"/>
                  </a:lnTo>
                  <a:lnTo>
                    <a:pt x="959738" y="45338"/>
                  </a:lnTo>
                  <a:lnTo>
                    <a:pt x="1072895" y="45338"/>
                  </a:lnTo>
                  <a:lnTo>
                    <a:pt x="1072895" y="350138"/>
                  </a:lnTo>
                  <a:close/>
                </a:path>
              </a:pathLst>
            </a:custGeom>
            <a:solidFill>
              <a:srgbClr val="293283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857999" y="3333749"/>
              <a:ext cx="962025" cy="323850"/>
            </a:xfrm>
            <a:custGeom>
              <a:avLst/>
              <a:gdLst/>
              <a:ahLst/>
              <a:cxnLst/>
              <a:rect l="l" t="t" r="r" b="b"/>
              <a:pathLst>
                <a:path w="962025" h="323850">
                  <a:moveTo>
                    <a:pt x="908626" y="323849"/>
                  </a:moveTo>
                  <a:lnTo>
                    <a:pt x="53397" y="323849"/>
                  </a:lnTo>
                  <a:lnTo>
                    <a:pt x="49680" y="323483"/>
                  </a:lnTo>
                  <a:lnTo>
                    <a:pt x="14085" y="304456"/>
                  </a:lnTo>
                  <a:lnTo>
                    <a:pt x="0" y="270452"/>
                  </a:lnTo>
                  <a:lnTo>
                    <a:pt x="0" y="266699"/>
                  </a:lnTo>
                  <a:lnTo>
                    <a:pt x="0" y="53397"/>
                  </a:lnTo>
                  <a:lnTo>
                    <a:pt x="19391" y="14084"/>
                  </a:lnTo>
                  <a:lnTo>
                    <a:pt x="53397" y="0"/>
                  </a:lnTo>
                  <a:lnTo>
                    <a:pt x="908626" y="0"/>
                  </a:lnTo>
                  <a:lnTo>
                    <a:pt x="947938" y="19391"/>
                  </a:lnTo>
                  <a:lnTo>
                    <a:pt x="962024" y="53397"/>
                  </a:lnTo>
                  <a:lnTo>
                    <a:pt x="962024" y="270452"/>
                  </a:lnTo>
                  <a:lnTo>
                    <a:pt x="942631" y="309763"/>
                  </a:lnTo>
                  <a:lnTo>
                    <a:pt x="912343" y="323483"/>
                  </a:lnTo>
                  <a:lnTo>
                    <a:pt x="908626" y="323849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33865" y="3444874"/>
              <a:ext cx="85725" cy="117475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7186265" y="3397250"/>
            <a:ext cx="499109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90" b="1">
                <a:solidFill>
                  <a:srgbClr val="FFFFFF"/>
                </a:solidFill>
                <a:latin typeface="Tahoma"/>
                <a:cs typeface="Tahoma"/>
              </a:rPr>
              <a:t>Greet</a:t>
            </a:r>
            <a:r>
              <a:rPr dirty="0" sz="9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-60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857999" y="3790949"/>
            <a:ext cx="4429125" cy="371475"/>
            <a:chOff x="6857999" y="3790949"/>
            <a:chExt cx="4429125" cy="371475"/>
          </a:xfrm>
        </p:grpSpPr>
        <p:sp>
          <p:nvSpPr>
            <p:cNvPr id="68" name="object 68"/>
            <p:cNvSpPr/>
            <p:nvPr/>
          </p:nvSpPr>
          <p:spPr>
            <a:xfrm>
              <a:off x="6872286" y="3790949"/>
              <a:ext cx="4415155" cy="371475"/>
            </a:xfrm>
            <a:custGeom>
              <a:avLst/>
              <a:gdLst/>
              <a:ahLst/>
              <a:cxnLst/>
              <a:rect l="l" t="t" r="r" b="b"/>
              <a:pathLst>
                <a:path w="4415155" h="371475">
                  <a:moveTo>
                    <a:pt x="4381789" y="371474"/>
                  </a:moveTo>
                  <a:lnTo>
                    <a:pt x="20655" y="371474"/>
                  </a:lnTo>
                  <a:lnTo>
                    <a:pt x="17617" y="370507"/>
                  </a:lnTo>
                  <a:lnTo>
                    <a:pt x="0" y="338427"/>
                  </a:lnTo>
                  <a:lnTo>
                    <a:pt x="0" y="333374"/>
                  </a:lnTo>
                  <a:lnTo>
                    <a:pt x="0" y="33047"/>
                  </a:lnTo>
                  <a:lnTo>
                    <a:pt x="20655" y="0"/>
                  </a:lnTo>
                  <a:lnTo>
                    <a:pt x="4381789" y="0"/>
                  </a:lnTo>
                  <a:lnTo>
                    <a:pt x="4413870" y="28186"/>
                  </a:lnTo>
                  <a:lnTo>
                    <a:pt x="4414836" y="33047"/>
                  </a:lnTo>
                  <a:lnTo>
                    <a:pt x="4414836" y="338427"/>
                  </a:lnTo>
                  <a:lnTo>
                    <a:pt x="4386648" y="370507"/>
                  </a:lnTo>
                  <a:lnTo>
                    <a:pt x="4381789" y="37147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857999" y="3791205"/>
              <a:ext cx="35560" cy="371475"/>
            </a:xfrm>
            <a:custGeom>
              <a:avLst/>
              <a:gdLst/>
              <a:ahLst/>
              <a:cxnLst/>
              <a:rect l="l" t="t" r="r" b="b"/>
              <a:pathLst>
                <a:path w="35559" h="371475">
                  <a:moveTo>
                    <a:pt x="35315" y="370963"/>
                  </a:moveTo>
                  <a:lnTo>
                    <a:pt x="2789" y="347744"/>
                  </a:lnTo>
                  <a:lnTo>
                    <a:pt x="0" y="333119"/>
                  </a:lnTo>
                  <a:lnTo>
                    <a:pt x="0" y="37844"/>
                  </a:lnTo>
                  <a:lnTo>
                    <a:pt x="23474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3" y="16772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5" y="37844"/>
                  </a:lnTo>
                  <a:lnTo>
                    <a:pt x="28575" y="333119"/>
                  </a:lnTo>
                  <a:lnTo>
                    <a:pt x="33224" y="367499"/>
                  </a:lnTo>
                  <a:lnTo>
                    <a:pt x="35315" y="370963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6986240" y="3863975"/>
            <a:ext cx="212153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0" b="1">
                <a:solidFill>
                  <a:srgbClr val="293283"/>
                </a:solidFill>
                <a:latin typeface="Tahoma"/>
                <a:cs typeface="Tahoma"/>
              </a:rPr>
              <a:t>Hello,</a:t>
            </a:r>
            <a:r>
              <a:rPr dirty="0" sz="11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05" b="1">
                <a:solidFill>
                  <a:srgbClr val="293283"/>
                </a:solidFill>
                <a:latin typeface="Tahoma"/>
                <a:cs typeface="Tahoma"/>
              </a:rPr>
              <a:t>Aarav!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20" b="1">
                <a:solidFill>
                  <a:srgbClr val="293283"/>
                </a:solidFill>
                <a:latin typeface="Tahoma"/>
                <a:cs typeface="Tahoma"/>
              </a:rPr>
              <a:t>Welcome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90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85" b="1">
                <a:solidFill>
                  <a:srgbClr val="293283"/>
                </a:solidFill>
                <a:latin typeface="Tahoma"/>
                <a:cs typeface="Tahoma"/>
              </a:rPr>
              <a:t>Streamlit.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0710671" y="2221991"/>
            <a:ext cx="774700" cy="365760"/>
            <a:chOff x="10710671" y="2221991"/>
            <a:chExt cx="774700" cy="365760"/>
          </a:xfrm>
        </p:grpSpPr>
        <p:sp>
          <p:nvSpPr>
            <p:cNvPr id="72" name="object 72"/>
            <p:cNvSpPr/>
            <p:nvPr/>
          </p:nvSpPr>
          <p:spPr>
            <a:xfrm>
              <a:off x="10710671" y="2221991"/>
              <a:ext cx="774700" cy="365760"/>
            </a:xfrm>
            <a:custGeom>
              <a:avLst/>
              <a:gdLst/>
              <a:ahLst/>
              <a:cxnLst/>
              <a:rect l="l" t="t" r="r" b="b"/>
              <a:pathLst>
                <a:path w="774700" h="365760">
                  <a:moveTo>
                    <a:pt x="774191" y="365759"/>
                  </a:moveTo>
                  <a:lnTo>
                    <a:pt x="0" y="365759"/>
                  </a:lnTo>
                  <a:lnTo>
                    <a:pt x="0" y="0"/>
                  </a:lnTo>
                  <a:lnTo>
                    <a:pt x="774191" y="0"/>
                  </a:lnTo>
                  <a:lnTo>
                    <a:pt x="774191" y="73532"/>
                  </a:lnTo>
                  <a:lnTo>
                    <a:pt x="138302" y="73532"/>
                  </a:lnTo>
                  <a:lnTo>
                    <a:pt x="128800" y="74404"/>
                  </a:lnTo>
                  <a:lnTo>
                    <a:pt x="94164" y="102875"/>
                  </a:lnTo>
                  <a:lnTo>
                    <a:pt x="90677" y="121157"/>
                  </a:lnTo>
                  <a:lnTo>
                    <a:pt x="90677" y="206882"/>
                  </a:lnTo>
                  <a:lnTo>
                    <a:pt x="111961" y="246661"/>
                  </a:lnTo>
                  <a:lnTo>
                    <a:pt x="138302" y="254507"/>
                  </a:lnTo>
                  <a:lnTo>
                    <a:pt x="774191" y="254507"/>
                  </a:lnTo>
                  <a:lnTo>
                    <a:pt x="774191" y="365759"/>
                  </a:lnTo>
                  <a:close/>
                </a:path>
                <a:path w="774700" h="365760">
                  <a:moveTo>
                    <a:pt x="774191" y="254507"/>
                  </a:moveTo>
                  <a:lnTo>
                    <a:pt x="633602" y="254507"/>
                  </a:lnTo>
                  <a:lnTo>
                    <a:pt x="643105" y="253636"/>
                  </a:lnTo>
                  <a:lnTo>
                    <a:pt x="651884" y="251020"/>
                  </a:lnTo>
                  <a:lnTo>
                    <a:pt x="680355" y="216385"/>
                  </a:lnTo>
                  <a:lnTo>
                    <a:pt x="681227" y="206882"/>
                  </a:lnTo>
                  <a:lnTo>
                    <a:pt x="681227" y="121157"/>
                  </a:lnTo>
                  <a:lnTo>
                    <a:pt x="659942" y="81379"/>
                  </a:lnTo>
                  <a:lnTo>
                    <a:pt x="633602" y="73532"/>
                  </a:lnTo>
                  <a:lnTo>
                    <a:pt x="774191" y="73532"/>
                  </a:lnTo>
                  <a:lnTo>
                    <a:pt x="774191" y="254507"/>
                  </a:lnTo>
                  <a:close/>
                </a:path>
              </a:pathLst>
            </a:custGeom>
            <a:solidFill>
              <a:srgbClr val="FF6A5B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791822" y="2285999"/>
              <a:ext cx="609600" cy="200025"/>
            </a:xfrm>
            <a:custGeom>
              <a:avLst/>
              <a:gdLst/>
              <a:ahLst/>
              <a:cxnLst/>
              <a:rect l="l" t="t" r="r" b="b"/>
              <a:pathLst>
                <a:path w="609600" h="200025">
                  <a:moveTo>
                    <a:pt x="556203" y="200024"/>
                  </a:moveTo>
                  <a:lnTo>
                    <a:pt x="53399" y="200024"/>
                  </a:lnTo>
                  <a:lnTo>
                    <a:pt x="49681" y="199658"/>
                  </a:lnTo>
                  <a:lnTo>
                    <a:pt x="14085" y="180632"/>
                  </a:lnTo>
                  <a:lnTo>
                    <a:pt x="0" y="146627"/>
                  </a:lnTo>
                  <a:lnTo>
                    <a:pt x="1" y="14287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9" y="0"/>
                  </a:lnTo>
                  <a:lnTo>
                    <a:pt x="556203" y="0"/>
                  </a:lnTo>
                  <a:lnTo>
                    <a:pt x="595513" y="19392"/>
                  </a:lnTo>
                  <a:lnTo>
                    <a:pt x="609601" y="53397"/>
                  </a:lnTo>
                  <a:lnTo>
                    <a:pt x="609601" y="146627"/>
                  </a:lnTo>
                  <a:lnTo>
                    <a:pt x="590206" y="185939"/>
                  </a:lnTo>
                  <a:lnTo>
                    <a:pt x="559919" y="199658"/>
                  </a:lnTo>
                  <a:lnTo>
                    <a:pt x="556203" y="20002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83453" y="2336799"/>
              <a:ext cx="73025" cy="98425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11007277" y="2311400"/>
            <a:ext cx="3251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5" b="1">
                <a:solidFill>
                  <a:srgbClr val="FFFFFF"/>
                </a:solidFill>
                <a:latin typeface="Tahoma"/>
                <a:cs typeface="Tahoma"/>
              </a:rPr>
              <a:t>RERUN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1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5920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0934" y="530225"/>
            <a:ext cx="1717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5"/>
              <a:t>Step</a:t>
            </a:r>
            <a:r>
              <a:rPr dirty="0" spc="-225"/>
              <a:t> </a:t>
            </a:r>
            <a:r>
              <a:rPr dirty="0" spc="-325"/>
              <a:t>5</a:t>
            </a:r>
            <a:r>
              <a:rPr dirty="0" spc="-225"/>
              <a:t> </a:t>
            </a:r>
            <a:r>
              <a:rPr dirty="0" spc="-30"/>
              <a:t>—</a:t>
            </a:r>
            <a:r>
              <a:rPr dirty="0" spc="-225"/>
              <a:t> </a:t>
            </a:r>
            <a:r>
              <a:rPr dirty="0" spc="-285"/>
              <a:t>What</a:t>
            </a:r>
            <a:r>
              <a:rPr dirty="0" spc="-225"/>
              <a:t> </a:t>
            </a:r>
            <a:r>
              <a:rPr dirty="0" spc="-285"/>
              <a:t>happens</a:t>
            </a:r>
            <a:r>
              <a:rPr dirty="0" spc="-225"/>
              <a:t> </a:t>
            </a:r>
            <a:r>
              <a:rPr dirty="0" spc="-310"/>
              <a:t>when</a:t>
            </a:r>
            <a:r>
              <a:rPr dirty="0" spc="-220"/>
              <a:t> </a:t>
            </a:r>
            <a:r>
              <a:rPr dirty="0" spc="-254"/>
              <a:t>the</a:t>
            </a:r>
            <a:r>
              <a:rPr dirty="0" spc="-225"/>
              <a:t> </a:t>
            </a:r>
            <a:r>
              <a:rPr dirty="0" spc="-260"/>
              <a:t>button</a:t>
            </a:r>
            <a:r>
              <a:rPr dirty="0" spc="-225"/>
              <a:t> </a:t>
            </a:r>
            <a:r>
              <a:rPr dirty="0" spc="-335"/>
              <a:t>ISN’T</a:t>
            </a:r>
            <a:r>
              <a:rPr dirty="0" spc="-225"/>
              <a:t> </a:t>
            </a:r>
            <a:r>
              <a:rPr dirty="0" spc="-285"/>
              <a:t>clicked?</a:t>
            </a:r>
          </a:p>
        </p:txBody>
      </p:sp>
      <p:sp>
        <p:nvSpPr>
          <p:cNvPr id="5" name="object 5"/>
          <p:cNvSpPr/>
          <p:nvPr/>
        </p:nvSpPr>
        <p:spPr>
          <a:xfrm>
            <a:off x="1123949" y="1266824"/>
            <a:ext cx="390525" cy="161925"/>
          </a:xfrm>
          <a:custGeom>
            <a:avLst/>
            <a:gdLst/>
            <a:ahLst/>
            <a:cxnLst/>
            <a:rect l="l" t="t" r="r" b="b"/>
            <a:pathLst>
              <a:path w="390525" h="161925">
                <a:moveTo>
                  <a:pt x="365739" y="161924"/>
                </a:moveTo>
                <a:lnTo>
                  <a:pt x="24785" y="161924"/>
                </a:lnTo>
                <a:lnTo>
                  <a:pt x="21140" y="161199"/>
                </a:lnTo>
                <a:lnTo>
                  <a:pt x="0" y="137139"/>
                </a:lnTo>
                <a:lnTo>
                  <a:pt x="0" y="133349"/>
                </a:lnTo>
                <a:lnTo>
                  <a:pt x="0" y="24785"/>
                </a:lnTo>
                <a:lnTo>
                  <a:pt x="24785" y="0"/>
                </a:lnTo>
                <a:lnTo>
                  <a:pt x="365739" y="0"/>
                </a:lnTo>
                <a:lnTo>
                  <a:pt x="390524" y="24785"/>
                </a:lnTo>
                <a:lnTo>
                  <a:pt x="390524" y="137139"/>
                </a:lnTo>
                <a:lnTo>
                  <a:pt x="369384" y="161199"/>
                </a:lnTo>
                <a:lnTo>
                  <a:pt x="365739" y="16192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099" y="1225550"/>
            <a:ext cx="862012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1100" spc="3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293283"/>
                </a:solidFill>
                <a:latin typeface="Courier New"/>
                <a:cs typeface="Courier New"/>
              </a:rPr>
              <a:t>else</a:t>
            </a:r>
            <a:r>
              <a:rPr dirty="0" sz="950" spc="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branch.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4A4E6A"/>
                </a:solidFill>
                <a:latin typeface="Tahoma"/>
                <a:cs typeface="Tahoma"/>
              </a:rPr>
              <a:t>Now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shows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content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depending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state.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loop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4A4E6A"/>
                </a:solidFill>
                <a:latin typeface="Tahoma"/>
                <a:cs typeface="Tahoma"/>
              </a:rPr>
              <a:t>action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1100" spc="-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110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4A4E6A"/>
                </a:solidFill>
                <a:latin typeface="Tahoma"/>
                <a:cs typeface="Tahoma"/>
              </a:rPr>
              <a:t>pages.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5799" y="1562099"/>
            <a:ext cx="6048375" cy="3933825"/>
            <a:chOff x="685799" y="1562099"/>
            <a:chExt cx="6048375" cy="3933825"/>
          </a:xfrm>
        </p:grpSpPr>
        <p:sp>
          <p:nvSpPr>
            <p:cNvPr id="8" name="object 8"/>
            <p:cNvSpPr/>
            <p:nvPr/>
          </p:nvSpPr>
          <p:spPr>
            <a:xfrm>
              <a:off x="690562" y="1566862"/>
              <a:ext cx="6038850" cy="3924300"/>
            </a:xfrm>
            <a:custGeom>
              <a:avLst/>
              <a:gdLst/>
              <a:ahLst/>
              <a:cxnLst/>
              <a:rect l="l" t="t" r="r" b="b"/>
              <a:pathLst>
                <a:path w="6038850" h="3924300">
                  <a:moveTo>
                    <a:pt x="5936504" y="3924299"/>
                  </a:moveTo>
                  <a:lnTo>
                    <a:pt x="102345" y="3924299"/>
                  </a:lnTo>
                  <a:lnTo>
                    <a:pt x="95221" y="3923597"/>
                  </a:lnTo>
                  <a:lnTo>
                    <a:pt x="54661" y="3909834"/>
                  </a:lnTo>
                  <a:lnTo>
                    <a:pt x="22456" y="3881597"/>
                  </a:lnTo>
                  <a:lnTo>
                    <a:pt x="3507" y="3843186"/>
                  </a:lnTo>
                  <a:lnTo>
                    <a:pt x="0" y="3821954"/>
                  </a:lnTo>
                  <a:lnTo>
                    <a:pt x="0" y="381476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936504" y="0"/>
                  </a:lnTo>
                  <a:lnTo>
                    <a:pt x="5977874" y="11090"/>
                  </a:lnTo>
                  <a:lnTo>
                    <a:pt x="6011851" y="37168"/>
                  </a:lnTo>
                  <a:lnTo>
                    <a:pt x="6033262" y="74263"/>
                  </a:lnTo>
                  <a:lnTo>
                    <a:pt x="6038848" y="102345"/>
                  </a:lnTo>
                  <a:lnTo>
                    <a:pt x="6038848" y="3821954"/>
                  </a:lnTo>
                  <a:lnTo>
                    <a:pt x="6027757" y="3863324"/>
                  </a:lnTo>
                  <a:lnTo>
                    <a:pt x="6001680" y="3897302"/>
                  </a:lnTo>
                  <a:lnTo>
                    <a:pt x="5964584" y="3918713"/>
                  </a:lnTo>
                  <a:lnTo>
                    <a:pt x="5943627" y="3923597"/>
                  </a:lnTo>
                  <a:lnTo>
                    <a:pt x="5936504" y="39242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0562" y="1566862"/>
              <a:ext cx="6038850" cy="3924300"/>
            </a:xfrm>
            <a:custGeom>
              <a:avLst/>
              <a:gdLst/>
              <a:ahLst/>
              <a:cxnLst/>
              <a:rect l="l" t="t" r="r" b="b"/>
              <a:pathLst>
                <a:path w="6038850" h="3924300">
                  <a:moveTo>
                    <a:pt x="0" y="38147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929312" y="0"/>
                  </a:lnTo>
                  <a:lnTo>
                    <a:pt x="5936504" y="0"/>
                  </a:lnTo>
                  <a:lnTo>
                    <a:pt x="5943627" y="701"/>
                  </a:lnTo>
                  <a:lnTo>
                    <a:pt x="5984186" y="14464"/>
                  </a:lnTo>
                  <a:lnTo>
                    <a:pt x="5990166" y="18460"/>
                  </a:lnTo>
                  <a:lnTo>
                    <a:pt x="5996146" y="22456"/>
                  </a:lnTo>
                  <a:lnTo>
                    <a:pt x="6001680" y="26996"/>
                  </a:lnTo>
                  <a:lnTo>
                    <a:pt x="6006765" y="32082"/>
                  </a:lnTo>
                  <a:lnTo>
                    <a:pt x="6011851" y="37168"/>
                  </a:lnTo>
                  <a:lnTo>
                    <a:pt x="6033262" y="74263"/>
                  </a:lnTo>
                  <a:lnTo>
                    <a:pt x="6036743" y="88167"/>
                  </a:lnTo>
                  <a:lnTo>
                    <a:pt x="6038147" y="95221"/>
                  </a:lnTo>
                  <a:lnTo>
                    <a:pt x="6038848" y="102345"/>
                  </a:lnTo>
                  <a:lnTo>
                    <a:pt x="6038849" y="109537"/>
                  </a:lnTo>
                  <a:lnTo>
                    <a:pt x="6038849" y="3814762"/>
                  </a:lnTo>
                  <a:lnTo>
                    <a:pt x="6038848" y="3821954"/>
                  </a:lnTo>
                  <a:lnTo>
                    <a:pt x="6038147" y="3829077"/>
                  </a:lnTo>
                  <a:lnTo>
                    <a:pt x="6036743" y="3836131"/>
                  </a:lnTo>
                  <a:lnTo>
                    <a:pt x="6035340" y="3843186"/>
                  </a:lnTo>
                  <a:lnTo>
                    <a:pt x="6020387" y="3875616"/>
                  </a:lnTo>
                  <a:lnTo>
                    <a:pt x="6016392" y="3881597"/>
                  </a:lnTo>
                  <a:lnTo>
                    <a:pt x="5990167" y="3905839"/>
                  </a:lnTo>
                  <a:lnTo>
                    <a:pt x="5984186" y="3909834"/>
                  </a:lnTo>
                  <a:lnTo>
                    <a:pt x="5943627" y="3923597"/>
                  </a:lnTo>
                  <a:lnTo>
                    <a:pt x="5929312" y="3924299"/>
                  </a:lnTo>
                  <a:lnTo>
                    <a:pt x="109537" y="3924299"/>
                  </a:lnTo>
                  <a:lnTo>
                    <a:pt x="67619" y="3915961"/>
                  </a:lnTo>
                  <a:lnTo>
                    <a:pt x="32082" y="3892216"/>
                  </a:lnTo>
                  <a:lnTo>
                    <a:pt x="8338" y="3856680"/>
                  </a:lnTo>
                  <a:lnTo>
                    <a:pt x="5585" y="3850035"/>
                  </a:lnTo>
                  <a:lnTo>
                    <a:pt x="3507" y="3843186"/>
                  </a:lnTo>
                  <a:lnTo>
                    <a:pt x="2104" y="3836131"/>
                  </a:lnTo>
                  <a:lnTo>
                    <a:pt x="701" y="3829077"/>
                  </a:lnTo>
                  <a:lnTo>
                    <a:pt x="0" y="3821954"/>
                  </a:lnTo>
                  <a:lnTo>
                    <a:pt x="0" y="381476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1571624"/>
              <a:ext cx="6029325" cy="381000"/>
            </a:xfrm>
            <a:custGeom>
              <a:avLst/>
              <a:gdLst/>
              <a:ahLst/>
              <a:cxnLst/>
              <a:rect l="l" t="t" r="r" b="b"/>
              <a:pathLst>
                <a:path w="6029325" h="381000">
                  <a:moveTo>
                    <a:pt x="6029324" y="380999"/>
                  </a:moveTo>
                  <a:lnTo>
                    <a:pt x="0" y="380999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924549" y="0"/>
                  </a:lnTo>
                  <a:lnTo>
                    <a:pt x="5964644" y="7975"/>
                  </a:lnTo>
                  <a:lnTo>
                    <a:pt x="5998636" y="30687"/>
                  </a:lnTo>
                  <a:lnTo>
                    <a:pt x="6021348" y="64679"/>
                  </a:lnTo>
                  <a:lnTo>
                    <a:pt x="6029324" y="104775"/>
                  </a:lnTo>
                  <a:lnTo>
                    <a:pt x="6029324" y="380999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324" y="1943099"/>
              <a:ext cx="6029325" cy="9525"/>
            </a:xfrm>
            <a:custGeom>
              <a:avLst/>
              <a:gdLst/>
              <a:ahLst/>
              <a:cxnLst/>
              <a:rect l="l" t="t" r="r" b="b"/>
              <a:pathLst>
                <a:path w="6029325" h="9525">
                  <a:moveTo>
                    <a:pt x="60293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029324" y="0"/>
                  </a:lnTo>
                  <a:lnTo>
                    <a:pt x="602932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5324" y="4124324"/>
              <a:ext cx="6029325" cy="209550"/>
            </a:xfrm>
            <a:custGeom>
              <a:avLst/>
              <a:gdLst/>
              <a:ahLst/>
              <a:cxnLst/>
              <a:rect l="l" t="t" r="r" b="b"/>
              <a:pathLst>
                <a:path w="6029325" h="209550">
                  <a:moveTo>
                    <a:pt x="6029324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6029324" y="0"/>
                  </a:lnTo>
                  <a:lnTo>
                    <a:pt x="6029324" y="209549"/>
                  </a:lnTo>
                  <a:close/>
                </a:path>
              </a:pathLst>
            </a:custGeom>
            <a:solidFill>
              <a:srgbClr val="FF8B7E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5324" y="4124324"/>
              <a:ext cx="19050" cy="209550"/>
            </a:xfrm>
            <a:custGeom>
              <a:avLst/>
              <a:gdLst/>
              <a:ahLst/>
              <a:cxnLst/>
              <a:rect l="l" t="t" r="r" b="b"/>
              <a:pathLst>
                <a:path w="19050" h="209550">
                  <a:moveTo>
                    <a:pt x="190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095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4" y="1714499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4" y="1714499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2524" y="1714499"/>
              <a:ext cx="95250" cy="952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30324" y="1663700"/>
            <a:ext cx="4286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7E9F5"/>
                </a:solidFill>
                <a:latin typeface="Courier New"/>
                <a:cs typeface="Courier New"/>
              </a:rPr>
              <a:t>app.py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19286" y="1662112"/>
            <a:ext cx="1009650" cy="190500"/>
          </a:xfrm>
          <a:custGeom>
            <a:avLst/>
            <a:gdLst/>
            <a:ahLst/>
            <a:cxnLst/>
            <a:rect l="l" t="t" r="r" b="b"/>
            <a:pathLst>
              <a:path w="1009650" h="190500">
                <a:moveTo>
                  <a:pt x="0" y="157162"/>
                </a:moveTo>
                <a:lnTo>
                  <a:pt x="0" y="33337"/>
                </a:lnTo>
                <a:lnTo>
                  <a:pt x="0" y="28916"/>
                </a:lnTo>
                <a:lnTo>
                  <a:pt x="845" y="24663"/>
                </a:lnTo>
                <a:lnTo>
                  <a:pt x="2537" y="20579"/>
                </a:lnTo>
                <a:lnTo>
                  <a:pt x="4229" y="16495"/>
                </a:lnTo>
                <a:lnTo>
                  <a:pt x="6638" y="12890"/>
                </a:lnTo>
                <a:lnTo>
                  <a:pt x="9764" y="9764"/>
                </a:lnTo>
                <a:lnTo>
                  <a:pt x="12890" y="6638"/>
                </a:lnTo>
                <a:lnTo>
                  <a:pt x="16495" y="4229"/>
                </a:lnTo>
                <a:lnTo>
                  <a:pt x="20579" y="2537"/>
                </a:lnTo>
                <a:lnTo>
                  <a:pt x="24664" y="845"/>
                </a:lnTo>
                <a:lnTo>
                  <a:pt x="28916" y="0"/>
                </a:lnTo>
                <a:lnTo>
                  <a:pt x="33337" y="0"/>
                </a:lnTo>
                <a:lnTo>
                  <a:pt x="976312" y="0"/>
                </a:lnTo>
                <a:lnTo>
                  <a:pt x="980733" y="0"/>
                </a:lnTo>
                <a:lnTo>
                  <a:pt x="984985" y="845"/>
                </a:lnTo>
                <a:lnTo>
                  <a:pt x="989069" y="2537"/>
                </a:lnTo>
                <a:lnTo>
                  <a:pt x="993154" y="4229"/>
                </a:lnTo>
                <a:lnTo>
                  <a:pt x="996759" y="6638"/>
                </a:lnTo>
                <a:lnTo>
                  <a:pt x="999885" y="9764"/>
                </a:lnTo>
                <a:lnTo>
                  <a:pt x="1003011" y="12890"/>
                </a:lnTo>
                <a:lnTo>
                  <a:pt x="1009650" y="33337"/>
                </a:lnTo>
                <a:lnTo>
                  <a:pt x="1009650" y="157162"/>
                </a:lnTo>
                <a:lnTo>
                  <a:pt x="984985" y="189653"/>
                </a:lnTo>
                <a:lnTo>
                  <a:pt x="976312" y="190499"/>
                </a:lnTo>
                <a:lnTo>
                  <a:pt x="33337" y="190499"/>
                </a:lnTo>
                <a:lnTo>
                  <a:pt x="9764" y="180735"/>
                </a:lnTo>
                <a:lnTo>
                  <a:pt x="6638" y="177609"/>
                </a:lnTo>
                <a:lnTo>
                  <a:pt x="4229" y="174004"/>
                </a:lnTo>
                <a:lnTo>
                  <a:pt x="2537" y="169920"/>
                </a:lnTo>
                <a:lnTo>
                  <a:pt x="845" y="165835"/>
                </a:lnTo>
                <a:lnTo>
                  <a:pt x="0" y="161583"/>
                </a:lnTo>
                <a:lnTo>
                  <a:pt x="0" y="157162"/>
                </a:lnTo>
              </a:path>
            </a:pathLst>
          </a:custGeom>
          <a:ln w="9524">
            <a:solidFill>
              <a:srgbClr val="FF6A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79364" y="1673225"/>
            <a:ext cx="8832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solidFill>
                  <a:srgbClr val="FF6A5B"/>
                </a:solidFill>
                <a:latin typeface="Courier New"/>
                <a:cs typeface="Courier New"/>
              </a:rPr>
              <a:t>+</a:t>
            </a:r>
            <a:r>
              <a:rPr dirty="0" sz="750" spc="15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spc="55" b="1">
                <a:solidFill>
                  <a:srgbClr val="FF6A5B"/>
                </a:solidFill>
                <a:latin typeface="Courier New"/>
                <a:cs typeface="Courier New"/>
              </a:rPr>
              <a:t>ELSE</a:t>
            </a:r>
            <a:r>
              <a:rPr dirty="0" sz="750" spc="15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spc="50" b="1">
                <a:solidFill>
                  <a:srgbClr val="FF6A5B"/>
                </a:solidFill>
                <a:latin typeface="Courier New"/>
                <a:cs typeface="Courier New"/>
              </a:rPr>
              <a:t>BRANCH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49528" y="1663700"/>
            <a:ext cx="42925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4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3125" y="2082800"/>
            <a:ext cx="16097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950" spc="-9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950" spc="-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950" spc="-8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3125" y="2440939"/>
            <a:ext cx="2975610" cy="63500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title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"My</a:t>
            </a:r>
            <a:r>
              <a:rPr dirty="0" sz="950" spc="-9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First</a:t>
            </a:r>
            <a:r>
              <a:rPr dirty="0" sz="950" spc="-9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Streamlit</a:t>
            </a:r>
            <a:r>
              <a:rPr dirty="0" sz="950" spc="-9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App"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 marL="12700" marR="5080">
              <a:lnSpc>
                <a:spcPts val="1650"/>
              </a:lnSpc>
              <a:spcBef>
                <a:spcPts val="30"/>
              </a:spcBef>
            </a:pP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950" spc="-6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50" spc="-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text_input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"What's</a:t>
            </a:r>
            <a:r>
              <a:rPr dirty="0" sz="950" spc="-6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your</a:t>
            </a:r>
            <a:r>
              <a:rPr dirty="0" sz="950" spc="-6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name?"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clicked</a:t>
            </a:r>
            <a:r>
              <a:rPr dirty="0" sz="950" spc="-7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50" spc="-6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button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"Greet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 spc="-20">
                <a:solidFill>
                  <a:srgbClr val="B8E886"/>
                </a:solidFill>
                <a:latin typeface="Courier New"/>
                <a:cs typeface="Courier New"/>
              </a:rPr>
              <a:t>me"</a:t>
            </a:r>
            <a:r>
              <a:rPr dirty="0" sz="950" spc="-2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3125" y="3260090"/>
            <a:ext cx="3837940" cy="83502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9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950" spc="-6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clicked</a:t>
            </a:r>
            <a:r>
              <a:rPr dirty="0" sz="950" spc="-6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F8B7E"/>
                </a:solidFill>
                <a:latin typeface="Courier New"/>
                <a:cs typeface="Courier New"/>
              </a:rPr>
              <a:t>and</a:t>
            </a:r>
            <a:r>
              <a:rPr dirty="0" sz="950" spc="-6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50" spc="-2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950" spc="-2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950">
              <a:latin typeface="Courier New"/>
              <a:cs typeface="Courier New"/>
            </a:endParaRPr>
          </a:p>
          <a:p>
            <a:pPr marL="299720" marR="5080">
              <a:lnSpc>
                <a:spcPts val="1650"/>
              </a:lnSpc>
              <a:spcBef>
                <a:spcPts val="65"/>
              </a:spcBef>
            </a:pP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f"Hello,</a:t>
            </a:r>
            <a:r>
              <a:rPr dirty="0" sz="950" spc="-8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{name}!</a:t>
            </a:r>
            <a:r>
              <a:rPr dirty="0" sz="950" spc="-8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Welcome</a:t>
            </a:r>
            <a:r>
              <a:rPr dirty="0" sz="950" spc="-8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to</a:t>
            </a:r>
            <a:r>
              <a:rPr dirty="0" sz="950" spc="-8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Streamlit."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) st.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balloons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950" spc="-10">
                <a:solidFill>
                  <a:srgbClr val="FF8B7E"/>
                </a:solidFill>
                <a:latin typeface="Courier New"/>
                <a:cs typeface="Courier New"/>
              </a:rPr>
              <a:t>else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4374" y="4121150"/>
            <a:ext cx="6010275" cy="1202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58470">
              <a:lnSpc>
                <a:spcPct val="100000"/>
              </a:lnSpc>
              <a:spcBef>
                <a:spcPts val="125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NEW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what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shows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when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NOT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8B8FB4"/>
                </a:solidFill>
                <a:latin typeface="Courier New"/>
                <a:cs typeface="Courier New"/>
              </a:rPr>
              <a:t>clicked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950">
              <a:latin typeface="Courier New"/>
              <a:cs typeface="Courier New"/>
            </a:endParaRPr>
          </a:p>
          <a:p>
            <a:pPr marL="458470">
              <a:lnSpc>
                <a:spcPct val="100000"/>
              </a:lnSpc>
            </a:pPr>
            <a:r>
              <a:rPr dirty="0" sz="9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950" spc="-3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87D4FF"/>
                </a:solidFill>
                <a:latin typeface="Courier New"/>
                <a:cs typeface="Courier New"/>
              </a:rPr>
              <a:t>name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950">
              <a:latin typeface="Courier New"/>
              <a:cs typeface="Courier New"/>
            </a:endParaRPr>
          </a:p>
          <a:p>
            <a:pPr marL="458470" marR="796925" indent="287020">
              <a:lnSpc>
                <a:spcPct val="138200"/>
              </a:lnSpc>
              <a:spcBef>
                <a:spcPts val="75"/>
              </a:spcBef>
            </a:pP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f"Hi</a:t>
            </a:r>
            <a:r>
              <a:rPr dirty="0" sz="950" spc="-7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{name}.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Click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the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button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above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for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a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surprise."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950" spc="-10">
                <a:solidFill>
                  <a:srgbClr val="FF8B7E"/>
                </a:solidFill>
                <a:latin typeface="Courier New"/>
                <a:cs typeface="Courier New"/>
              </a:rPr>
              <a:t>else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950">
              <a:latin typeface="Courier New"/>
              <a:cs typeface="Courier New"/>
            </a:endParaRPr>
          </a:p>
          <a:p>
            <a:pPr marL="746125">
              <a:lnSpc>
                <a:spcPct val="100000"/>
              </a:lnSpc>
              <a:spcBef>
                <a:spcPts val="509"/>
              </a:spcBef>
            </a:pP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st.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write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"Type</a:t>
            </a:r>
            <a:r>
              <a:rPr dirty="0" sz="950" spc="-8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your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name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above,</a:t>
            </a:r>
            <a:r>
              <a:rPr dirty="0" sz="950" spc="-7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then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click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the</a:t>
            </a:r>
            <a:r>
              <a:rPr dirty="0" sz="950" spc="-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button."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62774" y="1562100"/>
            <a:ext cx="4543425" cy="2800350"/>
            <a:chOff x="6962774" y="1562100"/>
            <a:chExt cx="4543425" cy="2800350"/>
          </a:xfrm>
        </p:grpSpPr>
        <p:sp>
          <p:nvSpPr>
            <p:cNvPr id="26" name="object 26"/>
            <p:cNvSpPr/>
            <p:nvPr/>
          </p:nvSpPr>
          <p:spPr>
            <a:xfrm>
              <a:off x="6981823" y="1566862"/>
              <a:ext cx="4519930" cy="2790825"/>
            </a:xfrm>
            <a:custGeom>
              <a:avLst/>
              <a:gdLst/>
              <a:ahLst/>
              <a:cxnLst/>
              <a:rect l="l" t="t" r="r" b="b"/>
              <a:pathLst>
                <a:path w="4519930" h="2790825">
                  <a:moveTo>
                    <a:pt x="4417266" y="2790824"/>
                  </a:moveTo>
                  <a:lnTo>
                    <a:pt x="88996" y="2790824"/>
                  </a:lnTo>
                  <a:lnTo>
                    <a:pt x="82801" y="2790122"/>
                  </a:lnTo>
                  <a:lnTo>
                    <a:pt x="37132" y="2768367"/>
                  </a:lnTo>
                  <a:lnTo>
                    <a:pt x="12577" y="2736162"/>
                  </a:lnTo>
                  <a:lnTo>
                    <a:pt x="609" y="2695602"/>
                  </a:lnTo>
                  <a:lnTo>
                    <a:pt x="0" y="2688479"/>
                  </a:lnTo>
                  <a:lnTo>
                    <a:pt x="0" y="2681287"/>
                  </a:lnTo>
                  <a:lnTo>
                    <a:pt x="0" y="102345"/>
                  </a:lnTo>
                  <a:lnTo>
                    <a:pt x="9644" y="60974"/>
                  </a:lnTo>
                  <a:lnTo>
                    <a:pt x="32320" y="26996"/>
                  </a:lnTo>
                  <a:lnTo>
                    <a:pt x="64577" y="5585"/>
                  </a:lnTo>
                  <a:lnTo>
                    <a:pt x="88996" y="0"/>
                  </a:lnTo>
                  <a:lnTo>
                    <a:pt x="4417266" y="0"/>
                  </a:lnTo>
                  <a:lnTo>
                    <a:pt x="4458637" y="11090"/>
                  </a:lnTo>
                  <a:lnTo>
                    <a:pt x="4492615" y="37168"/>
                  </a:lnTo>
                  <a:lnTo>
                    <a:pt x="4514025" y="74263"/>
                  </a:lnTo>
                  <a:lnTo>
                    <a:pt x="4519611" y="102345"/>
                  </a:lnTo>
                  <a:lnTo>
                    <a:pt x="4519611" y="2688479"/>
                  </a:lnTo>
                  <a:lnTo>
                    <a:pt x="4508521" y="2729849"/>
                  </a:lnTo>
                  <a:lnTo>
                    <a:pt x="4482444" y="2763827"/>
                  </a:lnTo>
                  <a:lnTo>
                    <a:pt x="4445347" y="2785238"/>
                  </a:lnTo>
                  <a:lnTo>
                    <a:pt x="4424390" y="2790122"/>
                  </a:lnTo>
                  <a:lnTo>
                    <a:pt x="4417266" y="2790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020992" y="1562099"/>
              <a:ext cx="4485640" cy="2800350"/>
            </a:xfrm>
            <a:custGeom>
              <a:avLst/>
              <a:gdLst/>
              <a:ahLst/>
              <a:cxnLst/>
              <a:rect l="l" t="t" r="r" b="b"/>
              <a:pathLst>
                <a:path w="4485640" h="2800350">
                  <a:moveTo>
                    <a:pt x="4485195" y="114300"/>
                  </a:moveTo>
                  <a:lnTo>
                    <a:pt x="4476496" y="70561"/>
                  </a:lnTo>
                  <a:lnTo>
                    <a:pt x="4452163" y="33997"/>
                  </a:lnTo>
                  <a:lnTo>
                    <a:pt x="4416387" y="9525"/>
                  </a:lnTo>
                  <a:lnTo>
                    <a:pt x="4370895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4370895" y="9525"/>
                  </a:lnTo>
                  <a:lnTo>
                    <a:pt x="4411002" y="17500"/>
                  </a:lnTo>
                  <a:lnTo>
                    <a:pt x="4444987" y="40220"/>
                  </a:lnTo>
                  <a:lnTo>
                    <a:pt x="4467695" y="74206"/>
                  </a:lnTo>
                  <a:lnTo>
                    <a:pt x="4475670" y="114300"/>
                  </a:lnTo>
                  <a:lnTo>
                    <a:pt x="4475670" y="2686050"/>
                  </a:lnTo>
                  <a:lnTo>
                    <a:pt x="4467695" y="2726156"/>
                  </a:lnTo>
                  <a:lnTo>
                    <a:pt x="4445444" y="2759646"/>
                  </a:lnTo>
                  <a:lnTo>
                    <a:pt x="4411002" y="2782849"/>
                  </a:lnTo>
                  <a:lnTo>
                    <a:pt x="4370895" y="2790825"/>
                  </a:lnTo>
                  <a:lnTo>
                    <a:pt x="56070" y="2790825"/>
                  </a:lnTo>
                  <a:lnTo>
                    <a:pt x="22440" y="2779953"/>
                  </a:lnTo>
                  <a:lnTo>
                    <a:pt x="0" y="2785567"/>
                  </a:lnTo>
                  <a:lnTo>
                    <a:pt x="44818" y="2799816"/>
                  </a:lnTo>
                  <a:lnTo>
                    <a:pt x="56070" y="2800350"/>
                  </a:lnTo>
                  <a:lnTo>
                    <a:pt x="4370895" y="2800350"/>
                  </a:lnTo>
                  <a:lnTo>
                    <a:pt x="4414634" y="2791650"/>
                  </a:lnTo>
                  <a:lnTo>
                    <a:pt x="4416387" y="2790825"/>
                  </a:lnTo>
                  <a:lnTo>
                    <a:pt x="4424832" y="2786850"/>
                  </a:lnTo>
                  <a:lnTo>
                    <a:pt x="4459300" y="2758529"/>
                  </a:lnTo>
                  <a:lnTo>
                    <a:pt x="4480306" y="2719184"/>
                  </a:lnTo>
                  <a:lnTo>
                    <a:pt x="4485195" y="2686050"/>
                  </a:lnTo>
                  <a:lnTo>
                    <a:pt x="4485195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962774" y="1576725"/>
              <a:ext cx="81280" cy="2771140"/>
            </a:xfrm>
            <a:custGeom>
              <a:avLst/>
              <a:gdLst/>
              <a:ahLst/>
              <a:cxnLst/>
              <a:rect l="l" t="t" r="r" b="b"/>
              <a:pathLst>
                <a:path w="81279" h="2771140">
                  <a:moveTo>
                    <a:pt x="58503" y="2771098"/>
                  </a:moveTo>
                  <a:lnTo>
                    <a:pt x="25899" y="2743900"/>
                  </a:lnTo>
                  <a:lnTo>
                    <a:pt x="4893" y="2704553"/>
                  </a:lnTo>
                  <a:lnTo>
                    <a:pt x="0" y="2671424"/>
                  </a:lnTo>
                  <a:lnTo>
                    <a:pt x="0" y="99674"/>
                  </a:lnTo>
                  <a:lnTo>
                    <a:pt x="8699" y="55933"/>
                  </a:lnTo>
                  <a:lnTo>
                    <a:pt x="33477" y="18851"/>
                  </a:lnTo>
                  <a:lnTo>
                    <a:pt x="58502" y="0"/>
                  </a:lnTo>
                  <a:lnTo>
                    <a:pt x="80929" y="5606"/>
                  </a:lnTo>
                  <a:lnTo>
                    <a:pt x="78342" y="7285"/>
                  </a:lnTo>
                  <a:lnTo>
                    <a:pt x="71957" y="12540"/>
                  </a:lnTo>
                  <a:lnTo>
                    <a:pt x="47106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2671424"/>
                  </a:lnTo>
                  <a:lnTo>
                    <a:pt x="43900" y="2711519"/>
                  </a:lnTo>
                  <a:lnTo>
                    <a:pt x="65982" y="2752456"/>
                  </a:lnTo>
                  <a:lnTo>
                    <a:pt x="80930" y="2765491"/>
                  </a:lnTo>
                  <a:lnTo>
                    <a:pt x="58503" y="2771098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8759" y="1784349"/>
              <a:ext cx="114300" cy="6985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418784" y="1730375"/>
            <a:ext cx="143129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G</a:t>
            </a:r>
            <a:r>
              <a:rPr dirty="0" sz="800" spc="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1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W</a:t>
            </a:r>
            <a:r>
              <a:rPr dirty="0" sz="800" spc="1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293283"/>
                </a:solidFill>
                <a:latin typeface="Tahoma"/>
                <a:cs typeface="Tahoma"/>
              </a:rPr>
              <a:t>C </a:t>
            </a:r>
            <a:r>
              <a:rPr dirty="0" sz="8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0424" y="2114549"/>
            <a:ext cx="247650" cy="24764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301954" y="2139950"/>
            <a:ext cx="755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81912" y="2143124"/>
            <a:ext cx="3305175" cy="152400"/>
          </a:xfrm>
          <a:custGeom>
            <a:avLst/>
            <a:gdLst/>
            <a:ahLst/>
            <a:cxnLst/>
            <a:rect l="l" t="t" r="r" b="b"/>
            <a:pathLst>
              <a:path w="3305175" h="152400">
                <a:moveTo>
                  <a:pt x="371475" y="24790"/>
                </a:moveTo>
                <a:lnTo>
                  <a:pt x="346697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23825"/>
                </a:lnTo>
                <a:lnTo>
                  <a:pt x="0" y="127622"/>
                </a:lnTo>
                <a:lnTo>
                  <a:pt x="24790" y="152400"/>
                </a:lnTo>
                <a:lnTo>
                  <a:pt x="346697" y="152400"/>
                </a:lnTo>
                <a:lnTo>
                  <a:pt x="371475" y="127622"/>
                </a:lnTo>
                <a:lnTo>
                  <a:pt x="371475" y="24790"/>
                </a:lnTo>
                <a:close/>
              </a:path>
              <a:path w="3305175" h="152400">
                <a:moveTo>
                  <a:pt x="3305175" y="24790"/>
                </a:moveTo>
                <a:lnTo>
                  <a:pt x="3280397" y="0"/>
                </a:lnTo>
                <a:lnTo>
                  <a:pt x="2148865" y="0"/>
                </a:lnTo>
                <a:lnTo>
                  <a:pt x="2124075" y="24790"/>
                </a:lnTo>
                <a:lnTo>
                  <a:pt x="2124075" y="123825"/>
                </a:lnTo>
                <a:lnTo>
                  <a:pt x="2124075" y="127622"/>
                </a:lnTo>
                <a:lnTo>
                  <a:pt x="2148865" y="152400"/>
                </a:lnTo>
                <a:lnTo>
                  <a:pt x="3280397" y="152400"/>
                </a:lnTo>
                <a:lnTo>
                  <a:pt x="3305175" y="127622"/>
                </a:lnTo>
                <a:lnTo>
                  <a:pt x="3305175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571184" y="2069464"/>
            <a:ext cx="3677285" cy="5873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>
              <a:lnSpc>
                <a:spcPct val="128299"/>
              </a:lnSpc>
              <a:spcBef>
                <a:spcPts val="130"/>
              </a:spcBef>
            </a:pPr>
            <a:r>
              <a:rPr dirty="0" sz="950" spc="-35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950" spc="2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else</a:t>
            </a:r>
            <a:r>
              <a:rPr dirty="0" sz="900" spc="1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105" b="1">
                <a:solidFill>
                  <a:srgbClr val="293283"/>
                </a:solidFill>
                <a:latin typeface="Tahoma"/>
                <a:cs typeface="Tahoma"/>
              </a:rPr>
              <a:t>branch</a:t>
            </a:r>
            <a:r>
              <a:rPr dirty="0" sz="95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Standard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Python.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950" spc="2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clicked</a:t>
            </a:r>
            <a:r>
              <a:rPr dirty="0" sz="900" spc="-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and</a:t>
            </a:r>
            <a:r>
              <a:rPr dirty="0" sz="900" spc="-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900" spc="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is 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False,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else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runs.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how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show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UI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states</a:t>
            </a:r>
            <a:r>
              <a:rPr dirty="0" sz="9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— 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file,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output.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210424" y="2828924"/>
            <a:ext cx="2733675" cy="247650"/>
            <a:chOff x="7210424" y="2828924"/>
            <a:chExt cx="2733675" cy="247650"/>
          </a:xfrm>
        </p:grpSpPr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0424" y="2828924"/>
              <a:ext cx="247650" cy="24764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53374" y="2857499"/>
              <a:ext cx="228599" cy="15239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543913" y="2857499"/>
              <a:ext cx="1400175" cy="152400"/>
            </a:xfrm>
            <a:custGeom>
              <a:avLst/>
              <a:gdLst/>
              <a:ahLst/>
              <a:cxnLst/>
              <a:rect l="l" t="t" r="r" b="b"/>
              <a:pathLst>
                <a:path w="1400175" h="152400">
                  <a:moveTo>
                    <a:pt x="361950" y="24790"/>
                  </a:moveTo>
                  <a:lnTo>
                    <a:pt x="3371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123825"/>
                  </a:lnTo>
                  <a:lnTo>
                    <a:pt x="0" y="127622"/>
                  </a:lnTo>
                  <a:lnTo>
                    <a:pt x="24790" y="152400"/>
                  </a:lnTo>
                  <a:lnTo>
                    <a:pt x="337172" y="152400"/>
                  </a:lnTo>
                  <a:lnTo>
                    <a:pt x="361950" y="127622"/>
                  </a:lnTo>
                  <a:lnTo>
                    <a:pt x="361950" y="24790"/>
                  </a:lnTo>
                  <a:close/>
                </a:path>
                <a:path w="1400175" h="152400">
                  <a:moveTo>
                    <a:pt x="1400175" y="24790"/>
                  </a:moveTo>
                  <a:lnTo>
                    <a:pt x="1375397" y="0"/>
                  </a:lnTo>
                  <a:lnTo>
                    <a:pt x="1063015" y="0"/>
                  </a:lnTo>
                  <a:lnTo>
                    <a:pt x="1038225" y="24790"/>
                  </a:lnTo>
                  <a:lnTo>
                    <a:pt x="1038225" y="123825"/>
                  </a:lnTo>
                  <a:lnTo>
                    <a:pt x="1038225" y="127622"/>
                  </a:lnTo>
                  <a:lnTo>
                    <a:pt x="1063015" y="152400"/>
                  </a:lnTo>
                  <a:lnTo>
                    <a:pt x="1375397" y="152400"/>
                  </a:lnTo>
                  <a:lnTo>
                    <a:pt x="1400175" y="127622"/>
                  </a:lnTo>
                  <a:lnTo>
                    <a:pt x="1400175" y="2479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301954" y="2854325"/>
            <a:ext cx="755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71184" y="2783839"/>
            <a:ext cx="3575050" cy="5873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>
              <a:lnSpc>
                <a:spcPct val="128299"/>
              </a:lnSpc>
              <a:spcBef>
                <a:spcPts val="130"/>
              </a:spcBef>
            </a:pPr>
            <a:r>
              <a:rPr dirty="0" sz="950" spc="-65" b="1">
                <a:solidFill>
                  <a:srgbClr val="293283"/>
                </a:solidFill>
                <a:latin typeface="Tahoma"/>
                <a:cs typeface="Tahoma"/>
              </a:rPr>
              <a:t>Nested</a:t>
            </a:r>
            <a:r>
              <a:rPr dirty="0" sz="950" spc="1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if</a:t>
            </a:r>
            <a:r>
              <a:rPr dirty="0" sz="900" spc="-1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inside</a:t>
            </a:r>
            <a:r>
              <a:rPr dirty="0" sz="950" spc="25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else</a:t>
            </a:r>
            <a:r>
              <a:rPr dirty="0" sz="900" spc="-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check</a:t>
            </a:r>
            <a:r>
              <a:rPr dirty="0" sz="950" spc="2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900" spc="-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again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inside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else,</a:t>
            </a:r>
            <a:r>
              <a:rPr dirty="0" sz="95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to 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give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more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helpful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message.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pattern: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branch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9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state,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give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feedback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step.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10424" y="3543300"/>
            <a:ext cx="247650" cy="247649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7301954" y="3568700"/>
            <a:ext cx="755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43962" y="3752850"/>
            <a:ext cx="1181100" cy="152400"/>
          </a:xfrm>
          <a:custGeom>
            <a:avLst/>
            <a:gdLst/>
            <a:ahLst/>
            <a:cxnLst/>
            <a:rect l="l" t="t" r="r" b="b"/>
            <a:pathLst>
              <a:path w="1181100" h="152400">
                <a:moveTo>
                  <a:pt x="361950" y="24790"/>
                </a:moveTo>
                <a:lnTo>
                  <a:pt x="337172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23825"/>
                </a:lnTo>
                <a:lnTo>
                  <a:pt x="0" y="127622"/>
                </a:lnTo>
                <a:lnTo>
                  <a:pt x="24790" y="152400"/>
                </a:lnTo>
                <a:lnTo>
                  <a:pt x="337172" y="152400"/>
                </a:lnTo>
                <a:lnTo>
                  <a:pt x="361950" y="127622"/>
                </a:lnTo>
                <a:lnTo>
                  <a:pt x="361950" y="24790"/>
                </a:lnTo>
                <a:close/>
              </a:path>
              <a:path w="1181100" h="152400">
                <a:moveTo>
                  <a:pt x="1181100" y="24790"/>
                </a:moveTo>
                <a:lnTo>
                  <a:pt x="1156322" y="0"/>
                </a:lnTo>
                <a:lnTo>
                  <a:pt x="634390" y="0"/>
                </a:lnTo>
                <a:lnTo>
                  <a:pt x="609600" y="24790"/>
                </a:lnTo>
                <a:lnTo>
                  <a:pt x="609600" y="123825"/>
                </a:lnTo>
                <a:lnTo>
                  <a:pt x="609600" y="127622"/>
                </a:lnTo>
                <a:lnTo>
                  <a:pt x="634390" y="152400"/>
                </a:lnTo>
                <a:lnTo>
                  <a:pt x="1156322" y="152400"/>
                </a:lnTo>
                <a:lnTo>
                  <a:pt x="1181100" y="127622"/>
                </a:lnTo>
                <a:lnTo>
                  <a:pt x="1181100" y="2479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571184" y="3507739"/>
            <a:ext cx="3705225" cy="5778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R="5080">
              <a:lnSpc>
                <a:spcPct val="128299"/>
              </a:lnSpc>
              <a:spcBef>
                <a:spcPts val="55"/>
              </a:spcBef>
            </a:pPr>
            <a:r>
              <a:rPr dirty="0" sz="950" spc="-100" b="1">
                <a:solidFill>
                  <a:srgbClr val="293283"/>
                </a:solidFill>
                <a:latin typeface="Tahoma"/>
                <a:cs typeface="Tahoma"/>
              </a:rPr>
              <a:t>Three</a:t>
            </a:r>
            <a:r>
              <a:rPr dirty="0" sz="9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90" b="1">
                <a:solidFill>
                  <a:srgbClr val="293283"/>
                </a:solidFill>
                <a:latin typeface="Tahoma"/>
                <a:cs typeface="Tahoma"/>
              </a:rPr>
              <a:t>possible</a:t>
            </a:r>
            <a:r>
              <a:rPr dirty="0" sz="95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95" b="1">
                <a:solidFill>
                  <a:srgbClr val="293283"/>
                </a:solidFill>
                <a:latin typeface="Tahoma"/>
                <a:cs typeface="Tahoma"/>
              </a:rPr>
              <a:t>outputs</a:t>
            </a:r>
            <a:r>
              <a:rPr dirty="0" sz="95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The 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now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three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pages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depending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values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50" spc="3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900" spc="5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950" spc="30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93283"/>
                </a:solidFill>
                <a:latin typeface="Courier New"/>
                <a:cs typeface="Courier New"/>
              </a:rPr>
              <a:t>clicked</a:t>
            </a:r>
            <a:r>
              <a:rPr dirty="0" sz="900" spc="-1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router.</a:t>
            </a:r>
            <a:r>
              <a:rPr dirty="0" sz="95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950" spc="-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4A4E6A"/>
                </a:solidFill>
                <a:latin typeface="Tahoma"/>
                <a:cs typeface="Tahoma"/>
              </a:rPr>
              <a:t>page </a:t>
            </a:r>
            <a:r>
              <a:rPr dirty="0" sz="950" spc="-35">
                <a:solidFill>
                  <a:srgbClr val="4A4E6A"/>
                </a:solidFill>
                <a:latin typeface="Tahoma"/>
                <a:cs typeface="Tahoma"/>
              </a:rPr>
              <a:t>variable.</a:t>
            </a:r>
            <a:r>
              <a:rPr dirty="0" sz="9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55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9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ahoma"/>
                <a:cs typeface="Tahoma"/>
              </a:rPr>
              <a:t>conditionals.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85799" y="5762624"/>
            <a:ext cx="10820400" cy="561975"/>
            <a:chOff x="685799" y="5762624"/>
            <a:chExt cx="10820400" cy="561975"/>
          </a:xfrm>
        </p:grpSpPr>
        <p:sp>
          <p:nvSpPr>
            <p:cNvPr id="46" name="object 46"/>
            <p:cNvSpPr/>
            <p:nvPr/>
          </p:nvSpPr>
          <p:spPr>
            <a:xfrm>
              <a:off x="690562" y="5767387"/>
              <a:ext cx="10810875" cy="552450"/>
            </a:xfrm>
            <a:custGeom>
              <a:avLst/>
              <a:gdLst/>
              <a:ahLst/>
              <a:cxnLst/>
              <a:rect l="l" t="t" r="r" b="b"/>
              <a:pathLst>
                <a:path w="10810875" h="552450">
                  <a:moveTo>
                    <a:pt x="10726327" y="552449"/>
                  </a:moveTo>
                  <a:lnTo>
                    <a:pt x="84545" y="552449"/>
                  </a:lnTo>
                  <a:lnTo>
                    <a:pt x="78661" y="551869"/>
                  </a:lnTo>
                  <a:lnTo>
                    <a:pt x="35275" y="533897"/>
                  </a:lnTo>
                  <a:lnTo>
                    <a:pt x="9161" y="502078"/>
                  </a:lnTo>
                  <a:lnTo>
                    <a:pt x="0" y="467903"/>
                  </a:lnTo>
                  <a:lnTo>
                    <a:pt x="0" y="46196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467903"/>
                  </a:lnTo>
                  <a:lnTo>
                    <a:pt x="10798924" y="507293"/>
                  </a:lnTo>
                  <a:lnTo>
                    <a:pt x="10765717" y="540500"/>
                  </a:lnTo>
                  <a:lnTo>
                    <a:pt x="10732211" y="551869"/>
                  </a:lnTo>
                  <a:lnTo>
                    <a:pt x="10726327" y="552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90562" y="5767387"/>
              <a:ext cx="10810875" cy="552450"/>
            </a:xfrm>
            <a:custGeom>
              <a:avLst/>
              <a:gdLst/>
              <a:ahLst/>
              <a:cxnLst/>
              <a:rect l="l" t="t" r="r" b="b"/>
              <a:pathLst>
                <a:path w="10810875" h="552450">
                  <a:moveTo>
                    <a:pt x="0" y="4619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26503" y="26502"/>
                  </a:lnTo>
                  <a:lnTo>
                    <a:pt x="30704" y="22300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75598" y="18550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5"/>
                  </a:lnTo>
                  <a:lnTo>
                    <a:pt x="10809134" y="72833"/>
                  </a:lnTo>
                  <a:lnTo>
                    <a:pt x="10810293" y="78661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461962"/>
                  </a:lnTo>
                  <a:lnTo>
                    <a:pt x="10810872" y="467903"/>
                  </a:lnTo>
                  <a:lnTo>
                    <a:pt x="10810293" y="473787"/>
                  </a:lnTo>
                  <a:lnTo>
                    <a:pt x="10809134" y="479615"/>
                  </a:lnTo>
                  <a:lnTo>
                    <a:pt x="10807975" y="485442"/>
                  </a:lnTo>
                  <a:lnTo>
                    <a:pt x="10788572" y="521744"/>
                  </a:lnTo>
                  <a:lnTo>
                    <a:pt x="10755013" y="545561"/>
                  </a:lnTo>
                  <a:lnTo>
                    <a:pt x="10749524" y="547835"/>
                  </a:lnTo>
                  <a:lnTo>
                    <a:pt x="10720386" y="552449"/>
                  </a:lnTo>
                  <a:lnTo>
                    <a:pt x="90487" y="552449"/>
                  </a:lnTo>
                  <a:lnTo>
                    <a:pt x="55859" y="545561"/>
                  </a:lnTo>
                  <a:lnTo>
                    <a:pt x="50370" y="543287"/>
                  </a:lnTo>
                  <a:lnTo>
                    <a:pt x="18550" y="517173"/>
                  </a:lnTo>
                  <a:lnTo>
                    <a:pt x="1738" y="479615"/>
                  </a:lnTo>
                  <a:lnTo>
                    <a:pt x="0" y="467903"/>
                  </a:lnTo>
                  <a:lnTo>
                    <a:pt x="0" y="46196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835025" y="5949949"/>
            <a:ext cx="5219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K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800" spc="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372337" y="5895975"/>
            <a:ext cx="1066800" cy="133350"/>
          </a:xfrm>
          <a:custGeom>
            <a:avLst/>
            <a:gdLst/>
            <a:ahLst/>
            <a:cxnLst/>
            <a:rect l="l" t="t" r="r" b="b"/>
            <a:pathLst>
              <a:path w="1066800" h="133350">
                <a:moveTo>
                  <a:pt x="323850" y="24790"/>
                </a:moveTo>
                <a:lnTo>
                  <a:pt x="299072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04775"/>
                </a:lnTo>
                <a:lnTo>
                  <a:pt x="0" y="108572"/>
                </a:lnTo>
                <a:lnTo>
                  <a:pt x="24790" y="133350"/>
                </a:lnTo>
                <a:lnTo>
                  <a:pt x="299072" y="133350"/>
                </a:lnTo>
                <a:lnTo>
                  <a:pt x="323850" y="108572"/>
                </a:lnTo>
                <a:lnTo>
                  <a:pt x="323850" y="24790"/>
                </a:lnTo>
                <a:close/>
              </a:path>
              <a:path w="1066800" h="133350">
                <a:moveTo>
                  <a:pt x="1066800" y="24790"/>
                </a:moveTo>
                <a:lnTo>
                  <a:pt x="1042022" y="0"/>
                </a:lnTo>
                <a:lnTo>
                  <a:pt x="577240" y="0"/>
                </a:lnTo>
                <a:lnTo>
                  <a:pt x="552450" y="24790"/>
                </a:lnTo>
                <a:lnTo>
                  <a:pt x="552450" y="104775"/>
                </a:lnTo>
                <a:lnTo>
                  <a:pt x="552450" y="108572"/>
                </a:lnTo>
                <a:lnTo>
                  <a:pt x="577240" y="133350"/>
                </a:lnTo>
                <a:lnTo>
                  <a:pt x="1042022" y="133350"/>
                </a:lnTo>
                <a:lnTo>
                  <a:pt x="1066800" y="108572"/>
                </a:lnTo>
                <a:lnTo>
                  <a:pt x="1066800" y="247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460549" y="5821362"/>
            <a:ext cx="9809480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There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“current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page”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variable.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There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router.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same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different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output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based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values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900" spc="2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800" spc="8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900" spc="2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clicked</a:t>
            </a:r>
            <a:r>
              <a:rPr dirty="0" sz="800" spc="-15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The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run-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loop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handles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Tahoma"/>
                <a:cs typeface="Tahoma"/>
              </a:rPr>
              <a:t>the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Tahoma"/>
                <a:cs typeface="Tahoma"/>
              </a:rPr>
              <a:t>rest.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Next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slide: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three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states visualised.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2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31445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1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—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TAT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,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0934" y="530225"/>
            <a:ext cx="1717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40"/>
              <a:t>Same</a:t>
            </a:r>
            <a:r>
              <a:rPr dirty="0" spc="-210"/>
              <a:t> </a:t>
            </a:r>
            <a:r>
              <a:rPr dirty="0" spc="-195"/>
              <a:t>file.</a:t>
            </a:r>
            <a:r>
              <a:rPr dirty="0" spc="-204"/>
              <a:t> </a:t>
            </a:r>
            <a:r>
              <a:rPr dirty="0" spc="-280"/>
              <a:t>Three</a:t>
            </a:r>
            <a:r>
              <a:rPr dirty="0" spc="-204"/>
              <a:t> </a:t>
            </a:r>
            <a:r>
              <a:rPr dirty="0" spc="-245"/>
              <a:t>different</a:t>
            </a:r>
            <a:r>
              <a:rPr dirty="0" spc="-210"/>
              <a:t> </a:t>
            </a:r>
            <a:r>
              <a:rPr dirty="0" spc="-265"/>
              <a:t>rendered</a:t>
            </a:r>
            <a:r>
              <a:rPr dirty="0" spc="-204"/>
              <a:t> </a:t>
            </a:r>
            <a:r>
              <a:rPr dirty="0" spc="-300"/>
              <a:t>pages.</a:t>
            </a:r>
          </a:p>
        </p:txBody>
      </p:sp>
      <p:sp>
        <p:nvSpPr>
          <p:cNvPr id="5" name="object 5"/>
          <p:cNvSpPr/>
          <p:nvPr/>
        </p:nvSpPr>
        <p:spPr>
          <a:xfrm>
            <a:off x="1476374" y="1266824"/>
            <a:ext cx="381000" cy="161925"/>
          </a:xfrm>
          <a:custGeom>
            <a:avLst/>
            <a:gdLst/>
            <a:ahLst/>
            <a:cxnLst/>
            <a:rect l="l" t="t" r="r" b="b"/>
            <a:pathLst>
              <a:path w="381000" h="161925">
                <a:moveTo>
                  <a:pt x="356214" y="161924"/>
                </a:moveTo>
                <a:lnTo>
                  <a:pt x="24785" y="161924"/>
                </a:lnTo>
                <a:lnTo>
                  <a:pt x="21140" y="161199"/>
                </a:lnTo>
                <a:lnTo>
                  <a:pt x="0" y="137139"/>
                </a:lnTo>
                <a:lnTo>
                  <a:pt x="0" y="133349"/>
                </a:lnTo>
                <a:lnTo>
                  <a:pt x="0" y="24785"/>
                </a:lnTo>
                <a:lnTo>
                  <a:pt x="24785" y="0"/>
                </a:lnTo>
                <a:lnTo>
                  <a:pt x="356214" y="0"/>
                </a:lnTo>
                <a:lnTo>
                  <a:pt x="380999" y="24785"/>
                </a:lnTo>
                <a:lnTo>
                  <a:pt x="380999" y="137139"/>
                </a:lnTo>
                <a:lnTo>
                  <a:pt x="359858" y="161199"/>
                </a:lnTo>
                <a:lnTo>
                  <a:pt x="356214" y="16192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43124" y="1266824"/>
            <a:ext cx="609600" cy="161925"/>
          </a:xfrm>
          <a:custGeom>
            <a:avLst/>
            <a:gdLst/>
            <a:ahLst/>
            <a:cxnLst/>
            <a:rect l="l" t="t" r="r" b="b"/>
            <a:pathLst>
              <a:path w="609600" h="161925">
                <a:moveTo>
                  <a:pt x="584814" y="161924"/>
                </a:moveTo>
                <a:lnTo>
                  <a:pt x="24785" y="161924"/>
                </a:lnTo>
                <a:lnTo>
                  <a:pt x="21140" y="161199"/>
                </a:lnTo>
                <a:lnTo>
                  <a:pt x="0" y="137139"/>
                </a:lnTo>
                <a:lnTo>
                  <a:pt x="0" y="133349"/>
                </a:lnTo>
                <a:lnTo>
                  <a:pt x="0" y="24785"/>
                </a:lnTo>
                <a:lnTo>
                  <a:pt x="24785" y="0"/>
                </a:lnTo>
                <a:lnTo>
                  <a:pt x="584814" y="0"/>
                </a:lnTo>
                <a:lnTo>
                  <a:pt x="609599" y="24785"/>
                </a:lnTo>
                <a:lnTo>
                  <a:pt x="609599" y="137139"/>
                </a:lnTo>
                <a:lnTo>
                  <a:pt x="588459" y="161199"/>
                </a:lnTo>
                <a:lnTo>
                  <a:pt x="584814" y="16192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3099" y="1225550"/>
            <a:ext cx="7633334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6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values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100" spc="3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293283"/>
                </a:solidFill>
                <a:latin typeface="Courier New"/>
                <a:cs typeface="Courier New"/>
              </a:rPr>
              <a:t>name</a:t>
            </a:r>
            <a:r>
              <a:rPr dirty="0" sz="950" spc="8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1100" spc="31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293283"/>
                </a:solidFill>
                <a:latin typeface="Courier New"/>
                <a:cs typeface="Courier New"/>
              </a:rPr>
              <a:t>clicked</a:t>
            </a:r>
            <a:r>
              <a:rPr dirty="0" sz="9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decide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which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4A4E6A"/>
                </a:solidFill>
                <a:latin typeface="Tahoma"/>
                <a:cs typeface="Tahoma"/>
              </a:rPr>
              <a:t>page</a:t>
            </a:r>
            <a:r>
              <a:rPr dirty="0" sz="11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see.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11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4A4E6A"/>
                </a:solidFill>
                <a:latin typeface="Tahoma"/>
                <a:cs typeface="Tahoma"/>
              </a:rPr>
              <a:t>router.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4A4E6A"/>
                </a:solidFill>
                <a:latin typeface="Tahoma"/>
                <a:cs typeface="Tahoma"/>
              </a:rPr>
              <a:t>page</a:t>
            </a:r>
            <a:r>
              <a:rPr dirty="0" sz="11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4A4E6A"/>
                </a:solidFill>
                <a:latin typeface="Tahoma"/>
                <a:cs typeface="Tahoma"/>
              </a:rPr>
              <a:t>variable.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Python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4A4E6A"/>
                </a:solidFill>
                <a:latin typeface="Tahoma"/>
                <a:cs typeface="Tahoma"/>
              </a:rPr>
              <a:t>conditionals</a:t>
            </a:r>
            <a:r>
              <a:rPr dirty="0" sz="1100" spc="-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40">
                <a:solidFill>
                  <a:srgbClr val="4A4E6A"/>
                </a:solidFill>
                <a:latin typeface="Tahoma"/>
                <a:cs typeface="Tahoma"/>
              </a:rPr>
              <a:t>+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100" spc="-9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1100" spc="-10">
                <a:solidFill>
                  <a:srgbClr val="4A4E6A"/>
                </a:solidFill>
                <a:latin typeface="Tahoma"/>
                <a:cs typeface="Tahoma"/>
              </a:rPr>
              <a:t>loop.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5799" y="15811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95503" y="266699"/>
                </a:moveTo>
                <a:lnTo>
                  <a:pt x="71196" y="266699"/>
                </a:lnTo>
                <a:lnTo>
                  <a:pt x="66241" y="266211"/>
                </a:lnTo>
                <a:lnTo>
                  <a:pt x="29705" y="251077"/>
                </a:lnTo>
                <a:lnTo>
                  <a:pt x="3885" y="215037"/>
                </a:lnTo>
                <a:lnTo>
                  <a:pt x="0" y="195503"/>
                </a:lnTo>
                <a:lnTo>
                  <a:pt x="0" y="190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95503" y="0"/>
                </a:lnTo>
                <a:lnTo>
                  <a:pt x="236994" y="15621"/>
                </a:lnTo>
                <a:lnTo>
                  <a:pt x="262814" y="51661"/>
                </a:lnTo>
                <a:lnTo>
                  <a:pt x="266699" y="71196"/>
                </a:lnTo>
                <a:lnTo>
                  <a:pt x="266699" y="195503"/>
                </a:lnTo>
                <a:lnTo>
                  <a:pt x="251078" y="236994"/>
                </a:lnTo>
                <a:lnTo>
                  <a:pt x="215037" y="262814"/>
                </a:lnTo>
                <a:lnTo>
                  <a:pt x="200458" y="266211"/>
                </a:lnTo>
                <a:lnTo>
                  <a:pt x="195503" y="2666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72963" y="1606550"/>
            <a:ext cx="933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1517468"/>
            <a:ext cx="1388110" cy="3346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50" spc="-95" b="1">
                <a:solidFill>
                  <a:srgbClr val="293283"/>
                </a:solidFill>
                <a:latin typeface="Tahoma"/>
                <a:cs typeface="Tahoma"/>
              </a:rPr>
              <a:t>No</a:t>
            </a:r>
            <a:r>
              <a:rPr dirty="0" sz="9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0" b="1">
                <a:solidFill>
                  <a:srgbClr val="293283"/>
                </a:solidFill>
                <a:latin typeface="Tahoma"/>
                <a:cs typeface="Tahoma"/>
              </a:rPr>
              <a:t>name,</a:t>
            </a:r>
            <a:r>
              <a:rPr dirty="0" sz="9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95" b="1">
                <a:solidFill>
                  <a:srgbClr val="293283"/>
                </a:solidFill>
                <a:latin typeface="Tahoma"/>
                <a:cs typeface="Tahoma"/>
              </a:rPr>
              <a:t>no</a:t>
            </a:r>
            <a:r>
              <a:rPr dirty="0" sz="9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293283"/>
                </a:solidFill>
                <a:latin typeface="Tahoma"/>
                <a:cs typeface="Tahoma"/>
              </a:rPr>
              <a:t>click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750">
                <a:solidFill>
                  <a:srgbClr val="797E94"/>
                </a:solidFill>
                <a:latin typeface="Courier New"/>
                <a:cs typeface="Courier New"/>
              </a:rPr>
              <a:t>name=""</a:t>
            </a:r>
            <a:r>
              <a:rPr dirty="0" sz="750" spc="6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797E94"/>
                </a:solidFill>
                <a:latin typeface="Courier New"/>
                <a:cs typeface="Courier New"/>
              </a:rPr>
              <a:t>·</a:t>
            </a:r>
            <a:r>
              <a:rPr dirty="0" sz="750" spc="6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Courier New"/>
                <a:cs typeface="Courier New"/>
              </a:rPr>
              <a:t>clicked=False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9872" y="1804415"/>
            <a:ext cx="3868420" cy="4078604"/>
            <a:chOff x="499872" y="1804415"/>
            <a:chExt cx="3868420" cy="4078604"/>
          </a:xfrm>
        </p:grpSpPr>
        <p:sp>
          <p:nvSpPr>
            <p:cNvPr id="12" name="object 12"/>
            <p:cNvSpPr/>
            <p:nvPr/>
          </p:nvSpPr>
          <p:spPr>
            <a:xfrm>
              <a:off x="499872" y="1804415"/>
              <a:ext cx="3868420" cy="4078604"/>
            </a:xfrm>
            <a:custGeom>
              <a:avLst/>
              <a:gdLst/>
              <a:ahLst/>
              <a:cxnLst/>
              <a:rect l="l" t="t" r="r" b="b"/>
              <a:pathLst>
                <a:path w="3868420" h="4078604">
                  <a:moveTo>
                    <a:pt x="3867911" y="4078223"/>
                  </a:moveTo>
                  <a:lnTo>
                    <a:pt x="0" y="4078223"/>
                  </a:lnTo>
                  <a:lnTo>
                    <a:pt x="0" y="0"/>
                  </a:lnTo>
                  <a:lnTo>
                    <a:pt x="3867911" y="0"/>
                  </a:lnTo>
                  <a:lnTo>
                    <a:pt x="3867911" y="157733"/>
                  </a:lnTo>
                  <a:lnTo>
                    <a:pt x="281177" y="157733"/>
                  </a:lnTo>
                  <a:lnTo>
                    <a:pt x="272733" y="158141"/>
                  </a:lnTo>
                  <a:lnTo>
                    <a:pt x="233542" y="172167"/>
                  </a:lnTo>
                  <a:lnTo>
                    <a:pt x="205586" y="203007"/>
                  </a:lnTo>
                  <a:lnTo>
                    <a:pt x="195452" y="243458"/>
                  </a:lnTo>
                  <a:lnTo>
                    <a:pt x="195452" y="3758183"/>
                  </a:lnTo>
                  <a:lnTo>
                    <a:pt x="205586" y="3798634"/>
                  </a:lnTo>
                  <a:lnTo>
                    <a:pt x="233542" y="3829474"/>
                  </a:lnTo>
                  <a:lnTo>
                    <a:pt x="272733" y="3843500"/>
                  </a:lnTo>
                  <a:lnTo>
                    <a:pt x="281177" y="3843908"/>
                  </a:lnTo>
                  <a:lnTo>
                    <a:pt x="3867911" y="3843908"/>
                  </a:lnTo>
                  <a:lnTo>
                    <a:pt x="3867911" y="4078223"/>
                  </a:lnTo>
                  <a:close/>
                </a:path>
                <a:path w="3868420" h="4078604">
                  <a:moveTo>
                    <a:pt x="3867911" y="3843908"/>
                  </a:moveTo>
                  <a:lnTo>
                    <a:pt x="3586352" y="3843908"/>
                  </a:lnTo>
                  <a:lnTo>
                    <a:pt x="3594797" y="3843500"/>
                  </a:lnTo>
                  <a:lnTo>
                    <a:pt x="3603079" y="3842277"/>
                  </a:lnTo>
                  <a:lnTo>
                    <a:pt x="3640709" y="3824482"/>
                  </a:lnTo>
                  <a:lnTo>
                    <a:pt x="3665552" y="3790988"/>
                  </a:lnTo>
                  <a:lnTo>
                    <a:pt x="3672077" y="3758183"/>
                  </a:lnTo>
                  <a:lnTo>
                    <a:pt x="3672077" y="243458"/>
                  </a:lnTo>
                  <a:lnTo>
                    <a:pt x="3661943" y="203007"/>
                  </a:lnTo>
                  <a:lnTo>
                    <a:pt x="3633987" y="172167"/>
                  </a:lnTo>
                  <a:lnTo>
                    <a:pt x="3594797" y="158141"/>
                  </a:lnTo>
                  <a:lnTo>
                    <a:pt x="3586352" y="157733"/>
                  </a:lnTo>
                  <a:lnTo>
                    <a:pt x="3867911" y="157733"/>
                  </a:lnTo>
                  <a:lnTo>
                    <a:pt x="3867911" y="3843908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0562" y="1957387"/>
              <a:ext cx="3486150" cy="3695700"/>
            </a:xfrm>
            <a:custGeom>
              <a:avLst/>
              <a:gdLst/>
              <a:ahLst/>
              <a:cxnLst/>
              <a:rect l="l" t="t" r="r" b="b"/>
              <a:pathLst>
                <a:path w="3486150" h="3695700">
                  <a:moveTo>
                    <a:pt x="3401603" y="3695699"/>
                  </a:moveTo>
                  <a:lnTo>
                    <a:pt x="84545" y="3695699"/>
                  </a:lnTo>
                  <a:lnTo>
                    <a:pt x="78661" y="3695119"/>
                  </a:lnTo>
                  <a:lnTo>
                    <a:pt x="35275" y="3677148"/>
                  </a:lnTo>
                  <a:lnTo>
                    <a:pt x="9161" y="3645328"/>
                  </a:lnTo>
                  <a:lnTo>
                    <a:pt x="0" y="3611153"/>
                  </a:lnTo>
                  <a:lnTo>
                    <a:pt x="0" y="360521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3401603" y="0"/>
                  </a:lnTo>
                  <a:lnTo>
                    <a:pt x="3440993" y="11948"/>
                  </a:lnTo>
                  <a:lnTo>
                    <a:pt x="3474200" y="45155"/>
                  </a:lnTo>
                  <a:lnTo>
                    <a:pt x="3486149" y="84545"/>
                  </a:lnTo>
                  <a:lnTo>
                    <a:pt x="3486149" y="3611153"/>
                  </a:lnTo>
                  <a:lnTo>
                    <a:pt x="3474200" y="3650543"/>
                  </a:lnTo>
                  <a:lnTo>
                    <a:pt x="3440993" y="3683749"/>
                  </a:lnTo>
                  <a:lnTo>
                    <a:pt x="3407487" y="3695119"/>
                  </a:lnTo>
                  <a:lnTo>
                    <a:pt x="3401603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90562" y="1957387"/>
              <a:ext cx="3486150" cy="3695700"/>
            </a:xfrm>
            <a:custGeom>
              <a:avLst/>
              <a:gdLst/>
              <a:ahLst/>
              <a:cxnLst/>
              <a:rect l="l" t="t" r="r" b="b"/>
              <a:pathLst>
                <a:path w="3486150" h="3695700">
                  <a:moveTo>
                    <a:pt x="0" y="36052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3395662" y="0"/>
                  </a:lnTo>
                  <a:lnTo>
                    <a:pt x="3401603" y="0"/>
                  </a:lnTo>
                  <a:lnTo>
                    <a:pt x="3407487" y="579"/>
                  </a:lnTo>
                  <a:lnTo>
                    <a:pt x="3413314" y="1738"/>
                  </a:lnTo>
                  <a:lnTo>
                    <a:pt x="3419141" y="2897"/>
                  </a:lnTo>
                  <a:lnTo>
                    <a:pt x="3455444" y="22301"/>
                  </a:lnTo>
                  <a:lnTo>
                    <a:pt x="3479261" y="55859"/>
                  </a:lnTo>
                  <a:lnTo>
                    <a:pt x="3481534" y="61348"/>
                  </a:lnTo>
                  <a:lnTo>
                    <a:pt x="3483251" y="67006"/>
                  </a:lnTo>
                  <a:lnTo>
                    <a:pt x="3484410" y="72834"/>
                  </a:lnTo>
                  <a:lnTo>
                    <a:pt x="3485569" y="78661"/>
                  </a:lnTo>
                  <a:lnTo>
                    <a:pt x="3486149" y="84545"/>
                  </a:lnTo>
                  <a:lnTo>
                    <a:pt x="3486149" y="90487"/>
                  </a:lnTo>
                  <a:lnTo>
                    <a:pt x="3486149" y="3605212"/>
                  </a:lnTo>
                  <a:lnTo>
                    <a:pt x="3486149" y="3611153"/>
                  </a:lnTo>
                  <a:lnTo>
                    <a:pt x="3485569" y="3617038"/>
                  </a:lnTo>
                  <a:lnTo>
                    <a:pt x="3484410" y="3622865"/>
                  </a:lnTo>
                  <a:lnTo>
                    <a:pt x="3483251" y="3628692"/>
                  </a:lnTo>
                  <a:lnTo>
                    <a:pt x="3481534" y="3634350"/>
                  </a:lnTo>
                  <a:lnTo>
                    <a:pt x="3479261" y="3639839"/>
                  </a:lnTo>
                  <a:lnTo>
                    <a:pt x="3476987" y="3645328"/>
                  </a:lnTo>
                  <a:lnTo>
                    <a:pt x="3450873" y="3677148"/>
                  </a:lnTo>
                  <a:lnTo>
                    <a:pt x="3445933" y="3680448"/>
                  </a:lnTo>
                  <a:lnTo>
                    <a:pt x="3440993" y="3683749"/>
                  </a:lnTo>
                  <a:lnTo>
                    <a:pt x="3435778" y="3686536"/>
                  </a:lnTo>
                  <a:lnTo>
                    <a:pt x="3430289" y="3688810"/>
                  </a:lnTo>
                  <a:lnTo>
                    <a:pt x="3424800" y="3691084"/>
                  </a:lnTo>
                  <a:lnTo>
                    <a:pt x="3419141" y="3692801"/>
                  </a:lnTo>
                  <a:lnTo>
                    <a:pt x="3413314" y="3693960"/>
                  </a:lnTo>
                  <a:lnTo>
                    <a:pt x="3407487" y="3695119"/>
                  </a:lnTo>
                  <a:lnTo>
                    <a:pt x="3401603" y="3695699"/>
                  </a:lnTo>
                  <a:lnTo>
                    <a:pt x="3395662" y="3695699"/>
                  </a:lnTo>
                  <a:lnTo>
                    <a:pt x="90487" y="3695699"/>
                  </a:lnTo>
                  <a:lnTo>
                    <a:pt x="84545" y="3695699"/>
                  </a:lnTo>
                  <a:lnTo>
                    <a:pt x="78661" y="3695119"/>
                  </a:lnTo>
                  <a:lnTo>
                    <a:pt x="72834" y="3693960"/>
                  </a:lnTo>
                  <a:lnTo>
                    <a:pt x="67006" y="3692801"/>
                  </a:lnTo>
                  <a:lnTo>
                    <a:pt x="61348" y="3691084"/>
                  </a:lnTo>
                  <a:lnTo>
                    <a:pt x="55859" y="3688810"/>
                  </a:lnTo>
                  <a:lnTo>
                    <a:pt x="50370" y="3686536"/>
                  </a:lnTo>
                  <a:lnTo>
                    <a:pt x="45155" y="3683749"/>
                  </a:lnTo>
                  <a:lnTo>
                    <a:pt x="40215" y="3680448"/>
                  </a:lnTo>
                  <a:lnTo>
                    <a:pt x="35275" y="3677148"/>
                  </a:lnTo>
                  <a:lnTo>
                    <a:pt x="9161" y="3645328"/>
                  </a:lnTo>
                  <a:lnTo>
                    <a:pt x="0" y="3611153"/>
                  </a:lnTo>
                  <a:lnTo>
                    <a:pt x="0" y="36052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95324" y="1962149"/>
              <a:ext cx="3476625" cy="361950"/>
            </a:xfrm>
            <a:custGeom>
              <a:avLst/>
              <a:gdLst/>
              <a:ahLst/>
              <a:cxnLst/>
              <a:rect l="l" t="t" r="r" b="b"/>
              <a:pathLst>
                <a:path w="3476625" h="361950">
                  <a:moveTo>
                    <a:pt x="3476624" y="361949"/>
                  </a:moveTo>
                  <a:lnTo>
                    <a:pt x="0" y="361949"/>
                  </a:lnTo>
                  <a:lnTo>
                    <a:pt x="0" y="85725"/>
                  </a:lnTo>
                  <a:lnTo>
                    <a:pt x="10133" y="45273"/>
                  </a:lnTo>
                  <a:lnTo>
                    <a:pt x="38089" y="14433"/>
                  </a:lnTo>
                  <a:lnTo>
                    <a:pt x="77280" y="407"/>
                  </a:lnTo>
                  <a:lnTo>
                    <a:pt x="85725" y="0"/>
                  </a:lnTo>
                  <a:lnTo>
                    <a:pt x="3390899" y="0"/>
                  </a:lnTo>
                  <a:lnTo>
                    <a:pt x="3431351" y="10133"/>
                  </a:lnTo>
                  <a:lnTo>
                    <a:pt x="3462190" y="38089"/>
                  </a:lnTo>
                  <a:lnTo>
                    <a:pt x="3476216" y="77280"/>
                  </a:lnTo>
                  <a:lnTo>
                    <a:pt x="3476624" y="3619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95324" y="2314574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3476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476624" y="0"/>
                  </a:lnTo>
                  <a:lnTo>
                    <a:pt x="34766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4" y="2095499"/>
              <a:ext cx="85725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974" y="2095499"/>
              <a:ext cx="85725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6324" y="2095499"/>
              <a:ext cx="85725" cy="857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43012" y="2033587"/>
              <a:ext cx="2438400" cy="209550"/>
            </a:xfrm>
            <a:custGeom>
              <a:avLst/>
              <a:gdLst/>
              <a:ahLst/>
              <a:cxnLst/>
              <a:rect l="l" t="t" r="r" b="b"/>
              <a:pathLst>
                <a:path w="2438400" h="209550">
                  <a:moveTo>
                    <a:pt x="2401220" y="209549"/>
                  </a:moveTo>
                  <a:lnTo>
                    <a:pt x="37178" y="209549"/>
                  </a:lnTo>
                  <a:lnTo>
                    <a:pt x="31710" y="208462"/>
                  </a:lnTo>
                  <a:lnTo>
                    <a:pt x="1087" y="177838"/>
                  </a:lnTo>
                  <a:lnTo>
                    <a:pt x="0" y="172371"/>
                  </a:lnTo>
                  <a:lnTo>
                    <a:pt x="0" y="16668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401220" y="0"/>
                  </a:lnTo>
                  <a:lnTo>
                    <a:pt x="2432961" y="21208"/>
                  </a:lnTo>
                  <a:lnTo>
                    <a:pt x="2438399" y="37178"/>
                  </a:lnTo>
                  <a:lnTo>
                    <a:pt x="2438399" y="172371"/>
                  </a:lnTo>
                  <a:lnTo>
                    <a:pt x="2417190" y="204111"/>
                  </a:lnTo>
                  <a:lnTo>
                    <a:pt x="2406688" y="208462"/>
                  </a:lnTo>
                  <a:lnTo>
                    <a:pt x="2401220" y="209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43012" y="2033587"/>
              <a:ext cx="2438400" cy="209550"/>
            </a:xfrm>
            <a:custGeom>
              <a:avLst/>
              <a:gdLst/>
              <a:ahLst/>
              <a:cxnLst/>
              <a:rect l="l" t="t" r="r" b="b"/>
              <a:pathLst>
                <a:path w="2438400" h="209550">
                  <a:moveTo>
                    <a:pt x="0" y="16668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8"/>
                  </a:lnTo>
                  <a:lnTo>
                    <a:pt x="8534" y="16572"/>
                  </a:lnTo>
                  <a:lnTo>
                    <a:pt x="12554" y="12553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2395537" y="0"/>
                  </a:lnTo>
                  <a:lnTo>
                    <a:pt x="2401220" y="0"/>
                  </a:lnTo>
                  <a:lnTo>
                    <a:pt x="2406688" y="1087"/>
                  </a:lnTo>
                  <a:lnTo>
                    <a:pt x="2411939" y="3262"/>
                  </a:lnTo>
                  <a:lnTo>
                    <a:pt x="2417190" y="5437"/>
                  </a:lnTo>
                  <a:lnTo>
                    <a:pt x="2438399" y="37178"/>
                  </a:lnTo>
                  <a:lnTo>
                    <a:pt x="2438399" y="42862"/>
                  </a:lnTo>
                  <a:lnTo>
                    <a:pt x="2438399" y="166687"/>
                  </a:lnTo>
                  <a:lnTo>
                    <a:pt x="2438399" y="172371"/>
                  </a:lnTo>
                  <a:lnTo>
                    <a:pt x="2437311" y="177838"/>
                  </a:lnTo>
                  <a:lnTo>
                    <a:pt x="2435136" y="183090"/>
                  </a:lnTo>
                  <a:lnTo>
                    <a:pt x="2432961" y="188341"/>
                  </a:lnTo>
                  <a:lnTo>
                    <a:pt x="2401220" y="209549"/>
                  </a:lnTo>
                  <a:lnTo>
                    <a:pt x="2395537" y="209549"/>
                  </a:lnTo>
                  <a:lnTo>
                    <a:pt x="42862" y="209549"/>
                  </a:lnTo>
                  <a:lnTo>
                    <a:pt x="8534" y="192976"/>
                  </a:lnTo>
                  <a:lnTo>
                    <a:pt x="3262" y="183090"/>
                  </a:lnTo>
                  <a:lnTo>
                    <a:pt x="1087" y="177838"/>
                  </a:lnTo>
                  <a:lnTo>
                    <a:pt x="0" y="172371"/>
                  </a:lnTo>
                  <a:lnTo>
                    <a:pt x="0" y="16668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311274" y="2054225"/>
            <a:ext cx="8153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49675" y="2073275"/>
            <a:ext cx="30924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10" b="1">
                <a:solidFill>
                  <a:srgbClr val="797E94"/>
                </a:solidFill>
                <a:latin typeface="Tahoma"/>
                <a:cs typeface="Tahoma"/>
              </a:rPr>
              <a:t>EMPTY</a:t>
            </a:r>
            <a:endParaRPr sz="65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52924" y="15811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95503" y="266699"/>
                </a:moveTo>
                <a:lnTo>
                  <a:pt x="71196" y="266699"/>
                </a:lnTo>
                <a:lnTo>
                  <a:pt x="66241" y="266211"/>
                </a:lnTo>
                <a:lnTo>
                  <a:pt x="29705" y="251077"/>
                </a:lnTo>
                <a:lnTo>
                  <a:pt x="3885" y="215037"/>
                </a:lnTo>
                <a:lnTo>
                  <a:pt x="0" y="195503"/>
                </a:lnTo>
                <a:lnTo>
                  <a:pt x="0" y="190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95503" y="0"/>
                </a:lnTo>
                <a:lnTo>
                  <a:pt x="236993" y="15621"/>
                </a:lnTo>
                <a:lnTo>
                  <a:pt x="262813" y="51661"/>
                </a:lnTo>
                <a:lnTo>
                  <a:pt x="266699" y="71196"/>
                </a:lnTo>
                <a:lnTo>
                  <a:pt x="266699" y="195503"/>
                </a:lnTo>
                <a:lnTo>
                  <a:pt x="251077" y="236994"/>
                </a:lnTo>
                <a:lnTo>
                  <a:pt x="215037" y="262814"/>
                </a:lnTo>
                <a:lnTo>
                  <a:pt x="200458" y="266211"/>
                </a:lnTo>
                <a:lnTo>
                  <a:pt x="195503" y="2666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436814" y="1606550"/>
            <a:ext cx="933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79850" y="1517468"/>
            <a:ext cx="1684020" cy="3346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50" spc="-110" b="1">
                <a:solidFill>
                  <a:srgbClr val="293283"/>
                </a:solidFill>
                <a:latin typeface="Tahoma"/>
                <a:cs typeface="Tahoma"/>
              </a:rPr>
              <a:t>Name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95" b="1">
                <a:solidFill>
                  <a:srgbClr val="293283"/>
                </a:solidFill>
                <a:latin typeface="Tahoma"/>
                <a:cs typeface="Tahoma"/>
              </a:rPr>
              <a:t>typed,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95" b="1">
                <a:solidFill>
                  <a:srgbClr val="293283"/>
                </a:solidFill>
                <a:latin typeface="Tahoma"/>
                <a:cs typeface="Tahoma"/>
              </a:rPr>
              <a:t>no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20" b="1">
                <a:solidFill>
                  <a:srgbClr val="293283"/>
                </a:solidFill>
                <a:latin typeface="Tahoma"/>
                <a:cs typeface="Tahoma"/>
              </a:rPr>
              <a:t>click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750">
                <a:solidFill>
                  <a:srgbClr val="797E94"/>
                </a:solidFill>
                <a:latin typeface="Courier New"/>
                <a:cs typeface="Courier New"/>
              </a:rPr>
              <a:t>name="Aarav"</a:t>
            </a:r>
            <a:r>
              <a:rPr dirty="0" sz="750" spc="9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797E94"/>
                </a:solidFill>
                <a:latin typeface="Courier New"/>
                <a:cs typeface="Courier New"/>
              </a:rPr>
              <a:t>·</a:t>
            </a:r>
            <a:r>
              <a:rPr dirty="0" sz="750" spc="9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Courier New"/>
                <a:cs typeface="Courier New"/>
              </a:rPr>
              <a:t>clicked=False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66615" y="1804415"/>
            <a:ext cx="3858895" cy="4078604"/>
            <a:chOff x="4166615" y="1804415"/>
            <a:chExt cx="3858895" cy="4078604"/>
          </a:xfrm>
        </p:grpSpPr>
        <p:sp>
          <p:nvSpPr>
            <p:cNvPr id="28" name="object 28"/>
            <p:cNvSpPr/>
            <p:nvPr/>
          </p:nvSpPr>
          <p:spPr>
            <a:xfrm>
              <a:off x="4166615" y="1804415"/>
              <a:ext cx="3858895" cy="4078604"/>
            </a:xfrm>
            <a:custGeom>
              <a:avLst/>
              <a:gdLst/>
              <a:ahLst/>
              <a:cxnLst/>
              <a:rect l="l" t="t" r="r" b="b"/>
              <a:pathLst>
                <a:path w="3858895" h="4078604">
                  <a:moveTo>
                    <a:pt x="3858767" y="4078223"/>
                  </a:moveTo>
                  <a:lnTo>
                    <a:pt x="0" y="4078223"/>
                  </a:lnTo>
                  <a:lnTo>
                    <a:pt x="0" y="0"/>
                  </a:lnTo>
                  <a:lnTo>
                    <a:pt x="3858767" y="0"/>
                  </a:lnTo>
                  <a:lnTo>
                    <a:pt x="3858767" y="157733"/>
                  </a:lnTo>
                  <a:lnTo>
                    <a:pt x="281558" y="157733"/>
                  </a:lnTo>
                  <a:lnTo>
                    <a:pt x="273114" y="158141"/>
                  </a:lnTo>
                  <a:lnTo>
                    <a:pt x="233923" y="172167"/>
                  </a:lnTo>
                  <a:lnTo>
                    <a:pt x="205967" y="203007"/>
                  </a:lnTo>
                  <a:lnTo>
                    <a:pt x="195833" y="243458"/>
                  </a:lnTo>
                  <a:lnTo>
                    <a:pt x="195833" y="3758183"/>
                  </a:lnTo>
                  <a:lnTo>
                    <a:pt x="205967" y="3798634"/>
                  </a:lnTo>
                  <a:lnTo>
                    <a:pt x="233923" y="3829474"/>
                  </a:lnTo>
                  <a:lnTo>
                    <a:pt x="273114" y="3843500"/>
                  </a:lnTo>
                  <a:lnTo>
                    <a:pt x="281558" y="3843908"/>
                  </a:lnTo>
                  <a:lnTo>
                    <a:pt x="3858767" y="3843908"/>
                  </a:lnTo>
                  <a:lnTo>
                    <a:pt x="3858767" y="4078223"/>
                  </a:lnTo>
                  <a:close/>
                </a:path>
                <a:path w="3858895" h="4078604">
                  <a:moveTo>
                    <a:pt x="3858767" y="3843908"/>
                  </a:moveTo>
                  <a:lnTo>
                    <a:pt x="3577208" y="3843908"/>
                  </a:lnTo>
                  <a:lnTo>
                    <a:pt x="3585652" y="3843500"/>
                  </a:lnTo>
                  <a:lnTo>
                    <a:pt x="3593935" y="3842277"/>
                  </a:lnTo>
                  <a:lnTo>
                    <a:pt x="3631565" y="3824482"/>
                  </a:lnTo>
                  <a:lnTo>
                    <a:pt x="3656407" y="3790988"/>
                  </a:lnTo>
                  <a:lnTo>
                    <a:pt x="3662933" y="3758183"/>
                  </a:lnTo>
                  <a:lnTo>
                    <a:pt x="3662933" y="243458"/>
                  </a:lnTo>
                  <a:lnTo>
                    <a:pt x="3652798" y="203007"/>
                  </a:lnTo>
                  <a:lnTo>
                    <a:pt x="3624843" y="172167"/>
                  </a:lnTo>
                  <a:lnTo>
                    <a:pt x="3585652" y="158141"/>
                  </a:lnTo>
                  <a:lnTo>
                    <a:pt x="3577208" y="157733"/>
                  </a:lnTo>
                  <a:lnTo>
                    <a:pt x="3858767" y="157733"/>
                  </a:lnTo>
                  <a:lnTo>
                    <a:pt x="3858767" y="3843908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357686" y="1957387"/>
              <a:ext cx="3476625" cy="3695700"/>
            </a:xfrm>
            <a:custGeom>
              <a:avLst/>
              <a:gdLst/>
              <a:ahLst/>
              <a:cxnLst/>
              <a:rect l="l" t="t" r="r" b="b"/>
              <a:pathLst>
                <a:path w="3476625" h="3695700">
                  <a:moveTo>
                    <a:pt x="3392078" y="3695699"/>
                  </a:moveTo>
                  <a:lnTo>
                    <a:pt x="84545" y="3695699"/>
                  </a:lnTo>
                  <a:lnTo>
                    <a:pt x="78661" y="3695119"/>
                  </a:lnTo>
                  <a:lnTo>
                    <a:pt x="35274" y="3677148"/>
                  </a:lnTo>
                  <a:lnTo>
                    <a:pt x="9161" y="3645328"/>
                  </a:lnTo>
                  <a:lnTo>
                    <a:pt x="0" y="3611153"/>
                  </a:lnTo>
                  <a:lnTo>
                    <a:pt x="0" y="360521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3392078" y="0"/>
                  </a:lnTo>
                  <a:lnTo>
                    <a:pt x="3431469" y="11948"/>
                  </a:lnTo>
                  <a:lnTo>
                    <a:pt x="3464675" y="45155"/>
                  </a:lnTo>
                  <a:lnTo>
                    <a:pt x="3476624" y="84545"/>
                  </a:lnTo>
                  <a:lnTo>
                    <a:pt x="3476624" y="3611153"/>
                  </a:lnTo>
                  <a:lnTo>
                    <a:pt x="3464675" y="3650543"/>
                  </a:lnTo>
                  <a:lnTo>
                    <a:pt x="3431469" y="3683749"/>
                  </a:lnTo>
                  <a:lnTo>
                    <a:pt x="3397962" y="3695119"/>
                  </a:lnTo>
                  <a:lnTo>
                    <a:pt x="3392078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357686" y="1957387"/>
              <a:ext cx="3476625" cy="3695700"/>
            </a:xfrm>
            <a:custGeom>
              <a:avLst/>
              <a:gdLst/>
              <a:ahLst/>
              <a:cxnLst/>
              <a:rect l="l" t="t" r="r" b="b"/>
              <a:pathLst>
                <a:path w="3476625" h="3695700">
                  <a:moveTo>
                    <a:pt x="0" y="36052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2"/>
                  </a:lnTo>
                  <a:lnTo>
                    <a:pt x="30703" y="22301"/>
                  </a:lnTo>
                  <a:lnTo>
                    <a:pt x="35274" y="18550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50369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3386137" y="0"/>
                  </a:lnTo>
                  <a:lnTo>
                    <a:pt x="3392078" y="0"/>
                  </a:lnTo>
                  <a:lnTo>
                    <a:pt x="3397962" y="579"/>
                  </a:lnTo>
                  <a:lnTo>
                    <a:pt x="3403789" y="1738"/>
                  </a:lnTo>
                  <a:lnTo>
                    <a:pt x="3409617" y="2897"/>
                  </a:lnTo>
                  <a:lnTo>
                    <a:pt x="3415275" y="4614"/>
                  </a:lnTo>
                  <a:lnTo>
                    <a:pt x="3420764" y="6887"/>
                  </a:lnTo>
                  <a:lnTo>
                    <a:pt x="3426254" y="9161"/>
                  </a:lnTo>
                  <a:lnTo>
                    <a:pt x="3431469" y="11948"/>
                  </a:lnTo>
                  <a:lnTo>
                    <a:pt x="3436408" y="15249"/>
                  </a:lnTo>
                  <a:lnTo>
                    <a:pt x="3441349" y="18550"/>
                  </a:lnTo>
                  <a:lnTo>
                    <a:pt x="3445919" y="22301"/>
                  </a:lnTo>
                  <a:lnTo>
                    <a:pt x="3450121" y="26502"/>
                  </a:lnTo>
                  <a:lnTo>
                    <a:pt x="3454322" y="30704"/>
                  </a:lnTo>
                  <a:lnTo>
                    <a:pt x="3458073" y="35274"/>
                  </a:lnTo>
                  <a:lnTo>
                    <a:pt x="3461374" y="40215"/>
                  </a:lnTo>
                  <a:lnTo>
                    <a:pt x="3464675" y="45155"/>
                  </a:lnTo>
                  <a:lnTo>
                    <a:pt x="3467462" y="50369"/>
                  </a:lnTo>
                  <a:lnTo>
                    <a:pt x="3469736" y="55859"/>
                  </a:lnTo>
                  <a:lnTo>
                    <a:pt x="3472010" y="61348"/>
                  </a:lnTo>
                  <a:lnTo>
                    <a:pt x="3473726" y="67006"/>
                  </a:lnTo>
                  <a:lnTo>
                    <a:pt x="3474885" y="72834"/>
                  </a:lnTo>
                  <a:lnTo>
                    <a:pt x="3476044" y="78661"/>
                  </a:lnTo>
                  <a:lnTo>
                    <a:pt x="3476624" y="84545"/>
                  </a:lnTo>
                  <a:lnTo>
                    <a:pt x="3476625" y="90487"/>
                  </a:lnTo>
                  <a:lnTo>
                    <a:pt x="3476625" y="3605212"/>
                  </a:lnTo>
                  <a:lnTo>
                    <a:pt x="3476624" y="3611153"/>
                  </a:lnTo>
                  <a:lnTo>
                    <a:pt x="3476044" y="3617038"/>
                  </a:lnTo>
                  <a:lnTo>
                    <a:pt x="3474885" y="3622865"/>
                  </a:lnTo>
                  <a:lnTo>
                    <a:pt x="3473726" y="3628692"/>
                  </a:lnTo>
                  <a:lnTo>
                    <a:pt x="3472010" y="3634350"/>
                  </a:lnTo>
                  <a:lnTo>
                    <a:pt x="3469736" y="3639839"/>
                  </a:lnTo>
                  <a:lnTo>
                    <a:pt x="3467462" y="3645328"/>
                  </a:lnTo>
                  <a:lnTo>
                    <a:pt x="3450121" y="3669196"/>
                  </a:lnTo>
                  <a:lnTo>
                    <a:pt x="3445919" y="3673397"/>
                  </a:lnTo>
                  <a:lnTo>
                    <a:pt x="3441349" y="3677148"/>
                  </a:lnTo>
                  <a:lnTo>
                    <a:pt x="3436408" y="3680448"/>
                  </a:lnTo>
                  <a:lnTo>
                    <a:pt x="3431469" y="3683749"/>
                  </a:lnTo>
                  <a:lnTo>
                    <a:pt x="3426254" y="3686536"/>
                  </a:lnTo>
                  <a:lnTo>
                    <a:pt x="3420764" y="3688810"/>
                  </a:lnTo>
                  <a:lnTo>
                    <a:pt x="3415275" y="3691084"/>
                  </a:lnTo>
                  <a:lnTo>
                    <a:pt x="3409617" y="3692801"/>
                  </a:lnTo>
                  <a:lnTo>
                    <a:pt x="3403789" y="3693960"/>
                  </a:lnTo>
                  <a:lnTo>
                    <a:pt x="3397962" y="3695119"/>
                  </a:lnTo>
                  <a:lnTo>
                    <a:pt x="3392078" y="3695699"/>
                  </a:lnTo>
                  <a:lnTo>
                    <a:pt x="3386137" y="3695699"/>
                  </a:lnTo>
                  <a:lnTo>
                    <a:pt x="90487" y="3695699"/>
                  </a:lnTo>
                  <a:lnTo>
                    <a:pt x="84545" y="3695699"/>
                  </a:lnTo>
                  <a:lnTo>
                    <a:pt x="78661" y="3695119"/>
                  </a:lnTo>
                  <a:lnTo>
                    <a:pt x="72834" y="3693960"/>
                  </a:lnTo>
                  <a:lnTo>
                    <a:pt x="67006" y="3692801"/>
                  </a:lnTo>
                  <a:lnTo>
                    <a:pt x="61348" y="3691084"/>
                  </a:lnTo>
                  <a:lnTo>
                    <a:pt x="55859" y="3688810"/>
                  </a:lnTo>
                  <a:lnTo>
                    <a:pt x="50369" y="3686536"/>
                  </a:lnTo>
                  <a:lnTo>
                    <a:pt x="45154" y="3683749"/>
                  </a:lnTo>
                  <a:lnTo>
                    <a:pt x="40214" y="3680448"/>
                  </a:lnTo>
                  <a:lnTo>
                    <a:pt x="35274" y="3677148"/>
                  </a:lnTo>
                  <a:lnTo>
                    <a:pt x="30703" y="3673397"/>
                  </a:lnTo>
                  <a:lnTo>
                    <a:pt x="26503" y="3669196"/>
                  </a:lnTo>
                  <a:lnTo>
                    <a:pt x="22301" y="3664994"/>
                  </a:lnTo>
                  <a:lnTo>
                    <a:pt x="6887" y="3639839"/>
                  </a:lnTo>
                  <a:lnTo>
                    <a:pt x="4614" y="3634350"/>
                  </a:lnTo>
                  <a:lnTo>
                    <a:pt x="2897" y="3628692"/>
                  </a:lnTo>
                  <a:lnTo>
                    <a:pt x="1738" y="3622865"/>
                  </a:lnTo>
                  <a:lnTo>
                    <a:pt x="579" y="3617038"/>
                  </a:lnTo>
                  <a:lnTo>
                    <a:pt x="0" y="3611153"/>
                  </a:lnTo>
                  <a:lnTo>
                    <a:pt x="0" y="36052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362449" y="1962149"/>
              <a:ext cx="3467100" cy="361950"/>
            </a:xfrm>
            <a:custGeom>
              <a:avLst/>
              <a:gdLst/>
              <a:ahLst/>
              <a:cxnLst/>
              <a:rect l="l" t="t" r="r" b="b"/>
              <a:pathLst>
                <a:path w="3467100" h="361950">
                  <a:moveTo>
                    <a:pt x="3467099" y="361949"/>
                  </a:moveTo>
                  <a:lnTo>
                    <a:pt x="0" y="361949"/>
                  </a:lnTo>
                  <a:lnTo>
                    <a:pt x="0" y="85725"/>
                  </a:lnTo>
                  <a:lnTo>
                    <a:pt x="10133" y="45273"/>
                  </a:lnTo>
                  <a:lnTo>
                    <a:pt x="38089" y="14433"/>
                  </a:lnTo>
                  <a:lnTo>
                    <a:pt x="77280" y="407"/>
                  </a:lnTo>
                  <a:lnTo>
                    <a:pt x="85725" y="0"/>
                  </a:lnTo>
                  <a:lnTo>
                    <a:pt x="3381375" y="0"/>
                  </a:lnTo>
                  <a:lnTo>
                    <a:pt x="3421825" y="10133"/>
                  </a:lnTo>
                  <a:lnTo>
                    <a:pt x="3452665" y="38089"/>
                  </a:lnTo>
                  <a:lnTo>
                    <a:pt x="3466691" y="77280"/>
                  </a:lnTo>
                  <a:lnTo>
                    <a:pt x="3467099" y="3619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362449" y="2314574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34670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467099" y="0"/>
                  </a:lnTo>
                  <a:lnTo>
                    <a:pt x="3467099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76749" y="2095499"/>
              <a:ext cx="85725" cy="857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0099" y="2095499"/>
              <a:ext cx="85725" cy="857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3449" y="2095499"/>
              <a:ext cx="85725" cy="857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10136" y="2033587"/>
              <a:ext cx="2457450" cy="209550"/>
            </a:xfrm>
            <a:custGeom>
              <a:avLst/>
              <a:gdLst/>
              <a:ahLst/>
              <a:cxnLst/>
              <a:rect l="l" t="t" r="r" b="b"/>
              <a:pathLst>
                <a:path w="2457450" h="209550">
                  <a:moveTo>
                    <a:pt x="2420271" y="209549"/>
                  </a:moveTo>
                  <a:lnTo>
                    <a:pt x="37179" y="209549"/>
                  </a:lnTo>
                  <a:lnTo>
                    <a:pt x="31710" y="208462"/>
                  </a:lnTo>
                  <a:lnTo>
                    <a:pt x="1087" y="177838"/>
                  </a:lnTo>
                  <a:lnTo>
                    <a:pt x="0" y="172371"/>
                  </a:lnTo>
                  <a:lnTo>
                    <a:pt x="0" y="166687"/>
                  </a:lnTo>
                  <a:lnTo>
                    <a:pt x="0" y="37178"/>
                  </a:lnTo>
                  <a:lnTo>
                    <a:pt x="21207" y="5437"/>
                  </a:lnTo>
                  <a:lnTo>
                    <a:pt x="37179" y="0"/>
                  </a:lnTo>
                  <a:lnTo>
                    <a:pt x="2420271" y="0"/>
                  </a:lnTo>
                  <a:lnTo>
                    <a:pt x="2452011" y="21208"/>
                  </a:lnTo>
                  <a:lnTo>
                    <a:pt x="2457449" y="37178"/>
                  </a:lnTo>
                  <a:lnTo>
                    <a:pt x="2457449" y="172371"/>
                  </a:lnTo>
                  <a:lnTo>
                    <a:pt x="2436241" y="204111"/>
                  </a:lnTo>
                  <a:lnTo>
                    <a:pt x="2425738" y="208462"/>
                  </a:lnTo>
                  <a:lnTo>
                    <a:pt x="2420271" y="209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10136" y="2033587"/>
              <a:ext cx="2457450" cy="209550"/>
            </a:xfrm>
            <a:custGeom>
              <a:avLst/>
              <a:gdLst/>
              <a:ahLst/>
              <a:cxnLst/>
              <a:rect l="l" t="t" r="r" b="b"/>
              <a:pathLst>
                <a:path w="2457450" h="209550">
                  <a:moveTo>
                    <a:pt x="0" y="16668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8"/>
                  </a:lnTo>
                  <a:lnTo>
                    <a:pt x="8534" y="16572"/>
                  </a:lnTo>
                  <a:lnTo>
                    <a:pt x="12554" y="12553"/>
                  </a:lnTo>
                  <a:lnTo>
                    <a:pt x="16573" y="8534"/>
                  </a:lnTo>
                  <a:lnTo>
                    <a:pt x="21207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9" y="0"/>
                  </a:lnTo>
                  <a:lnTo>
                    <a:pt x="42863" y="0"/>
                  </a:lnTo>
                  <a:lnTo>
                    <a:pt x="2414587" y="0"/>
                  </a:lnTo>
                  <a:lnTo>
                    <a:pt x="2420271" y="0"/>
                  </a:lnTo>
                  <a:lnTo>
                    <a:pt x="2425738" y="1087"/>
                  </a:lnTo>
                  <a:lnTo>
                    <a:pt x="2430989" y="3262"/>
                  </a:lnTo>
                  <a:lnTo>
                    <a:pt x="2436241" y="5437"/>
                  </a:lnTo>
                  <a:lnTo>
                    <a:pt x="2440876" y="8534"/>
                  </a:lnTo>
                  <a:lnTo>
                    <a:pt x="2444895" y="12553"/>
                  </a:lnTo>
                  <a:lnTo>
                    <a:pt x="2448914" y="16572"/>
                  </a:lnTo>
                  <a:lnTo>
                    <a:pt x="2452011" y="21208"/>
                  </a:lnTo>
                  <a:lnTo>
                    <a:pt x="2454186" y="26459"/>
                  </a:lnTo>
                  <a:lnTo>
                    <a:pt x="2456361" y="31710"/>
                  </a:lnTo>
                  <a:lnTo>
                    <a:pt x="2457449" y="37178"/>
                  </a:lnTo>
                  <a:lnTo>
                    <a:pt x="2457450" y="42862"/>
                  </a:lnTo>
                  <a:lnTo>
                    <a:pt x="2457450" y="166687"/>
                  </a:lnTo>
                  <a:lnTo>
                    <a:pt x="2440876" y="201014"/>
                  </a:lnTo>
                  <a:lnTo>
                    <a:pt x="2414587" y="209549"/>
                  </a:lnTo>
                  <a:lnTo>
                    <a:pt x="42863" y="209549"/>
                  </a:lnTo>
                  <a:lnTo>
                    <a:pt x="12554" y="196995"/>
                  </a:lnTo>
                  <a:lnTo>
                    <a:pt x="8534" y="192976"/>
                  </a:lnTo>
                  <a:lnTo>
                    <a:pt x="5438" y="188341"/>
                  </a:lnTo>
                  <a:lnTo>
                    <a:pt x="3263" y="183090"/>
                  </a:lnTo>
                  <a:lnTo>
                    <a:pt x="1087" y="177838"/>
                  </a:lnTo>
                  <a:lnTo>
                    <a:pt x="0" y="172371"/>
                  </a:lnTo>
                  <a:lnTo>
                    <a:pt x="0" y="16668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4975125" y="2054225"/>
            <a:ext cx="8153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34212" y="2073275"/>
            <a:ext cx="28829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10" b="1">
                <a:solidFill>
                  <a:srgbClr val="797E94"/>
                </a:solidFill>
                <a:latin typeface="Tahoma"/>
                <a:cs typeface="Tahoma"/>
              </a:rPr>
              <a:t>TYPED</a:t>
            </a:r>
            <a:endParaRPr sz="65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010523" y="15811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95503" y="266699"/>
                </a:moveTo>
                <a:lnTo>
                  <a:pt x="71196" y="266699"/>
                </a:lnTo>
                <a:lnTo>
                  <a:pt x="66241" y="266211"/>
                </a:lnTo>
                <a:lnTo>
                  <a:pt x="29705" y="251077"/>
                </a:lnTo>
                <a:lnTo>
                  <a:pt x="3885" y="215037"/>
                </a:lnTo>
                <a:lnTo>
                  <a:pt x="0" y="195503"/>
                </a:lnTo>
                <a:lnTo>
                  <a:pt x="0" y="190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95503" y="0"/>
                </a:lnTo>
                <a:lnTo>
                  <a:pt x="236994" y="15621"/>
                </a:lnTo>
                <a:lnTo>
                  <a:pt x="262814" y="51661"/>
                </a:lnTo>
                <a:lnTo>
                  <a:pt x="266699" y="71196"/>
                </a:lnTo>
                <a:lnTo>
                  <a:pt x="266699" y="195503"/>
                </a:lnTo>
                <a:lnTo>
                  <a:pt x="251077" y="236994"/>
                </a:lnTo>
                <a:lnTo>
                  <a:pt x="215037" y="262814"/>
                </a:lnTo>
                <a:lnTo>
                  <a:pt x="200458" y="266211"/>
                </a:lnTo>
                <a:lnTo>
                  <a:pt x="195503" y="2666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8100814" y="1606550"/>
            <a:ext cx="933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43850" y="1517468"/>
            <a:ext cx="1624965" cy="3346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50" spc="-110" b="1">
                <a:solidFill>
                  <a:srgbClr val="293283"/>
                </a:solidFill>
                <a:latin typeface="Tahoma"/>
                <a:cs typeface="Tahoma"/>
              </a:rPr>
              <a:t>Name</a:t>
            </a:r>
            <a:r>
              <a:rPr dirty="0" sz="95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295" b="1">
                <a:solidFill>
                  <a:srgbClr val="293283"/>
                </a:solidFill>
                <a:latin typeface="Tahoma"/>
                <a:cs typeface="Tahoma"/>
              </a:rPr>
              <a:t>+</a:t>
            </a:r>
            <a:r>
              <a:rPr dirty="0" sz="95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293283"/>
                </a:solidFill>
                <a:latin typeface="Tahoma"/>
                <a:cs typeface="Tahoma"/>
              </a:rPr>
              <a:t>click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750">
                <a:solidFill>
                  <a:srgbClr val="797E94"/>
                </a:solidFill>
                <a:latin typeface="Courier New"/>
                <a:cs typeface="Courier New"/>
              </a:rPr>
              <a:t>name="Aarav"</a:t>
            </a:r>
            <a:r>
              <a:rPr dirty="0" sz="750" spc="9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797E94"/>
                </a:solidFill>
                <a:latin typeface="Courier New"/>
                <a:cs typeface="Courier New"/>
              </a:rPr>
              <a:t>·</a:t>
            </a:r>
            <a:r>
              <a:rPr dirty="0" sz="750" spc="9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797E94"/>
                </a:solidFill>
                <a:latin typeface="Courier New"/>
                <a:cs typeface="Courier New"/>
              </a:rPr>
              <a:t>clicked=True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824215" y="1804415"/>
            <a:ext cx="3868420" cy="4078604"/>
            <a:chOff x="7824215" y="1804415"/>
            <a:chExt cx="3868420" cy="4078604"/>
          </a:xfrm>
        </p:grpSpPr>
        <p:sp>
          <p:nvSpPr>
            <p:cNvPr id="44" name="object 44"/>
            <p:cNvSpPr/>
            <p:nvPr/>
          </p:nvSpPr>
          <p:spPr>
            <a:xfrm>
              <a:off x="7824215" y="1804415"/>
              <a:ext cx="3868420" cy="4078604"/>
            </a:xfrm>
            <a:custGeom>
              <a:avLst/>
              <a:gdLst/>
              <a:ahLst/>
              <a:cxnLst/>
              <a:rect l="l" t="t" r="r" b="b"/>
              <a:pathLst>
                <a:path w="3868420" h="4078604">
                  <a:moveTo>
                    <a:pt x="3867911" y="4078223"/>
                  </a:moveTo>
                  <a:lnTo>
                    <a:pt x="0" y="4078223"/>
                  </a:lnTo>
                  <a:lnTo>
                    <a:pt x="0" y="0"/>
                  </a:lnTo>
                  <a:lnTo>
                    <a:pt x="3867911" y="0"/>
                  </a:lnTo>
                  <a:lnTo>
                    <a:pt x="3867911" y="157733"/>
                  </a:lnTo>
                  <a:lnTo>
                    <a:pt x="281558" y="157733"/>
                  </a:lnTo>
                  <a:lnTo>
                    <a:pt x="273113" y="158141"/>
                  </a:lnTo>
                  <a:lnTo>
                    <a:pt x="233923" y="172167"/>
                  </a:lnTo>
                  <a:lnTo>
                    <a:pt x="205967" y="203007"/>
                  </a:lnTo>
                  <a:lnTo>
                    <a:pt x="195833" y="243458"/>
                  </a:lnTo>
                  <a:lnTo>
                    <a:pt x="195833" y="3758183"/>
                  </a:lnTo>
                  <a:lnTo>
                    <a:pt x="205967" y="3798634"/>
                  </a:lnTo>
                  <a:lnTo>
                    <a:pt x="233923" y="3829474"/>
                  </a:lnTo>
                  <a:lnTo>
                    <a:pt x="273113" y="3843500"/>
                  </a:lnTo>
                  <a:lnTo>
                    <a:pt x="281558" y="3843908"/>
                  </a:lnTo>
                  <a:lnTo>
                    <a:pt x="3867911" y="3843908"/>
                  </a:lnTo>
                  <a:lnTo>
                    <a:pt x="3867911" y="4078223"/>
                  </a:lnTo>
                  <a:close/>
                </a:path>
                <a:path w="3868420" h="4078604">
                  <a:moveTo>
                    <a:pt x="3867911" y="3843908"/>
                  </a:moveTo>
                  <a:lnTo>
                    <a:pt x="3586733" y="3843908"/>
                  </a:lnTo>
                  <a:lnTo>
                    <a:pt x="3595178" y="3843500"/>
                  </a:lnTo>
                  <a:lnTo>
                    <a:pt x="3603460" y="3842277"/>
                  </a:lnTo>
                  <a:lnTo>
                    <a:pt x="3641089" y="3824482"/>
                  </a:lnTo>
                  <a:lnTo>
                    <a:pt x="3665931" y="3790988"/>
                  </a:lnTo>
                  <a:lnTo>
                    <a:pt x="3672458" y="3758183"/>
                  </a:lnTo>
                  <a:lnTo>
                    <a:pt x="3672458" y="243458"/>
                  </a:lnTo>
                  <a:lnTo>
                    <a:pt x="3662323" y="203007"/>
                  </a:lnTo>
                  <a:lnTo>
                    <a:pt x="3634367" y="172167"/>
                  </a:lnTo>
                  <a:lnTo>
                    <a:pt x="3595178" y="158141"/>
                  </a:lnTo>
                  <a:lnTo>
                    <a:pt x="3586733" y="157733"/>
                  </a:lnTo>
                  <a:lnTo>
                    <a:pt x="3867911" y="157733"/>
                  </a:lnTo>
                  <a:lnTo>
                    <a:pt x="3867911" y="3843908"/>
                  </a:lnTo>
                  <a:close/>
                </a:path>
              </a:pathLst>
            </a:custGeom>
            <a:solidFill>
              <a:srgbClr val="1B1F3A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015285" y="1957387"/>
              <a:ext cx="3486150" cy="3695700"/>
            </a:xfrm>
            <a:custGeom>
              <a:avLst/>
              <a:gdLst/>
              <a:ahLst/>
              <a:cxnLst/>
              <a:rect l="l" t="t" r="r" b="b"/>
              <a:pathLst>
                <a:path w="3486150" h="3695700">
                  <a:moveTo>
                    <a:pt x="3401603" y="3695699"/>
                  </a:moveTo>
                  <a:lnTo>
                    <a:pt x="84546" y="3695699"/>
                  </a:lnTo>
                  <a:lnTo>
                    <a:pt x="78662" y="3695119"/>
                  </a:lnTo>
                  <a:lnTo>
                    <a:pt x="35275" y="3677148"/>
                  </a:lnTo>
                  <a:lnTo>
                    <a:pt x="9160" y="3645328"/>
                  </a:lnTo>
                  <a:lnTo>
                    <a:pt x="0" y="3611153"/>
                  </a:lnTo>
                  <a:lnTo>
                    <a:pt x="0" y="360521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4" y="11948"/>
                  </a:lnTo>
                  <a:lnTo>
                    <a:pt x="84546" y="0"/>
                  </a:lnTo>
                  <a:lnTo>
                    <a:pt x="3401603" y="0"/>
                  </a:lnTo>
                  <a:lnTo>
                    <a:pt x="3440993" y="11948"/>
                  </a:lnTo>
                  <a:lnTo>
                    <a:pt x="3474200" y="45155"/>
                  </a:lnTo>
                  <a:lnTo>
                    <a:pt x="3486149" y="84545"/>
                  </a:lnTo>
                  <a:lnTo>
                    <a:pt x="3486149" y="3611153"/>
                  </a:lnTo>
                  <a:lnTo>
                    <a:pt x="3474200" y="3650543"/>
                  </a:lnTo>
                  <a:lnTo>
                    <a:pt x="3440993" y="3683749"/>
                  </a:lnTo>
                  <a:lnTo>
                    <a:pt x="3407487" y="3695119"/>
                  </a:lnTo>
                  <a:lnTo>
                    <a:pt x="3401603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015285" y="1957387"/>
              <a:ext cx="3486150" cy="3695700"/>
            </a:xfrm>
            <a:custGeom>
              <a:avLst/>
              <a:gdLst/>
              <a:ahLst/>
              <a:cxnLst/>
              <a:rect l="l" t="t" r="r" b="b"/>
              <a:pathLst>
                <a:path w="3486150" h="3695700">
                  <a:moveTo>
                    <a:pt x="0" y="36052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7" y="72834"/>
                  </a:lnTo>
                  <a:lnTo>
                    <a:pt x="2896" y="67006"/>
                  </a:lnTo>
                  <a:lnTo>
                    <a:pt x="4613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50369" y="9161"/>
                  </a:lnTo>
                  <a:lnTo>
                    <a:pt x="72833" y="1738"/>
                  </a:lnTo>
                  <a:lnTo>
                    <a:pt x="78662" y="579"/>
                  </a:lnTo>
                  <a:lnTo>
                    <a:pt x="84546" y="0"/>
                  </a:lnTo>
                  <a:lnTo>
                    <a:pt x="90488" y="0"/>
                  </a:lnTo>
                  <a:lnTo>
                    <a:pt x="3395662" y="0"/>
                  </a:lnTo>
                  <a:lnTo>
                    <a:pt x="3401603" y="0"/>
                  </a:lnTo>
                  <a:lnTo>
                    <a:pt x="3407487" y="579"/>
                  </a:lnTo>
                  <a:lnTo>
                    <a:pt x="3413315" y="1738"/>
                  </a:lnTo>
                  <a:lnTo>
                    <a:pt x="3419142" y="2897"/>
                  </a:lnTo>
                  <a:lnTo>
                    <a:pt x="3455445" y="22301"/>
                  </a:lnTo>
                  <a:lnTo>
                    <a:pt x="3470900" y="40215"/>
                  </a:lnTo>
                  <a:lnTo>
                    <a:pt x="3474200" y="45155"/>
                  </a:lnTo>
                  <a:lnTo>
                    <a:pt x="3476988" y="50369"/>
                  </a:lnTo>
                  <a:lnTo>
                    <a:pt x="3479261" y="55859"/>
                  </a:lnTo>
                  <a:lnTo>
                    <a:pt x="3481534" y="61348"/>
                  </a:lnTo>
                  <a:lnTo>
                    <a:pt x="3483251" y="67006"/>
                  </a:lnTo>
                  <a:lnTo>
                    <a:pt x="3484410" y="72834"/>
                  </a:lnTo>
                  <a:lnTo>
                    <a:pt x="3485570" y="78661"/>
                  </a:lnTo>
                  <a:lnTo>
                    <a:pt x="3486149" y="84545"/>
                  </a:lnTo>
                  <a:lnTo>
                    <a:pt x="3486150" y="90487"/>
                  </a:lnTo>
                  <a:lnTo>
                    <a:pt x="3486150" y="3605212"/>
                  </a:lnTo>
                  <a:lnTo>
                    <a:pt x="3486149" y="3611153"/>
                  </a:lnTo>
                  <a:lnTo>
                    <a:pt x="3485570" y="3617038"/>
                  </a:lnTo>
                  <a:lnTo>
                    <a:pt x="3484410" y="3622865"/>
                  </a:lnTo>
                  <a:lnTo>
                    <a:pt x="3483251" y="3628692"/>
                  </a:lnTo>
                  <a:lnTo>
                    <a:pt x="3481534" y="3634350"/>
                  </a:lnTo>
                  <a:lnTo>
                    <a:pt x="3479261" y="3639839"/>
                  </a:lnTo>
                  <a:lnTo>
                    <a:pt x="3476988" y="3645328"/>
                  </a:lnTo>
                  <a:lnTo>
                    <a:pt x="3450874" y="3677148"/>
                  </a:lnTo>
                  <a:lnTo>
                    <a:pt x="3445934" y="3680448"/>
                  </a:lnTo>
                  <a:lnTo>
                    <a:pt x="3440993" y="3683749"/>
                  </a:lnTo>
                  <a:lnTo>
                    <a:pt x="3413315" y="3693960"/>
                  </a:lnTo>
                  <a:lnTo>
                    <a:pt x="3407487" y="3695119"/>
                  </a:lnTo>
                  <a:lnTo>
                    <a:pt x="3401603" y="3695699"/>
                  </a:lnTo>
                  <a:lnTo>
                    <a:pt x="3395662" y="3695699"/>
                  </a:lnTo>
                  <a:lnTo>
                    <a:pt x="90488" y="3695699"/>
                  </a:lnTo>
                  <a:lnTo>
                    <a:pt x="84546" y="3695699"/>
                  </a:lnTo>
                  <a:lnTo>
                    <a:pt x="78662" y="3695119"/>
                  </a:lnTo>
                  <a:lnTo>
                    <a:pt x="72833" y="3693960"/>
                  </a:lnTo>
                  <a:lnTo>
                    <a:pt x="67006" y="3692801"/>
                  </a:lnTo>
                  <a:lnTo>
                    <a:pt x="40214" y="3680448"/>
                  </a:lnTo>
                  <a:lnTo>
                    <a:pt x="35275" y="3677148"/>
                  </a:lnTo>
                  <a:lnTo>
                    <a:pt x="9160" y="3645328"/>
                  </a:lnTo>
                  <a:lnTo>
                    <a:pt x="0" y="3611153"/>
                  </a:lnTo>
                  <a:lnTo>
                    <a:pt x="0" y="36052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020049" y="1962149"/>
              <a:ext cx="3476625" cy="361950"/>
            </a:xfrm>
            <a:custGeom>
              <a:avLst/>
              <a:gdLst/>
              <a:ahLst/>
              <a:cxnLst/>
              <a:rect l="l" t="t" r="r" b="b"/>
              <a:pathLst>
                <a:path w="3476625" h="361950">
                  <a:moveTo>
                    <a:pt x="3476624" y="361949"/>
                  </a:moveTo>
                  <a:lnTo>
                    <a:pt x="0" y="361949"/>
                  </a:lnTo>
                  <a:lnTo>
                    <a:pt x="0" y="85725"/>
                  </a:lnTo>
                  <a:lnTo>
                    <a:pt x="10133" y="45273"/>
                  </a:lnTo>
                  <a:lnTo>
                    <a:pt x="38089" y="14433"/>
                  </a:lnTo>
                  <a:lnTo>
                    <a:pt x="77280" y="407"/>
                  </a:lnTo>
                  <a:lnTo>
                    <a:pt x="85725" y="0"/>
                  </a:lnTo>
                  <a:lnTo>
                    <a:pt x="3390900" y="0"/>
                  </a:lnTo>
                  <a:lnTo>
                    <a:pt x="3431349" y="10133"/>
                  </a:lnTo>
                  <a:lnTo>
                    <a:pt x="3462190" y="38089"/>
                  </a:lnTo>
                  <a:lnTo>
                    <a:pt x="3476216" y="77280"/>
                  </a:lnTo>
                  <a:lnTo>
                    <a:pt x="3476624" y="3619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020049" y="2314574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3476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476624" y="0"/>
                  </a:lnTo>
                  <a:lnTo>
                    <a:pt x="347662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4348" y="2095499"/>
              <a:ext cx="85725" cy="8572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7698" y="2095499"/>
              <a:ext cx="85725" cy="8572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01048" y="2095499"/>
              <a:ext cx="85725" cy="8572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567735" y="2033587"/>
              <a:ext cx="2381250" cy="209550"/>
            </a:xfrm>
            <a:custGeom>
              <a:avLst/>
              <a:gdLst/>
              <a:ahLst/>
              <a:cxnLst/>
              <a:rect l="l" t="t" r="r" b="b"/>
              <a:pathLst>
                <a:path w="2381250" h="209550">
                  <a:moveTo>
                    <a:pt x="2344070" y="209549"/>
                  </a:moveTo>
                  <a:lnTo>
                    <a:pt x="37178" y="209549"/>
                  </a:lnTo>
                  <a:lnTo>
                    <a:pt x="31710" y="208462"/>
                  </a:lnTo>
                  <a:lnTo>
                    <a:pt x="1086" y="177838"/>
                  </a:lnTo>
                  <a:lnTo>
                    <a:pt x="0" y="172371"/>
                  </a:lnTo>
                  <a:lnTo>
                    <a:pt x="0" y="166687"/>
                  </a:lnTo>
                  <a:lnTo>
                    <a:pt x="0" y="37178"/>
                  </a:lnTo>
                  <a:lnTo>
                    <a:pt x="21207" y="5437"/>
                  </a:lnTo>
                  <a:lnTo>
                    <a:pt x="37178" y="0"/>
                  </a:lnTo>
                  <a:lnTo>
                    <a:pt x="2344070" y="0"/>
                  </a:lnTo>
                  <a:lnTo>
                    <a:pt x="2375809" y="21208"/>
                  </a:lnTo>
                  <a:lnTo>
                    <a:pt x="2381249" y="37178"/>
                  </a:lnTo>
                  <a:lnTo>
                    <a:pt x="2381249" y="172371"/>
                  </a:lnTo>
                  <a:lnTo>
                    <a:pt x="2360041" y="204111"/>
                  </a:lnTo>
                  <a:lnTo>
                    <a:pt x="2349537" y="208462"/>
                  </a:lnTo>
                  <a:lnTo>
                    <a:pt x="2344070" y="209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567735" y="2033587"/>
              <a:ext cx="2381250" cy="209550"/>
            </a:xfrm>
            <a:custGeom>
              <a:avLst/>
              <a:gdLst/>
              <a:ahLst/>
              <a:cxnLst/>
              <a:rect l="l" t="t" r="r" b="b"/>
              <a:pathLst>
                <a:path w="2381250" h="209550">
                  <a:moveTo>
                    <a:pt x="0" y="16668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6" y="31710"/>
                  </a:lnTo>
                  <a:lnTo>
                    <a:pt x="3261" y="26459"/>
                  </a:lnTo>
                  <a:lnTo>
                    <a:pt x="5436" y="21208"/>
                  </a:lnTo>
                  <a:lnTo>
                    <a:pt x="8533" y="16572"/>
                  </a:lnTo>
                  <a:lnTo>
                    <a:pt x="12553" y="12553"/>
                  </a:lnTo>
                  <a:lnTo>
                    <a:pt x="16572" y="8534"/>
                  </a:lnTo>
                  <a:lnTo>
                    <a:pt x="21207" y="5437"/>
                  </a:lnTo>
                  <a:lnTo>
                    <a:pt x="26458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3" y="0"/>
                  </a:lnTo>
                  <a:lnTo>
                    <a:pt x="2338387" y="0"/>
                  </a:lnTo>
                  <a:lnTo>
                    <a:pt x="2344070" y="0"/>
                  </a:lnTo>
                  <a:lnTo>
                    <a:pt x="2349537" y="1087"/>
                  </a:lnTo>
                  <a:lnTo>
                    <a:pt x="2354789" y="3262"/>
                  </a:lnTo>
                  <a:lnTo>
                    <a:pt x="2360041" y="5437"/>
                  </a:lnTo>
                  <a:lnTo>
                    <a:pt x="2364675" y="8534"/>
                  </a:lnTo>
                  <a:lnTo>
                    <a:pt x="2381250" y="42862"/>
                  </a:lnTo>
                  <a:lnTo>
                    <a:pt x="2381250" y="166687"/>
                  </a:lnTo>
                  <a:lnTo>
                    <a:pt x="2364675" y="201014"/>
                  </a:lnTo>
                  <a:lnTo>
                    <a:pt x="2338387" y="209549"/>
                  </a:lnTo>
                  <a:lnTo>
                    <a:pt x="42863" y="209549"/>
                  </a:lnTo>
                  <a:lnTo>
                    <a:pt x="12553" y="196995"/>
                  </a:lnTo>
                  <a:lnTo>
                    <a:pt x="8533" y="192976"/>
                  </a:lnTo>
                  <a:lnTo>
                    <a:pt x="5436" y="188341"/>
                  </a:lnTo>
                  <a:lnTo>
                    <a:pt x="3261" y="183090"/>
                  </a:lnTo>
                  <a:lnTo>
                    <a:pt x="1086" y="177838"/>
                  </a:lnTo>
                  <a:lnTo>
                    <a:pt x="0" y="172371"/>
                  </a:lnTo>
                  <a:lnTo>
                    <a:pt x="0" y="166687"/>
                  </a:lnTo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8639125" y="2054225"/>
            <a:ext cx="8153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4A4E6A"/>
                </a:solidFill>
                <a:latin typeface="Courier New"/>
                <a:cs typeface="Courier New"/>
              </a:rPr>
              <a:t>localhost:8501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016802" y="2073275"/>
            <a:ext cx="36957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20" b="1">
                <a:solidFill>
                  <a:srgbClr val="FF6A5B"/>
                </a:solidFill>
                <a:latin typeface="Tahoma"/>
                <a:cs typeface="Tahoma"/>
              </a:rPr>
              <a:t>CLICKED</a:t>
            </a:r>
            <a:endParaRPr sz="650">
              <a:latin typeface="Tahoma"/>
              <a:cs typeface="Tahom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85799" y="5772149"/>
            <a:ext cx="10820400" cy="552450"/>
            <a:chOff x="685799" y="5772149"/>
            <a:chExt cx="10820400" cy="552450"/>
          </a:xfrm>
        </p:grpSpPr>
        <p:sp>
          <p:nvSpPr>
            <p:cNvPr id="57" name="object 57"/>
            <p:cNvSpPr/>
            <p:nvPr/>
          </p:nvSpPr>
          <p:spPr>
            <a:xfrm>
              <a:off x="690562" y="5776912"/>
              <a:ext cx="10810875" cy="542925"/>
            </a:xfrm>
            <a:custGeom>
              <a:avLst/>
              <a:gdLst/>
              <a:ahLst/>
              <a:cxnLst/>
              <a:rect l="l" t="t" r="r" b="b"/>
              <a:pathLst>
                <a:path w="10810875" h="542925">
                  <a:moveTo>
                    <a:pt x="10726327" y="542924"/>
                  </a:moveTo>
                  <a:lnTo>
                    <a:pt x="84545" y="542924"/>
                  </a:lnTo>
                  <a:lnTo>
                    <a:pt x="78661" y="542344"/>
                  </a:lnTo>
                  <a:lnTo>
                    <a:pt x="35275" y="524372"/>
                  </a:lnTo>
                  <a:lnTo>
                    <a:pt x="9161" y="492553"/>
                  </a:lnTo>
                  <a:lnTo>
                    <a:pt x="0" y="458378"/>
                  </a:lnTo>
                  <a:lnTo>
                    <a:pt x="0" y="45243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458378"/>
                  </a:lnTo>
                  <a:lnTo>
                    <a:pt x="10798924" y="497768"/>
                  </a:lnTo>
                  <a:lnTo>
                    <a:pt x="10765717" y="530975"/>
                  </a:lnTo>
                  <a:lnTo>
                    <a:pt x="10732211" y="542344"/>
                  </a:lnTo>
                  <a:lnTo>
                    <a:pt x="10726327" y="5429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90562" y="5776912"/>
              <a:ext cx="10810875" cy="542925"/>
            </a:xfrm>
            <a:custGeom>
              <a:avLst/>
              <a:gdLst/>
              <a:ahLst/>
              <a:cxnLst/>
              <a:rect l="l" t="t" r="r" b="b"/>
              <a:pathLst>
                <a:path w="10810875" h="542925">
                  <a:moveTo>
                    <a:pt x="0" y="4524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0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38039" y="1738"/>
                  </a:lnTo>
                  <a:lnTo>
                    <a:pt x="10743866" y="2897"/>
                  </a:lnTo>
                  <a:lnTo>
                    <a:pt x="10770657" y="15249"/>
                  </a:lnTo>
                  <a:lnTo>
                    <a:pt x="10775598" y="18550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6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452437"/>
                  </a:lnTo>
                  <a:lnTo>
                    <a:pt x="10810872" y="458378"/>
                  </a:lnTo>
                  <a:lnTo>
                    <a:pt x="10810293" y="464262"/>
                  </a:lnTo>
                  <a:lnTo>
                    <a:pt x="10809134" y="470090"/>
                  </a:lnTo>
                  <a:lnTo>
                    <a:pt x="10807975" y="475917"/>
                  </a:lnTo>
                  <a:lnTo>
                    <a:pt x="10788572" y="512219"/>
                  </a:lnTo>
                  <a:lnTo>
                    <a:pt x="10755013" y="536036"/>
                  </a:lnTo>
                  <a:lnTo>
                    <a:pt x="10749524" y="538310"/>
                  </a:lnTo>
                  <a:lnTo>
                    <a:pt x="10720386" y="542924"/>
                  </a:lnTo>
                  <a:lnTo>
                    <a:pt x="90487" y="542924"/>
                  </a:lnTo>
                  <a:lnTo>
                    <a:pt x="55859" y="536036"/>
                  </a:lnTo>
                  <a:lnTo>
                    <a:pt x="50370" y="533762"/>
                  </a:lnTo>
                  <a:lnTo>
                    <a:pt x="18550" y="507648"/>
                  </a:lnTo>
                  <a:lnTo>
                    <a:pt x="1738" y="470090"/>
                  </a:lnTo>
                  <a:lnTo>
                    <a:pt x="0" y="458378"/>
                  </a:lnTo>
                  <a:lnTo>
                    <a:pt x="0" y="452437"/>
                  </a:lnTo>
                  <a:close/>
                </a:path>
              </a:pathLst>
            </a:custGeom>
            <a:ln w="9524">
              <a:solidFill>
                <a:srgbClr val="D5D9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835025" y="5959474"/>
            <a:ext cx="7531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H</a:t>
            </a:r>
            <a:r>
              <a:rPr dirty="0" sz="800" spc="-1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1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PAT</a:t>
            </a:r>
            <a:r>
              <a:rPr dirty="0" sz="8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800" spc="-1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91679" y="5840412"/>
            <a:ext cx="9511665" cy="368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build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will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follow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shape: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293283"/>
                </a:solidFill>
                <a:latin typeface="Tahoma"/>
                <a:cs typeface="Tahoma"/>
              </a:rPr>
              <a:t>read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widget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values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60" b="1">
                <a:solidFill>
                  <a:srgbClr val="293283"/>
                </a:solidFill>
                <a:latin typeface="Tahoma"/>
                <a:cs typeface="Tahoma"/>
              </a:rPr>
              <a:t>→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branch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293283"/>
                </a:solidFill>
                <a:latin typeface="Tahoma"/>
                <a:cs typeface="Tahoma"/>
              </a:rPr>
              <a:t>on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them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60" b="1">
                <a:solidFill>
                  <a:srgbClr val="293283"/>
                </a:solidFill>
                <a:latin typeface="Tahoma"/>
                <a:cs typeface="Tahoma"/>
              </a:rPr>
              <a:t>→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293283"/>
                </a:solidFill>
                <a:latin typeface="Tahoma"/>
                <a:cs typeface="Tahoma"/>
              </a:rPr>
              <a:t>render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293283"/>
                </a:solidFill>
                <a:latin typeface="Tahoma"/>
                <a:cs typeface="Tahoma"/>
              </a:rPr>
              <a:t>different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293283"/>
                </a:solidFill>
                <a:latin typeface="Tahoma"/>
                <a:cs typeface="Tahoma"/>
              </a:rPr>
              <a:t>output.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run-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loop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re-evaluates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whole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interaction.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There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hidden state.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95312" y="2324099"/>
            <a:ext cx="10801350" cy="3324225"/>
          </a:xfrm>
          <a:custGeom>
            <a:avLst/>
            <a:gdLst/>
            <a:ahLst/>
            <a:cxnLst/>
            <a:rect l="l" t="t" r="r" b="b"/>
            <a:pathLst>
              <a:path w="10801350" h="3324225">
                <a:moveTo>
                  <a:pt x="3476625" y="0"/>
                </a:moveTo>
                <a:lnTo>
                  <a:pt x="0" y="0"/>
                </a:lnTo>
                <a:lnTo>
                  <a:pt x="0" y="3238500"/>
                </a:lnTo>
                <a:lnTo>
                  <a:pt x="10134" y="3278962"/>
                </a:lnTo>
                <a:lnTo>
                  <a:pt x="38100" y="3309797"/>
                </a:lnTo>
                <a:lnTo>
                  <a:pt x="77292" y="3323818"/>
                </a:lnTo>
                <a:lnTo>
                  <a:pt x="85725" y="3324225"/>
                </a:lnTo>
                <a:lnTo>
                  <a:pt x="3390900" y="3324225"/>
                </a:lnTo>
                <a:lnTo>
                  <a:pt x="3431362" y="3314090"/>
                </a:lnTo>
                <a:lnTo>
                  <a:pt x="3462197" y="3286137"/>
                </a:lnTo>
                <a:lnTo>
                  <a:pt x="3476218" y="3246945"/>
                </a:lnTo>
                <a:lnTo>
                  <a:pt x="3476625" y="3238500"/>
                </a:lnTo>
                <a:lnTo>
                  <a:pt x="3476625" y="0"/>
                </a:lnTo>
                <a:close/>
              </a:path>
              <a:path w="10801350" h="3324225">
                <a:moveTo>
                  <a:pt x="7134225" y="0"/>
                </a:moveTo>
                <a:lnTo>
                  <a:pt x="3667125" y="0"/>
                </a:lnTo>
                <a:lnTo>
                  <a:pt x="3667125" y="3238500"/>
                </a:lnTo>
                <a:lnTo>
                  <a:pt x="3677259" y="3278962"/>
                </a:lnTo>
                <a:lnTo>
                  <a:pt x="3705225" y="3309797"/>
                </a:lnTo>
                <a:lnTo>
                  <a:pt x="3744417" y="3323818"/>
                </a:lnTo>
                <a:lnTo>
                  <a:pt x="3752850" y="3324225"/>
                </a:lnTo>
                <a:lnTo>
                  <a:pt x="7048500" y="3324225"/>
                </a:lnTo>
                <a:lnTo>
                  <a:pt x="7088962" y="3314090"/>
                </a:lnTo>
                <a:lnTo>
                  <a:pt x="7119798" y="3286137"/>
                </a:lnTo>
                <a:lnTo>
                  <a:pt x="7133818" y="3246945"/>
                </a:lnTo>
                <a:lnTo>
                  <a:pt x="7134225" y="3238500"/>
                </a:lnTo>
                <a:lnTo>
                  <a:pt x="7134225" y="0"/>
                </a:lnTo>
                <a:close/>
              </a:path>
              <a:path w="10801350" h="3324225">
                <a:moveTo>
                  <a:pt x="10801350" y="0"/>
                </a:moveTo>
                <a:lnTo>
                  <a:pt x="7324725" y="0"/>
                </a:lnTo>
                <a:lnTo>
                  <a:pt x="7324725" y="3238500"/>
                </a:lnTo>
                <a:lnTo>
                  <a:pt x="7334859" y="3278962"/>
                </a:lnTo>
                <a:lnTo>
                  <a:pt x="7362825" y="3309797"/>
                </a:lnTo>
                <a:lnTo>
                  <a:pt x="7402017" y="3323818"/>
                </a:lnTo>
                <a:lnTo>
                  <a:pt x="7410450" y="3324225"/>
                </a:lnTo>
                <a:lnTo>
                  <a:pt x="10715625" y="3324225"/>
                </a:lnTo>
                <a:lnTo>
                  <a:pt x="10756075" y="3314090"/>
                </a:lnTo>
                <a:lnTo>
                  <a:pt x="10786923" y="3286137"/>
                </a:lnTo>
                <a:lnTo>
                  <a:pt x="10800944" y="3246945"/>
                </a:lnTo>
                <a:lnTo>
                  <a:pt x="10801350" y="3238500"/>
                </a:lnTo>
                <a:lnTo>
                  <a:pt x="10801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 rot="20700000">
            <a:off x="11205475" y="2406387"/>
            <a:ext cx="259108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400" spc="200">
                <a:solidFill>
                  <a:srgbClr val="1B1F3A"/>
                </a:solidFill>
                <a:latin typeface="Cambria"/>
                <a:cs typeface="Cambria"/>
              </a:rPr>
              <a:t>🎈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 rot="660000">
            <a:off x="11066544" y="2559025"/>
            <a:ext cx="196649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1050" spc="160">
                <a:solidFill>
                  <a:srgbClr val="1B1F3A"/>
                </a:solidFill>
                <a:latin typeface="Cambria"/>
                <a:cs typeface="Cambria"/>
              </a:rPr>
              <a:t>🎈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35025" y="2425700"/>
            <a:ext cx="1337310" cy="436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70" b="1">
                <a:solidFill>
                  <a:srgbClr val="293283"/>
                </a:solidFill>
                <a:latin typeface="Tahoma"/>
                <a:cs typeface="Tahoma"/>
              </a:rPr>
              <a:t>My</a:t>
            </a:r>
            <a:r>
              <a:rPr dirty="0" sz="11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05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1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14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1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750" spc="-70" b="1">
                <a:solidFill>
                  <a:srgbClr val="1B1F3A"/>
                </a:solidFill>
                <a:latin typeface="Tahoma"/>
                <a:cs typeface="Tahoma"/>
              </a:rPr>
              <a:t>What's</a:t>
            </a:r>
            <a:r>
              <a:rPr dirty="0" sz="750" spc="-2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750" spc="-20" b="1">
                <a:solidFill>
                  <a:srgbClr val="1B1F3A"/>
                </a:solidFill>
                <a:latin typeface="Tahoma"/>
                <a:cs typeface="Tahoma"/>
              </a:rPr>
              <a:t> name?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47724" y="2895599"/>
            <a:ext cx="3171825" cy="257175"/>
            <a:chOff x="847724" y="2895599"/>
            <a:chExt cx="3171825" cy="257175"/>
          </a:xfrm>
        </p:grpSpPr>
        <p:sp>
          <p:nvSpPr>
            <p:cNvPr id="66" name="object 66"/>
            <p:cNvSpPr/>
            <p:nvPr/>
          </p:nvSpPr>
          <p:spPr>
            <a:xfrm>
              <a:off x="852487" y="2900362"/>
              <a:ext cx="3162300" cy="247650"/>
            </a:xfrm>
            <a:custGeom>
              <a:avLst/>
              <a:gdLst/>
              <a:ahLst/>
              <a:cxnLst/>
              <a:rect l="l" t="t" r="r" b="b"/>
              <a:pathLst>
                <a:path w="3162300" h="247650">
                  <a:moveTo>
                    <a:pt x="3125120" y="247649"/>
                  </a:moveTo>
                  <a:lnTo>
                    <a:pt x="37178" y="247649"/>
                  </a:lnTo>
                  <a:lnTo>
                    <a:pt x="31710" y="246561"/>
                  </a:lnTo>
                  <a:lnTo>
                    <a:pt x="1087" y="215938"/>
                  </a:lnTo>
                  <a:lnTo>
                    <a:pt x="0" y="210471"/>
                  </a:lnTo>
                  <a:lnTo>
                    <a:pt x="0" y="20478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3125120" y="0"/>
                  </a:lnTo>
                  <a:lnTo>
                    <a:pt x="3156861" y="21207"/>
                  </a:lnTo>
                  <a:lnTo>
                    <a:pt x="3162299" y="37178"/>
                  </a:lnTo>
                  <a:lnTo>
                    <a:pt x="3162299" y="210471"/>
                  </a:lnTo>
                  <a:lnTo>
                    <a:pt x="3141091" y="242211"/>
                  </a:lnTo>
                  <a:lnTo>
                    <a:pt x="3130588" y="246561"/>
                  </a:lnTo>
                  <a:lnTo>
                    <a:pt x="3125120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852487" y="2900362"/>
              <a:ext cx="3162300" cy="247650"/>
            </a:xfrm>
            <a:custGeom>
              <a:avLst/>
              <a:gdLst/>
              <a:ahLst/>
              <a:cxnLst/>
              <a:rect l="l" t="t" r="r" b="b"/>
              <a:pathLst>
                <a:path w="3162300" h="247650">
                  <a:moveTo>
                    <a:pt x="0" y="20478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3119437" y="0"/>
                  </a:lnTo>
                  <a:lnTo>
                    <a:pt x="3125120" y="0"/>
                  </a:lnTo>
                  <a:lnTo>
                    <a:pt x="3130588" y="1087"/>
                  </a:lnTo>
                  <a:lnTo>
                    <a:pt x="3135839" y="3262"/>
                  </a:lnTo>
                  <a:lnTo>
                    <a:pt x="3141091" y="5437"/>
                  </a:lnTo>
                  <a:lnTo>
                    <a:pt x="3162299" y="37178"/>
                  </a:lnTo>
                  <a:lnTo>
                    <a:pt x="3162299" y="42862"/>
                  </a:lnTo>
                  <a:lnTo>
                    <a:pt x="3162299" y="204787"/>
                  </a:lnTo>
                  <a:lnTo>
                    <a:pt x="3145726" y="239114"/>
                  </a:lnTo>
                  <a:lnTo>
                    <a:pt x="3135839" y="244386"/>
                  </a:lnTo>
                  <a:lnTo>
                    <a:pt x="3130588" y="246561"/>
                  </a:lnTo>
                  <a:lnTo>
                    <a:pt x="3125120" y="247649"/>
                  </a:lnTo>
                  <a:lnTo>
                    <a:pt x="3119437" y="247649"/>
                  </a:lnTo>
                  <a:lnTo>
                    <a:pt x="42862" y="247649"/>
                  </a:lnTo>
                  <a:lnTo>
                    <a:pt x="37178" y="247649"/>
                  </a:lnTo>
                  <a:lnTo>
                    <a:pt x="31710" y="246561"/>
                  </a:lnTo>
                  <a:lnTo>
                    <a:pt x="26459" y="244386"/>
                  </a:lnTo>
                  <a:lnTo>
                    <a:pt x="21208" y="242211"/>
                  </a:lnTo>
                  <a:lnTo>
                    <a:pt x="0" y="210471"/>
                  </a:lnTo>
                  <a:lnTo>
                    <a:pt x="0" y="204787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920750" y="2930525"/>
            <a:ext cx="889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solidFill>
                  <a:srgbClr val="797E94"/>
                </a:solidFill>
                <a:latin typeface="Courier New"/>
                <a:cs typeface="Courier New"/>
              </a:rPr>
              <a:t>|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47724" y="3228974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587340" y="228599"/>
                </a:moveTo>
                <a:lnTo>
                  <a:pt x="41309" y="228599"/>
                </a:lnTo>
                <a:lnTo>
                  <a:pt x="35234" y="227391"/>
                </a:lnTo>
                <a:lnTo>
                  <a:pt x="1208" y="193365"/>
                </a:lnTo>
                <a:lnTo>
                  <a:pt x="0" y="187290"/>
                </a:lnTo>
                <a:lnTo>
                  <a:pt x="0" y="180974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87340" y="0"/>
                </a:lnTo>
                <a:lnTo>
                  <a:pt x="622607" y="23564"/>
                </a:lnTo>
                <a:lnTo>
                  <a:pt x="628649" y="41309"/>
                </a:lnTo>
                <a:lnTo>
                  <a:pt x="628649" y="187290"/>
                </a:lnTo>
                <a:lnTo>
                  <a:pt x="605084" y="222557"/>
                </a:lnTo>
                <a:lnTo>
                  <a:pt x="593415" y="227391"/>
                </a:lnTo>
                <a:lnTo>
                  <a:pt x="587340" y="228599"/>
                </a:lnTo>
                <a:close/>
              </a:path>
            </a:pathLst>
          </a:custGeom>
          <a:solidFill>
            <a:srgbClr val="2932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949325" y="3254375"/>
            <a:ext cx="4254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80" b="1">
                <a:solidFill>
                  <a:srgbClr val="FFFFFF"/>
                </a:solidFill>
                <a:latin typeface="Tahoma"/>
                <a:cs typeface="Tahoma"/>
              </a:rPr>
              <a:t>Greet</a:t>
            </a:r>
            <a:r>
              <a:rPr dirty="0" sz="8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45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847724" y="5210174"/>
            <a:ext cx="3171825" cy="285750"/>
            <a:chOff x="847724" y="5210174"/>
            <a:chExt cx="3171825" cy="285750"/>
          </a:xfrm>
        </p:grpSpPr>
        <p:sp>
          <p:nvSpPr>
            <p:cNvPr id="72" name="object 72"/>
            <p:cNvSpPr/>
            <p:nvPr/>
          </p:nvSpPr>
          <p:spPr>
            <a:xfrm>
              <a:off x="862012" y="5210174"/>
              <a:ext cx="3157855" cy="285750"/>
            </a:xfrm>
            <a:custGeom>
              <a:avLst/>
              <a:gdLst/>
              <a:ahLst/>
              <a:cxnLst/>
              <a:rect l="l" t="t" r="r" b="b"/>
              <a:pathLst>
                <a:path w="3157854" h="285750">
                  <a:moveTo>
                    <a:pt x="3124489" y="285749"/>
                  </a:moveTo>
                  <a:lnTo>
                    <a:pt x="20654" y="285749"/>
                  </a:lnTo>
                  <a:lnTo>
                    <a:pt x="17617" y="284782"/>
                  </a:lnTo>
                  <a:lnTo>
                    <a:pt x="0" y="252702"/>
                  </a:lnTo>
                  <a:lnTo>
                    <a:pt x="0" y="247649"/>
                  </a:lnTo>
                  <a:lnTo>
                    <a:pt x="0" y="33047"/>
                  </a:lnTo>
                  <a:lnTo>
                    <a:pt x="20654" y="0"/>
                  </a:lnTo>
                  <a:lnTo>
                    <a:pt x="3124489" y="0"/>
                  </a:lnTo>
                  <a:lnTo>
                    <a:pt x="3156569" y="28187"/>
                  </a:lnTo>
                  <a:lnTo>
                    <a:pt x="3157536" y="33047"/>
                  </a:lnTo>
                  <a:lnTo>
                    <a:pt x="3157536" y="252702"/>
                  </a:lnTo>
                  <a:lnTo>
                    <a:pt x="3129349" y="284782"/>
                  </a:lnTo>
                  <a:lnTo>
                    <a:pt x="3124489" y="2857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47724" y="5210429"/>
              <a:ext cx="35560" cy="285750"/>
            </a:xfrm>
            <a:custGeom>
              <a:avLst/>
              <a:gdLst/>
              <a:ahLst/>
              <a:cxnLst/>
              <a:rect l="l" t="t" r="r" b="b"/>
              <a:pathLst>
                <a:path w="35559" h="285750">
                  <a:moveTo>
                    <a:pt x="35315" y="285239"/>
                  </a:moveTo>
                  <a:lnTo>
                    <a:pt x="2789" y="262020"/>
                  </a:lnTo>
                  <a:lnTo>
                    <a:pt x="0" y="247394"/>
                  </a:lnTo>
                  <a:lnTo>
                    <a:pt x="0" y="37844"/>
                  </a:lnTo>
                  <a:lnTo>
                    <a:pt x="23473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4" y="16772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5" y="37844"/>
                  </a:lnTo>
                  <a:lnTo>
                    <a:pt x="28575" y="247394"/>
                  </a:lnTo>
                  <a:lnTo>
                    <a:pt x="33224" y="281774"/>
                  </a:lnTo>
                  <a:lnTo>
                    <a:pt x="35315" y="285239"/>
                  </a:lnTo>
                  <a:close/>
                </a:path>
              </a:pathLst>
            </a:custGeom>
            <a:solidFill>
              <a:srgbClr val="797E9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958850" y="5268912"/>
            <a:ext cx="200215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Type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name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above,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then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button.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498875" y="2425700"/>
            <a:ext cx="1337310" cy="436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70" b="1">
                <a:solidFill>
                  <a:srgbClr val="293283"/>
                </a:solidFill>
                <a:latin typeface="Tahoma"/>
                <a:cs typeface="Tahoma"/>
              </a:rPr>
              <a:t>My</a:t>
            </a:r>
            <a:r>
              <a:rPr dirty="0" sz="11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05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1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14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1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750" spc="-70" b="1">
                <a:solidFill>
                  <a:srgbClr val="1B1F3A"/>
                </a:solidFill>
                <a:latin typeface="Tahoma"/>
                <a:cs typeface="Tahoma"/>
              </a:rPr>
              <a:t>What's</a:t>
            </a:r>
            <a:r>
              <a:rPr dirty="0" sz="750" spc="-2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750" spc="-20" b="1">
                <a:solidFill>
                  <a:srgbClr val="1B1F3A"/>
                </a:solidFill>
                <a:latin typeface="Tahoma"/>
                <a:cs typeface="Tahoma"/>
              </a:rPr>
              <a:t> name?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514849" y="2895599"/>
            <a:ext cx="3162300" cy="257175"/>
            <a:chOff x="4514849" y="2895599"/>
            <a:chExt cx="3162300" cy="257175"/>
          </a:xfrm>
        </p:grpSpPr>
        <p:sp>
          <p:nvSpPr>
            <p:cNvPr id="77" name="object 77"/>
            <p:cNvSpPr/>
            <p:nvPr/>
          </p:nvSpPr>
          <p:spPr>
            <a:xfrm>
              <a:off x="4519611" y="2900362"/>
              <a:ext cx="3152775" cy="247650"/>
            </a:xfrm>
            <a:custGeom>
              <a:avLst/>
              <a:gdLst/>
              <a:ahLst/>
              <a:cxnLst/>
              <a:rect l="l" t="t" r="r" b="b"/>
              <a:pathLst>
                <a:path w="3152775" h="247650">
                  <a:moveTo>
                    <a:pt x="3115595" y="247649"/>
                  </a:moveTo>
                  <a:lnTo>
                    <a:pt x="37178" y="247649"/>
                  </a:lnTo>
                  <a:lnTo>
                    <a:pt x="31710" y="246561"/>
                  </a:lnTo>
                  <a:lnTo>
                    <a:pt x="1087" y="215938"/>
                  </a:lnTo>
                  <a:lnTo>
                    <a:pt x="0" y="210471"/>
                  </a:lnTo>
                  <a:lnTo>
                    <a:pt x="0" y="20478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3115595" y="0"/>
                  </a:lnTo>
                  <a:lnTo>
                    <a:pt x="3147335" y="21207"/>
                  </a:lnTo>
                  <a:lnTo>
                    <a:pt x="3152774" y="37178"/>
                  </a:lnTo>
                  <a:lnTo>
                    <a:pt x="3152774" y="210471"/>
                  </a:lnTo>
                  <a:lnTo>
                    <a:pt x="3131565" y="242211"/>
                  </a:lnTo>
                  <a:lnTo>
                    <a:pt x="3121062" y="246561"/>
                  </a:lnTo>
                  <a:lnTo>
                    <a:pt x="3115595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519611" y="2900362"/>
              <a:ext cx="3152775" cy="247650"/>
            </a:xfrm>
            <a:custGeom>
              <a:avLst/>
              <a:gdLst/>
              <a:ahLst/>
              <a:cxnLst/>
              <a:rect l="l" t="t" r="r" b="b"/>
              <a:pathLst>
                <a:path w="3152775" h="247650">
                  <a:moveTo>
                    <a:pt x="0" y="20478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7"/>
                  </a:lnTo>
                  <a:lnTo>
                    <a:pt x="8534" y="16573"/>
                  </a:lnTo>
                  <a:lnTo>
                    <a:pt x="12554" y="12553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3109912" y="0"/>
                  </a:lnTo>
                  <a:lnTo>
                    <a:pt x="3115595" y="0"/>
                  </a:lnTo>
                  <a:lnTo>
                    <a:pt x="3121062" y="1087"/>
                  </a:lnTo>
                  <a:lnTo>
                    <a:pt x="3126313" y="3262"/>
                  </a:lnTo>
                  <a:lnTo>
                    <a:pt x="3131565" y="5437"/>
                  </a:lnTo>
                  <a:lnTo>
                    <a:pt x="3152774" y="37178"/>
                  </a:lnTo>
                  <a:lnTo>
                    <a:pt x="3152774" y="42862"/>
                  </a:lnTo>
                  <a:lnTo>
                    <a:pt x="3152774" y="204787"/>
                  </a:lnTo>
                  <a:lnTo>
                    <a:pt x="3152774" y="210471"/>
                  </a:lnTo>
                  <a:lnTo>
                    <a:pt x="3151686" y="215938"/>
                  </a:lnTo>
                  <a:lnTo>
                    <a:pt x="3149511" y="221189"/>
                  </a:lnTo>
                  <a:lnTo>
                    <a:pt x="3147335" y="226441"/>
                  </a:lnTo>
                  <a:lnTo>
                    <a:pt x="3126313" y="244386"/>
                  </a:lnTo>
                  <a:lnTo>
                    <a:pt x="3121062" y="246561"/>
                  </a:lnTo>
                  <a:lnTo>
                    <a:pt x="3115595" y="247649"/>
                  </a:lnTo>
                  <a:lnTo>
                    <a:pt x="3109912" y="247649"/>
                  </a:lnTo>
                  <a:lnTo>
                    <a:pt x="42862" y="247649"/>
                  </a:lnTo>
                  <a:lnTo>
                    <a:pt x="37178" y="247649"/>
                  </a:lnTo>
                  <a:lnTo>
                    <a:pt x="31710" y="246561"/>
                  </a:lnTo>
                  <a:lnTo>
                    <a:pt x="26459" y="244386"/>
                  </a:lnTo>
                  <a:lnTo>
                    <a:pt x="21208" y="242211"/>
                  </a:lnTo>
                  <a:lnTo>
                    <a:pt x="0" y="210471"/>
                  </a:lnTo>
                  <a:lnTo>
                    <a:pt x="0" y="204787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4584600" y="2930525"/>
            <a:ext cx="2635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solidFill>
                  <a:srgbClr val="1B1F3A"/>
                </a:solidFill>
                <a:latin typeface="Tahoma"/>
                <a:cs typeface="Tahoma"/>
              </a:rPr>
              <a:t>Aarav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514848" y="3228974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587340" y="228599"/>
                </a:moveTo>
                <a:lnTo>
                  <a:pt x="41309" y="228599"/>
                </a:lnTo>
                <a:lnTo>
                  <a:pt x="35234" y="227391"/>
                </a:lnTo>
                <a:lnTo>
                  <a:pt x="1208" y="193365"/>
                </a:lnTo>
                <a:lnTo>
                  <a:pt x="0" y="187290"/>
                </a:lnTo>
                <a:lnTo>
                  <a:pt x="0" y="180974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87340" y="0"/>
                </a:lnTo>
                <a:lnTo>
                  <a:pt x="622607" y="23564"/>
                </a:lnTo>
                <a:lnTo>
                  <a:pt x="628649" y="41309"/>
                </a:lnTo>
                <a:lnTo>
                  <a:pt x="628649" y="187290"/>
                </a:lnTo>
                <a:lnTo>
                  <a:pt x="605085" y="222557"/>
                </a:lnTo>
                <a:lnTo>
                  <a:pt x="593415" y="227391"/>
                </a:lnTo>
                <a:lnTo>
                  <a:pt x="587340" y="228599"/>
                </a:lnTo>
                <a:close/>
              </a:path>
            </a:pathLst>
          </a:custGeom>
          <a:solidFill>
            <a:srgbClr val="2932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4613175" y="3254375"/>
            <a:ext cx="4254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80" b="1">
                <a:solidFill>
                  <a:srgbClr val="FFFFFF"/>
                </a:solidFill>
                <a:latin typeface="Tahoma"/>
                <a:cs typeface="Tahoma"/>
              </a:rPr>
              <a:t>Greet</a:t>
            </a:r>
            <a:r>
              <a:rPr dirty="0" sz="8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45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4514849" y="5210174"/>
            <a:ext cx="3162300" cy="285750"/>
            <a:chOff x="4514849" y="5210174"/>
            <a:chExt cx="3162300" cy="285750"/>
          </a:xfrm>
        </p:grpSpPr>
        <p:sp>
          <p:nvSpPr>
            <p:cNvPr id="83" name="object 83"/>
            <p:cNvSpPr/>
            <p:nvPr/>
          </p:nvSpPr>
          <p:spPr>
            <a:xfrm>
              <a:off x="4529136" y="5210174"/>
              <a:ext cx="3148330" cy="285750"/>
            </a:xfrm>
            <a:custGeom>
              <a:avLst/>
              <a:gdLst/>
              <a:ahLst/>
              <a:cxnLst/>
              <a:rect l="l" t="t" r="r" b="b"/>
              <a:pathLst>
                <a:path w="3148329" h="285750">
                  <a:moveTo>
                    <a:pt x="3114963" y="285749"/>
                  </a:moveTo>
                  <a:lnTo>
                    <a:pt x="20654" y="285749"/>
                  </a:lnTo>
                  <a:lnTo>
                    <a:pt x="17617" y="284782"/>
                  </a:lnTo>
                  <a:lnTo>
                    <a:pt x="0" y="252702"/>
                  </a:lnTo>
                  <a:lnTo>
                    <a:pt x="0" y="247649"/>
                  </a:lnTo>
                  <a:lnTo>
                    <a:pt x="0" y="33047"/>
                  </a:lnTo>
                  <a:lnTo>
                    <a:pt x="20654" y="0"/>
                  </a:lnTo>
                  <a:lnTo>
                    <a:pt x="3114963" y="0"/>
                  </a:lnTo>
                  <a:lnTo>
                    <a:pt x="3147043" y="28187"/>
                  </a:lnTo>
                  <a:lnTo>
                    <a:pt x="3148011" y="33047"/>
                  </a:lnTo>
                  <a:lnTo>
                    <a:pt x="3148011" y="252702"/>
                  </a:lnTo>
                  <a:lnTo>
                    <a:pt x="3119824" y="284782"/>
                  </a:lnTo>
                  <a:lnTo>
                    <a:pt x="3114963" y="2857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514849" y="5210429"/>
              <a:ext cx="35560" cy="285750"/>
            </a:xfrm>
            <a:custGeom>
              <a:avLst/>
              <a:gdLst/>
              <a:ahLst/>
              <a:cxnLst/>
              <a:rect l="l" t="t" r="r" b="b"/>
              <a:pathLst>
                <a:path w="35560" h="285750">
                  <a:moveTo>
                    <a:pt x="35315" y="285238"/>
                  </a:moveTo>
                  <a:lnTo>
                    <a:pt x="2789" y="262020"/>
                  </a:lnTo>
                  <a:lnTo>
                    <a:pt x="0" y="247394"/>
                  </a:lnTo>
                  <a:lnTo>
                    <a:pt x="0" y="37844"/>
                  </a:lnTo>
                  <a:lnTo>
                    <a:pt x="23473" y="2534"/>
                  </a:lnTo>
                  <a:lnTo>
                    <a:pt x="35315" y="0"/>
                  </a:lnTo>
                  <a:lnTo>
                    <a:pt x="33224" y="3464"/>
                  </a:lnTo>
                  <a:lnTo>
                    <a:pt x="31364" y="10903"/>
                  </a:lnTo>
                  <a:lnTo>
                    <a:pt x="30144" y="16772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5" y="37844"/>
                  </a:lnTo>
                  <a:lnTo>
                    <a:pt x="28575" y="247394"/>
                  </a:lnTo>
                  <a:lnTo>
                    <a:pt x="33224" y="281774"/>
                  </a:lnTo>
                  <a:lnTo>
                    <a:pt x="35315" y="285238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4622700" y="5268912"/>
            <a:ext cx="2091689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95" b="1">
                <a:solidFill>
                  <a:srgbClr val="293283"/>
                </a:solidFill>
                <a:latin typeface="Tahoma"/>
                <a:cs typeface="Tahoma"/>
              </a:rPr>
              <a:t>Hi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100" b="1">
                <a:solidFill>
                  <a:srgbClr val="293283"/>
                </a:solidFill>
                <a:latin typeface="Tahoma"/>
                <a:cs typeface="Tahoma"/>
              </a:rPr>
              <a:t>Aarav.</a:t>
            </a:r>
            <a:r>
              <a:rPr dirty="0" sz="85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95" b="1">
                <a:solidFill>
                  <a:srgbClr val="293283"/>
                </a:solidFill>
                <a:latin typeface="Tahoma"/>
                <a:cs typeface="Tahoma"/>
              </a:rPr>
              <a:t>Click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85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85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293283"/>
                </a:solidFill>
                <a:latin typeface="Tahoma"/>
                <a:cs typeface="Tahoma"/>
              </a:rPr>
              <a:t>button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293283"/>
                </a:solidFill>
                <a:latin typeface="Tahoma"/>
                <a:cs typeface="Tahoma"/>
              </a:rPr>
              <a:t>above</a:t>
            </a:r>
            <a:r>
              <a:rPr dirty="0" sz="85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75" b="1">
                <a:solidFill>
                  <a:srgbClr val="293283"/>
                </a:solidFill>
                <a:latin typeface="Tahoma"/>
                <a:cs typeface="Tahoma"/>
              </a:rPr>
              <a:t>for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9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85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60" b="1">
                <a:solidFill>
                  <a:srgbClr val="293283"/>
                </a:solidFill>
                <a:latin typeface="Tahoma"/>
                <a:cs typeface="Tahoma"/>
              </a:rPr>
              <a:t>surprise.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162875" y="2425700"/>
            <a:ext cx="1337310" cy="436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70" b="1">
                <a:solidFill>
                  <a:srgbClr val="293283"/>
                </a:solidFill>
                <a:latin typeface="Tahoma"/>
                <a:cs typeface="Tahoma"/>
              </a:rPr>
              <a:t>My</a:t>
            </a:r>
            <a:r>
              <a:rPr dirty="0" sz="11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05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1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114" b="1">
                <a:solidFill>
                  <a:srgbClr val="293283"/>
                </a:solidFill>
                <a:latin typeface="Tahoma"/>
                <a:cs typeface="Tahoma"/>
              </a:rPr>
              <a:t>Streamlit</a:t>
            </a:r>
            <a:r>
              <a:rPr dirty="0" sz="11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100" spc="-40" b="1">
                <a:solidFill>
                  <a:srgbClr val="293283"/>
                </a:solidFill>
                <a:latin typeface="Tahoma"/>
                <a:cs typeface="Tahoma"/>
              </a:rPr>
              <a:t>App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750" spc="-70" b="1">
                <a:solidFill>
                  <a:srgbClr val="1B1F3A"/>
                </a:solidFill>
                <a:latin typeface="Tahoma"/>
                <a:cs typeface="Tahoma"/>
              </a:rPr>
              <a:t>What's</a:t>
            </a:r>
            <a:r>
              <a:rPr dirty="0" sz="750" spc="-2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750" spc="-20" b="1">
                <a:solidFill>
                  <a:srgbClr val="1B1F3A"/>
                </a:solidFill>
                <a:latin typeface="Tahoma"/>
                <a:cs typeface="Tahoma"/>
              </a:rPr>
              <a:t> name?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8172448" y="2895599"/>
            <a:ext cx="3171825" cy="257175"/>
            <a:chOff x="8172448" y="2895599"/>
            <a:chExt cx="3171825" cy="257175"/>
          </a:xfrm>
        </p:grpSpPr>
        <p:sp>
          <p:nvSpPr>
            <p:cNvPr id="88" name="object 88"/>
            <p:cNvSpPr/>
            <p:nvPr/>
          </p:nvSpPr>
          <p:spPr>
            <a:xfrm>
              <a:off x="8177210" y="2900362"/>
              <a:ext cx="3162300" cy="247650"/>
            </a:xfrm>
            <a:custGeom>
              <a:avLst/>
              <a:gdLst/>
              <a:ahLst/>
              <a:cxnLst/>
              <a:rect l="l" t="t" r="r" b="b"/>
              <a:pathLst>
                <a:path w="3162300" h="247650">
                  <a:moveTo>
                    <a:pt x="3125119" y="247649"/>
                  </a:moveTo>
                  <a:lnTo>
                    <a:pt x="37178" y="247649"/>
                  </a:lnTo>
                  <a:lnTo>
                    <a:pt x="31710" y="246561"/>
                  </a:lnTo>
                  <a:lnTo>
                    <a:pt x="1087" y="215938"/>
                  </a:lnTo>
                  <a:lnTo>
                    <a:pt x="0" y="210471"/>
                  </a:lnTo>
                  <a:lnTo>
                    <a:pt x="0" y="204787"/>
                  </a:lnTo>
                  <a:lnTo>
                    <a:pt x="0" y="37178"/>
                  </a:lnTo>
                  <a:lnTo>
                    <a:pt x="21207" y="5437"/>
                  </a:lnTo>
                  <a:lnTo>
                    <a:pt x="37178" y="0"/>
                  </a:lnTo>
                  <a:lnTo>
                    <a:pt x="3125119" y="0"/>
                  </a:lnTo>
                  <a:lnTo>
                    <a:pt x="3156861" y="21207"/>
                  </a:lnTo>
                  <a:lnTo>
                    <a:pt x="3162299" y="37178"/>
                  </a:lnTo>
                  <a:lnTo>
                    <a:pt x="3162299" y="210471"/>
                  </a:lnTo>
                  <a:lnTo>
                    <a:pt x="3141089" y="242211"/>
                  </a:lnTo>
                  <a:lnTo>
                    <a:pt x="3130586" y="246561"/>
                  </a:lnTo>
                  <a:lnTo>
                    <a:pt x="3125119" y="247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8177210" y="2900362"/>
              <a:ext cx="3162300" cy="247650"/>
            </a:xfrm>
            <a:custGeom>
              <a:avLst/>
              <a:gdLst/>
              <a:ahLst/>
              <a:cxnLst/>
              <a:rect l="l" t="t" r="r" b="b"/>
              <a:pathLst>
                <a:path w="3162300" h="247650">
                  <a:moveTo>
                    <a:pt x="0" y="20478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7"/>
                  </a:lnTo>
                  <a:lnTo>
                    <a:pt x="8534" y="16573"/>
                  </a:lnTo>
                  <a:lnTo>
                    <a:pt x="12553" y="12553"/>
                  </a:lnTo>
                  <a:lnTo>
                    <a:pt x="16572" y="8534"/>
                  </a:lnTo>
                  <a:lnTo>
                    <a:pt x="21207" y="5437"/>
                  </a:lnTo>
                  <a:lnTo>
                    <a:pt x="26458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3" y="0"/>
                  </a:lnTo>
                  <a:lnTo>
                    <a:pt x="3119437" y="0"/>
                  </a:lnTo>
                  <a:lnTo>
                    <a:pt x="3125119" y="0"/>
                  </a:lnTo>
                  <a:lnTo>
                    <a:pt x="3130586" y="1087"/>
                  </a:lnTo>
                  <a:lnTo>
                    <a:pt x="3159036" y="26459"/>
                  </a:lnTo>
                  <a:lnTo>
                    <a:pt x="3162300" y="42862"/>
                  </a:lnTo>
                  <a:lnTo>
                    <a:pt x="3162300" y="204787"/>
                  </a:lnTo>
                  <a:lnTo>
                    <a:pt x="3145725" y="239114"/>
                  </a:lnTo>
                  <a:lnTo>
                    <a:pt x="3119437" y="247649"/>
                  </a:lnTo>
                  <a:lnTo>
                    <a:pt x="42863" y="247649"/>
                  </a:lnTo>
                  <a:lnTo>
                    <a:pt x="37178" y="247649"/>
                  </a:lnTo>
                  <a:lnTo>
                    <a:pt x="31710" y="246561"/>
                  </a:lnTo>
                  <a:lnTo>
                    <a:pt x="26458" y="244386"/>
                  </a:lnTo>
                  <a:lnTo>
                    <a:pt x="21207" y="242211"/>
                  </a:lnTo>
                  <a:lnTo>
                    <a:pt x="16572" y="239114"/>
                  </a:lnTo>
                  <a:lnTo>
                    <a:pt x="12553" y="235095"/>
                  </a:lnTo>
                  <a:lnTo>
                    <a:pt x="8534" y="231076"/>
                  </a:lnTo>
                  <a:lnTo>
                    <a:pt x="5437" y="226441"/>
                  </a:lnTo>
                  <a:lnTo>
                    <a:pt x="3262" y="221189"/>
                  </a:lnTo>
                  <a:lnTo>
                    <a:pt x="1087" y="215938"/>
                  </a:lnTo>
                  <a:lnTo>
                    <a:pt x="0" y="210471"/>
                  </a:lnTo>
                  <a:lnTo>
                    <a:pt x="0" y="204787"/>
                  </a:lnTo>
                </a:path>
              </a:pathLst>
            </a:custGeom>
            <a:ln w="9524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8248600" y="2930525"/>
            <a:ext cx="2635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solidFill>
                  <a:srgbClr val="1B1F3A"/>
                </a:solidFill>
                <a:latin typeface="Tahoma"/>
                <a:cs typeface="Tahoma"/>
              </a:rPr>
              <a:t>Aarav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8172448" y="3228974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587340" y="228599"/>
                </a:moveTo>
                <a:lnTo>
                  <a:pt x="41309" y="228599"/>
                </a:lnTo>
                <a:lnTo>
                  <a:pt x="35233" y="227391"/>
                </a:lnTo>
                <a:lnTo>
                  <a:pt x="1208" y="193365"/>
                </a:lnTo>
                <a:lnTo>
                  <a:pt x="0" y="187290"/>
                </a:lnTo>
                <a:lnTo>
                  <a:pt x="0" y="180974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87340" y="0"/>
                </a:lnTo>
                <a:lnTo>
                  <a:pt x="622607" y="23564"/>
                </a:lnTo>
                <a:lnTo>
                  <a:pt x="628649" y="41309"/>
                </a:lnTo>
                <a:lnTo>
                  <a:pt x="628649" y="187290"/>
                </a:lnTo>
                <a:lnTo>
                  <a:pt x="605085" y="222557"/>
                </a:lnTo>
                <a:lnTo>
                  <a:pt x="593415" y="227391"/>
                </a:lnTo>
                <a:lnTo>
                  <a:pt x="587340" y="228599"/>
                </a:lnTo>
                <a:close/>
              </a:path>
            </a:pathLst>
          </a:custGeom>
          <a:solidFill>
            <a:srgbClr val="2932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8277175" y="3254375"/>
            <a:ext cx="4254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80" b="1">
                <a:solidFill>
                  <a:srgbClr val="FFFFFF"/>
                </a:solidFill>
                <a:latin typeface="Tahoma"/>
                <a:cs typeface="Tahoma"/>
              </a:rPr>
              <a:t>Greet</a:t>
            </a:r>
            <a:r>
              <a:rPr dirty="0" sz="8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45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172449" y="5210174"/>
            <a:ext cx="3171825" cy="285750"/>
            <a:chOff x="8172449" y="5210174"/>
            <a:chExt cx="3171825" cy="285750"/>
          </a:xfrm>
        </p:grpSpPr>
        <p:sp>
          <p:nvSpPr>
            <p:cNvPr id="94" name="object 94"/>
            <p:cNvSpPr/>
            <p:nvPr/>
          </p:nvSpPr>
          <p:spPr>
            <a:xfrm>
              <a:off x="8186736" y="5210174"/>
              <a:ext cx="3157855" cy="285750"/>
            </a:xfrm>
            <a:custGeom>
              <a:avLst/>
              <a:gdLst/>
              <a:ahLst/>
              <a:cxnLst/>
              <a:rect l="l" t="t" r="r" b="b"/>
              <a:pathLst>
                <a:path w="3157854" h="285750">
                  <a:moveTo>
                    <a:pt x="3124489" y="285749"/>
                  </a:moveTo>
                  <a:lnTo>
                    <a:pt x="20655" y="285749"/>
                  </a:lnTo>
                  <a:lnTo>
                    <a:pt x="17617" y="284782"/>
                  </a:lnTo>
                  <a:lnTo>
                    <a:pt x="0" y="252702"/>
                  </a:lnTo>
                  <a:lnTo>
                    <a:pt x="0" y="247649"/>
                  </a:lnTo>
                  <a:lnTo>
                    <a:pt x="0" y="33047"/>
                  </a:lnTo>
                  <a:lnTo>
                    <a:pt x="20655" y="0"/>
                  </a:lnTo>
                  <a:lnTo>
                    <a:pt x="3124489" y="0"/>
                  </a:lnTo>
                  <a:lnTo>
                    <a:pt x="3156569" y="28187"/>
                  </a:lnTo>
                  <a:lnTo>
                    <a:pt x="3157536" y="33047"/>
                  </a:lnTo>
                  <a:lnTo>
                    <a:pt x="3157536" y="252702"/>
                  </a:lnTo>
                  <a:lnTo>
                    <a:pt x="3129348" y="284782"/>
                  </a:lnTo>
                  <a:lnTo>
                    <a:pt x="3124489" y="2857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172449" y="5210429"/>
              <a:ext cx="35560" cy="285750"/>
            </a:xfrm>
            <a:custGeom>
              <a:avLst/>
              <a:gdLst/>
              <a:ahLst/>
              <a:cxnLst/>
              <a:rect l="l" t="t" r="r" b="b"/>
              <a:pathLst>
                <a:path w="35559" h="285750">
                  <a:moveTo>
                    <a:pt x="35315" y="285238"/>
                  </a:moveTo>
                  <a:lnTo>
                    <a:pt x="2790" y="262020"/>
                  </a:lnTo>
                  <a:lnTo>
                    <a:pt x="0" y="247394"/>
                  </a:lnTo>
                  <a:lnTo>
                    <a:pt x="0" y="37844"/>
                  </a:lnTo>
                  <a:lnTo>
                    <a:pt x="23474" y="2534"/>
                  </a:lnTo>
                  <a:lnTo>
                    <a:pt x="35315" y="0"/>
                  </a:lnTo>
                  <a:lnTo>
                    <a:pt x="33223" y="3464"/>
                  </a:lnTo>
                  <a:lnTo>
                    <a:pt x="31364" y="10903"/>
                  </a:lnTo>
                  <a:lnTo>
                    <a:pt x="30144" y="16772"/>
                  </a:lnTo>
                  <a:lnTo>
                    <a:pt x="29272" y="23218"/>
                  </a:lnTo>
                  <a:lnTo>
                    <a:pt x="28749" y="30242"/>
                  </a:lnTo>
                  <a:lnTo>
                    <a:pt x="28575" y="37844"/>
                  </a:lnTo>
                  <a:lnTo>
                    <a:pt x="28575" y="247394"/>
                  </a:lnTo>
                  <a:lnTo>
                    <a:pt x="33223" y="281774"/>
                  </a:lnTo>
                  <a:lnTo>
                    <a:pt x="35315" y="285238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8286700" y="5268912"/>
            <a:ext cx="162623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85" b="1">
                <a:solidFill>
                  <a:srgbClr val="FF6A5B"/>
                </a:solidFill>
                <a:latin typeface="Tahoma"/>
                <a:cs typeface="Tahoma"/>
              </a:rPr>
              <a:t>Hello,</a:t>
            </a:r>
            <a:r>
              <a:rPr dirty="0" sz="85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85" b="1">
                <a:solidFill>
                  <a:srgbClr val="FF6A5B"/>
                </a:solidFill>
                <a:latin typeface="Tahoma"/>
                <a:cs typeface="Tahoma"/>
              </a:rPr>
              <a:t>Aarav!</a:t>
            </a:r>
            <a:r>
              <a:rPr dirty="0" sz="85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100" b="1">
                <a:solidFill>
                  <a:srgbClr val="FF6A5B"/>
                </a:solidFill>
                <a:latin typeface="Tahoma"/>
                <a:cs typeface="Tahoma"/>
              </a:rPr>
              <a:t>Welcome</a:t>
            </a:r>
            <a:r>
              <a:rPr dirty="0" sz="85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75" b="1">
                <a:solidFill>
                  <a:srgbClr val="FF6A5B"/>
                </a:solidFill>
                <a:latin typeface="Tahoma"/>
                <a:cs typeface="Tahoma"/>
              </a:rPr>
              <a:t>to</a:t>
            </a:r>
            <a:r>
              <a:rPr dirty="0" sz="85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65" b="1">
                <a:solidFill>
                  <a:srgbClr val="FF6A5B"/>
                </a:solidFill>
                <a:latin typeface="Tahoma"/>
                <a:cs typeface="Tahoma"/>
              </a:rPr>
              <a:t>Streamlit.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97" name="object 9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98" name="object 98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3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797E94"/>
                </a:solidFill>
                <a:latin typeface="Tahoma"/>
                <a:cs typeface="Tahoma"/>
              </a:rPr>
              <a:t>/</a:t>
            </a:r>
            <a:r>
              <a:rPr dirty="0" sz="800" spc="204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800" spc="-12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ahoma"/>
                <a:cs typeface="Tahoma"/>
              </a:rPr>
              <a:t>8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34283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AT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1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'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598260"/>
            <a:ext cx="7126605" cy="708025"/>
          </a:xfrm>
          <a:prstGeom prst="rect"/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250" spc="-285"/>
              <a:t>Bookmark</a:t>
            </a:r>
            <a:r>
              <a:rPr dirty="0" sz="2250" spc="-225"/>
              <a:t> </a:t>
            </a:r>
            <a:r>
              <a:rPr dirty="0" sz="2250" spc="-240"/>
              <a:t>this</a:t>
            </a:r>
            <a:r>
              <a:rPr dirty="0" sz="2250" spc="-229"/>
              <a:t> </a:t>
            </a:r>
            <a:r>
              <a:rPr dirty="0" sz="2250" spc="-220"/>
              <a:t>slide.</a:t>
            </a:r>
            <a:r>
              <a:rPr dirty="0" sz="2250" spc="-225"/>
              <a:t> </a:t>
            </a:r>
            <a:r>
              <a:rPr dirty="0" sz="2250" spc="-280"/>
              <a:t>These</a:t>
            </a:r>
            <a:r>
              <a:rPr dirty="0" sz="2250" spc="-220"/>
              <a:t> </a:t>
            </a:r>
            <a:r>
              <a:rPr dirty="0" sz="2250" spc="-325"/>
              <a:t>10</a:t>
            </a:r>
            <a:r>
              <a:rPr dirty="0" sz="2250" spc="-225"/>
              <a:t> </a:t>
            </a:r>
            <a:r>
              <a:rPr dirty="0" sz="2250" spc="-300"/>
              <a:t>commands</a:t>
            </a:r>
            <a:r>
              <a:rPr dirty="0" sz="2250" spc="-225"/>
              <a:t> </a:t>
            </a:r>
            <a:r>
              <a:rPr dirty="0" sz="2250" spc="-254"/>
              <a:t>are</a:t>
            </a:r>
            <a:r>
              <a:rPr dirty="0" sz="2250" spc="-225"/>
              <a:t> </a:t>
            </a:r>
            <a:r>
              <a:rPr dirty="0" sz="2250" spc="-595"/>
              <a:t>90%</a:t>
            </a:r>
            <a:r>
              <a:rPr dirty="0" sz="2250" spc="-229"/>
              <a:t> </a:t>
            </a:r>
            <a:r>
              <a:rPr dirty="0" sz="2250" spc="-200"/>
              <a:t>of</a:t>
            </a:r>
            <a:r>
              <a:rPr dirty="0" sz="2250" spc="-225"/>
              <a:t> </a:t>
            </a:r>
            <a:r>
              <a:rPr dirty="0" sz="2250" spc="-215"/>
              <a:t>Streamlit.</a:t>
            </a:r>
            <a:endParaRPr sz="2250"/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50" spc="-70" b="0">
                <a:solidFill>
                  <a:srgbClr val="4A4E6A"/>
                </a:solidFill>
                <a:latin typeface="Tahoma"/>
                <a:cs typeface="Tahoma"/>
              </a:rPr>
              <a:t>You've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seen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4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 b="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these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live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demo.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Here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ahoma"/>
                <a:cs typeface="Tahoma"/>
              </a:rPr>
              <a:t>are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 b="0">
                <a:solidFill>
                  <a:srgbClr val="4A4E6A"/>
                </a:solidFill>
                <a:latin typeface="Tahoma"/>
                <a:cs typeface="Tahoma"/>
              </a:rPr>
              <a:t>other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6,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one-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line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example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ahoma"/>
                <a:cs typeface="Tahoma"/>
              </a:rPr>
              <a:t>each.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We'll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0" b="0">
                <a:solidFill>
                  <a:srgbClr val="4A4E6A"/>
                </a:solidFill>
                <a:latin typeface="Tahoma"/>
                <a:cs typeface="Tahoma"/>
              </a:rPr>
              <a:t>all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35" b="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ahoma"/>
                <a:cs typeface="Tahoma"/>
              </a:rPr>
              <a:t>them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55" b="0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10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50" spc="-80" b="0">
                <a:solidFill>
                  <a:srgbClr val="4A4E6A"/>
                </a:solidFill>
                <a:latin typeface="Tahoma"/>
                <a:cs typeface="Tahoma"/>
              </a:rPr>
              <a:t>Day </a:t>
            </a:r>
            <a:r>
              <a:rPr dirty="0" sz="1050" spc="-25" b="0">
                <a:solidFill>
                  <a:srgbClr val="4A4E6A"/>
                </a:solidFill>
                <a:latin typeface="Tahoma"/>
                <a:cs typeface="Tahoma"/>
              </a:rPr>
              <a:t>8.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799" y="1438274"/>
            <a:ext cx="5343525" cy="828675"/>
            <a:chOff x="685799" y="1438274"/>
            <a:chExt cx="5343525" cy="828675"/>
          </a:xfrm>
        </p:grpSpPr>
        <p:sp>
          <p:nvSpPr>
            <p:cNvPr id="5" name="object 5"/>
            <p:cNvSpPr/>
            <p:nvPr/>
          </p:nvSpPr>
          <p:spPr>
            <a:xfrm>
              <a:off x="690562" y="14430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5249453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5"/>
                  </a:lnTo>
                  <a:lnTo>
                    <a:pt x="5333999" y="84545"/>
                  </a:lnTo>
                  <a:lnTo>
                    <a:pt x="5333999" y="734603"/>
                  </a:lnTo>
                  <a:lnTo>
                    <a:pt x="5322050" y="773994"/>
                  </a:lnTo>
                  <a:lnTo>
                    <a:pt x="5288843" y="807200"/>
                  </a:lnTo>
                  <a:lnTo>
                    <a:pt x="5255337" y="818570"/>
                  </a:lnTo>
                  <a:lnTo>
                    <a:pt x="5249453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90562" y="14430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61164" y="1738"/>
                  </a:lnTo>
                  <a:lnTo>
                    <a:pt x="5266992" y="2897"/>
                  </a:lnTo>
                  <a:lnTo>
                    <a:pt x="5272650" y="4614"/>
                  </a:lnTo>
                  <a:lnTo>
                    <a:pt x="5278139" y="6887"/>
                  </a:lnTo>
                  <a:lnTo>
                    <a:pt x="5283628" y="9161"/>
                  </a:lnTo>
                  <a:lnTo>
                    <a:pt x="5288843" y="11948"/>
                  </a:lnTo>
                  <a:lnTo>
                    <a:pt x="5293783" y="15249"/>
                  </a:lnTo>
                  <a:lnTo>
                    <a:pt x="5298723" y="18550"/>
                  </a:lnTo>
                  <a:lnTo>
                    <a:pt x="5303294" y="22301"/>
                  </a:lnTo>
                  <a:lnTo>
                    <a:pt x="5307495" y="26503"/>
                  </a:lnTo>
                  <a:lnTo>
                    <a:pt x="5311697" y="30704"/>
                  </a:lnTo>
                  <a:lnTo>
                    <a:pt x="5327111" y="55859"/>
                  </a:lnTo>
                  <a:lnTo>
                    <a:pt x="5329384" y="61348"/>
                  </a:lnTo>
                  <a:lnTo>
                    <a:pt x="5331100" y="67006"/>
                  </a:lnTo>
                  <a:lnTo>
                    <a:pt x="5332260" y="72834"/>
                  </a:lnTo>
                  <a:lnTo>
                    <a:pt x="5333419" y="78661"/>
                  </a:lnTo>
                  <a:lnTo>
                    <a:pt x="5333999" y="84545"/>
                  </a:lnTo>
                  <a:lnTo>
                    <a:pt x="5333999" y="90487"/>
                  </a:lnTo>
                  <a:lnTo>
                    <a:pt x="5333999" y="728662"/>
                  </a:lnTo>
                  <a:lnTo>
                    <a:pt x="5333999" y="734603"/>
                  </a:lnTo>
                  <a:lnTo>
                    <a:pt x="5333419" y="740488"/>
                  </a:lnTo>
                  <a:lnTo>
                    <a:pt x="5332260" y="746315"/>
                  </a:lnTo>
                  <a:lnTo>
                    <a:pt x="5331100" y="752142"/>
                  </a:lnTo>
                  <a:lnTo>
                    <a:pt x="5329384" y="757801"/>
                  </a:lnTo>
                  <a:lnTo>
                    <a:pt x="5327111" y="763290"/>
                  </a:lnTo>
                  <a:lnTo>
                    <a:pt x="5324837" y="768779"/>
                  </a:lnTo>
                  <a:lnTo>
                    <a:pt x="5298723" y="800598"/>
                  </a:lnTo>
                  <a:lnTo>
                    <a:pt x="5293783" y="803899"/>
                  </a:lnTo>
                  <a:lnTo>
                    <a:pt x="5288843" y="807200"/>
                  </a:lnTo>
                  <a:lnTo>
                    <a:pt x="5261164" y="817411"/>
                  </a:lnTo>
                  <a:lnTo>
                    <a:pt x="5255337" y="818570"/>
                  </a:lnTo>
                  <a:lnTo>
                    <a:pt x="5249453" y="819149"/>
                  </a:lnTo>
                  <a:lnTo>
                    <a:pt x="5243512" y="819149"/>
                  </a:lnTo>
                  <a:lnTo>
                    <a:pt x="90487" y="819149"/>
                  </a:lnTo>
                  <a:lnTo>
                    <a:pt x="50370" y="809988"/>
                  </a:lnTo>
                  <a:lnTo>
                    <a:pt x="40215" y="803899"/>
                  </a:lnTo>
                  <a:lnTo>
                    <a:pt x="35275" y="800598"/>
                  </a:lnTo>
                  <a:lnTo>
                    <a:pt x="15249" y="778934"/>
                  </a:lnTo>
                  <a:lnTo>
                    <a:pt x="11948" y="773994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19149" y="1533524"/>
              <a:ext cx="1143000" cy="200025"/>
            </a:xfrm>
            <a:custGeom>
              <a:avLst/>
              <a:gdLst/>
              <a:ahLst/>
              <a:cxnLst/>
              <a:rect l="l" t="t" r="r" b="b"/>
              <a:pathLst>
                <a:path w="1143000" h="200025">
                  <a:moveTo>
                    <a:pt x="1101690" y="200024"/>
                  </a:moveTo>
                  <a:lnTo>
                    <a:pt x="41309" y="200024"/>
                  </a:lnTo>
                  <a:lnTo>
                    <a:pt x="35234" y="198816"/>
                  </a:lnTo>
                  <a:lnTo>
                    <a:pt x="1208" y="164790"/>
                  </a:lnTo>
                  <a:lnTo>
                    <a:pt x="0" y="158715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101690" y="0"/>
                  </a:lnTo>
                  <a:lnTo>
                    <a:pt x="1136957" y="23564"/>
                  </a:lnTo>
                  <a:lnTo>
                    <a:pt x="1142999" y="41309"/>
                  </a:lnTo>
                  <a:lnTo>
                    <a:pt x="1142999" y="158715"/>
                  </a:lnTo>
                  <a:lnTo>
                    <a:pt x="1119434" y="193982"/>
                  </a:lnTo>
                  <a:lnTo>
                    <a:pt x="1107765" y="198816"/>
                  </a:lnTo>
                  <a:lnTo>
                    <a:pt x="110169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60044" y="1558925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1</a:t>
            </a:r>
            <a:endParaRPr sz="7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9149" y="1952624"/>
            <a:ext cx="5076825" cy="219075"/>
          </a:xfrm>
          <a:custGeom>
            <a:avLst/>
            <a:gdLst/>
            <a:ahLst/>
            <a:cxnLst/>
            <a:rect l="l" t="t" r="r" b="b"/>
            <a:pathLst>
              <a:path w="5076825" h="219075">
                <a:moveTo>
                  <a:pt x="5035514" y="219074"/>
                </a:moveTo>
                <a:lnTo>
                  <a:pt x="41309" y="219074"/>
                </a:lnTo>
                <a:lnTo>
                  <a:pt x="35234" y="217866"/>
                </a:lnTo>
                <a:lnTo>
                  <a:pt x="1208" y="183840"/>
                </a:lnTo>
                <a:lnTo>
                  <a:pt x="0" y="177765"/>
                </a:lnTo>
                <a:lnTo>
                  <a:pt x="0" y="1714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2" y="23564"/>
                </a:lnTo>
                <a:lnTo>
                  <a:pt x="5076824" y="41309"/>
                </a:lnTo>
                <a:lnTo>
                  <a:pt x="5076824" y="177765"/>
                </a:lnTo>
                <a:lnTo>
                  <a:pt x="5053259" y="213032"/>
                </a:lnTo>
                <a:lnTo>
                  <a:pt x="5041590" y="217866"/>
                </a:lnTo>
                <a:lnTo>
                  <a:pt x="5035514" y="2190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6449" y="1525587"/>
            <a:ext cx="2452370" cy="593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st.title(text)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H1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heading.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The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biggest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text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ahoma"/>
                <a:cs typeface="Tahoma"/>
              </a:rPr>
              <a:t>page.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st.title(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"My</a:t>
            </a:r>
            <a:r>
              <a:rPr dirty="0" sz="750" spc="16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App"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2673" y="1438274"/>
            <a:ext cx="5343525" cy="828675"/>
            <a:chOff x="6162673" y="1438274"/>
            <a:chExt cx="5343525" cy="828675"/>
          </a:xfrm>
        </p:grpSpPr>
        <p:sp>
          <p:nvSpPr>
            <p:cNvPr id="12" name="object 12"/>
            <p:cNvSpPr/>
            <p:nvPr/>
          </p:nvSpPr>
          <p:spPr>
            <a:xfrm>
              <a:off x="6167436" y="14430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5249453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5"/>
                  </a:lnTo>
                  <a:lnTo>
                    <a:pt x="5333999" y="84545"/>
                  </a:lnTo>
                  <a:lnTo>
                    <a:pt x="5333999" y="734603"/>
                  </a:lnTo>
                  <a:lnTo>
                    <a:pt x="5322050" y="773994"/>
                  </a:lnTo>
                  <a:lnTo>
                    <a:pt x="5288843" y="807200"/>
                  </a:lnTo>
                  <a:lnTo>
                    <a:pt x="5255337" y="818570"/>
                  </a:lnTo>
                  <a:lnTo>
                    <a:pt x="5249453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67436" y="14430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3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61165" y="1738"/>
                  </a:lnTo>
                  <a:lnTo>
                    <a:pt x="5266992" y="2897"/>
                  </a:lnTo>
                  <a:lnTo>
                    <a:pt x="5272650" y="4614"/>
                  </a:lnTo>
                  <a:lnTo>
                    <a:pt x="5278139" y="6887"/>
                  </a:lnTo>
                  <a:lnTo>
                    <a:pt x="5283628" y="9161"/>
                  </a:lnTo>
                  <a:lnTo>
                    <a:pt x="5315448" y="35274"/>
                  </a:lnTo>
                  <a:lnTo>
                    <a:pt x="5327111" y="55859"/>
                  </a:lnTo>
                  <a:lnTo>
                    <a:pt x="5329384" y="61348"/>
                  </a:lnTo>
                  <a:lnTo>
                    <a:pt x="5331101" y="67006"/>
                  </a:lnTo>
                  <a:lnTo>
                    <a:pt x="5332260" y="72834"/>
                  </a:lnTo>
                  <a:lnTo>
                    <a:pt x="5333419" y="78661"/>
                  </a:lnTo>
                  <a:lnTo>
                    <a:pt x="5333999" y="84545"/>
                  </a:lnTo>
                  <a:lnTo>
                    <a:pt x="5334000" y="90487"/>
                  </a:lnTo>
                  <a:lnTo>
                    <a:pt x="5334000" y="728662"/>
                  </a:lnTo>
                  <a:lnTo>
                    <a:pt x="5333999" y="734603"/>
                  </a:lnTo>
                  <a:lnTo>
                    <a:pt x="5333419" y="740488"/>
                  </a:lnTo>
                  <a:lnTo>
                    <a:pt x="5332260" y="746315"/>
                  </a:lnTo>
                  <a:lnTo>
                    <a:pt x="5331101" y="752142"/>
                  </a:lnTo>
                  <a:lnTo>
                    <a:pt x="5329384" y="757801"/>
                  </a:lnTo>
                  <a:lnTo>
                    <a:pt x="5327111" y="763290"/>
                  </a:lnTo>
                  <a:lnTo>
                    <a:pt x="5324837" y="768779"/>
                  </a:lnTo>
                  <a:lnTo>
                    <a:pt x="5298724" y="800598"/>
                  </a:lnTo>
                  <a:lnTo>
                    <a:pt x="5293783" y="803899"/>
                  </a:lnTo>
                  <a:lnTo>
                    <a:pt x="5288843" y="807200"/>
                  </a:lnTo>
                  <a:lnTo>
                    <a:pt x="5249453" y="819149"/>
                  </a:lnTo>
                  <a:lnTo>
                    <a:pt x="5243512" y="819149"/>
                  </a:lnTo>
                  <a:lnTo>
                    <a:pt x="90488" y="819149"/>
                  </a:lnTo>
                  <a:lnTo>
                    <a:pt x="50370" y="809988"/>
                  </a:lnTo>
                  <a:lnTo>
                    <a:pt x="18550" y="783874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96023" y="1533524"/>
              <a:ext cx="1066800" cy="200025"/>
            </a:xfrm>
            <a:custGeom>
              <a:avLst/>
              <a:gdLst/>
              <a:ahLst/>
              <a:cxnLst/>
              <a:rect l="l" t="t" r="r" b="b"/>
              <a:pathLst>
                <a:path w="1066800" h="200025">
                  <a:moveTo>
                    <a:pt x="1025490" y="200024"/>
                  </a:moveTo>
                  <a:lnTo>
                    <a:pt x="41309" y="200024"/>
                  </a:lnTo>
                  <a:lnTo>
                    <a:pt x="35234" y="198816"/>
                  </a:lnTo>
                  <a:lnTo>
                    <a:pt x="1208" y="164790"/>
                  </a:lnTo>
                  <a:lnTo>
                    <a:pt x="0" y="158715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025490" y="0"/>
                  </a:lnTo>
                  <a:lnTo>
                    <a:pt x="1060757" y="23564"/>
                  </a:lnTo>
                  <a:lnTo>
                    <a:pt x="1066799" y="41309"/>
                  </a:lnTo>
                  <a:lnTo>
                    <a:pt x="1066799" y="158715"/>
                  </a:lnTo>
                  <a:lnTo>
                    <a:pt x="1043234" y="193982"/>
                  </a:lnTo>
                  <a:lnTo>
                    <a:pt x="1031565" y="198816"/>
                  </a:lnTo>
                  <a:lnTo>
                    <a:pt x="102549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1236919" y="1558925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96023" y="1952624"/>
            <a:ext cx="5076825" cy="219075"/>
          </a:xfrm>
          <a:custGeom>
            <a:avLst/>
            <a:gdLst/>
            <a:ahLst/>
            <a:cxnLst/>
            <a:rect l="l" t="t" r="r" b="b"/>
            <a:pathLst>
              <a:path w="5076825" h="219075">
                <a:moveTo>
                  <a:pt x="5035514" y="219074"/>
                </a:moveTo>
                <a:lnTo>
                  <a:pt x="41309" y="219074"/>
                </a:lnTo>
                <a:lnTo>
                  <a:pt x="35234" y="217866"/>
                </a:lnTo>
                <a:lnTo>
                  <a:pt x="1208" y="183840"/>
                </a:lnTo>
                <a:lnTo>
                  <a:pt x="0" y="177765"/>
                </a:lnTo>
                <a:lnTo>
                  <a:pt x="0" y="1714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1" y="23564"/>
                </a:lnTo>
                <a:lnTo>
                  <a:pt x="5076824" y="41309"/>
                </a:lnTo>
                <a:lnTo>
                  <a:pt x="5076824" y="177765"/>
                </a:lnTo>
                <a:lnTo>
                  <a:pt x="5053258" y="213032"/>
                </a:lnTo>
                <a:lnTo>
                  <a:pt x="5041590" y="217866"/>
                </a:lnTo>
                <a:lnTo>
                  <a:pt x="5035514" y="2190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283324" y="1525587"/>
            <a:ext cx="3908425" cy="593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st.write(...)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almost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anything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strings,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dataframes,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charts,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figures.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Swiss-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army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knife.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st.write(f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"Hello,</a:t>
            </a:r>
            <a:r>
              <a:rPr dirty="0" sz="750" spc="2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{name}!"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5799" y="2343149"/>
            <a:ext cx="5343525" cy="819150"/>
            <a:chOff x="685799" y="2343149"/>
            <a:chExt cx="5343525" cy="819150"/>
          </a:xfrm>
        </p:grpSpPr>
        <p:sp>
          <p:nvSpPr>
            <p:cNvPr id="19" name="object 19"/>
            <p:cNvSpPr/>
            <p:nvPr/>
          </p:nvSpPr>
          <p:spPr>
            <a:xfrm>
              <a:off x="690562" y="2347912"/>
              <a:ext cx="5334000" cy="809625"/>
            </a:xfrm>
            <a:custGeom>
              <a:avLst/>
              <a:gdLst/>
              <a:ahLst/>
              <a:cxnLst/>
              <a:rect l="l" t="t" r="r" b="b"/>
              <a:pathLst>
                <a:path w="5334000" h="809625">
                  <a:moveTo>
                    <a:pt x="5249453" y="809624"/>
                  </a:moveTo>
                  <a:lnTo>
                    <a:pt x="84545" y="809624"/>
                  </a:lnTo>
                  <a:lnTo>
                    <a:pt x="78661" y="809045"/>
                  </a:lnTo>
                  <a:lnTo>
                    <a:pt x="35275" y="791073"/>
                  </a:lnTo>
                  <a:lnTo>
                    <a:pt x="9161" y="759254"/>
                  </a:lnTo>
                  <a:lnTo>
                    <a:pt x="0" y="725078"/>
                  </a:lnTo>
                  <a:lnTo>
                    <a:pt x="0" y="71913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9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9"/>
                  </a:lnTo>
                  <a:lnTo>
                    <a:pt x="5322050" y="45155"/>
                  </a:lnTo>
                  <a:lnTo>
                    <a:pt x="5333999" y="84545"/>
                  </a:lnTo>
                  <a:lnTo>
                    <a:pt x="5333999" y="725078"/>
                  </a:lnTo>
                  <a:lnTo>
                    <a:pt x="5322050" y="764469"/>
                  </a:lnTo>
                  <a:lnTo>
                    <a:pt x="5288843" y="797675"/>
                  </a:lnTo>
                  <a:lnTo>
                    <a:pt x="5255337" y="809045"/>
                  </a:lnTo>
                  <a:lnTo>
                    <a:pt x="5249453" y="809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90562" y="2347912"/>
              <a:ext cx="5334000" cy="809625"/>
            </a:xfrm>
            <a:custGeom>
              <a:avLst/>
              <a:gdLst/>
              <a:ahLst/>
              <a:cxnLst/>
              <a:rect l="l" t="t" r="r" b="b"/>
              <a:pathLst>
                <a:path w="5334000" h="809625">
                  <a:moveTo>
                    <a:pt x="0" y="7191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9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61164" y="1738"/>
                  </a:lnTo>
                  <a:lnTo>
                    <a:pt x="5266992" y="2897"/>
                  </a:lnTo>
                  <a:lnTo>
                    <a:pt x="5293783" y="15249"/>
                  </a:lnTo>
                  <a:lnTo>
                    <a:pt x="5298723" y="18550"/>
                  </a:lnTo>
                  <a:lnTo>
                    <a:pt x="5303294" y="22301"/>
                  </a:lnTo>
                  <a:lnTo>
                    <a:pt x="5307495" y="26503"/>
                  </a:lnTo>
                  <a:lnTo>
                    <a:pt x="5311697" y="30704"/>
                  </a:lnTo>
                  <a:lnTo>
                    <a:pt x="5315448" y="35274"/>
                  </a:lnTo>
                  <a:lnTo>
                    <a:pt x="5318749" y="40215"/>
                  </a:lnTo>
                  <a:lnTo>
                    <a:pt x="5322050" y="45155"/>
                  </a:lnTo>
                  <a:lnTo>
                    <a:pt x="5324837" y="50369"/>
                  </a:lnTo>
                  <a:lnTo>
                    <a:pt x="5327111" y="55859"/>
                  </a:lnTo>
                  <a:lnTo>
                    <a:pt x="5329384" y="61348"/>
                  </a:lnTo>
                  <a:lnTo>
                    <a:pt x="5331100" y="67006"/>
                  </a:lnTo>
                  <a:lnTo>
                    <a:pt x="5332260" y="72834"/>
                  </a:lnTo>
                  <a:lnTo>
                    <a:pt x="5333419" y="78661"/>
                  </a:lnTo>
                  <a:lnTo>
                    <a:pt x="5333999" y="84545"/>
                  </a:lnTo>
                  <a:lnTo>
                    <a:pt x="5333999" y="90487"/>
                  </a:lnTo>
                  <a:lnTo>
                    <a:pt x="5333999" y="719137"/>
                  </a:lnTo>
                  <a:lnTo>
                    <a:pt x="5333999" y="725078"/>
                  </a:lnTo>
                  <a:lnTo>
                    <a:pt x="5333419" y="730963"/>
                  </a:lnTo>
                  <a:lnTo>
                    <a:pt x="5332260" y="736790"/>
                  </a:lnTo>
                  <a:lnTo>
                    <a:pt x="5331100" y="742617"/>
                  </a:lnTo>
                  <a:lnTo>
                    <a:pt x="5311697" y="778920"/>
                  </a:lnTo>
                  <a:lnTo>
                    <a:pt x="5293783" y="794374"/>
                  </a:lnTo>
                  <a:lnTo>
                    <a:pt x="5288843" y="797675"/>
                  </a:lnTo>
                  <a:lnTo>
                    <a:pt x="5261164" y="807886"/>
                  </a:lnTo>
                  <a:lnTo>
                    <a:pt x="5255337" y="809045"/>
                  </a:lnTo>
                  <a:lnTo>
                    <a:pt x="5249453" y="809624"/>
                  </a:lnTo>
                  <a:lnTo>
                    <a:pt x="5243512" y="809624"/>
                  </a:lnTo>
                  <a:lnTo>
                    <a:pt x="90487" y="809624"/>
                  </a:lnTo>
                  <a:lnTo>
                    <a:pt x="84545" y="809624"/>
                  </a:lnTo>
                  <a:lnTo>
                    <a:pt x="78661" y="809045"/>
                  </a:lnTo>
                  <a:lnTo>
                    <a:pt x="72834" y="807886"/>
                  </a:lnTo>
                  <a:lnTo>
                    <a:pt x="67006" y="806726"/>
                  </a:lnTo>
                  <a:lnTo>
                    <a:pt x="30704" y="787322"/>
                  </a:lnTo>
                  <a:lnTo>
                    <a:pt x="15249" y="769409"/>
                  </a:lnTo>
                  <a:lnTo>
                    <a:pt x="11948" y="764469"/>
                  </a:lnTo>
                  <a:lnTo>
                    <a:pt x="0" y="725078"/>
                  </a:lnTo>
                  <a:lnTo>
                    <a:pt x="0" y="719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19149" y="2438399"/>
              <a:ext cx="1562100" cy="190500"/>
            </a:xfrm>
            <a:custGeom>
              <a:avLst/>
              <a:gdLst/>
              <a:ahLst/>
              <a:cxnLst/>
              <a:rect l="l" t="t" r="r" b="b"/>
              <a:pathLst>
                <a:path w="1562100" h="190500">
                  <a:moveTo>
                    <a:pt x="1520790" y="190499"/>
                  </a:moveTo>
                  <a:lnTo>
                    <a:pt x="41309" y="190499"/>
                  </a:lnTo>
                  <a:lnTo>
                    <a:pt x="35234" y="189291"/>
                  </a:lnTo>
                  <a:lnTo>
                    <a:pt x="1208" y="155265"/>
                  </a:lnTo>
                  <a:lnTo>
                    <a:pt x="0" y="149190"/>
                  </a:lnTo>
                  <a:lnTo>
                    <a:pt x="0" y="14287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520790" y="0"/>
                  </a:lnTo>
                  <a:lnTo>
                    <a:pt x="1556057" y="23564"/>
                  </a:lnTo>
                  <a:lnTo>
                    <a:pt x="1562099" y="41309"/>
                  </a:lnTo>
                  <a:lnTo>
                    <a:pt x="1562099" y="149190"/>
                  </a:lnTo>
                  <a:lnTo>
                    <a:pt x="1538534" y="184457"/>
                  </a:lnTo>
                  <a:lnTo>
                    <a:pt x="1526865" y="189291"/>
                  </a:lnTo>
                  <a:lnTo>
                    <a:pt x="1520790" y="1904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760044" y="2454275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3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9149" y="2857499"/>
            <a:ext cx="5076825" cy="209550"/>
          </a:xfrm>
          <a:custGeom>
            <a:avLst/>
            <a:gdLst/>
            <a:ahLst/>
            <a:cxnLst/>
            <a:rect l="l" t="t" r="r" b="b"/>
            <a:pathLst>
              <a:path w="5076825" h="209550">
                <a:moveTo>
                  <a:pt x="5035514" y="209549"/>
                </a:moveTo>
                <a:lnTo>
                  <a:pt x="41309" y="209549"/>
                </a:lnTo>
                <a:lnTo>
                  <a:pt x="35234" y="208341"/>
                </a:lnTo>
                <a:lnTo>
                  <a:pt x="1208" y="174314"/>
                </a:lnTo>
                <a:lnTo>
                  <a:pt x="0" y="168239"/>
                </a:lnTo>
                <a:lnTo>
                  <a:pt x="0" y="161924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2" y="23564"/>
                </a:lnTo>
                <a:lnTo>
                  <a:pt x="5076824" y="41309"/>
                </a:lnTo>
                <a:lnTo>
                  <a:pt x="5076824" y="168239"/>
                </a:lnTo>
                <a:lnTo>
                  <a:pt x="5053259" y="203507"/>
                </a:lnTo>
                <a:lnTo>
                  <a:pt x="5041590" y="208341"/>
                </a:lnTo>
                <a:lnTo>
                  <a:pt x="5035514" y="209549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06449" y="2356048"/>
            <a:ext cx="2056764" cy="66802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st.text_input(label)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text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box.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typed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string.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9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name</a:t>
            </a:r>
            <a:r>
              <a:rPr dirty="0" sz="750" spc="114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114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st.text_input(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"Your</a:t>
            </a:r>
            <a:r>
              <a:rPr dirty="0" sz="750" spc="114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name"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62673" y="2343149"/>
            <a:ext cx="5343525" cy="819150"/>
            <a:chOff x="6162673" y="2343149"/>
            <a:chExt cx="5343525" cy="819150"/>
          </a:xfrm>
        </p:grpSpPr>
        <p:sp>
          <p:nvSpPr>
            <p:cNvPr id="26" name="object 26"/>
            <p:cNvSpPr/>
            <p:nvPr/>
          </p:nvSpPr>
          <p:spPr>
            <a:xfrm>
              <a:off x="6167436" y="2347912"/>
              <a:ext cx="5334000" cy="809625"/>
            </a:xfrm>
            <a:custGeom>
              <a:avLst/>
              <a:gdLst/>
              <a:ahLst/>
              <a:cxnLst/>
              <a:rect l="l" t="t" r="r" b="b"/>
              <a:pathLst>
                <a:path w="5334000" h="809625">
                  <a:moveTo>
                    <a:pt x="5249453" y="809624"/>
                  </a:moveTo>
                  <a:lnTo>
                    <a:pt x="84545" y="809624"/>
                  </a:lnTo>
                  <a:lnTo>
                    <a:pt x="78661" y="809045"/>
                  </a:lnTo>
                  <a:lnTo>
                    <a:pt x="35275" y="791073"/>
                  </a:lnTo>
                  <a:lnTo>
                    <a:pt x="9161" y="759254"/>
                  </a:lnTo>
                  <a:lnTo>
                    <a:pt x="0" y="725078"/>
                  </a:lnTo>
                  <a:lnTo>
                    <a:pt x="0" y="71913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9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9"/>
                  </a:lnTo>
                  <a:lnTo>
                    <a:pt x="5322050" y="45155"/>
                  </a:lnTo>
                  <a:lnTo>
                    <a:pt x="5333999" y="84545"/>
                  </a:lnTo>
                  <a:lnTo>
                    <a:pt x="5333999" y="725078"/>
                  </a:lnTo>
                  <a:lnTo>
                    <a:pt x="5322050" y="764469"/>
                  </a:lnTo>
                  <a:lnTo>
                    <a:pt x="5288843" y="797675"/>
                  </a:lnTo>
                  <a:lnTo>
                    <a:pt x="5255337" y="809045"/>
                  </a:lnTo>
                  <a:lnTo>
                    <a:pt x="5249453" y="809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67436" y="2347912"/>
              <a:ext cx="5334000" cy="809625"/>
            </a:xfrm>
            <a:custGeom>
              <a:avLst/>
              <a:gdLst/>
              <a:ahLst/>
              <a:cxnLst/>
              <a:rect l="l" t="t" r="r" b="b"/>
              <a:pathLst>
                <a:path w="5334000" h="809625">
                  <a:moveTo>
                    <a:pt x="0" y="7191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3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72833" y="1738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61165" y="1738"/>
                  </a:lnTo>
                  <a:lnTo>
                    <a:pt x="5266992" y="2897"/>
                  </a:lnTo>
                  <a:lnTo>
                    <a:pt x="5293783" y="15249"/>
                  </a:lnTo>
                  <a:lnTo>
                    <a:pt x="5298724" y="18550"/>
                  </a:lnTo>
                  <a:lnTo>
                    <a:pt x="5318749" y="40215"/>
                  </a:lnTo>
                  <a:lnTo>
                    <a:pt x="5322050" y="45155"/>
                  </a:lnTo>
                  <a:lnTo>
                    <a:pt x="5324837" y="50369"/>
                  </a:lnTo>
                  <a:lnTo>
                    <a:pt x="5327111" y="55859"/>
                  </a:lnTo>
                  <a:lnTo>
                    <a:pt x="5329384" y="61348"/>
                  </a:lnTo>
                  <a:lnTo>
                    <a:pt x="5331101" y="67006"/>
                  </a:lnTo>
                  <a:lnTo>
                    <a:pt x="5332260" y="72834"/>
                  </a:lnTo>
                  <a:lnTo>
                    <a:pt x="5333419" y="78661"/>
                  </a:lnTo>
                  <a:lnTo>
                    <a:pt x="5333999" y="84545"/>
                  </a:lnTo>
                  <a:lnTo>
                    <a:pt x="5334000" y="90487"/>
                  </a:lnTo>
                  <a:lnTo>
                    <a:pt x="5334000" y="719137"/>
                  </a:lnTo>
                  <a:lnTo>
                    <a:pt x="5333999" y="725078"/>
                  </a:lnTo>
                  <a:lnTo>
                    <a:pt x="5333419" y="730963"/>
                  </a:lnTo>
                  <a:lnTo>
                    <a:pt x="5332260" y="736790"/>
                  </a:lnTo>
                  <a:lnTo>
                    <a:pt x="5331101" y="742617"/>
                  </a:lnTo>
                  <a:lnTo>
                    <a:pt x="5311698" y="778920"/>
                  </a:lnTo>
                  <a:lnTo>
                    <a:pt x="5278139" y="802736"/>
                  </a:lnTo>
                  <a:lnTo>
                    <a:pt x="5261165" y="807886"/>
                  </a:lnTo>
                  <a:lnTo>
                    <a:pt x="5255337" y="809045"/>
                  </a:lnTo>
                  <a:lnTo>
                    <a:pt x="5249453" y="809624"/>
                  </a:lnTo>
                  <a:lnTo>
                    <a:pt x="5243512" y="809624"/>
                  </a:lnTo>
                  <a:lnTo>
                    <a:pt x="90488" y="809624"/>
                  </a:lnTo>
                  <a:lnTo>
                    <a:pt x="84545" y="809624"/>
                  </a:lnTo>
                  <a:lnTo>
                    <a:pt x="78661" y="809045"/>
                  </a:lnTo>
                  <a:lnTo>
                    <a:pt x="40214" y="794374"/>
                  </a:lnTo>
                  <a:lnTo>
                    <a:pt x="11948" y="764469"/>
                  </a:lnTo>
                  <a:lnTo>
                    <a:pt x="1738" y="736790"/>
                  </a:lnTo>
                  <a:lnTo>
                    <a:pt x="579" y="730963"/>
                  </a:lnTo>
                  <a:lnTo>
                    <a:pt x="0" y="725078"/>
                  </a:lnTo>
                  <a:lnTo>
                    <a:pt x="0" y="719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296023" y="2438399"/>
              <a:ext cx="1285875" cy="190500"/>
            </a:xfrm>
            <a:custGeom>
              <a:avLst/>
              <a:gdLst/>
              <a:ahLst/>
              <a:cxnLst/>
              <a:rect l="l" t="t" r="r" b="b"/>
              <a:pathLst>
                <a:path w="1285875" h="190500">
                  <a:moveTo>
                    <a:pt x="1244565" y="190499"/>
                  </a:moveTo>
                  <a:lnTo>
                    <a:pt x="41309" y="190499"/>
                  </a:lnTo>
                  <a:lnTo>
                    <a:pt x="35234" y="189291"/>
                  </a:lnTo>
                  <a:lnTo>
                    <a:pt x="1208" y="155265"/>
                  </a:lnTo>
                  <a:lnTo>
                    <a:pt x="0" y="149190"/>
                  </a:lnTo>
                  <a:lnTo>
                    <a:pt x="0" y="14287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244565" y="0"/>
                  </a:lnTo>
                  <a:lnTo>
                    <a:pt x="1279832" y="23564"/>
                  </a:lnTo>
                  <a:lnTo>
                    <a:pt x="1285874" y="41309"/>
                  </a:lnTo>
                  <a:lnTo>
                    <a:pt x="1285874" y="149190"/>
                  </a:lnTo>
                  <a:lnTo>
                    <a:pt x="1262309" y="184457"/>
                  </a:lnTo>
                  <a:lnTo>
                    <a:pt x="1250640" y="189291"/>
                  </a:lnTo>
                  <a:lnTo>
                    <a:pt x="1244565" y="1904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1236919" y="2454275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4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96023" y="2857499"/>
            <a:ext cx="5076825" cy="209550"/>
          </a:xfrm>
          <a:custGeom>
            <a:avLst/>
            <a:gdLst/>
            <a:ahLst/>
            <a:cxnLst/>
            <a:rect l="l" t="t" r="r" b="b"/>
            <a:pathLst>
              <a:path w="5076825" h="209550">
                <a:moveTo>
                  <a:pt x="5035514" y="209549"/>
                </a:moveTo>
                <a:lnTo>
                  <a:pt x="41309" y="209549"/>
                </a:lnTo>
                <a:lnTo>
                  <a:pt x="35234" y="208341"/>
                </a:lnTo>
                <a:lnTo>
                  <a:pt x="1208" y="174314"/>
                </a:lnTo>
                <a:lnTo>
                  <a:pt x="0" y="168239"/>
                </a:lnTo>
                <a:lnTo>
                  <a:pt x="0" y="161924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1" y="23564"/>
                </a:lnTo>
                <a:lnTo>
                  <a:pt x="5076824" y="41309"/>
                </a:lnTo>
                <a:lnTo>
                  <a:pt x="5076824" y="168239"/>
                </a:lnTo>
                <a:lnTo>
                  <a:pt x="5053258" y="203507"/>
                </a:lnTo>
                <a:lnTo>
                  <a:pt x="5041590" y="208341"/>
                </a:lnTo>
                <a:lnTo>
                  <a:pt x="5035514" y="209549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283324" y="2356048"/>
            <a:ext cx="2962910" cy="66802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st.button(label)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button.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True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run,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False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otherwise.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9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114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st.button(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"Click</a:t>
            </a:r>
            <a:r>
              <a:rPr dirty="0" sz="750" spc="11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me"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):</a:t>
            </a:r>
            <a:r>
              <a:rPr dirty="0" sz="750" spc="1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...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5799" y="3238499"/>
            <a:ext cx="5343525" cy="828675"/>
            <a:chOff x="685799" y="3238499"/>
            <a:chExt cx="5343525" cy="828675"/>
          </a:xfrm>
        </p:grpSpPr>
        <p:sp>
          <p:nvSpPr>
            <p:cNvPr id="33" name="object 33"/>
            <p:cNvSpPr/>
            <p:nvPr/>
          </p:nvSpPr>
          <p:spPr>
            <a:xfrm>
              <a:off x="690562" y="3243262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5249453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4"/>
                  </a:lnTo>
                  <a:lnTo>
                    <a:pt x="5333999" y="84545"/>
                  </a:lnTo>
                  <a:lnTo>
                    <a:pt x="5333999" y="734603"/>
                  </a:lnTo>
                  <a:lnTo>
                    <a:pt x="5322050" y="773994"/>
                  </a:lnTo>
                  <a:lnTo>
                    <a:pt x="5288843" y="807200"/>
                  </a:lnTo>
                  <a:lnTo>
                    <a:pt x="5255337" y="818570"/>
                  </a:lnTo>
                  <a:lnTo>
                    <a:pt x="5249453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90562" y="3243262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93783" y="15249"/>
                  </a:lnTo>
                  <a:lnTo>
                    <a:pt x="5298723" y="18550"/>
                  </a:lnTo>
                  <a:lnTo>
                    <a:pt x="5303294" y="22301"/>
                  </a:lnTo>
                  <a:lnTo>
                    <a:pt x="5307495" y="26502"/>
                  </a:lnTo>
                  <a:lnTo>
                    <a:pt x="5311697" y="30703"/>
                  </a:lnTo>
                  <a:lnTo>
                    <a:pt x="5327111" y="55858"/>
                  </a:lnTo>
                  <a:lnTo>
                    <a:pt x="5329384" y="61347"/>
                  </a:lnTo>
                  <a:lnTo>
                    <a:pt x="5331100" y="67006"/>
                  </a:lnTo>
                  <a:lnTo>
                    <a:pt x="5332260" y="72833"/>
                  </a:lnTo>
                  <a:lnTo>
                    <a:pt x="5333419" y="78660"/>
                  </a:lnTo>
                  <a:lnTo>
                    <a:pt x="5333999" y="84545"/>
                  </a:lnTo>
                  <a:lnTo>
                    <a:pt x="5333999" y="90487"/>
                  </a:lnTo>
                  <a:lnTo>
                    <a:pt x="5333999" y="728662"/>
                  </a:lnTo>
                  <a:lnTo>
                    <a:pt x="5333999" y="734603"/>
                  </a:lnTo>
                  <a:lnTo>
                    <a:pt x="5333419" y="740488"/>
                  </a:lnTo>
                  <a:lnTo>
                    <a:pt x="5332260" y="746315"/>
                  </a:lnTo>
                  <a:lnTo>
                    <a:pt x="5331100" y="752142"/>
                  </a:lnTo>
                  <a:lnTo>
                    <a:pt x="5311697" y="788445"/>
                  </a:lnTo>
                  <a:lnTo>
                    <a:pt x="5293783" y="803899"/>
                  </a:lnTo>
                  <a:lnTo>
                    <a:pt x="5288843" y="807200"/>
                  </a:lnTo>
                  <a:lnTo>
                    <a:pt x="5261164" y="817410"/>
                  </a:lnTo>
                  <a:lnTo>
                    <a:pt x="5255337" y="818570"/>
                  </a:lnTo>
                  <a:lnTo>
                    <a:pt x="5249453" y="819149"/>
                  </a:lnTo>
                  <a:lnTo>
                    <a:pt x="5243512" y="819149"/>
                  </a:lnTo>
                  <a:lnTo>
                    <a:pt x="90487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4" y="817411"/>
                  </a:lnTo>
                  <a:lnTo>
                    <a:pt x="67006" y="816251"/>
                  </a:lnTo>
                  <a:lnTo>
                    <a:pt x="30704" y="796847"/>
                  </a:lnTo>
                  <a:lnTo>
                    <a:pt x="6887" y="763290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19149" y="3333749"/>
              <a:ext cx="2628900" cy="200025"/>
            </a:xfrm>
            <a:custGeom>
              <a:avLst/>
              <a:gdLst/>
              <a:ahLst/>
              <a:cxnLst/>
              <a:rect l="l" t="t" r="r" b="b"/>
              <a:pathLst>
                <a:path w="2628900" h="200025">
                  <a:moveTo>
                    <a:pt x="2587590" y="200024"/>
                  </a:moveTo>
                  <a:lnTo>
                    <a:pt x="41309" y="200024"/>
                  </a:lnTo>
                  <a:lnTo>
                    <a:pt x="35234" y="198816"/>
                  </a:lnTo>
                  <a:lnTo>
                    <a:pt x="1208" y="164790"/>
                  </a:lnTo>
                  <a:lnTo>
                    <a:pt x="0" y="158715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2587590" y="0"/>
                  </a:lnTo>
                  <a:lnTo>
                    <a:pt x="2622857" y="23564"/>
                  </a:lnTo>
                  <a:lnTo>
                    <a:pt x="2628899" y="41309"/>
                  </a:lnTo>
                  <a:lnTo>
                    <a:pt x="2628899" y="158715"/>
                  </a:lnTo>
                  <a:lnTo>
                    <a:pt x="2605334" y="193982"/>
                  </a:lnTo>
                  <a:lnTo>
                    <a:pt x="2593665" y="198816"/>
                  </a:lnTo>
                  <a:lnTo>
                    <a:pt x="258759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760044" y="3359150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5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19149" y="3752849"/>
            <a:ext cx="5076825" cy="219075"/>
          </a:xfrm>
          <a:custGeom>
            <a:avLst/>
            <a:gdLst/>
            <a:ahLst/>
            <a:cxnLst/>
            <a:rect l="l" t="t" r="r" b="b"/>
            <a:pathLst>
              <a:path w="5076825" h="219075">
                <a:moveTo>
                  <a:pt x="5035514" y="219074"/>
                </a:moveTo>
                <a:lnTo>
                  <a:pt x="41309" y="219074"/>
                </a:lnTo>
                <a:lnTo>
                  <a:pt x="35234" y="217866"/>
                </a:lnTo>
                <a:lnTo>
                  <a:pt x="1208" y="183840"/>
                </a:lnTo>
                <a:lnTo>
                  <a:pt x="0" y="177764"/>
                </a:lnTo>
                <a:lnTo>
                  <a:pt x="0" y="1714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2" y="23564"/>
                </a:lnTo>
                <a:lnTo>
                  <a:pt x="5076824" y="41309"/>
                </a:lnTo>
                <a:lnTo>
                  <a:pt x="5076824" y="177764"/>
                </a:lnTo>
                <a:lnTo>
                  <a:pt x="5053259" y="213032"/>
                </a:lnTo>
                <a:lnTo>
                  <a:pt x="5041590" y="217866"/>
                </a:lnTo>
                <a:lnTo>
                  <a:pt x="5035514" y="2190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06449" y="3325812"/>
            <a:ext cx="2574925" cy="593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st.slider(label,</a:t>
            </a:r>
            <a:r>
              <a:rPr dirty="0" sz="900" spc="10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min,</a:t>
            </a:r>
            <a:r>
              <a:rPr dirty="0" sz="900" spc="10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max,</a:t>
            </a:r>
            <a:r>
              <a:rPr dirty="0" sz="900" spc="11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default)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slider.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current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number.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age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st.slider(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0,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100,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20)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62673" y="3238499"/>
            <a:ext cx="5343525" cy="828675"/>
            <a:chOff x="6162673" y="3238499"/>
            <a:chExt cx="5343525" cy="828675"/>
          </a:xfrm>
        </p:grpSpPr>
        <p:sp>
          <p:nvSpPr>
            <p:cNvPr id="40" name="object 40"/>
            <p:cNvSpPr/>
            <p:nvPr/>
          </p:nvSpPr>
          <p:spPr>
            <a:xfrm>
              <a:off x="6167436" y="3243262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5249453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4"/>
                  </a:lnTo>
                  <a:lnTo>
                    <a:pt x="5333999" y="84545"/>
                  </a:lnTo>
                  <a:lnTo>
                    <a:pt x="5333999" y="734603"/>
                  </a:lnTo>
                  <a:lnTo>
                    <a:pt x="5322050" y="773994"/>
                  </a:lnTo>
                  <a:lnTo>
                    <a:pt x="5288843" y="807200"/>
                  </a:lnTo>
                  <a:lnTo>
                    <a:pt x="5255337" y="818570"/>
                  </a:lnTo>
                  <a:lnTo>
                    <a:pt x="5249453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167436" y="3243262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3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72833" y="1738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93783" y="15249"/>
                  </a:lnTo>
                  <a:lnTo>
                    <a:pt x="5322050" y="45154"/>
                  </a:lnTo>
                  <a:lnTo>
                    <a:pt x="5327111" y="55858"/>
                  </a:lnTo>
                  <a:lnTo>
                    <a:pt x="5329384" y="61347"/>
                  </a:lnTo>
                  <a:lnTo>
                    <a:pt x="5331101" y="67006"/>
                  </a:lnTo>
                  <a:lnTo>
                    <a:pt x="5332260" y="72833"/>
                  </a:lnTo>
                  <a:lnTo>
                    <a:pt x="5333419" y="78660"/>
                  </a:lnTo>
                  <a:lnTo>
                    <a:pt x="5333999" y="84545"/>
                  </a:lnTo>
                  <a:lnTo>
                    <a:pt x="5334000" y="90487"/>
                  </a:lnTo>
                  <a:lnTo>
                    <a:pt x="5334000" y="728662"/>
                  </a:lnTo>
                  <a:lnTo>
                    <a:pt x="5333999" y="734603"/>
                  </a:lnTo>
                  <a:lnTo>
                    <a:pt x="5333419" y="740488"/>
                  </a:lnTo>
                  <a:lnTo>
                    <a:pt x="5332260" y="746315"/>
                  </a:lnTo>
                  <a:lnTo>
                    <a:pt x="5331101" y="752142"/>
                  </a:lnTo>
                  <a:lnTo>
                    <a:pt x="5311698" y="788445"/>
                  </a:lnTo>
                  <a:lnTo>
                    <a:pt x="5278139" y="812261"/>
                  </a:lnTo>
                  <a:lnTo>
                    <a:pt x="5261165" y="817410"/>
                  </a:lnTo>
                  <a:lnTo>
                    <a:pt x="5255337" y="818570"/>
                  </a:lnTo>
                  <a:lnTo>
                    <a:pt x="5249453" y="819149"/>
                  </a:lnTo>
                  <a:lnTo>
                    <a:pt x="5243512" y="819149"/>
                  </a:lnTo>
                  <a:lnTo>
                    <a:pt x="90488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40214" y="803899"/>
                  </a:lnTo>
                  <a:lnTo>
                    <a:pt x="11948" y="773994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296023" y="3333749"/>
              <a:ext cx="2133600" cy="200025"/>
            </a:xfrm>
            <a:custGeom>
              <a:avLst/>
              <a:gdLst/>
              <a:ahLst/>
              <a:cxnLst/>
              <a:rect l="l" t="t" r="r" b="b"/>
              <a:pathLst>
                <a:path w="2133600" h="200025">
                  <a:moveTo>
                    <a:pt x="2092290" y="200024"/>
                  </a:moveTo>
                  <a:lnTo>
                    <a:pt x="41309" y="200024"/>
                  </a:lnTo>
                  <a:lnTo>
                    <a:pt x="35234" y="198816"/>
                  </a:lnTo>
                  <a:lnTo>
                    <a:pt x="1208" y="164790"/>
                  </a:lnTo>
                  <a:lnTo>
                    <a:pt x="0" y="158715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2092290" y="0"/>
                  </a:lnTo>
                  <a:lnTo>
                    <a:pt x="2127557" y="23564"/>
                  </a:lnTo>
                  <a:lnTo>
                    <a:pt x="2133599" y="41309"/>
                  </a:lnTo>
                  <a:lnTo>
                    <a:pt x="2133599" y="158715"/>
                  </a:lnTo>
                  <a:lnTo>
                    <a:pt x="2110034" y="193982"/>
                  </a:lnTo>
                  <a:lnTo>
                    <a:pt x="2098365" y="198816"/>
                  </a:lnTo>
                  <a:lnTo>
                    <a:pt x="209229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1236919" y="3359150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6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296023" y="3752849"/>
            <a:ext cx="5076825" cy="219075"/>
          </a:xfrm>
          <a:custGeom>
            <a:avLst/>
            <a:gdLst/>
            <a:ahLst/>
            <a:cxnLst/>
            <a:rect l="l" t="t" r="r" b="b"/>
            <a:pathLst>
              <a:path w="5076825" h="219075">
                <a:moveTo>
                  <a:pt x="5035514" y="219074"/>
                </a:moveTo>
                <a:lnTo>
                  <a:pt x="41309" y="219074"/>
                </a:lnTo>
                <a:lnTo>
                  <a:pt x="35234" y="217866"/>
                </a:lnTo>
                <a:lnTo>
                  <a:pt x="1208" y="183840"/>
                </a:lnTo>
                <a:lnTo>
                  <a:pt x="0" y="177764"/>
                </a:lnTo>
                <a:lnTo>
                  <a:pt x="0" y="1714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1" y="23564"/>
                </a:lnTo>
                <a:lnTo>
                  <a:pt x="5076824" y="41309"/>
                </a:lnTo>
                <a:lnTo>
                  <a:pt x="5076824" y="177764"/>
                </a:lnTo>
                <a:lnTo>
                  <a:pt x="5053258" y="213032"/>
                </a:lnTo>
                <a:lnTo>
                  <a:pt x="5041590" y="217866"/>
                </a:lnTo>
                <a:lnTo>
                  <a:pt x="5035514" y="2190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283324" y="3325812"/>
            <a:ext cx="3359785" cy="593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st.selectbox(label,</a:t>
            </a:r>
            <a:r>
              <a:rPr dirty="0" sz="900" spc="229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options)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 a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dropdown.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selected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option.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color</a:t>
            </a:r>
            <a:r>
              <a:rPr dirty="0" sz="750" spc="114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12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st.selectbox(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"Color"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2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"Red"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"Green"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"Blue"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85799" y="4143374"/>
            <a:ext cx="5343525" cy="828675"/>
            <a:chOff x="685799" y="4143374"/>
            <a:chExt cx="5343525" cy="828675"/>
          </a:xfrm>
        </p:grpSpPr>
        <p:sp>
          <p:nvSpPr>
            <p:cNvPr id="47" name="object 47"/>
            <p:cNvSpPr/>
            <p:nvPr/>
          </p:nvSpPr>
          <p:spPr>
            <a:xfrm>
              <a:off x="690562" y="41481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5249453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9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4"/>
                  </a:lnTo>
                  <a:lnTo>
                    <a:pt x="5333999" y="84545"/>
                  </a:lnTo>
                  <a:lnTo>
                    <a:pt x="5333999" y="734603"/>
                  </a:lnTo>
                  <a:lnTo>
                    <a:pt x="5322050" y="773994"/>
                  </a:lnTo>
                  <a:lnTo>
                    <a:pt x="5288843" y="807200"/>
                  </a:lnTo>
                  <a:lnTo>
                    <a:pt x="5255337" y="818570"/>
                  </a:lnTo>
                  <a:lnTo>
                    <a:pt x="5249453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90562" y="41481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61164" y="1738"/>
                  </a:lnTo>
                  <a:lnTo>
                    <a:pt x="5266992" y="2897"/>
                  </a:lnTo>
                  <a:lnTo>
                    <a:pt x="5293783" y="15249"/>
                  </a:lnTo>
                  <a:lnTo>
                    <a:pt x="5298723" y="18550"/>
                  </a:lnTo>
                  <a:lnTo>
                    <a:pt x="5318749" y="40215"/>
                  </a:lnTo>
                  <a:lnTo>
                    <a:pt x="5322050" y="45154"/>
                  </a:lnTo>
                  <a:lnTo>
                    <a:pt x="5324837" y="50369"/>
                  </a:lnTo>
                  <a:lnTo>
                    <a:pt x="5327111" y="55858"/>
                  </a:lnTo>
                  <a:lnTo>
                    <a:pt x="5329384" y="61347"/>
                  </a:lnTo>
                  <a:lnTo>
                    <a:pt x="5331100" y="67006"/>
                  </a:lnTo>
                  <a:lnTo>
                    <a:pt x="5332260" y="72833"/>
                  </a:lnTo>
                  <a:lnTo>
                    <a:pt x="5333419" y="78661"/>
                  </a:lnTo>
                  <a:lnTo>
                    <a:pt x="5333999" y="84545"/>
                  </a:lnTo>
                  <a:lnTo>
                    <a:pt x="5333999" y="90487"/>
                  </a:lnTo>
                  <a:lnTo>
                    <a:pt x="5333999" y="728662"/>
                  </a:lnTo>
                  <a:lnTo>
                    <a:pt x="5333999" y="734603"/>
                  </a:lnTo>
                  <a:lnTo>
                    <a:pt x="5333419" y="740487"/>
                  </a:lnTo>
                  <a:lnTo>
                    <a:pt x="5332260" y="746315"/>
                  </a:lnTo>
                  <a:lnTo>
                    <a:pt x="5331100" y="752142"/>
                  </a:lnTo>
                  <a:lnTo>
                    <a:pt x="5329384" y="757800"/>
                  </a:lnTo>
                  <a:lnTo>
                    <a:pt x="5327111" y="763290"/>
                  </a:lnTo>
                  <a:lnTo>
                    <a:pt x="5324837" y="768779"/>
                  </a:lnTo>
                  <a:lnTo>
                    <a:pt x="5307495" y="792646"/>
                  </a:lnTo>
                  <a:lnTo>
                    <a:pt x="5303294" y="796848"/>
                  </a:lnTo>
                  <a:lnTo>
                    <a:pt x="5266992" y="816251"/>
                  </a:lnTo>
                  <a:lnTo>
                    <a:pt x="5261164" y="817411"/>
                  </a:lnTo>
                  <a:lnTo>
                    <a:pt x="5255337" y="818570"/>
                  </a:lnTo>
                  <a:lnTo>
                    <a:pt x="5249453" y="819149"/>
                  </a:lnTo>
                  <a:lnTo>
                    <a:pt x="5243512" y="819149"/>
                  </a:lnTo>
                  <a:lnTo>
                    <a:pt x="90487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4" y="817411"/>
                  </a:lnTo>
                  <a:lnTo>
                    <a:pt x="67006" y="816251"/>
                  </a:lnTo>
                  <a:lnTo>
                    <a:pt x="30704" y="796848"/>
                  </a:lnTo>
                  <a:lnTo>
                    <a:pt x="15249" y="778934"/>
                  </a:lnTo>
                  <a:lnTo>
                    <a:pt x="11948" y="773994"/>
                  </a:lnTo>
                  <a:lnTo>
                    <a:pt x="9161" y="768779"/>
                  </a:lnTo>
                  <a:lnTo>
                    <a:pt x="6887" y="763290"/>
                  </a:lnTo>
                  <a:lnTo>
                    <a:pt x="4614" y="757800"/>
                  </a:lnTo>
                  <a:lnTo>
                    <a:pt x="2897" y="752142"/>
                  </a:lnTo>
                  <a:lnTo>
                    <a:pt x="1738" y="746315"/>
                  </a:lnTo>
                  <a:lnTo>
                    <a:pt x="579" y="740487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19149" y="4238624"/>
              <a:ext cx="1847850" cy="200025"/>
            </a:xfrm>
            <a:custGeom>
              <a:avLst/>
              <a:gdLst/>
              <a:ahLst/>
              <a:cxnLst/>
              <a:rect l="l" t="t" r="r" b="b"/>
              <a:pathLst>
                <a:path w="1847850" h="200025">
                  <a:moveTo>
                    <a:pt x="1806540" y="200024"/>
                  </a:moveTo>
                  <a:lnTo>
                    <a:pt x="41309" y="200024"/>
                  </a:lnTo>
                  <a:lnTo>
                    <a:pt x="35234" y="198816"/>
                  </a:lnTo>
                  <a:lnTo>
                    <a:pt x="1208" y="164789"/>
                  </a:lnTo>
                  <a:lnTo>
                    <a:pt x="0" y="158714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806540" y="0"/>
                  </a:lnTo>
                  <a:lnTo>
                    <a:pt x="1841807" y="23564"/>
                  </a:lnTo>
                  <a:lnTo>
                    <a:pt x="1847849" y="41309"/>
                  </a:lnTo>
                  <a:lnTo>
                    <a:pt x="1847849" y="158714"/>
                  </a:lnTo>
                  <a:lnTo>
                    <a:pt x="1824284" y="193982"/>
                  </a:lnTo>
                  <a:lnTo>
                    <a:pt x="1812615" y="198816"/>
                  </a:lnTo>
                  <a:lnTo>
                    <a:pt x="180654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5760044" y="4264025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7</a:t>
            </a:r>
            <a:endParaRPr sz="750">
              <a:latin typeface="Tahoma"/>
              <a:cs typeface="Tahom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19149" y="4657724"/>
            <a:ext cx="5076825" cy="219075"/>
          </a:xfrm>
          <a:custGeom>
            <a:avLst/>
            <a:gdLst/>
            <a:ahLst/>
            <a:cxnLst/>
            <a:rect l="l" t="t" r="r" b="b"/>
            <a:pathLst>
              <a:path w="5076825" h="219075">
                <a:moveTo>
                  <a:pt x="5035514" y="219074"/>
                </a:moveTo>
                <a:lnTo>
                  <a:pt x="41309" y="219074"/>
                </a:lnTo>
                <a:lnTo>
                  <a:pt x="35234" y="217866"/>
                </a:lnTo>
                <a:lnTo>
                  <a:pt x="1208" y="183840"/>
                </a:lnTo>
                <a:lnTo>
                  <a:pt x="0" y="177764"/>
                </a:lnTo>
                <a:lnTo>
                  <a:pt x="0" y="1714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2" y="23564"/>
                </a:lnTo>
                <a:lnTo>
                  <a:pt x="5076824" y="41309"/>
                </a:lnTo>
                <a:lnTo>
                  <a:pt x="5076824" y="177764"/>
                </a:lnTo>
                <a:lnTo>
                  <a:pt x="5053259" y="213032"/>
                </a:lnTo>
                <a:lnTo>
                  <a:pt x="5041590" y="217866"/>
                </a:lnTo>
                <a:lnTo>
                  <a:pt x="5035514" y="2190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806449" y="4230687"/>
            <a:ext cx="2471420" cy="593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st.radio(label,</a:t>
            </a:r>
            <a:r>
              <a:rPr dirty="0" sz="900" spc="1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options)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radio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buttons.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Returns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selected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option.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size</a:t>
            </a:r>
            <a:r>
              <a:rPr dirty="0" sz="750" spc="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st.radio(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"Size"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"S"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"M"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0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"L"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162673" y="4143374"/>
            <a:ext cx="5343525" cy="828675"/>
            <a:chOff x="6162673" y="4143374"/>
            <a:chExt cx="5343525" cy="828675"/>
          </a:xfrm>
        </p:grpSpPr>
        <p:sp>
          <p:nvSpPr>
            <p:cNvPr id="54" name="object 54"/>
            <p:cNvSpPr/>
            <p:nvPr/>
          </p:nvSpPr>
          <p:spPr>
            <a:xfrm>
              <a:off x="6167436" y="41481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5249453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9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4"/>
                  </a:lnTo>
                  <a:lnTo>
                    <a:pt x="5333999" y="84545"/>
                  </a:lnTo>
                  <a:lnTo>
                    <a:pt x="5333999" y="734603"/>
                  </a:lnTo>
                  <a:lnTo>
                    <a:pt x="5322050" y="773994"/>
                  </a:lnTo>
                  <a:lnTo>
                    <a:pt x="5288843" y="807200"/>
                  </a:lnTo>
                  <a:lnTo>
                    <a:pt x="5255337" y="818570"/>
                  </a:lnTo>
                  <a:lnTo>
                    <a:pt x="5249453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167436" y="4148137"/>
              <a:ext cx="5334000" cy="819150"/>
            </a:xfrm>
            <a:custGeom>
              <a:avLst/>
              <a:gdLst/>
              <a:ahLst/>
              <a:cxnLst/>
              <a:rect l="l" t="t" r="r" b="b"/>
              <a:pathLst>
                <a:path w="5334000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3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55858" y="6887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61165" y="1738"/>
                  </a:lnTo>
                  <a:lnTo>
                    <a:pt x="5266992" y="2897"/>
                  </a:lnTo>
                  <a:lnTo>
                    <a:pt x="5303295" y="22301"/>
                  </a:lnTo>
                  <a:lnTo>
                    <a:pt x="5318749" y="40215"/>
                  </a:lnTo>
                  <a:lnTo>
                    <a:pt x="5322050" y="45154"/>
                  </a:lnTo>
                  <a:lnTo>
                    <a:pt x="5324837" y="50369"/>
                  </a:lnTo>
                  <a:lnTo>
                    <a:pt x="5327111" y="55858"/>
                  </a:lnTo>
                  <a:lnTo>
                    <a:pt x="5329384" y="61347"/>
                  </a:lnTo>
                  <a:lnTo>
                    <a:pt x="5331101" y="67006"/>
                  </a:lnTo>
                  <a:lnTo>
                    <a:pt x="5332260" y="72833"/>
                  </a:lnTo>
                  <a:lnTo>
                    <a:pt x="5333419" y="78661"/>
                  </a:lnTo>
                  <a:lnTo>
                    <a:pt x="5333999" y="84545"/>
                  </a:lnTo>
                  <a:lnTo>
                    <a:pt x="5334000" y="90487"/>
                  </a:lnTo>
                  <a:lnTo>
                    <a:pt x="5334000" y="728662"/>
                  </a:lnTo>
                  <a:lnTo>
                    <a:pt x="5333999" y="734603"/>
                  </a:lnTo>
                  <a:lnTo>
                    <a:pt x="5333419" y="740487"/>
                  </a:lnTo>
                  <a:lnTo>
                    <a:pt x="5332260" y="746315"/>
                  </a:lnTo>
                  <a:lnTo>
                    <a:pt x="5331101" y="752142"/>
                  </a:lnTo>
                  <a:lnTo>
                    <a:pt x="5329384" y="757800"/>
                  </a:lnTo>
                  <a:lnTo>
                    <a:pt x="5327111" y="763290"/>
                  </a:lnTo>
                  <a:lnTo>
                    <a:pt x="5324837" y="768779"/>
                  </a:lnTo>
                  <a:lnTo>
                    <a:pt x="5298724" y="800599"/>
                  </a:lnTo>
                  <a:lnTo>
                    <a:pt x="5261165" y="817411"/>
                  </a:lnTo>
                  <a:lnTo>
                    <a:pt x="5255337" y="818570"/>
                  </a:lnTo>
                  <a:lnTo>
                    <a:pt x="5249453" y="819149"/>
                  </a:lnTo>
                  <a:lnTo>
                    <a:pt x="5243512" y="819149"/>
                  </a:lnTo>
                  <a:lnTo>
                    <a:pt x="90488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40214" y="803900"/>
                  </a:lnTo>
                  <a:lnTo>
                    <a:pt x="26503" y="792646"/>
                  </a:lnTo>
                  <a:lnTo>
                    <a:pt x="22301" y="788445"/>
                  </a:lnTo>
                  <a:lnTo>
                    <a:pt x="6887" y="763290"/>
                  </a:lnTo>
                  <a:lnTo>
                    <a:pt x="4613" y="757800"/>
                  </a:lnTo>
                  <a:lnTo>
                    <a:pt x="2897" y="752142"/>
                  </a:lnTo>
                  <a:lnTo>
                    <a:pt x="1738" y="746315"/>
                  </a:lnTo>
                  <a:lnTo>
                    <a:pt x="579" y="740487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296023" y="4238624"/>
              <a:ext cx="1428750" cy="200025"/>
            </a:xfrm>
            <a:custGeom>
              <a:avLst/>
              <a:gdLst/>
              <a:ahLst/>
              <a:cxnLst/>
              <a:rect l="l" t="t" r="r" b="b"/>
              <a:pathLst>
                <a:path w="1428750" h="200025">
                  <a:moveTo>
                    <a:pt x="1387440" y="200024"/>
                  </a:moveTo>
                  <a:lnTo>
                    <a:pt x="41309" y="200024"/>
                  </a:lnTo>
                  <a:lnTo>
                    <a:pt x="35234" y="198816"/>
                  </a:lnTo>
                  <a:lnTo>
                    <a:pt x="1208" y="164789"/>
                  </a:lnTo>
                  <a:lnTo>
                    <a:pt x="0" y="158714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387440" y="0"/>
                  </a:lnTo>
                  <a:lnTo>
                    <a:pt x="1422707" y="23564"/>
                  </a:lnTo>
                  <a:lnTo>
                    <a:pt x="1428749" y="41309"/>
                  </a:lnTo>
                  <a:lnTo>
                    <a:pt x="1428749" y="158714"/>
                  </a:lnTo>
                  <a:lnTo>
                    <a:pt x="1405185" y="193982"/>
                  </a:lnTo>
                  <a:lnTo>
                    <a:pt x="1393515" y="198816"/>
                  </a:lnTo>
                  <a:lnTo>
                    <a:pt x="138744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11236919" y="4264025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8</a:t>
            </a:r>
            <a:endParaRPr sz="75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96023" y="4657724"/>
            <a:ext cx="5076825" cy="219075"/>
          </a:xfrm>
          <a:custGeom>
            <a:avLst/>
            <a:gdLst/>
            <a:ahLst/>
            <a:cxnLst/>
            <a:rect l="l" t="t" r="r" b="b"/>
            <a:pathLst>
              <a:path w="5076825" h="219075">
                <a:moveTo>
                  <a:pt x="5035514" y="219074"/>
                </a:moveTo>
                <a:lnTo>
                  <a:pt x="41309" y="219074"/>
                </a:lnTo>
                <a:lnTo>
                  <a:pt x="35234" y="217866"/>
                </a:lnTo>
                <a:lnTo>
                  <a:pt x="1208" y="183840"/>
                </a:lnTo>
                <a:lnTo>
                  <a:pt x="0" y="177764"/>
                </a:lnTo>
                <a:lnTo>
                  <a:pt x="0" y="1714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1" y="23564"/>
                </a:lnTo>
                <a:lnTo>
                  <a:pt x="5076824" y="41309"/>
                </a:lnTo>
                <a:lnTo>
                  <a:pt x="5076824" y="177764"/>
                </a:lnTo>
                <a:lnTo>
                  <a:pt x="5053258" y="213032"/>
                </a:lnTo>
                <a:lnTo>
                  <a:pt x="5041590" y="217866"/>
                </a:lnTo>
                <a:lnTo>
                  <a:pt x="5035514" y="2190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283324" y="4230687"/>
            <a:ext cx="2234565" cy="593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st.checkbox(label)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Renders a checkbox.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ahoma"/>
                <a:cs typeface="Tahoma"/>
              </a:rPr>
              <a:t>True/False.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13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st.checkbox(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"Show</a:t>
            </a:r>
            <a:r>
              <a:rPr dirty="0" sz="750" spc="14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advanced"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):</a:t>
            </a:r>
            <a:r>
              <a:rPr dirty="0" sz="750" spc="1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...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85799" y="5048249"/>
            <a:ext cx="5343525" cy="962025"/>
            <a:chOff x="685799" y="5048249"/>
            <a:chExt cx="5343525" cy="962025"/>
          </a:xfrm>
        </p:grpSpPr>
        <p:sp>
          <p:nvSpPr>
            <p:cNvPr id="61" name="object 61"/>
            <p:cNvSpPr/>
            <p:nvPr/>
          </p:nvSpPr>
          <p:spPr>
            <a:xfrm>
              <a:off x="690562" y="5053012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5249453" y="952499"/>
                  </a:moveTo>
                  <a:lnTo>
                    <a:pt x="84545" y="952499"/>
                  </a:lnTo>
                  <a:lnTo>
                    <a:pt x="78661" y="951919"/>
                  </a:lnTo>
                  <a:lnTo>
                    <a:pt x="35275" y="933948"/>
                  </a:lnTo>
                  <a:lnTo>
                    <a:pt x="9161" y="902129"/>
                  </a:lnTo>
                  <a:lnTo>
                    <a:pt x="0" y="867953"/>
                  </a:lnTo>
                  <a:lnTo>
                    <a:pt x="0" y="8620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4"/>
                  </a:lnTo>
                  <a:lnTo>
                    <a:pt x="5333999" y="84545"/>
                  </a:lnTo>
                  <a:lnTo>
                    <a:pt x="5333999" y="867953"/>
                  </a:lnTo>
                  <a:lnTo>
                    <a:pt x="5322050" y="907343"/>
                  </a:lnTo>
                  <a:lnTo>
                    <a:pt x="5288843" y="940550"/>
                  </a:lnTo>
                  <a:lnTo>
                    <a:pt x="5255337" y="951919"/>
                  </a:lnTo>
                  <a:lnTo>
                    <a:pt x="5249453" y="952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90562" y="5053012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0" y="8620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0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70" y="9161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93783" y="15249"/>
                  </a:lnTo>
                  <a:lnTo>
                    <a:pt x="5298723" y="18550"/>
                  </a:lnTo>
                  <a:lnTo>
                    <a:pt x="5303294" y="22300"/>
                  </a:lnTo>
                  <a:lnTo>
                    <a:pt x="5307495" y="26502"/>
                  </a:lnTo>
                  <a:lnTo>
                    <a:pt x="5311697" y="30703"/>
                  </a:lnTo>
                  <a:lnTo>
                    <a:pt x="5315448" y="35274"/>
                  </a:lnTo>
                  <a:lnTo>
                    <a:pt x="5318749" y="40215"/>
                  </a:lnTo>
                  <a:lnTo>
                    <a:pt x="5322050" y="45154"/>
                  </a:lnTo>
                  <a:lnTo>
                    <a:pt x="5324837" y="50369"/>
                  </a:lnTo>
                  <a:lnTo>
                    <a:pt x="5327111" y="55858"/>
                  </a:lnTo>
                  <a:lnTo>
                    <a:pt x="5329384" y="61347"/>
                  </a:lnTo>
                  <a:lnTo>
                    <a:pt x="5331100" y="67005"/>
                  </a:lnTo>
                  <a:lnTo>
                    <a:pt x="5332260" y="72833"/>
                  </a:lnTo>
                  <a:lnTo>
                    <a:pt x="5333419" y="78660"/>
                  </a:lnTo>
                  <a:lnTo>
                    <a:pt x="5333999" y="84545"/>
                  </a:lnTo>
                  <a:lnTo>
                    <a:pt x="5333999" y="90487"/>
                  </a:lnTo>
                  <a:lnTo>
                    <a:pt x="5333999" y="862012"/>
                  </a:lnTo>
                  <a:lnTo>
                    <a:pt x="5333999" y="867953"/>
                  </a:lnTo>
                  <a:lnTo>
                    <a:pt x="5333419" y="873838"/>
                  </a:lnTo>
                  <a:lnTo>
                    <a:pt x="5332260" y="879665"/>
                  </a:lnTo>
                  <a:lnTo>
                    <a:pt x="5331100" y="885492"/>
                  </a:lnTo>
                  <a:lnTo>
                    <a:pt x="5329384" y="891150"/>
                  </a:lnTo>
                  <a:lnTo>
                    <a:pt x="5327111" y="896639"/>
                  </a:lnTo>
                  <a:lnTo>
                    <a:pt x="5324837" y="902129"/>
                  </a:lnTo>
                  <a:lnTo>
                    <a:pt x="5322050" y="907343"/>
                  </a:lnTo>
                  <a:lnTo>
                    <a:pt x="5318749" y="912283"/>
                  </a:lnTo>
                  <a:lnTo>
                    <a:pt x="5315448" y="917224"/>
                  </a:lnTo>
                  <a:lnTo>
                    <a:pt x="5293783" y="937249"/>
                  </a:lnTo>
                  <a:lnTo>
                    <a:pt x="5288843" y="940550"/>
                  </a:lnTo>
                  <a:lnTo>
                    <a:pt x="5283628" y="943337"/>
                  </a:lnTo>
                  <a:lnTo>
                    <a:pt x="5278139" y="945611"/>
                  </a:lnTo>
                  <a:lnTo>
                    <a:pt x="5272650" y="947885"/>
                  </a:lnTo>
                  <a:lnTo>
                    <a:pt x="5266992" y="949601"/>
                  </a:lnTo>
                  <a:lnTo>
                    <a:pt x="5261164" y="950760"/>
                  </a:lnTo>
                  <a:lnTo>
                    <a:pt x="5255337" y="951919"/>
                  </a:lnTo>
                  <a:lnTo>
                    <a:pt x="5249453" y="952499"/>
                  </a:lnTo>
                  <a:lnTo>
                    <a:pt x="5243512" y="952499"/>
                  </a:lnTo>
                  <a:lnTo>
                    <a:pt x="90487" y="952499"/>
                  </a:lnTo>
                  <a:lnTo>
                    <a:pt x="84545" y="952499"/>
                  </a:lnTo>
                  <a:lnTo>
                    <a:pt x="78661" y="951919"/>
                  </a:lnTo>
                  <a:lnTo>
                    <a:pt x="72834" y="950760"/>
                  </a:lnTo>
                  <a:lnTo>
                    <a:pt x="67006" y="949601"/>
                  </a:lnTo>
                  <a:lnTo>
                    <a:pt x="61348" y="947885"/>
                  </a:lnTo>
                  <a:lnTo>
                    <a:pt x="55859" y="945611"/>
                  </a:lnTo>
                  <a:lnTo>
                    <a:pt x="50370" y="943337"/>
                  </a:lnTo>
                  <a:lnTo>
                    <a:pt x="45155" y="940550"/>
                  </a:lnTo>
                  <a:lnTo>
                    <a:pt x="40215" y="937249"/>
                  </a:lnTo>
                  <a:lnTo>
                    <a:pt x="35275" y="933948"/>
                  </a:lnTo>
                  <a:lnTo>
                    <a:pt x="15249" y="912283"/>
                  </a:lnTo>
                  <a:lnTo>
                    <a:pt x="11948" y="907343"/>
                  </a:lnTo>
                  <a:lnTo>
                    <a:pt x="0" y="867953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19149" y="5143499"/>
              <a:ext cx="1066800" cy="200025"/>
            </a:xfrm>
            <a:custGeom>
              <a:avLst/>
              <a:gdLst/>
              <a:ahLst/>
              <a:cxnLst/>
              <a:rect l="l" t="t" r="r" b="b"/>
              <a:pathLst>
                <a:path w="1066800" h="200025">
                  <a:moveTo>
                    <a:pt x="1025490" y="200024"/>
                  </a:moveTo>
                  <a:lnTo>
                    <a:pt x="41309" y="200024"/>
                  </a:lnTo>
                  <a:lnTo>
                    <a:pt x="35234" y="198815"/>
                  </a:lnTo>
                  <a:lnTo>
                    <a:pt x="1208" y="164789"/>
                  </a:lnTo>
                  <a:lnTo>
                    <a:pt x="0" y="158715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025490" y="0"/>
                  </a:lnTo>
                  <a:lnTo>
                    <a:pt x="1060757" y="23564"/>
                  </a:lnTo>
                  <a:lnTo>
                    <a:pt x="1066799" y="41309"/>
                  </a:lnTo>
                  <a:lnTo>
                    <a:pt x="1066799" y="158715"/>
                  </a:lnTo>
                  <a:lnTo>
                    <a:pt x="1043234" y="193981"/>
                  </a:lnTo>
                  <a:lnTo>
                    <a:pt x="1031565" y="198815"/>
                  </a:lnTo>
                  <a:lnTo>
                    <a:pt x="102549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5760044" y="5168900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9</a:t>
            </a:r>
            <a:endParaRPr sz="750">
              <a:latin typeface="Tahoma"/>
              <a:cs typeface="Tahoma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19149" y="5562599"/>
            <a:ext cx="5076825" cy="352425"/>
          </a:xfrm>
          <a:custGeom>
            <a:avLst/>
            <a:gdLst/>
            <a:ahLst/>
            <a:cxnLst/>
            <a:rect l="l" t="t" r="r" b="b"/>
            <a:pathLst>
              <a:path w="5076825" h="352425">
                <a:moveTo>
                  <a:pt x="5035514" y="352424"/>
                </a:moveTo>
                <a:lnTo>
                  <a:pt x="41309" y="352424"/>
                </a:lnTo>
                <a:lnTo>
                  <a:pt x="35234" y="351215"/>
                </a:lnTo>
                <a:lnTo>
                  <a:pt x="1208" y="317189"/>
                </a:lnTo>
                <a:lnTo>
                  <a:pt x="0" y="311115"/>
                </a:lnTo>
                <a:lnTo>
                  <a:pt x="0" y="30479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2" y="23564"/>
                </a:lnTo>
                <a:lnTo>
                  <a:pt x="5076824" y="41309"/>
                </a:lnTo>
                <a:lnTo>
                  <a:pt x="5076824" y="311115"/>
                </a:lnTo>
                <a:lnTo>
                  <a:pt x="5053259" y="346381"/>
                </a:lnTo>
                <a:lnTo>
                  <a:pt x="5041590" y="351215"/>
                </a:lnTo>
                <a:lnTo>
                  <a:pt x="5035514" y="35242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806449" y="5135562"/>
            <a:ext cx="3201670" cy="7359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st.columns(n)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Splits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ahoma"/>
                <a:cs typeface="Tahoma"/>
              </a:rPr>
              <a:t>page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into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n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side-</a:t>
            </a:r>
            <a:r>
              <a:rPr dirty="0" sz="900" spc="-70">
                <a:solidFill>
                  <a:srgbClr val="4A4E6A"/>
                </a:solidFill>
                <a:latin typeface="Tahoma"/>
                <a:cs typeface="Tahoma"/>
              </a:rPr>
              <a:t>by-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side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columns.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as 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context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manager.</a:t>
            </a:r>
            <a:endParaRPr sz="900">
              <a:latin typeface="Tahoma"/>
              <a:cs typeface="Tahoma"/>
            </a:endParaRPr>
          </a:p>
          <a:p>
            <a:pPr marL="88265" marR="1504950">
              <a:lnSpc>
                <a:spcPct val="125000"/>
              </a:lnSpc>
              <a:spcBef>
                <a:spcPts val="49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col1,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col2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st.columns(2)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750" spc="7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col1:</a:t>
            </a:r>
            <a:r>
              <a:rPr dirty="0" sz="750" spc="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"Left"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162673" y="5048249"/>
            <a:ext cx="5343525" cy="962025"/>
            <a:chOff x="6162673" y="5048249"/>
            <a:chExt cx="5343525" cy="962025"/>
          </a:xfrm>
        </p:grpSpPr>
        <p:sp>
          <p:nvSpPr>
            <p:cNvPr id="68" name="object 68"/>
            <p:cNvSpPr/>
            <p:nvPr/>
          </p:nvSpPr>
          <p:spPr>
            <a:xfrm>
              <a:off x="6167436" y="5053012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5249453" y="952499"/>
                  </a:moveTo>
                  <a:lnTo>
                    <a:pt x="84545" y="952499"/>
                  </a:lnTo>
                  <a:lnTo>
                    <a:pt x="78661" y="951919"/>
                  </a:lnTo>
                  <a:lnTo>
                    <a:pt x="35275" y="933948"/>
                  </a:lnTo>
                  <a:lnTo>
                    <a:pt x="9161" y="902129"/>
                  </a:lnTo>
                  <a:lnTo>
                    <a:pt x="0" y="867953"/>
                  </a:lnTo>
                  <a:lnTo>
                    <a:pt x="0" y="8620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49453" y="0"/>
                  </a:lnTo>
                  <a:lnTo>
                    <a:pt x="5288843" y="11948"/>
                  </a:lnTo>
                  <a:lnTo>
                    <a:pt x="5322050" y="45154"/>
                  </a:lnTo>
                  <a:lnTo>
                    <a:pt x="5333999" y="84545"/>
                  </a:lnTo>
                  <a:lnTo>
                    <a:pt x="5333999" y="867953"/>
                  </a:lnTo>
                  <a:lnTo>
                    <a:pt x="5322050" y="907343"/>
                  </a:lnTo>
                  <a:lnTo>
                    <a:pt x="5288843" y="940550"/>
                  </a:lnTo>
                  <a:lnTo>
                    <a:pt x="5255337" y="951919"/>
                  </a:lnTo>
                  <a:lnTo>
                    <a:pt x="5249453" y="952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67436" y="5053012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0" y="8620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3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0"/>
                  </a:lnTo>
                  <a:lnTo>
                    <a:pt x="35275" y="18550"/>
                  </a:lnTo>
                  <a:lnTo>
                    <a:pt x="72833" y="1738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43512" y="0"/>
                  </a:lnTo>
                  <a:lnTo>
                    <a:pt x="5249453" y="0"/>
                  </a:lnTo>
                  <a:lnTo>
                    <a:pt x="5255337" y="579"/>
                  </a:lnTo>
                  <a:lnTo>
                    <a:pt x="5293783" y="15249"/>
                  </a:lnTo>
                  <a:lnTo>
                    <a:pt x="5298724" y="18550"/>
                  </a:lnTo>
                  <a:lnTo>
                    <a:pt x="5318749" y="40215"/>
                  </a:lnTo>
                  <a:lnTo>
                    <a:pt x="5322050" y="45154"/>
                  </a:lnTo>
                  <a:lnTo>
                    <a:pt x="5324837" y="50369"/>
                  </a:lnTo>
                  <a:lnTo>
                    <a:pt x="5327111" y="55858"/>
                  </a:lnTo>
                  <a:lnTo>
                    <a:pt x="5329384" y="61347"/>
                  </a:lnTo>
                  <a:lnTo>
                    <a:pt x="5331101" y="67005"/>
                  </a:lnTo>
                  <a:lnTo>
                    <a:pt x="5332260" y="72833"/>
                  </a:lnTo>
                  <a:lnTo>
                    <a:pt x="5333419" y="78660"/>
                  </a:lnTo>
                  <a:lnTo>
                    <a:pt x="5333999" y="84545"/>
                  </a:lnTo>
                  <a:lnTo>
                    <a:pt x="5334000" y="90487"/>
                  </a:lnTo>
                  <a:lnTo>
                    <a:pt x="5334000" y="862012"/>
                  </a:lnTo>
                  <a:lnTo>
                    <a:pt x="5333999" y="867953"/>
                  </a:lnTo>
                  <a:lnTo>
                    <a:pt x="5333419" y="873838"/>
                  </a:lnTo>
                  <a:lnTo>
                    <a:pt x="5332260" y="879665"/>
                  </a:lnTo>
                  <a:lnTo>
                    <a:pt x="5331101" y="885492"/>
                  </a:lnTo>
                  <a:lnTo>
                    <a:pt x="5329384" y="891150"/>
                  </a:lnTo>
                  <a:lnTo>
                    <a:pt x="5327111" y="896639"/>
                  </a:lnTo>
                  <a:lnTo>
                    <a:pt x="5324837" y="902129"/>
                  </a:lnTo>
                  <a:lnTo>
                    <a:pt x="5322050" y="907343"/>
                  </a:lnTo>
                  <a:lnTo>
                    <a:pt x="5318749" y="912283"/>
                  </a:lnTo>
                  <a:lnTo>
                    <a:pt x="5315448" y="917224"/>
                  </a:lnTo>
                  <a:lnTo>
                    <a:pt x="5293783" y="937249"/>
                  </a:lnTo>
                  <a:lnTo>
                    <a:pt x="5288843" y="940550"/>
                  </a:lnTo>
                  <a:lnTo>
                    <a:pt x="5283628" y="943337"/>
                  </a:lnTo>
                  <a:lnTo>
                    <a:pt x="5278139" y="945611"/>
                  </a:lnTo>
                  <a:lnTo>
                    <a:pt x="5272650" y="947885"/>
                  </a:lnTo>
                  <a:lnTo>
                    <a:pt x="5266992" y="949601"/>
                  </a:lnTo>
                  <a:lnTo>
                    <a:pt x="5261165" y="950760"/>
                  </a:lnTo>
                  <a:lnTo>
                    <a:pt x="5255337" y="951919"/>
                  </a:lnTo>
                  <a:lnTo>
                    <a:pt x="5249453" y="952499"/>
                  </a:lnTo>
                  <a:lnTo>
                    <a:pt x="5243512" y="952499"/>
                  </a:lnTo>
                  <a:lnTo>
                    <a:pt x="90488" y="952499"/>
                  </a:lnTo>
                  <a:lnTo>
                    <a:pt x="50370" y="943337"/>
                  </a:lnTo>
                  <a:lnTo>
                    <a:pt x="18550" y="917224"/>
                  </a:lnTo>
                  <a:lnTo>
                    <a:pt x="1738" y="879665"/>
                  </a:lnTo>
                  <a:lnTo>
                    <a:pt x="579" y="873838"/>
                  </a:lnTo>
                  <a:lnTo>
                    <a:pt x="0" y="867953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296023" y="5143499"/>
              <a:ext cx="857250" cy="200025"/>
            </a:xfrm>
            <a:custGeom>
              <a:avLst/>
              <a:gdLst/>
              <a:ahLst/>
              <a:cxnLst/>
              <a:rect l="l" t="t" r="r" b="b"/>
              <a:pathLst>
                <a:path w="857250" h="200025">
                  <a:moveTo>
                    <a:pt x="815940" y="200024"/>
                  </a:moveTo>
                  <a:lnTo>
                    <a:pt x="41309" y="200024"/>
                  </a:lnTo>
                  <a:lnTo>
                    <a:pt x="35234" y="198815"/>
                  </a:lnTo>
                  <a:lnTo>
                    <a:pt x="1208" y="164789"/>
                  </a:lnTo>
                  <a:lnTo>
                    <a:pt x="0" y="158715"/>
                  </a:lnTo>
                  <a:lnTo>
                    <a:pt x="0" y="1523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815940" y="0"/>
                  </a:lnTo>
                  <a:lnTo>
                    <a:pt x="851207" y="23564"/>
                  </a:lnTo>
                  <a:lnTo>
                    <a:pt x="857249" y="41309"/>
                  </a:lnTo>
                  <a:lnTo>
                    <a:pt x="857249" y="158715"/>
                  </a:lnTo>
                  <a:lnTo>
                    <a:pt x="833684" y="193981"/>
                  </a:lnTo>
                  <a:lnTo>
                    <a:pt x="822014" y="198815"/>
                  </a:lnTo>
                  <a:lnTo>
                    <a:pt x="815940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11236919" y="5168900"/>
            <a:ext cx="135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75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296023" y="5562599"/>
            <a:ext cx="5076825" cy="219075"/>
          </a:xfrm>
          <a:custGeom>
            <a:avLst/>
            <a:gdLst/>
            <a:ahLst/>
            <a:cxnLst/>
            <a:rect l="l" t="t" r="r" b="b"/>
            <a:pathLst>
              <a:path w="5076825" h="219075">
                <a:moveTo>
                  <a:pt x="5035514" y="219074"/>
                </a:moveTo>
                <a:lnTo>
                  <a:pt x="41309" y="219074"/>
                </a:lnTo>
                <a:lnTo>
                  <a:pt x="35234" y="217866"/>
                </a:lnTo>
                <a:lnTo>
                  <a:pt x="1208" y="183839"/>
                </a:lnTo>
                <a:lnTo>
                  <a:pt x="0" y="177765"/>
                </a:lnTo>
                <a:lnTo>
                  <a:pt x="0" y="1714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5035514" y="0"/>
                </a:lnTo>
                <a:lnTo>
                  <a:pt x="5070781" y="23564"/>
                </a:lnTo>
                <a:lnTo>
                  <a:pt x="5076824" y="41309"/>
                </a:lnTo>
                <a:lnTo>
                  <a:pt x="5076824" y="177765"/>
                </a:lnTo>
                <a:lnTo>
                  <a:pt x="5053258" y="213032"/>
                </a:lnTo>
                <a:lnTo>
                  <a:pt x="5041590" y="217866"/>
                </a:lnTo>
                <a:lnTo>
                  <a:pt x="5035514" y="2190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6283324" y="5135562"/>
            <a:ext cx="2990215" cy="593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st.sidebar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3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special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ahoma"/>
                <a:cs typeface="Tahoma"/>
              </a:rPr>
              <a:t>container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left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ahoma"/>
                <a:cs typeface="Tahoma"/>
              </a:rPr>
              <a:t>sidebar.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Access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90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ahoma"/>
                <a:cs typeface="Tahoma"/>
              </a:rPr>
              <a:t>through</a:t>
            </a:r>
            <a:r>
              <a:rPr dirty="0" sz="90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endParaRPr sz="9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72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name</a:t>
            </a:r>
            <a:r>
              <a:rPr dirty="0" sz="750" spc="1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1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st.sidebar.text_input(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"Your</a:t>
            </a:r>
            <a:r>
              <a:rPr dirty="0" sz="750" spc="15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name"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85799" y="5972174"/>
            <a:ext cx="10820400" cy="352425"/>
            <a:chOff x="685799" y="5972174"/>
            <a:chExt cx="10820400" cy="352425"/>
          </a:xfrm>
        </p:grpSpPr>
        <p:sp>
          <p:nvSpPr>
            <p:cNvPr id="75" name="object 75"/>
            <p:cNvSpPr/>
            <p:nvPr/>
          </p:nvSpPr>
          <p:spPr>
            <a:xfrm>
              <a:off x="685799" y="5972174"/>
              <a:ext cx="10820400" cy="352425"/>
            </a:xfrm>
            <a:custGeom>
              <a:avLst/>
              <a:gdLst/>
              <a:ahLst/>
              <a:cxnLst/>
              <a:rect l="l" t="t" r="r" b="b"/>
              <a:pathLst>
                <a:path w="10820400" h="352425">
                  <a:moveTo>
                    <a:pt x="10644186" y="352424"/>
                  </a:move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8"/>
                  </a:lnTo>
                  <a:lnTo>
                    <a:pt x="85629" y="327360"/>
                  </a:lnTo>
                  <a:lnTo>
                    <a:pt x="51611" y="300813"/>
                  </a:lnTo>
                  <a:lnTo>
                    <a:pt x="25063" y="266794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60"/>
                  </a:lnTo>
                  <a:lnTo>
                    <a:pt x="25063" y="85629"/>
                  </a:lnTo>
                  <a:lnTo>
                    <a:pt x="51611" y="51611"/>
                  </a:lnTo>
                  <a:lnTo>
                    <a:pt x="85629" y="25062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0644186" y="0"/>
                  </a:lnTo>
                  <a:lnTo>
                    <a:pt x="10687012" y="5282"/>
                  </a:lnTo>
                  <a:lnTo>
                    <a:pt x="10727252" y="20804"/>
                  </a:lnTo>
                  <a:lnTo>
                    <a:pt x="10762515" y="45639"/>
                  </a:lnTo>
                  <a:lnTo>
                    <a:pt x="10790700" y="78313"/>
                  </a:lnTo>
                  <a:lnTo>
                    <a:pt x="10810102" y="116857"/>
                  </a:lnTo>
                  <a:lnTo>
                    <a:pt x="10819552" y="158940"/>
                  </a:lnTo>
                  <a:lnTo>
                    <a:pt x="10820399" y="176212"/>
                  </a:lnTo>
                  <a:lnTo>
                    <a:pt x="10820187" y="184869"/>
                  </a:lnTo>
                  <a:lnTo>
                    <a:pt x="10812813" y="227364"/>
                  </a:lnTo>
                  <a:lnTo>
                    <a:pt x="10795334" y="266794"/>
                  </a:lnTo>
                  <a:lnTo>
                    <a:pt x="10768787" y="300813"/>
                  </a:lnTo>
                  <a:lnTo>
                    <a:pt x="10734768" y="327360"/>
                  </a:lnTo>
                  <a:lnTo>
                    <a:pt x="10695338" y="344838"/>
                  </a:lnTo>
                  <a:lnTo>
                    <a:pt x="10652843" y="352213"/>
                  </a:lnTo>
                  <a:lnTo>
                    <a:pt x="10644186" y="35242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876424" y="6086474"/>
              <a:ext cx="361950" cy="133350"/>
            </a:xfrm>
            <a:custGeom>
              <a:avLst/>
              <a:gdLst/>
              <a:ahLst/>
              <a:cxnLst/>
              <a:rect l="l" t="t" r="r" b="b"/>
              <a:pathLst>
                <a:path w="361950" h="133350">
                  <a:moveTo>
                    <a:pt x="337164" y="133349"/>
                  </a:moveTo>
                  <a:lnTo>
                    <a:pt x="24785" y="133349"/>
                  </a:lnTo>
                  <a:lnTo>
                    <a:pt x="21140" y="132623"/>
                  </a:lnTo>
                  <a:lnTo>
                    <a:pt x="0" y="108563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37164" y="0"/>
                  </a:lnTo>
                  <a:lnTo>
                    <a:pt x="361949" y="24785"/>
                  </a:lnTo>
                  <a:lnTo>
                    <a:pt x="361949" y="108563"/>
                  </a:lnTo>
                  <a:lnTo>
                    <a:pt x="340809" y="132623"/>
                  </a:lnTo>
                  <a:lnTo>
                    <a:pt x="337164" y="133349"/>
                  </a:lnTo>
                  <a:close/>
                </a:path>
              </a:pathLst>
            </a:custGeom>
            <a:solidFill>
              <a:srgbClr val="FFFFFF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44550" y="6049962"/>
            <a:ext cx="882967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30" b="1">
                <a:solidFill>
                  <a:srgbClr val="FFFFFF"/>
                </a:solidFill>
                <a:latin typeface="Tahoma"/>
                <a:cs typeface="Tahoma"/>
              </a:rPr>
              <a:t>PATTERN</a:t>
            </a:r>
            <a:r>
              <a:rPr dirty="0" sz="900" spc="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900" spc="4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Every</a:t>
            </a:r>
            <a:r>
              <a:rPr dirty="0" sz="900" spc="2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Courier New"/>
                <a:cs typeface="Courier New"/>
              </a:rPr>
              <a:t>st.* 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command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just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r>
              <a:rPr dirty="0" sz="9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function.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renders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something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9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returns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value.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Tahoma"/>
                <a:cs typeface="Tahoma"/>
              </a:rPr>
              <a:t>call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Tahoma"/>
                <a:cs typeface="Tahoma"/>
              </a:rPr>
              <a:t>it,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dirty="0" sz="9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Tahoma"/>
                <a:cs typeface="Tahoma"/>
              </a:rPr>
              <a:t>assign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return,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Tahoma"/>
                <a:cs typeface="Tahoma"/>
              </a:rPr>
              <a:t>it.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That's</a:t>
            </a:r>
            <a:r>
              <a:rPr dirty="0" sz="9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whole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Tahoma"/>
                <a:cs typeface="Tahoma"/>
              </a:rPr>
              <a:t>API.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4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1513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6A5B"/>
                </a:solidFill>
                <a:latin typeface="Tahoma"/>
                <a:cs typeface="Tahoma"/>
              </a:rPr>
              <a:t>PA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900" spc="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3116" y="1511300"/>
            <a:ext cx="98742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8309" algn="l"/>
                <a:tab pos="702945" algn="l"/>
              </a:tabLst>
            </a:pPr>
            <a:r>
              <a:rPr dirty="0" sz="1650" spc="-229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1650" spc="-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165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1650" spc="-50" b="1">
                <a:solidFill>
                  <a:srgbClr val="FF6A5B"/>
                </a:solidFill>
                <a:latin typeface="Tahoma"/>
                <a:cs typeface="Tahoma"/>
              </a:rPr>
              <a:t>/</a:t>
            </a:r>
            <a:r>
              <a:rPr dirty="0" sz="165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1650" spc="-229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1650" spc="-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1650" spc="-16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1198" y="2028824"/>
            <a:ext cx="609600" cy="28575"/>
          </a:xfrm>
          <a:custGeom>
            <a:avLst/>
            <a:gdLst/>
            <a:ahLst/>
            <a:cxnLst/>
            <a:rect l="l" t="t" r="r" b="b"/>
            <a:pathLst>
              <a:path w="609600" h="28575">
                <a:moveTo>
                  <a:pt x="597207" y="28574"/>
                </a:moveTo>
                <a:lnTo>
                  <a:pt x="12392" y="28574"/>
                </a:lnTo>
                <a:lnTo>
                  <a:pt x="10569" y="28212"/>
                </a:lnTo>
                <a:lnTo>
                  <a:pt x="0" y="16182"/>
                </a:lnTo>
                <a:lnTo>
                  <a:pt x="0" y="14287"/>
                </a:lnTo>
                <a:lnTo>
                  <a:pt x="0" y="12392"/>
                </a:lnTo>
                <a:lnTo>
                  <a:pt x="12392" y="0"/>
                </a:lnTo>
                <a:lnTo>
                  <a:pt x="597207" y="0"/>
                </a:lnTo>
                <a:lnTo>
                  <a:pt x="609599" y="12392"/>
                </a:lnTo>
                <a:lnTo>
                  <a:pt x="609599" y="16182"/>
                </a:lnTo>
                <a:lnTo>
                  <a:pt x="599029" y="28212"/>
                </a:lnTo>
                <a:lnTo>
                  <a:pt x="597207" y="28574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24905" y="2206625"/>
            <a:ext cx="8143240" cy="2239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510">
              <a:lnSpc>
                <a:spcPts val="5725"/>
              </a:lnSpc>
              <a:spcBef>
                <a:spcPts val="100"/>
              </a:spcBef>
            </a:pPr>
            <a:r>
              <a:rPr dirty="0" sz="5100" spc="-575" b="1">
                <a:solidFill>
                  <a:srgbClr val="293283"/>
                </a:solidFill>
                <a:latin typeface="Tahoma"/>
                <a:cs typeface="Tahoma"/>
              </a:rPr>
              <a:t>Build</a:t>
            </a:r>
            <a:r>
              <a:rPr dirty="0" sz="5100" spc="-6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5100" spc="-55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5100" spc="-6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5100" spc="-550" b="1">
                <a:solidFill>
                  <a:srgbClr val="293283"/>
                </a:solidFill>
                <a:latin typeface="Tahoma"/>
                <a:cs typeface="Tahoma"/>
              </a:rPr>
              <a:t>unit</a:t>
            </a:r>
            <a:r>
              <a:rPr dirty="0" sz="5100" spc="-6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5100" spc="-635" b="1">
                <a:solidFill>
                  <a:srgbClr val="293283"/>
                </a:solidFill>
                <a:latin typeface="Tahoma"/>
                <a:cs typeface="Tahoma"/>
              </a:rPr>
              <a:t>c</a:t>
            </a:r>
            <a:r>
              <a:rPr dirty="0" sz="5100" spc="-58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5100" spc="-67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5100" spc="-660" b="1">
                <a:solidFill>
                  <a:srgbClr val="293283"/>
                </a:solidFill>
                <a:latin typeface="Tahoma"/>
                <a:cs typeface="Tahoma"/>
              </a:rPr>
              <a:t>v</a:t>
            </a:r>
            <a:r>
              <a:rPr dirty="0" sz="5100" spc="-59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5100" spc="-595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5100" spc="-67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5100" spc="-59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5100" spc="-115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5100" spc="-415" b="1">
                <a:solidFill>
                  <a:srgbClr val="293283"/>
                </a:solidFill>
                <a:latin typeface="Tahoma"/>
                <a:cs typeface="Tahoma"/>
              </a:rPr>
              <a:t>.</a:t>
            </a:r>
            <a:endParaRPr sz="5100">
              <a:latin typeface="Tahoma"/>
              <a:cs typeface="Tahoma"/>
            </a:endParaRPr>
          </a:p>
          <a:p>
            <a:pPr algn="ctr" marL="16510">
              <a:lnSpc>
                <a:spcPts val="5720"/>
              </a:lnSpc>
            </a:pPr>
            <a:r>
              <a:rPr dirty="0" sz="5100" spc="-570" b="1">
                <a:solidFill>
                  <a:srgbClr val="293283"/>
                </a:solidFill>
                <a:latin typeface="Tahoma"/>
                <a:cs typeface="Tahoma"/>
              </a:rPr>
              <a:t>With</a:t>
            </a:r>
            <a:r>
              <a:rPr dirty="0" sz="5100" spc="-6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5100" spc="-55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5100" spc="-625" b="1">
                <a:solidFill>
                  <a:srgbClr val="293283"/>
                </a:solidFill>
                <a:latin typeface="Tahoma"/>
                <a:cs typeface="Tahoma"/>
              </a:rPr>
              <a:t> selectbox.</a:t>
            </a:r>
            <a:endParaRPr sz="5100">
              <a:latin typeface="Tahoma"/>
              <a:cs typeface="Tahoma"/>
            </a:endParaRPr>
          </a:p>
          <a:p>
            <a:pPr algn="ctr" marL="12700" marR="5080">
              <a:lnSpc>
                <a:spcPct val="117400"/>
              </a:lnSpc>
              <a:spcBef>
                <a:spcPts val="1335"/>
              </a:spcBef>
            </a:pPr>
            <a:r>
              <a:rPr dirty="0" sz="1650" spc="-90">
                <a:solidFill>
                  <a:srgbClr val="4A4E6A"/>
                </a:solidFill>
                <a:latin typeface="Tahoma"/>
                <a:cs typeface="Tahoma"/>
              </a:rPr>
              <a:t>Three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categories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5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length,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weight,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4A4E6A"/>
                </a:solidFill>
                <a:latin typeface="Tahoma"/>
                <a:cs typeface="Tahoma"/>
              </a:rPr>
              <a:t>temperature.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number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0">
                <a:solidFill>
                  <a:srgbClr val="4A4E6A"/>
                </a:solidFill>
                <a:latin typeface="Tahoma"/>
                <a:cs typeface="Tahoma"/>
              </a:rPr>
              <a:t>input.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4A4E6A"/>
                </a:solidFill>
                <a:latin typeface="Tahoma"/>
                <a:cs typeface="Tahoma"/>
              </a:rPr>
              <a:t>live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result.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5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0">
                <a:solidFill>
                  <a:srgbClr val="4A4E6A"/>
                </a:solidFill>
                <a:latin typeface="Tahoma"/>
                <a:cs typeface="Tahoma"/>
              </a:rPr>
              <a:t>pattern</a:t>
            </a:r>
            <a:r>
              <a:rPr dirty="0" sz="1650" spc="-12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ahoma"/>
                <a:cs typeface="Tahoma"/>
              </a:rPr>
              <a:t>you'll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reuse</a:t>
            </a:r>
            <a:r>
              <a:rPr dirty="0" sz="1650" spc="-1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4A4E6A"/>
                </a:solidFill>
                <a:latin typeface="Tahoma"/>
                <a:cs typeface="Tahoma"/>
              </a:rPr>
              <a:t>in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from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ahoma"/>
                <a:cs typeface="Tahoma"/>
              </a:rPr>
              <a:t>here</a:t>
            </a:r>
            <a:r>
              <a:rPr dirty="0" sz="1650" spc="-1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4A4E6A"/>
                </a:solidFill>
                <a:latin typeface="Tahoma"/>
                <a:cs typeface="Tahoma"/>
              </a:rPr>
              <a:t>on.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62349" y="4838699"/>
            <a:ext cx="1524000" cy="381000"/>
            <a:chOff x="3562349" y="4838699"/>
            <a:chExt cx="1524000" cy="381000"/>
          </a:xfrm>
        </p:grpSpPr>
        <p:sp>
          <p:nvSpPr>
            <p:cNvPr id="7" name="object 7"/>
            <p:cNvSpPr/>
            <p:nvPr/>
          </p:nvSpPr>
          <p:spPr>
            <a:xfrm>
              <a:off x="3567112" y="4843462"/>
              <a:ext cx="1514475" cy="371475"/>
            </a:xfrm>
            <a:custGeom>
              <a:avLst/>
              <a:gdLst/>
              <a:ahLst/>
              <a:cxnLst/>
              <a:rect l="l" t="t" r="r" b="b"/>
              <a:pathLst>
                <a:path w="1514475" h="371475">
                  <a:moveTo>
                    <a:pt x="1328737" y="371474"/>
                  </a:moveTo>
                  <a:lnTo>
                    <a:pt x="185737" y="371474"/>
                  </a:lnTo>
                  <a:lnTo>
                    <a:pt x="176612" y="371251"/>
                  </a:lnTo>
                  <a:lnTo>
                    <a:pt x="131819" y="363479"/>
                  </a:lnTo>
                  <a:lnTo>
                    <a:pt x="90257" y="345056"/>
                  </a:lnTo>
                  <a:lnTo>
                    <a:pt x="54401" y="317073"/>
                  </a:lnTo>
                  <a:lnTo>
                    <a:pt x="26418" y="281216"/>
                  </a:lnTo>
                  <a:lnTo>
                    <a:pt x="7995" y="239654"/>
                  </a:lnTo>
                  <a:lnTo>
                    <a:pt x="223" y="194862"/>
                  </a:lnTo>
                  <a:lnTo>
                    <a:pt x="0" y="185737"/>
                  </a:lnTo>
                  <a:lnTo>
                    <a:pt x="223" y="176612"/>
                  </a:lnTo>
                  <a:lnTo>
                    <a:pt x="7995" y="131819"/>
                  </a:lnTo>
                  <a:lnTo>
                    <a:pt x="26418" y="90257"/>
                  </a:lnTo>
                  <a:lnTo>
                    <a:pt x="54401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328737" y="0"/>
                  </a:lnTo>
                  <a:lnTo>
                    <a:pt x="1373878" y="5567"/>
                  </a:lnTo>
                  <a:lnTo>
                    <a:pt x="1416293" y="21929"/>
                  </a:lnTo>
                  <a:lnTo>
                    <a:pt x="1453463" y="48106"/>
                  </a:lnTo>
                  <a:lnTo>
                    <a:pt x="1483171" y="82546"/>
                  </a:lnTo>
                  <a:lnTo>
                    <a:pt x="1503621" y="123173"/>
                  </a:lnTo>
                  <a:lnTo>
                    <a:pt x="1513582" y="167531"/>
                  </a:lnTo>
                  <a:lnTo>
                    <a:pt x="1514474" y="185737"/>
                  </a:lnTo>
                  <a:lnTo>
                    <a:pt x="1514251" y="194862"/>
                  </a:lnTo>
                  <a:lnTo>
                    <a:pt x="1506478" y="239654"/>
                  </a:lnTo>
                  <a:lnTo>
                    <a:pt x="1488055" y="281216"/>
                  </a:lnTo>
                  <a:lnTo>
                    <a:pt x="1460072" y="317073"/>
                  </a:lnTo>
                  <a:lnTo>
                    <a:pt x="1424215" y="345056"/>
                  </a:lnTo>
                  <a:lnTo>
                    <a:pt x="1382654" y="363479"/>
                  </a:lnTo>
                  <a:lnTo>
                    <a:pt x="1337862" y="371251"/>
                  </a:lnTo>
                  <a:lnTo>
                    <a:pt x="1328737" y="371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67112" y="4843462"/>
              <a:ext cx="1514475" cy="371475"/>
            </a:xfrm>
            <a:custGeom>
              <a:avLst/>
              <a:gdLst/>
              <a:ahLst/>
              <a:cxnLst/>
              <a:rect l="l" t="t" r="r" b="b"/>
              <a:pathLst>
                <a:path w="1514475" h="371475">
                  <a:moveTo>
                    <a:pt x="0" y="185737"/>
                  </a:moveTo>
                  <a:lnTo>
                    <a:pt x="5567" y="140595"/>
                  </a:lnTo>
                  <a:lnTo>
                    <a:pt x="21929" y="98180"/>
                  </a:lnTo>
                  <a:lnTo>
                    <a:pt x="48106" y="61010"/>
                  </a:lnTo>
                  <a:lnTo>
                    <a:pt x="82546" y="31301"/>
                  </a:lnTo>
                  <a:lnTo>
                    <a:pt x="123173" y="10852"/>
                  </a:lnTo>
                  <a:lnTo>
                    <a:pt x="167531" y="892"/>
                  </a:lnTo>
                  <a:lnTo>
                    <a:pt x="185737" y="0"/>
                  </a:lnTo>
                  <a:lnTo>
                    <a:pt x="1328737" y="0"/>
                  </a:lnTo>
                  <a:lnTo>
                    <a:pt x="1373878" y="5567"/>
                  </a:lnTo>
                  <a:lnTo>
                    <a:pt x="1416293" y="21929"/>
                  </a:lnTo>
                  <a:lnTo>
                    <a:pt x="1453463" y="48106"/>
                  </a:lnTo>
                  <a:lnTo>
                    <a:pt x="1483171" y="82546"/>
                  </a:lnTo>
                  <a:lnTo>
                    <a:pt x="1503621" y="123173"/>
                  </a:lnTo>
                  <a:lnTo>
                    <a:pt x="1513582" y="167531"/>
                  </a:lnTo>
                  <a:lnTo>
                    <a:pt x="1514474" y="185737"/>
                  </a:lnTo>
                  <a:lnTo>
                    <a:pt x="1514251" y="194862"/>
                  </a:lnTo>
                  <a:lnTo>
                    <a:pt x="1506478" y="239654"/>
                  </a:lnTo>
                  <a:lnTo>
                    <a:pt x="1488055" y="281216"/>
                  </a:lnTo>
                  <a:lnTo>
                    <a:pt x="1460072" y="317073"/>
                  </a:lnTo>
                  <a:lnTo>
                    <a:pt x="1424215" y="345056"/>
                  </a:lnTo>
                  <a:lnTo>
                    <a:pt x="1382654" y="363479"/>
                  </a:lnTo>
                  <a:lnTo>
                    <a:pt x="1337862" y="371251"/>
                  </a:lnTo>
                  <a:lnTo>
                    <a:pt x="1328737" y="371474"/>
                  </a:lnTo>
                  <a:lnTo>
                    <a:pt x="185737" y="371474"/>
                  </a:lnTo>
                  <a:lnTo>
                    <a:pt x="140595" y="365906"/>
                  </a:lnTo>
                  <a:lnTo>
                    <a:pt x="98180" y="349544"/>
                  </a:lnTo>
                  <a:lnTo>
                    <a:pt x="61011" y="323367"/>
                  </a:lnTo>
                  <a:lnTo>
                    <a:pt x="31302" y="288927"/>
                  </a:lnTo>
                  <a:lnTo>
                    <a:pt x="10852" y="248300"/>
                  </a:lnTo>
                  <a:lnTo>
                    <a:pt x="892" y="203943"/>
                  </a:lnTo>
                  <a:lnTo>
                    <a:pt x="0" y="185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3324" y="4933949"/>
              <a:ext cx="190499" cy="1904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796853" y="4940300"/>
            <a:ext cx="573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185" algn="l"/>
              </a:tabLst>
            </a:pPr>
            <a:r>
              <a:rPr dirty="0" baseline="3472" sz="1200" spc="-75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B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1130" y="4940300"/>
            <a:ext cx="4603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10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797E94"/>
                </a:solidFill>
                <a:latin typeface="Tahoma"/>
                <a:cs typeface="Tahoma"/>
              </a:rPr>
              <a:t>5</a:t>
            </a:r>
            <a:r>
              <a:rPr dirty="0" sz="900" spc="1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75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6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6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797E94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19699" y="4838699"/>
            <a:ext cx="1619250" cy="381000"/>
            <a:chOff x="5219699" y="4838699"/>
            <a:chExt cx="1619250" cy="381000"/>
          </a:xfrm>
        </p:grpSpPr>
        <p:sp>
          <p:nvSpPr>
            <p:cNvPr id="13" name="object 13"/>
            <p:cNvSpPr/>
            <p:nvPr/>
          </p:nvSpPr>
          <p:spPr>
            <a:xfrm>
              <a:off x="5224462" y="4843462"/>
              <a:ext cx="1609725" cy="371475"/>
            </a:xfrm>
            <a:custGeom>
              <a:avLst/>
              <a:gdLst/>
              <a:ahLst/>
              <a:cxnLst/>
              <a:rect l="l" t="t" r="r" b="b"/>
              <a:pathLst>
                <a:path w="1609725" h="371475">
                  <a:moveTo>
                    <a:pt x="1423987" y="371474"/>
                  </a:moveTo>
                  <a:lnTo>
                    <a:pt x="185737" y="371474"/>
                  </a:lnTo>
                  <a:lnTo>
                    <a:pt x="176612" y="371251"/>
                  </a:lnTo>
                  <a:lnTo>
                    <a:pt x="131819" y="363479"/>
                  </a:lnTo>
                  <a:lnTo>
                    <a:pt x="90257" y="345056"/>
                  </a:lnTo>
                  <a:lnTo>
                    <a:pt x="54400" y="317073"/>
                  </a:lnTo>
                  <a:lnTo>
                    <a:pt x="26416" y="281216"/>
                  </a:lnTo>
                  <a:lnTo>
                    <a:pt x="7995" y="239654"/>
                  </a:lnTo>
                  <a:lnTo>
                    <a:pt x="223" y="194862"/>
                  </a:lnTo>
                  <a:lnTo>
                    <a:pt x="0" y="185737"/>
                  </a:lnTo>
                  <a:lnTo>
                    <a:pt x="223" y="176612"/>
                  </a:lnTo>
                  <a:lnTo>
                    <a:pt x="7995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423987" y="0"/>
                  </a:lnTo>
                  <a:lnTo>
                    <a:pt x="1469128" y="5567"/>
                  </a:lnTo>
                  <a:lnTo>
                    <a:pt x="1511543" y="21929"/>
                  </a:lnTo>
                  <a:lnTo>
                    <a:pt x="1548712" y="48106"/>
                  </a:lnTo>
                  <a:lnTo>
                    <a:pt x="1578422" y="82546"/>
                  </a:lnTo>
                  <a:lnTo>
                    <a:pt x="1598871" y="123173"/>
                  </a:lnTo>
                  <a:lnTo>
                    <a:pt x="1608832" y="167531"/>
                  </a:lnTo>
                  <a:lnTo>
                    <a:pt x="1609724" y="185737"/>
                  </a:lnTo>
                  <a:lnTo>
                    <a:pt x="1609501" y="194862"/>
                  </a:lnTo>
                  <a:lnTo>
                    <a:pt x="1601728" y="239654"/>
                  </a:lnTo>
                  <a:lnTo>
                    <a:pt x="1583306" y="281216"/>
                  </a:lnTo>
                  <a:lnTo>
                    <a:pt x="1555322" y="317073"/>
                  </a:lnTo>
                  <a:lnTo>
                    <a:pt x="1519465" y="345056"/>
                  </a:lnTo>
                  <a:lnTo>
                    <a:pt x="1477904" y="363479"/>
                  </a:lnTo>
                  <a:lnTo>
                    <a:pt x="1433111" y="371251"/>
                  </a:lnTo>
                  <a:lnTo>
                    <a:pt x="1423987" y="371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224462" y="4843462"/>
              <a:ext cx="1609725" cy="371475"/>
            </a:xfrm>
            <a:custGeom>
              <a:avLst/>
              <a:gdLst/>
              <a:ahLst/>
              <a:cxnLst/>
              <a:rect l="l" t="t" r="r" b="b"/>
              <a:pathLst>
                <a:path w="1609725" h="371475">
                  <a:moveTo>
                    <a:pt x="0" y="185737"/>
                  </a:moveTo>
                  <a:lnTo>
                    <a:pt x="5567" y="140595"/>
                  </a:lnTo>
                  <a:lnTo>
                    <a:pt x="21928" y="98180"/>
                  </a:lnTo>
                  <a:lnTo>
                    <a:pt x="48106" y="61010"/>
                  </a:lnTo>
                  <a:lnTo>
                    <a:pt x="82546" y="31301"/>
                  </a:lnTo>
                  <a:lnTo>
                    <a:pt x="123173" y="10852"/>
                  </a:lnTo>
                  <a:lnTo>
                    <a:pt x="167531" y="892"/>
                  </a:lnTo>
                  <a:lnTo>
                    <a:pt x="185737" y="0"/>
                  </a:lnTo>
                  <a:lnTo>
                    <a:pt x="1423987" y="0"/>
                  </a:lnTo>
                  <a:lnTo>
                    <a:pt x="1469128" y="5567"/>
                  </a:lnTo>
                  <a:lnTo>
                    <a:pt x="1511543" y="21929"/>
                  </a:lnTo>
                  <a:lnTo>
                    <a:pt x="1548712" y="48106"/>
                  </a:lnTo>
                  <a:lnTo>
                    <a:pt x="1578422" y="82546"/>
                  </a:lnTo>
                  <a:lnTo>
                    <a:pt x="1598871" y="123173"/>
                  </a:lnTo>
                  <a:lnTo>
                    <a:pt x="1608832" y="167531"/>
                  </a:lnTo>
                  <a:lnTo>
                    <a:pt x="1609724" y="185737"/>
                  </a:lnTo>
                  <a:lnTo>
                    <a:pt x="1609501" y="194862"/>
                  </a:lnTo>
                  <a:lnTo>
                    <a:pt x="1601728" y="239654"/>
                  </a:lnTo>
                  <a:lnTo>
                    <a:pt x="1583306" y="281216"/>
                  </a:lnTo>
                  <a:lnTo>
                    <a:pt x="1555322" y="317073"/>
                  </a:lnTo>
                  <a:lnTo>
                    <a:pt x="1519465" y="345056"/>
                  </a:lnTo>
                  <a:lnTo>
                    <a:pt x="1477904" y="363479"/>
                  </a:lnTo>
                  <a:lnTo>
                    <a:pt x="1433111" y="371251"/>
                  </a:lnTo>
                  <a:lnTo>
                    <a:pt x="1423987" y="371474"/>
                  </a:lnTo>
                  <a:lnTo>
                    <a:pt x="185737" y="371474"/>
                  </a:lnTo>
                  <a:lnTo>
                    <a:pt x="140595" y="365906"/>
                  </a:lnTo>
                  <a:lnTo>
                    <a:pt x="98179" y="349544"/>
                  </a:lnTo>
                  <a:lnTo>
                    <a:pt x="61010" y="323367"/>
                  </a:lnTo>
                  <a:lnTo>
                    <a:pt x="31300" y="288927"/>
                  </a:lnTo>
                  <a:lnTo>
                    <a:pt x="10851" y="248300"/>
                  </a:lnTo>
                  <a:lnTo>
                    <a:pt x="892" y="203943"/>
                  </a:lnTo>
                  <a:lnTo>
                    <a:pt x="0" y="185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0674" y="4933949"/>
              <a:ext cx="190499" cy="1904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455840" y="4940300"/>
            <a:ext cx="595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185" algn="l"/>
              </a:tabLst>
            </a:pPr>
            <a:r>
              <a:rPr dirty="0" baseline="3472" sz="1200" spc="-75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B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22590" y="4940300"/>
            <a:ext cx="534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10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797E94"/>
                </a:solidFill>
                <a:latin typeface="Tahoma"/>
                <a:cs typeface="Tahoma"/>
              </a:rPr>
              <a:t>1</a:t>
            </a:r>
            <a:r>
              <a:rPr dirty="0" sz="900" spc="-16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13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75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6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6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797E94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972299" y="4838699"/>
            <a:ext cx="1657350" cy="381000"/>
            <a:chOff x="6972299" y="4838699"/>
            <a:chExt cx="1657350" cy="381000"/>
          </a:xfrm>
        </p:grpSpPr>
        <p:sp>
          <p:nvSpPr>
            <p:cNvPr id="19" name="object 19"/>
            <p:cNvSpPr/>
            <p:nvPr/>
          </p:nvSpPr>
          <p:spPr>
            <a:xfrm>
              <a:off x="6977061" y="4843462"/>
              <a:ext cx="1647825" cy="371475"/>
            </a:xfrm>
            <a:custGeom>
              <a:avLst/>
              <a:gdLst/>
              <a:ahLst/>
              <a:cxnLst/>
              <a:rect l="l" t="t" r="r" b="b"/>
              <a:pathLst>
                <a:path w="1647825" h="371475">
                  <a:moveTo>
                    <a:pt x="1462087" y="371474"/>
                  </a:moveTo>
                  <a:lnTo>
                    <a:pt x="185737" y="371474"/>
                  </a:lnTo>
                  <a:lnTo>
                    <a:pt x="176612" y="371251"/>
                  </a:lnTo>
                  <a:lnTo>
                    <a:pt x="131819" y="363479"/>
                  </a:lnTo>
                  <a:lnTo>
                    <a:pt x="90257" y="345056"/>
                  </a:lnTo>
                  <a:lnTo>
                    <a:pt x="54400" y="317073"/>
                  </a:lnTo>
                  <a:lnTo>
                    <a:pt x="26417" y="281216"/>
                  </a:lnTo>
                  <a:lnTo>
                    <a:pt x="7994" y="239654"/>
                  </a:lnTo>
                  <a:lnTo>
                    <a:pt x="222" y="194862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4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462087" y="0"/>
                  </a:lnTo>
                  <a:lnTo>
                    <a:pt x="1507227" y="5567"/>
                  </a:lnTo>
                  <a:lnTo>
                    <a:pt x="1549643" y="21929"/>
                  </a:lnTo>
                  <a:lnTo>
                    <a:pt x="1586813" y="48106"/>
                  </a:lnTo>
                  <a:lnTo>
                    <a:pt x="1616520" y="82546"/>
                  </a:lnTo>
                  <a:lnTo>
                    <a:pt x="1636971" y="123173"/>
                  </a:lnTo>
                  <a:lnTo>
                    <a:pt x="1646932" y="167531"/>
                  </a:lnTo>
                  <a:lnTo>
                    <a:pt x="1647824" y="185737"/>
                  </a:lnTo>
                  <a:lnTo>
                    <a:pt x="1647601" y="194862"/>
                  </a:lnTo>
                  <a:lnTo>
                    <a:pt x="1639828" y="239654"/>
                  </a:lnTo>
                  <a:lnTo>
                    <a:pt x="1621405" y="281216"/>
                  </a:lnTo>
                  <a:lnTo>
                    <a:pt x="1593422" y="317073"/>
                  </a:lnTo>
                  <a:lnTo>
                    <a:pt x="1557565" y="345056"/>
                  </a:lnTo>
                  <a:lnTo>
                    <a:pt x="1516003" y="363479"/>
                  </a:lnTo>
                  <a:lnTo>
                    <a:pt x="1471211" y="371251"/>
                  </a:lnTo>
                  <a:lnTo>
                    <a:pt x="1462087" y="371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977061" y="4843462"/>
              <a:ext cx="1647825" cy="371475"/>
            </a:xfrm>
            <a:custGeom>
              <a:avLst/>
              <a:gdLst/>
              <a:ahLst/>
              <a:cxnLst/>
              <a:rect l="l" t="t" r="r" b="b"/>
              <a:pathLst>
                <a:path w="1647825" h="371475">
                  <a:moveTo>
                    <a:pt x="0" y="185737"/>
                  </a:moveTo>
                  <a:lnTo>
                    <a:pt x="5566" y="140595"/>
                  </a:lnTo>
                  <a:lnTo>
                    <a:pt x="21929" y="98180"/>
                  </a:lnTo>
                  <a:lnTo>
                    <a:pt x="48106" y="61010"/>
                  </a:lnTo>
                  <a:lnTo>
                    <a:pt x="82546" y="31301"/>
                  </a:lnTo>
                  <a:lnTo>
                    <a:pt x="123173" y="10852"/>
                  </a:lnTo>
                  <a:lnTo>
                    <a:pt x="167531" y="892"/>
                  </a:lnTo>
                  <a:lnTo>
                    <a:pt x="185737" y="0"/>
                  </a:lnTo>
                  <a:lnTo>
                    <a:pt x="1462087" y="0"/>
                  </a:lnTo>
                  <a:lnTo>
                    <a:pt x="1507227" y="5567"/>
                  </a:lnTo>
                  <a:lnTo>
                    <a:pt x="1549643" y="21929"/>
                  </a:lnTo>
                  <a:lnTo>
                    <a:pt x="1586813" y="48106"/>
                  </a:lnTo>
                  <a:lnTo>
                    <a:pt x="1616520" y="82546"/>
                  </a:lnTo>
                  <a:lnTo>
                    <a:pt x="1636971" y="123173"/>
                  </a:lnTo>
                  <a:lnTo>
                    <a:pt x="1646932" y="167531"/>
                  </a:lnTo>
                  <a:lnTo>
                    <a:pt x="1647824" y="185737"/>
                  </a:lnTo>
                  <a:lnTo>
                    <a:pt x="1647601" y="194862"/>
                  </a:lnTo>
                  <a:lnTo>
                    <a:pt x="1639828" y="239654"/>
                  </a:lnTo>
                  <a:lnTo>
                    <a:pt x="1621405" y="281216"/>
                  </a:lnTo>
                  <a:lnTo>
                    <a:pt x="1593422" y="317073"/>
                  </a:lnTo>
                  <a:lnTo>
                    <a:pt x="1557565" y="345056"/>
                  </a:lnTo>
                  <a:lnTo>
                    <a:pt x="1516003" y="363479"/>
                  </a:lnTo>
                  <a:lnTo>
                    <a:pt x="1471211" y="371251"/>
                  </a:lnTo>
                  <a:lnTo>
                    <a:pt x="1462087" y="371474"/>
                  </a:lnTo>
                  <a:lnTo>
                    <a:pt x="185737" y="371474"/>
                  </a:lnTo>
                  <a:lnTo>
                    <a:pt x="140595" y="365906"/>
                  </a:lnTo>
                  <a:lnTo>
                    <a:pt x="98179" y="349544"/>
                  </a:lnTo>
                  <a:lnTo>
                    <a:pt x="61010" y="323367"/>
                  </a:lnTo>
                  <a:lnTo>
                    <a:pt x="31301" y="288927"/>
                  </a:lnTo>
                  <a:lnTo>
                    <a:pt x="10851" y="248300"/>
                  </a:lnTo>
                  <a:lnTo>
                    <a:pt x="891" y="203943"/>
                  </a:lnTo>
                  <a:lnTo>
                    <a:pt x="0" y="185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3273" y="4933949"/>
              <a:ext cx="190500" cy="1904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11268" y="4940300"/>
            <a:ext cx="7048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185" algn="l"/>
              </a:tabLst>
            </a:pPr>
            <a:r>
              <a:rPr dirty="0" baseline="3472" sz="1200" spc="-75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900" spc="-12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X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5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987407" y="4940300"/>
            <a:ext cx="4603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105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797E94"/>
                </a:solidFill>
                <a:latin typeface="Tahoma"/>
                <a:cs typeface="Tahoma"/>
              </a:rPr>
              <a:t>5</a:t>
            </a:r>
            <a:r>
              <a:rPr dirty="0" sz="900" spc="13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75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900" spc="-16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60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797E94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17335" y="2311399"/>
            <a:ext cx="2343150" cy="551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0" spc="-4865" b="1">
                <a:solidFill>
                  <a:srgbClr val="F5F5F9"/>
                </a:solidFill>
                <a:latin typeface="Tahoma"/>
                <a:cs typeface="Tahoma"/>
              </a:rPr>
              <a:t>3</a:t>
            </a:r>
            <a:endParaRPr sz="36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6586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583141"/>
            <a:ext cx="7113905" cy="722630"/>
          </a:xfrm>
          <a:prstGeom prst="rect"/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250" spc="-240"/>
              <a:t>Build</a:t>
            </a:r>
            <a:r>
              <a:rPr dirty="0" sz="2250" spc="-225"/>
              <a:t> </a:t>
            </a:r>
            <a:r>
              <a:rPr dirty="0" sz="2250" spc="-250"/>
              <a:t>a</a:t>
            </a:r>
            <a:r>
              <a:rPr dirty="0" sz="2250" spc="-220"/>
              <a:t> </a:t>
            </a:r>
            <a:r>
              <a:rPr dirty="0" sz="2250" spc="-254"/>
              <a:t>length,</a:t>
            </a:r>
            <a:r>
              <a:rPr dirty="0" sz="2250" spc="-225"/>
              <a:t> </a:t>
            </a:r>
            <a:r>
              <a:rPr dirty="0" sz="2250" spc="-270"/>
              <a:t>weight,</a:t>
            </a:r>
            <a:r>
              <a:rPr dirty="0" sz="2250" spc="-225"/>
              <a:t> </a:t>
            </a:r>
            <a:r>
              <a:rPr dirty="0" sz="2250" spc="-265"/>
              <a:t>and</a:t>
            </a:r>
            <a:r>
              <a:rPr dirty="0" sz="2250" spc="-220"/>
              <a:t> </a:t>
            </a:r>
            <a:r>
              <a:rPr dirty="0" sz="2250" spc="-270"/>
              <a:t>temperature</a:t>
            </a:r>
            <a:r>
              <a:rPr dirty="0" sz="2250" spc="-225"/>
              <a:t> </a:t>
            </a:r>
            <a:r>
              <a:rPr dirty="0" sz="2250" spc="-280"/>
              <a:t>converter.</a:t>
            </a:r>
            <a:endParaRPr sz="225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000" spc="-2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A4E6A"/>
                </a:solidFill>
                <a:latin typeface="Tahoma"/>
                <a:cs typeface="Tahoma"/>
              </a:rPr>
              <a:t>selectbox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0" b="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 b="0">
                <a:solidFill>
                  <a:srgbClr val="4A4E6A"/>
                </a:solidFill>
                <a:latin typeface="Tahoma"/>
                <a:cs typeface="Tahoma"/>
              </a:rPr>
              <a:t>pick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category.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A4E6A"/>
                </a:solidFill>
                <a:latin typeface="Tahoma"/>
                <a:cs typeface="Tahoma"/>
              </a:rPr>
              <a:t>number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A4E6A"/>
                </a:solidFill>
                <a:latin typeface="Tahoma"/>
                <a:cs typeface="Tahoma"/>
              </a:rPr>
              <a:t>input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 b="0">
                <a:solidFill>
                  <a:srgbClr val="4A4E6A"/>
                </a:solidFill>
                <a:latin typeface="Tahoma"/>
                <a:cs typeface="Tahoma"/>
              </a:rPr>
              <a:t>value.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5" b="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A4E6A"/>
                </a:solidFill>
                <a:latin typeface="Tahoma"/>
                <a:cs typeface="Tahoma"/>
              </a:rPr>
              <a:t>live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 b="0">
                <a:solidFill>
                  <a:srgbClr val="4A4E6A"/>
                </a:solidFill>
                <a:latin typeface="Tahoma"/>
                <a:cs typeface="Tahoma"/>
              </a:rPr>
              <a:t>result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 b="0">
                <a:solidFill>
                  <a:srgbClr val="4A4E6A"/>
                </a:solidFill>
                <a:latin typeface="Tahoma"/>
                <a:cs typeface="Tahoma"/>
              </a:rPr>
              <a:t>updates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as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A4E6A"/>
                </a:solidFill>
                <a:latin typeface="Tahoma"/>
                <a:cs typeface="Tahoma"/>
              </a:rPr>
              <a:t>type.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 b="0">
                <a:solidFill>
                  <a:srgbClr val="4A4E6A"/>
                </a:solidFill>
                <a:latin typeface="Tahoma"/>
                <a:cs typeface="Tahoma"/>
              </a:rPr>
              <a:t>pattern: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A4E6A"/>
                </a:solidFill>
                <a:latin typeface="Tahoma"/>
                <a:cs typeface="Tahoma"/>
              </a:rPr>
              <a:t>input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90" b="0">
                <a:solidFill>
                  <a:srgbClr val="4A4E6A"/>
                </a:solidFill>
                <a:latin typeface="Tahoma"/>
                <a:cs typeface="Tahoma"/>
              </a:rPr>
              <a:t>→</a:t>
            </a:r>
            <a:r>
              <a:rPr dirty="0" sz="100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 b="0">
                <a:solidFill>
                  <a:srgbClr val="4A4E6A"/>
                </a:solidFill>
                <a:latin typeface="Tahoma"/>
                <a:cs typeface="Tahoma"/>
              </a:rPr>
              <a:t>logic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90" b="0">
                <a:solidFill>
                  <a:srgbClr val="4A4E6A"/>
                </a:solidFill>
                <a:latin typeface="Tahoma"/>
                <a:cs typeface="Tahoma"/>
              </a:rPr>
              <a:t>→</a:t>
            </a:r>
            <a:r>
              <a:rPr dirty="0" sz="1000" spc="-7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 b="0">
                <a:solidFill>
                  <a:srgbClr val="4A4E6A"/>
                </a:solidFill>
                <a:latin typeface="Tahoma"/>
                <a:cs typeface="Tahoma"/>
              </a:rPr>
              <a:t>output.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799" y="1428750"/>
            <a:ext cx="5324475" cy="4457700"/>
            <a:chOff x="685799" y="1428750"/>
            <a:chExt cx="5324475" cy="4457700"/>
          </a:xfrm>
        </p:grpSpPr>
        <p:sp>
          <p:nvSpPr>
            <p:cNvPr id="5" name="object 5"/>
            <p:cNvSpPr/>
            <p:nvPr/>
          </p:nvSpPr>
          <p:spPr>
            <a:xfrm>
              <a:off x="704849" y="1433512"/>
              <a:ext cx="5300980" cy="4448175"/>
            </a:xfrm>
            <a:custGeom>
              <a:avLst/>
              <a:gdLst/>
              <a:ahLst/>
              <a:cxnLst/>
              <a:rect l="l" t="t" r="r" b="b"/>
              <a:pathLst>
                <a:path w="5300980" h="4448175">
                  <a:moveTo>
                    <a:pt x="5180517" y="4448174"/>
                  </a:moveTo>
                  <a:lnTo>
                    <a:pt x="106794" y="4448174"/>
                  </a:lnTo>
                  <a:lnTo>
                    <a:pt x="99362" y="4447350"/>
                  </a:lnTo>
                  <a:lnTo>
                    <a:pt x="57038" y="4431193"/>
                  </a:lnTo>
                  <a:lnTo>
                    <a:pt x="28170" y="4404541"/>
                  </a:lnTo>
                  <a:lnTo>
                    <a:pt x="5828" y="4360993"/>
                  </a:lnTo>
                  <a:lnTo>
                    <a:pt x="0" y="4328030"/>
                  </a:lnTo>
                  <a:lnTo>
                    <a:pt x="0" y="431958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6"/>
                  </a:lnTo>
                  <a:lnTo>
                    <a:pt x="106794" y="0"/>
                  </a:lnTo>
                  <a:lnTo>
                    <a:pt x="5180517" y="0"/>
                  </a:lnTo>
                  <a:lnTo>
                    <a:pt x="5229082" y="13018"/>
                  </a:lnTo>
                  <a:lnTo>
                    <a:pt x="5268969" y="43632"/>
                  </a:lnTo>
                  <a:lnTo>
                    <a:pt x="5294104" y="87179"/>
                  </a:lnTo>
                  <a:lnTo>
                    <a:pt x="5300661" y="120144"/>
                  </a:lnTo>
                  <a:lnTo>
                    <a:pt x="5300661" y="4328030"/>
                  </a:lnTo>
                  <a:lnTo>
                    <a:pt x="5287642" y="4376594"/>
                  </a:lnTo>
                  <a:lnTo>
                    <a:pt x="5257029" y="4416481"/>
                  </a:lnTo>
                  <a:lnTo>
                    <a:pt x="5213482" y="4441616"/>
                  </a:lnTo>
                  <a:lnTo>
                    <a:pt x="5188880" y="4447350"/>
                  </a:lnTo>
                  <a:lnTo>
                    <a:pt x="5180517" y="444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3770" y="1428749"/>
              <a:ext cx="5256530" cy="4457700"/>
            </a:xfrm>
            <a:custGeom>
              <a:avLst/>
              <a:gdLst/>
              <a:ahLst/>
              <a:cxnLst/>
              <a:rect l="l" t="t" r="r" b="b"/>
              <a:pathLst>
                <a:path w="5256530" h="4457700">
                  <a:moveTo>
                    <a:pt x="5256492" y="133350"/>
                  </a:moveTo>
                  <a:lnTo>
                    <a:pt x="5250789" y="94703"/>
                  </a:lnTo>
                  <a:lnTo>
                    <a:pt x="5234038" y="59258"/>
                  </a:lnTo>
                  <a:lnTo>
                    <a:pt x="5217884" y="39573"/>
                  </a:lnTo>
                  <a:lnTo>
                    <a:pt x="5186070" y="15773"/>
                  </a:lnTo>
                  <a:lnTo>
                    <a:pt x="5149164" y="2540"/>
                  </a:lnTo>
                  <a:lnTo>
                    <a:pt x="51231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23142" y="9525"/>
                  </a:lnTo>
                  <a:lnTo>
                    <a:pt x="5170538" y="18961"/>
                  </a:lnTo>
                  <a:lnTo>
                    <a:pt x="5210708" y="45796"/>
                  </a:lnTo>
                  <a:lnTo>
                    <a:pt x="5211153" y="46304"/>
                  </a:lnTo>
                  <a:lnTo>
                    <a:pt x="5218912" y="54838"/>
                  </a:lnTo>
                  <a:lnTo>
                    <a:pt x="5241671" y="97459"/>
                  </a:lnTo>
                  <a:lnTo>
                    <a:pt x="5246967" y="133350"/>
                  </a:lnTo>
                  <a:lnTo>
                    <a:pt x="5246967" y="4324350"/>
                  </a:lnTo>
                  <a:lnTo>
                    <a:pt x="5237543" y="4371746"/>
                  </a:lnTo>
                  <a:lnTo>
                    <a:pt x="5211153" y="4411408"/>
                  </a:lnTo>
                  <a:lnTo>
                    <a:pt x="5210708" y="4411916"/>
                  </a:lnTo>
                  <a:lnTo>
                    <a:pt x="5170538" y="4438751"/>
                  </a:lnTo>
                  <a:lnTo>
                    <a:pt x="5135588" y="4447552"/>
                  </a:lnTo>
                  <a:lnTo>
                    <a:pt x="5136096" y="4447552"/>
                  </a:lnTo>
                  <a:lnTo>
                    <a:pt x="5123142" y="4448175"/>
                  </a:lnTo>
                  <a:lnTo>
                    <a:pt x="65366" y="4448175"/>
                  </a:lnTo>
                  <a:lnTo>
                    <a:pt x="55410" y="4447552"/>
                  </a:lnTo>
                  <a:lnTo>
                    <a:pt x="55803" y="4447552"/>
                  </a:lnTo>
                  <a:lnTo>
                    <a:pt x="46786" y="4445825"/>
                  </a:lnTo>
                  <a:lnTo>
                    <a:pt x="37769" y="4442879"/>
                  </a:lnTo>
                  <a:lnTo>
                    <a:pt x="28917" y="4438751"/>
                  </a:lnTo>
                  <a:lnTo>
                    <a:pt x="22542" y="4434840"/>
                  </a:lnTo>
                  <a:lnTo>
                    <a:pt x="0" y="4440479"/>
                  </a:lnTo>
                  <a:lnTo>
                    <a:pt x="39357" y="4455172"/>
                  </a:lnTo>
                  <a:lnTo>
                    <a:pt x="65366" y="4457700"/>
                  </a:lnTo>
                  <a:lnTo>
                    <a:pt x="5123142" y="4457700"/>
                  </a:lnTo>
                  <a:lnTo>
                    <a:pt x="5136286" y="4457077"/>
                  </a:lnTo>
                  <a:lnTo>
                    <a:pt x="5149164" y="4455172"/>
                  </a:lnTo>
                  <a:lnTo>
                    <a:pt x="5161800" y="4451997"/>
                  </a:lnTo>
                  <a:lnTo>
                    <a:pt x="5172430" y="4448175"/>
                  </a:lnTo>
                  <a:lnTo>
                    <a:pt x="5174183" y="4447552"/>
                  </a:lnTo>
                  <a:lnTo>
                    <a:pt x="5207698" y="4427486"/>
                  </a:lnTo>
                  <a:lnTo>
                    <a:pt x="5234038" y="4398454"/>
                  </a:lnTo>
                  <a:lnTo>
                    <a:pt x="5250789" y="4363009"/>
                  </a:lnTo>
                  <a:lnTo>
                    <a:pt x="5256492" y="4324350"/>
                  </a:lnTo>
                  <a:lnTo>
                    <a:pt x="52564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99" y="1445813"/>
              <a:ext cx="90805" cy="4424045"/>
            </a:xfrm>
            <a:custGeom>
              <a:avLst/>
              <a:gdLst/>
              <a:ahLst/>
              <a:cxnLst/>
              <a:rect l="l" t="t" r="r" b="b"/>
              <a:pathLst>
                <a:path w="90804" h="4424045">
                  <a:moveTo>
                    <a:pt x="68254" y="4423572"/>
                  </a:moveTo>
                  <a:lnTo>
                    <a:pt x="30217" y="4391841"/>
                  </a:lnTo>
                  <a:lnTo>
                    <a:pt x="10150" y="4358316"/>
                  </a:lnTo>
                  <a:lnTo>
                    <a:pt x="634" y="4320422"/>
                  </a:lnTo>
                  <a:lnTo>
                    <a:pt x="0" y="43072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307286"/>
                  </a:lnTo>
                  <a:lnTo>
                    <a:pt x="45350" y="4354671"/>
                  </a:lnTo>
                  <a:lnTo>
                    <a:pt x="65998" y="4394843"/>
                  </a:lnTo>
                  <a:lnTo>
                    <a:pt x="90792" y="4417937"/>
                  </a:lnTo>
                  <a:lnTo>
                    <a:pt x="68254" y="442357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95349" y="1571624"/>
              <a:ext cx="476250" cy="266700"/>
            </a:xfrm>
            <a:custGeom>
              <a:avLst/>
              <a:gdLst/>
              <a:ahLst/>
              <a:cxnLst/>
              <a:rect l="l" t="t" r="r" b="b"/>
              <a:pathLst>
                <a:path w="476250" h="266700">
                  <a:moveTo>
                    <a:pt x="34289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6" y="212793"/>
                  </a:lnTo>
                  <a:lnTo>
                    <a:pt x="7791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342899" y="0"/>
                  </a:lnTo>
                  <a:lnTo>
                    <a:pt x="381609" y="5740"/>
                  </a:lnTo>
                  <a:lnTo>
                    <a:pt x="416985" y="22473"/>
                  </a:lnTo>
                  <a:lnTo>
                    <a:pt x="445981" y="48752"/>
                  </a:lnTo>
                  <a:lnTo>
                    <a:pt x="466099" y="82318"/>
                  </a:lnTo>
                  <a:lnTo>
                    <a:pt x="475609" y="120279"/>
                  </a:lnTo>
                  <a:lnTo>
                    <a:pt x="476249" y="133349"/>
                  </a:lnTo>
                  <a:lnTo>
                    <a:pt x="476089" y="139901"/>
                  </a:lnTo>
                  <a:lnTo>
                    <a:pt x="468458" y="178266"/>
                  </a:lnTo>
                  <a:lnTo>
                    <a:pt x="450003" y="212793"/>
                  </a:lnTo>
                  <a:lnTo>
                    <a:pt x="422343" y="240453"/>
                  </a:lnTo>
                  <a:lnTo>
                    <a:pt x="387816" y="258908"/>
                  </a:lnTo>
                  <a:lnTo>
                    <a:pt x="349451" y="266539"/>
                  </a:lnTo>
                  <a:lnTo>
                    <a:pt x="342899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09650" y="1616075"/>
            <a:ext cx="260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TASK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7473" y="1620837"/>
            <a:ext cx="5588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1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65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797E94"/>
                </a:solidFill>
                <a:latin typeface="Tahoma"/>
                <a:cs typeface="Tahoma"/>
              </a:rPr>
              <a:t>F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5337" y="1952624"/>
            <a:ext cx="4933950" cy="2352675"/>
          </a:xfrm>
          <a:custGeom>
            <a:avLst/>
            <a:gdLst/>
            <a:ahLst/>
            <a:cxnLst/>
            <a:rect l="l" t="t" r="r" b="b"/>
            <a:pathLst>
              <a:path w="4933950" h="2352675">
                <a:moveTo>
                  <a:pt x="1162050" y="701065"/>
                </a:moveTo>
                <a:lnTo>
                  <a:pt x="1137272" y="676275"/>
                </a:lnTo>
                <a:lnTo>
                  <a:pt x="405790" y="676275"/>
                </a:lnTo>
                <a:lnTo>
                  <a:pt x="381000" y="701065"/>
                </a:lnTo>
                <a:lnTo>
                  <a:pt x="381000" y="762000"/>
                </a:lnTo>
                <a:lnTo>
                  <a:pt x="381000" y="765797"/>
                </a:lnTo>
                <a:lnTo>
                  <a:pt x="405790" y="790575"/>
                </a:lnTo>
                <a:lnTo>
                  <a:pt x="1137272" y="790575"/>
                </a:lnTo>
                <a:lnTo>
                  <a:pt x="1162050" y="765797"/>
                </a:lnTo>
                <a:lnTo>
                  <a:pt x="1162050" y="701065"/>
                </a:lnTo>
                <a:close/>
              </a:path>
              <a:path w="4933950" h="2352675">
                <a:moveTo>
                  <a:pt x="1343025" y="901090"/>
                </a:moveTo>
                <a:lnTo>
                  <a:pt x="1318247" y="876300"/>
                </a:lnTo>
                <a:lnTo>
                  <a:pt x="405790" y="876300"/>
                </a:lnTo>
                <a:lnTo>
                  <a:pt x="381000" y="901090"/>
                </a:lnTo>
                <a:lnTo>
                  <a:pt x="381000" y="962025"/>
                </a:lnTo>
                <a:lnTo>
                  <a:pt x="381000" y="965822"/>
                </a:lnTo>
                <a:lnTo>
                  <a:pt x="405790" y="990600"/>
                </a:lnTo>
                <a:lnTo>
                  <a:pt x="1318247" y="990600"/>
                </a:lnTo>
                <a:lnTo>
                  <a:pt x="1343025" y="965822"/>
                </a:lnTo>
                <a:lnTo>
                  <a:pt x="1343025" y="901090"/>
                </a:lnTo>
                <a:close/>
              </a:path>
              <a:path w="4933950" h="2352675">
                <a:moveTo>
                  <a:pt x="1666875" y="1101115"/>
                </a:moveTo>
                <a:lnTo>
                  <a:pt x="1642097" y="1076325"/>
                </a:lnTo>
                <a:lnTo>
                  <a:pt x="1139215" y="1076325"/>
                </a:lnTo>
                <a:lnTo>
                  <a:pt x="1114425" y="1101115"/>
                </a:lnTo>
                <a:lnTo>
                  <a:pt x="1114425" y="1162050"/>
                </a:lnTo>
                <a:lnTo>
                  <a:pt x="1114425" y="1165847"/>
                </a:lnTo>
                <a:lnTo>
                  <a:pt x="1139215" y="1190625"/>
                </a:lnTo>
                <a:lnTo>
                  <a:pt x="1642097" y="1190625"/>
                </a:lnTo>
                <a:lnTo>
                  <a:pt x="1666875" y="1165847"/>
                </a:lnTo>
                <a:lnTo>
                  <a:pt x="1666875" y="1101115"/>
                </a:lnTo>
                <a:close/>
              </a:path>
              <a:path w="4933950" h="2352675">
                <a:moveTo>
                  <a:pt x="2085975" y="24790"/>
                </a:moveTo>
                <a:lnTo>
                  <a:pt x="2061197" y="0"/>
                </a:lnTo>
                <a:lnTo>
                  <a:pt x="1291615" y="0"/>
                </a:lnTo>
                <a:lnTo>
                  <a:pt x="1266825" y="24790"/>
                </a:lnTo>
                <a:lnTo>
                  <a:pt x="1266825" y="85725"/>
                </a:lnTo>
                <a:lnTo>
                  <a:pt x="1266825" y="89522"/>
                </a:lnTo>
                <a:lnTo>
                  <a:pt x="1291615" y="114300"/>
                </a:lnTo>
                <a:lnTo>
                  <a:pt x="2061197" y="114300"/>
                </a:lnTo>
                <a:lnTo>
                  <a:pt x="2085975" y="89522"/>
                </a:lnTo>
                <a:lnTo>
                  <a:pt x="2085975" y="24790"/>
                </a:lnTo>
                <a:close/>
              </a:path>
              <a:path w="4933950" h="2352675">
                <a:moveTo>
                  <a:pt x="2476500" y="1101115"/>
                </a:moveTo>
                <a:lnTo>
                  <a:pt x="2451722" y="1076325"/>
                </a:lnTo>
                <a:lnTo>
                  <a:pt x="1834540" y="1076325"/>
                </a:lnTo>
                <a:lnTo>
                  <a:pt x="1809750" y="1101115"/>
                </a:lnTo>
                <a:lnTo>
                  <a:pt x="1809750" y="1162050"/>
                </a:lnTo>
                <a:lnTo>
                  <a:pt x="1809750" y="1165847"/>
                </a:lnTo>
                <a:lnTo>
                  <a:pt x="1834540" y="1190625"/>
                </a:lnTo>
                <a:lnTo>
                  <a:pt x="2451722" y="1190625"/>
                </a:lnTo>
                <a:lnTo>
                  <a:pt x="2476500" y="1165847"/>
                </a:lnTo>
                <a:lnTo>
                  <a:pt x="2476500" y="1101115"/>
                </a:lnTo>
                <a:close/>
              </a:path>
              <a:path w="4933950" h="2352675">
                <a:moveTo>
                  <a:pt x="4933950" y="1966671"/>
                </a:moveTo>
                <a:lnTo>
                  <a:pt x="4918329" y="1925180"/>
                </a:lnTo>
                <a:lnTo>
                  <a:pt x="4882299" y="1899361"/>
                </a:lnTo>
                <a:lnTo>
                  <a:pt x="4862754" y="1895475"/>
                </a:lnTo>
                <a:lnTo>
                  <a:pt x="71208" y="1895475"/>
                </a:lnTo>
                <a:lnTo>
                  <a:pt x="29705" y="1911108"/>
                </a:lnTo>
                <a:lnTo>
                  <a:pt x="3886" y="1947138"/>
                </a:lnTo>
                <a:lnTo>
                  <a:pt x="0" y="1966671"/>
                </a:lnTo>
                <a:lnTo>
                  <a:pt x="0" y="2276475"/>
                </a:lnTo>
                <a:lnTo>
                  <a:pt x="0" y="2281478"/>
                </a:lnTo>
                <a:lnTo>
                  <a:pt x="15633" y="2322969"/>
                </a:lnTo>
                <a:lnTo>
                  <a:pt x="51663" y="2348801"/>
                </a:lnTo>
                <a:lnTo>
                  <a:pt x="71208" y="2352675"/>
                </a:lnTo>
                <a:lnTo>
                  <a:pt x="4862754" y="2352675"/>
                </a:lnTo>
                <a:lnTo>
                  <a:pt x="4904244" y="2337054"/>
                </a:lnTo>
                <a:lnTo>
                  <a:pt x="4930064" y="2301024"/>
                </a:lnTo>
                <a:lnTo>
                  <a:pt x="4933950" y="2281478"/>
                </a:lnTo>
                <a:lnTo>
                  <a:pt x="4933950" y="1966671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95350" y="1867535"/>
            <a:ext cx="4863465" cy="235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1900"/>
              </a:lnSpc>
              <a:spcBef>
                <a:spcPts val="100"/>
              </a:spcBef>
            </a:pP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Build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Streamlit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app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called</a:t>
            </a:r>
            <a:r>
              <a:rPr dirty="0" sz="900" spc="2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1B1F3A"/>
                </a:solidFill>
                <a:latin typeface="Courier New"/>
                <a:cs typeface="Courier New"/>
              </a:rPr>
              <a:t>converter.py</a:t>
            </a:r>
            <a:r>
              <a:rPr dirty="0" sz="800" spc="7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lets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user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pick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conversion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category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(length,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weight,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temperature),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enter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a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value,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and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see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converted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result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live.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Tahoma"/>
              <a:cs typeface="Tahoma"/>
            </a:endParaRPr>
          </a:p>
          <a:p>
            <a:pPr algn="ctr" marR="4011929">
              <a:lnSpc>
                <a:spcPct val="100000"/>
              </a:lnSpc>
              <a:spcBef>
                <a:spcPts val="5"/>
              </a:spcBef>
            </a:pPr>
            <a:r>
              <a:rPr dirty="0" sz="750" spc="-11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293283"/>
                </a:solidFill>
                <a:latin typeface="Tahoma"/>
                <a:cs typeface="Tahoma"/>
              </a:rPr>
              <a:t>Q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45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65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 E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M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6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75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6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750">
              <a:latin typeface="Tahoma"/>
              <a:cs typeface="Tahoma"/>
            </a:endParaRPr>
          </a:p>
          <a:p>
            <a:pPr marL="193040" indent="-193040">
              <a:lnSpc>
                <a:spcPct val="100000"/>
              </a:lnSpc>
              <a:spcBef>
                <a:spcPts val="80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Use</a:t>
            </a:r>
            <a:r>
              <a:rPr dirty="0" sz="850" spc="29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st.selectbox</a:t>
            </a:r>
            <a:r>
              <a:rPr dirty="0" sz="750" spc="12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pick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 category: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["Length",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"Weight",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"Temperature"]</a:t>
            </a:r>
            <a:endParaRPr sz="850">
              <a:latin typeface="Tahoma"/>
              <a:cs typeface="Tahoma"/>
            </a:endParaRPr>
          </a:p>
          <a:p>
            <a:pPr marL="193040" indent="-193040">
              <a:lnSpc>
                <a:spcPct val="100000"/>
              </a:lnSpc>
              <a:spcBef>
                <a:spcPts val="55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Use</a:t>
            </a:r>
            <a:r>
              <a:rPr dirty="0" sz="850" spc="2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st.number_input</a:t>
            </a:r>
            <a:r>
              <a:rPr dirty="0" sz="750" spc="9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for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value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1B1F3A"/>
                </a:solidFill>
                <a:latin typeface="Tahoma"/>
                <a:cs typeface="Tahoma"/>
              </a:rPr>
              <a:t>to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ahoma"/>
                <a:cs typeface="Tahoma"/>
              </a:rPr>
              <a:t>convert</a:t>
            </a:r>
            <a:endParaRPr sz="850">
              <a:latin typeface="Tahoma"/>
              <a:cs typeface="Tahoma"/>
            </a:endParaRPr>
          </a:p>
          <a:p>
            <a:pPr marL="193040" indent="-193040">
              <a:lnSpc>
                <a:spcPct val="100000"/>
              </a:lnSpc>
              <a:spcBef>
                <a:spcPts val="55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Show</a:t>
            </a:r>
            <a:r>
              <a:rPr dirty="0" sz="850" spc="-8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result</a:t>
            </a:r>
            <a:r>
              <a:rPr dirty="0" sz="85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with</a:t>
            </a:r>
            <a:r>
              <a:rPr dirty="0" sz="850" spc="23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st.write</a:t>
            </a:r>
            <a:r>
              <a:rPr dirty="0" sz="750" spc="5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r>
              <a:rPr dirty="0" sz="850" spc="23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st.success</a:t>
            </a:r>
            <a:endParaRPr sz="750">
              <a:latin typeface="Courier New"/>
              <a:cs typeface="Courier New"/>
            </a:endParaRPr>
          </a:p>
          <a:p>
            <a:pPr marL="193040" indent="-193040">
              <a:lnSpc>
                <a:spcPct val="100000"/>
              </a:lnSpc>
              <a:spcBef>
                <a:spcPts val="55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Length: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meters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254">
                <a:solidFill>
                  <a:srgbClr val="1B1F3A"/>
                </a:solidFill>
                <a:latin typeface="Tahoma"/>
                <a:cs typeface="Tahoma"/>
              </a:rPr>
              <a:t>↔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feet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(1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ahoma"/>
                <a:cs typeface="Tahoma"/>
              </a:rPr>
              <a:t>m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90">
                <a:solidFill>
                  <a:srgbClr val="1B1F3A"/>
                </a:solidFill>
                <a:latin typeface="Tahoma"/>
                <a:cs typeface="Tahoma"/>
              </a:rPr>
              <a:t>=</a:t>
            </a:r>
            <a:r>
              <a:rPr dirty="0" sz="85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3.281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ft)</a:t>
            </a:r>
            <a:endParaRPr sz="850">
              <a:latin typeface="Tahoma"/>
              <a:cs typeface="Tahoma"/>
            </a:endParaRPr>
          </a:p>
          <a:p>
            <a:pPr marL="193040" indent="-193040">
              <a:lnSpc>
                <a:spcPct val="100000"/>
              </a:lnSpc>
              <a:spcBef>
                <a:spcPts val="55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50">
                <a:solidFill>
                  <a:srgbClr val="1B1F3A"/>
                </a:solidFill>
                <a:latin typeface="Tahoma"/>
                <a:cs typeface="Tahoma"/>
              </a:rPr>
              <a:t>Weight: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kg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254">
                <a:solidFill>
                  <a:srgbClr val="1B1F3A"/>
                </a:solidFill>
                <a:latin typeface="Tahoma"/>
                <a:cs typeface="Tahoma"/>
              </a:rPr>
              <a:t>↔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pounds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(1 </a:t>
            </a:r>
            <a:r>
              <a:rPr dirty="0" sz="850" spc="-65">
                <a:solidFill>
                  <a:srgbClr val="1B1F3A"/>
                </a:solidFill>
                <a:latin typeface="Tahoma"/>
                <a:cs typeface="Tahoma"/>
              </a:rPr>
              <a:t>kg </a:t>
            </a:r>
            <a:r>
              <a:rPr dirty="0" sz="850" spc="-190">
                <a:solidFill>
                  <a:srgbClr val="1B1F3A"/>
                </a:solidFill>
                <a:latin typeface="Tahoma"/>
                <a:cs typeface="Tahoma"/>
              </a:rPr>
              <a:t>=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2.205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lb)</a:t>
            </a:r>
            <a:endParaRPr sz="850">
              <a:latin typeface="Tahoma"/>
              <a:cs typeface="Tahoma"/>
            </a:endParaRPr>
          </a:p>
          <a:p>
            <a:pPr marL="193040" indent="-193040">
              <a:lnSpc>
                <a:spcPct val="100000"/>
              </a:lnSpc>
              <a:spcBef>
                <a:spcPts val="48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193040" algn="l"/>
              </a:tabLst>
            </a:pP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Temperature: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ahoma"/>
                <a:cs typeface="Tahoma"/>
              </a:rPr>
              <a:t>Celsius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254">
                <a:solidFill>
                  <a:srgbClr val="1B1F3A"/>
                </a:solidFill>
                <a:latin typeface="Tahoma"/>
                <a:cs typeface="Tahoma"/>
              </a:rPr>
              <a:t>↔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ahoma"/>
                <a:cs typeface="Tahoma"/>
              </a:rPr>
              <a:t>Fahrenheit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85">
                <a:solidFill>
                  <a:srgbClr val="1B1F3A"/>
                </a:solidFill>
                <a:latin typeface="Tahoma"/>
                <a:cs typeface="Tahoma"/>
              </a:rPr>
              <a:t>(°F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90">
                <a:solidFill>
                  <a:srgbClr val="1B1F3A"/>
                </a:solidFill>
                <a:latin typeface="Tahoma"/>
                <a:cs typeface="Tahoma"/>
              </a:rPr>
              <a:t>=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95">
                <a:solidFill>
                  <a:srgbClr val="1B1F3A"/>
                </a:solidFill>
                <a:latin typeface="Tahoma"/>
                <a:cs typeface="Tahoma"/>
              </a:rPr>
              <a:t>°C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90">
                <a:solidFill>
                  <a:srgbClr val="1B1F3A"/>
                </a:solidFill>
                <a:latin typeface="Tahoma"/>
                <a:cs typeface="Tahoma"/>
              </a:rPr>
              <a:t>×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ahoma"/>
                <a:cs typeface="Tahoma"/>
              </a:rPr>
              <a:t>9/5</a:t>
            </a:r>
            <a:r>
              <a:rPr dirty="0" sz="85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90">
                <a:solidFill>
                  <a:srgbClr val="1B1F3A"/>
                </a:solidFill>
                <a:latin typeface="Tahoma"/>
                <a:cs typeface="Tahoma"/>
              </a:rPr>
              <a:t>+</a:t>
            </a:r>
            <a:r>
              <a:rPr dirty="0" sz="85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ahoma"/>
                <a:cs typeface="Tahoma"/>
              </a:rPr>
              <a:t>32)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850">
              <a:latin typeface="Tahoma"/>
              <a:cs typeface="Tahoma"/>
            </a:endParaRPr>
          </a:p>
          <a:p>
            <a:pPr algn="ctr" marR="4023995">
              <a:lnSpc>
                <a:spcPct val="100000"/>
              </a:lnSpc>
            </a:pP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750" spc="-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750" spc="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T 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1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endParaRPr sz="750">
              <a:latin typeface="Tahoma"/>
              <a:cs typeface="Tahoma"/>
            </a:endParaRPr>
          </a:p>
          <a:p>
            <a:pPr marL="113664">
              <a:lnSpc>
                <a:spcPct val="100000"/>
              </a:lnSpc>
              <a:spcBef>
                <a:spcPts val="325"/>
              </a:spcBef>
            </a:pP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Every</a:t>
            </a:r>
            <a:r>
              <a:rPr dirty="0" sz="8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1B1F3A"/>
                </a:solidFill>
                <a:latin typeface="Tahoma"/>
                <a:cs typeface="Tahoma"/>
              </a:rPr>
              <a:t>student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has </a:t>
            </a:r>
            <a:r>
              <a:rPr dirty="0" sz="800" spc="-40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1B1F3A"/>
                </a:solidFill>
                <a:latin typeface="Tahoma"/>
                <a:cs typeface="Tahoma"/>
              </a:rPr>
              <a:t>working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1B1F3A"/>
                </a:solidFill>
                <a:latin typeface="Tahoma"/>
                <a:cs typeface="Tahoma"/>
              </a:rPr>
              <a:t>converter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1B1F3A"/>
                </a:solidFill>
                <a:latin typeface="Tahoma"/>
                <a:cs typeface="Tahoma"/>
              </a:rPr>
              <a:t>with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1B1F3A"/>
                </a:solidFill>
                <a:latin typeface="Tahoma"/>
                <a:cs typeface="Tahoma"/>
              </a:rPr>
              <a:t>at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1B1F3A"/>
                </a:solidFill>
                <a:latin typeface="Tahoma"/>
                <a:cs typeface="Tahoma"/>
              </a:rPr>
              <a:t>least</a:t>
            </a:r>
            <a:r>
              <a:rPr dirty="0" sz="8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1B1F3A"/>
                </a:solidFill>
                <a:latin typeface="Tahoma"/>
                <a:cs typeface="Tahoma"/>
              </a:rPr>
              <a:t>one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category. </a:t>
            </a:r>
            <a:r>
              <a:rPr dirty="0" sz="800" spc="-55">
                <a:solidFill>
                  <a:srgbClr val="1B1F3A"/>
                </a:solidFill>
                <a:latin typeface="Tahoma"/>
                <a:cs typeface="Tahoma"/>
              </a:rPr>
              <a:t>Two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1B1F3A"/>
                </a:solidFill>
                <a:latin typeface="Tahoma"/>
                <a:cs typeface="Tahoma"/>
              </a:rPr>
              <a:t>categories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5">
                <a:solidFill>
                  <a:srgbClr val="1B1F3A"/>
                </a:solidFill>
                <a:latin typeface="Tahoma"/>
                <a:cs typeface="Tahoma"/>
              </a:rPr>
              <a:t>good.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1B1F3A"/>
                </a:solidFill>
                <a:latin typeface="Tahoma"/>
                <a:cs typeface="Tahoma"/>
              </a:rPr>
              <a:t>All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1B1F3A"/>
                </a:solidFill>
                <a:latin typeface="Tahoma"/>
                <a:cs typeface="Tahoma"/>
              </a:rPr>
              <a:t>three</a:t>
            </a:r>
            <a:r>
              <a:rPr dirty="0" sz="8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30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800" spc="-5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1B1F3A"/>
                </a:solidFill>
                <a:latin typeface="Tahoma"/>
                <a:cs typeface="Tahoma"/>
              </a:rPr>
              <a:t>excellent.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81724" y="1428750"/>
            <a:ext cx="5324475" cy="4457700"/>
            <a:chOff x="6181724" y="1428750"/>
            <a:chExt cx="5324475" cy="4457700"/>
          </a:xfrm>
        </p:grpSpPr>
        <p:sp>
          <p:nvSpPr>
            <p:cNvPr id="14" name="object 14"/>
            <p:cNvSpPr/>
            <p:nvPr/>
          </p:nvSpPr>
          <p:spPr>
            <a:xfrm>
              <a:off x="6200774" y="1433512"/>
              <a:ext cx="5300980" cy="4448175"/>
            </a:xfrm>
            <a:custGeom>
              <a:avLst/>
              <a:gdLst/>
              <a:ahLst/>
              <a:cxnLst/>
              <a:rect l="l" t="t" r="r" b="b"/>
              <a:pathLst>
                <a:path w="5300980" h="4448175">
                  <a:moveTo>
                    <a:pt x="5180517" y="4448174"/>
                  </a:moveTo>
                  <a:lnTo>
                    <a:pt x="106794" y="4448174"/>
                  </a:lnTo>
                  <a:lnTo>
                    <a:pt x="99361" y="4447350"/>
                  </a:lnTo>
                  <a:lnTo>
                    <a:pt x="57037" y="4431193"/>
                  </a:lnTo>
                  <a:lnTo>
                    <a:pt x="28170" y="4404541"/>
                  </a:lnTo>
                  <a:lnTo>
                    <a:pt x="5828" y="4360993"/>
                  </a:lnTo>
                  <a:lnTo>
                    <a:pt x="0" y="4328030"/>
                  </a:lnTo>
                  <a:lnTo>
                    <a:pt x="0" y="431958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2" y="6556"/>
                  </a:lnTo>
                  <a:lnTo>
                    <a:pt x="106794" y="0"/>
                  </a:lnTo>
                  <a:lnTo>
                    <a:pt x="5180517" y="0"/>
                  </a:lnTo>
                  <a:lnTo>
                    <a:pt x="5229081" y="13018"/>
                  </a:lnTo>
                  <a:lnTo>
                    <a:pt x="5268968" y="43632"/>
                  </a:lnTo>
                  <a:lnTo>
                    <a:pt x="5294103" y="87179"/>
                  </a:lnTo>
                  <a:lnTo>
                    <a:pt x="5300660" y="120144"/>
                  </a:lnTo>
                  <a:lnTo>
                    <a:pt x="5300660" y="4328030"/>
                  </a:lnTo>
                  <a:lnTo>
                    <a:pt x="5287640" y="4376594"/>
                  </a:lnTo>
                  <a:lnTo>
                    <a:pt x="5257028" y="4416481"/>
                  </a:lnTo>
                  <a:lnTo>
                    <a:pt x="5213481" y="4441616"/>
                  </a:lnTo>
                  <a:lnTo>
                    <a:pt x="5188879" y="4447350"/>
                  </a:lnTo>
                  <a:lnTo>
                    <a:pt x="5180517" y="444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49695" y="1428749"/>
              <a:ext cx="5256530" cy="4457700"/>
            </a:xfrm>
            <a:custGeom>
              <a:avLst/>
              <a:gdLst/>
              <a:ahLst/>
              <a:cxnLst/>
              <a:rect l="l" t="t" r="r" b="b"/>
              <a:pathLst>
                <a:path w="5256530" h="4457700">
                  <a:moveTo>
                    <a:pt x="5256492" y="133350"/>
                  </a:moveTo>
                  <a:lnTo>
                    <a:pt x="5250789" y="94703"/>
                  </a:lnTo>
                  <a:lnTo>
                    <a:pt x="5234038" y="59258"/>
                  </a:lnTo>
                  <a:lnTo>
                    <a:pt x="5217884" y="39573"/>
                  </a:lnTo>
                  <a:lnTo>
                    <a:pt x="5186070" y="15773"/>
                  </a:lnTo>
                  <a:lnTo>
                    <a:pt x="5149164" y="2540"/>
                  </a:lnTo>
                  <a:lnTo>
                    <a:pt x="51231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23142" y="9525"/>
                  </a:lnTo>
                  <a:lnTo>
                    <a:pt x="5170538" y="18961"/>
                  </a:lnTo>
                  <a:lnTo>
                    <a:pt x="5210708" y="45796"/>
                  </a:lnTo>
                  <a:lnTo>
                    <a:pt x="5211153" y="46304"/>
                  </a:lnTo>
                  <a:lnTo>
                    <a:pt x="5218912" y="54838"/>
                  </a:lnTo>
                  <a:lnTo>
                    <a:pt x="5241671" y="97459"/>
                  </a:lnTo>
                  <a:lnTo>
                    <a:pt x="5246967" y="133350"/>
                  </a:lnTo>
                  <a:lnTo>
                    <a:pt x="5246967" y="4324350"/>
                  </a:lnTo>
                  <a:lnTo>
                    <a:pt x="5237543" y="4371746"/>
                  </a:lnTo>
                  <a:lnTo>
                    <a:pt x="5211153" y="4411408"/>
                  </a:lnTo>
                  <a:lnTo>
                    <a:pt x="5210708" y="4411916"/>
                  </a:lnTo>
                  <a:lnTo>
                    <a:pt x="5170525" y="4438751"/>
                  </a:lnTo>
                  <a:lnTo>
                    <a:pt x="5135588" y="4447552"/>
                  </a:lnTo>
                  <a:lnTo>
                    <a:pt x="5136096" y="4447552"/>
                  </a:lnTo>
                  <a:lnTo>
                    <a:pt x="5123142" y="4448175"/>
                  </a:lnTo>
                  <a:lnTo>
                    <a:pt x="65366" y="4448175"/>
                  </a:lnTo>
                  <a:lnTo>
                    <a:pt x="55410" y="4447552"/>
                  </a:lnTo>
                  <a:lnTo>
                    <a:pt x="55803" y="4447552"/>
                  </a:lnTo>
                  <a:lnTo>
                    <a:pt x="46786" y="4445825"/>
                  </a:lnTo>
                  <a:lnTo>
                    <a:pt x="37769" y="4442879"/>
                  </a:lnTo>
                  <a:lnTo>
                    <a:pt x="28917" y="4438751"/>
                  </a:lnTo>
                  <a:lnTo>
                    <a:pt x="22542" y="4434840"/>
                  </a:lnTo>
                  <a:lnTo>
                    <a:pt x="0" y="4440479"/>
                  </a:lnTo>
                  <a:lnTo>
                    <a:pt x="39357" y="4455172"/>
                  </a:lnTo>
                  <a:lnTo>
                    <a:pt x="65366" y="4457700"/>
                  </a:lnTo>
                  <a:lnTo>
                    <a:pt x="5123142" y="4457700"/>
                  </a:lnTo>
                  <a:lnTo>
                    <a:pt x="5136286" y="4457077"/>
                  </a:lnTo>
                  <a:lnTo>
                    <a:pt x="5149164" y="4455172"/>
                  </a:lnTo>
                  <a:lnTo>
                    <a:pt x="5161800" y="4451997"/>
                  </a:lnTo>
                  <a:lnTo>
                    <a:pt x="5172430" y="4448175"/>
                  </a:lnTo>
                  <a:lnTo>
                    <a:pt x="5174183" y="4447552"/>
                  </a:lnTo>
                  <a:lnTo>
                    <a:pt x="5207698" y="4427486"/>
                  </a:lnTo>
                  <a:lnTo>
                    <a:pt x="5234038" y="4398454"/>
                  </a:lnTo>
                  <a:lnTo>
                    <a:pt x="5250789" y="4363009"/>
                  </a:lnTo>
                  <a:lnTo>
                    <a:pt x="5256492" y="4324350"/>
                  </a:lnTo>
                  <a:lnTo>
                    <a:pt x="52564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81724" y="1445813"/>
              <a:ext cx="90805" cy="4424045"/>
            </a:xfrm>
            <a:custGeom>
              <a:avLst/>
              <a:gdLst/>
              <a:ahLst/>
              <a:cxnLst/>
              <a:rect l="l" t="t" r="r" b="b"/>
              <a:pathLst>
                <a:path w="90804" h="4424045">
                  <a:moveTo>
                    <a:pt x="68254" y="4423572"/>
                  </a:moveTo>
                  <a:lnTo>
                    <a:pt x="30217" y="4391841"/>
                  </a:lnTo>
                  <a:lnTo>
                    <a:pt x="10150" y="4358316"/>
                  </a:lnTo>
                  <a:lnTo>
                    <a:pt x="634" y="4320422"/>
                  </a:lnTo>
                  <a:lnTo>
                    <a:pt x="0" y="430728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307286"/>
                  </a:lnTo>
                  <a:lnTo>
                    <a:pt x="45350" y="4354671"/>
                  </a:lnTo>
                  <a:lnTo>
                    <a:pt x="65998" y="4394843"/>
                  </a:lnTo>
                  <a:lnTo>
                    <a:pt x="90792" y="4417938"/>
                  </a:lnTo>
                  <a:lnTo>
                    <a:pt x="68254" y="442357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91274" y="1571624"/>
              <a:ext cx="1285875" cy="266700"/>
            </a:xfrm>
            <a:custGeom>
              <a:avLst/>
              <a:gdLst/>
              <a:ahLst/>
              <a:cxnLst/>
              <a:rect l="l" t="t" r="r" b="b"/>
              <a:pathLst>
                <a:path w="1285875" h="266700">
                  <a:moveTo>
                    <a:pt x="115252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5" y="240453"/>
                  </a:lnTo>
                  <a:lnTo>
                    <a:pt x="26246" y="212793"/>
                  </a:lnTo>
                  <a:lnTo>
                    <a:pt x="7790" y="178266"/>
                  </a:lnTo>
                  <a:lnTo>
                    <a:pt x="159" y="139901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152524" y="0"/>
                  </a:lnTo>
                  <a:lnTo>
                    <a:pt x="1191233" y="5740"/>
                  </a:lnTo>
                  <a:lnTo>
                    <a:pt x="1226608" y="22473"/>
                  </a:lnTo>
                  <a:lnTo>
                    <a:pt x="1255605" y="48752"/>
                  </a:lnTo>
                  <a:lnTo>
                    <a:pt x="1275722" y="82318"/>
                  </a:lnTo>
                  <a:lnTo>
                    <a:pt x="1285233" y="120279"/>
                  </a:lnTo>
                  <a:lnTo>
                    <a:pt x="1285874" y="133349"/>
                  </a:lnTo>
                  <a:lnTo>
                    <a:pt x="1285714" y="139901"/>
                  </a:lnTo>
                  <a:lnTo>
                    <a:pt x="1278081" y="178266"/>
                  </a:lnTo>
                  <a:lnTo>
                    <a:pt x="1259626" y="212793"/>
                  </a:lnTo>
                  <a:lnTo>
                    <a:pt x="1231967" y="240453"/>
                  </a:lnTo>
                  <a:lnTo>
                    <a:pt x="1197440" y="258908"/>
                  </a:lnTo>
                  <a:lnTo>
                    <a:pt x="1159075" y="266539"/>
                  </a:lnTo>
                  <a:lnTo>
                    <a:pt x="1152524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505575" y="1616075"/>
            <a:ext cx="1065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STARTING</a:t>
            </a:r>
            <a:r>
              <a:rPr dirty="0" sz="900" spc="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Tahoma"/>
                <a:cs typeface="Tahoma"/>
              </a:rPr>
              <a:t>SCAFFOLD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97739" y="1620837"/>
            <a:ext cx="8242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35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35" b="1">
                <a:solidFill>
                  <a:srgbClr val="797E94"/>
                </a:solidFill>
                <a:latin typeface="Tahoma"/>
                <a:cs typeface="Tahoma"/>
              </a:rPr>
              <a:t>.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797E94"/>
                </a:solidFill>
                <a:latin typeface="Tahoma"/>
                <a:cs typeface="Tahoma"/>
              </a:rPr>
              <a:t>Y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91273" y="1914524"/>
            <a:ext cx="4933950" cy="3829050"/>
          </a:xfrm>
          <a:custGeom>
            <a:avLst/>
            <a:gdLst/>
            <a:ahLst/>
            <a:cxnLst/>
            <a:rect l="l" t="t" r="r" b="b"/>
            <a:pathLst>
              <a:path w="4933950" h="3829050">
                <a:moveTo>
                  <a:pt x="4862753" y="3829049"/>
                </a:moveTo>
                <a:lnTo>
                  <a:pt x="71196" y="3829049"/>
                </a:lnTo>
                <a:lnTo>
                  <a:pt x="66241" y="3828560"/>
                </a:lnTo>
                <a:lnTo>
                  <a:pt x="29704" y="3813427"/>
                </a:lnTo>
                <a:lnTo>
                  <a:pt x="3885" y="3777387"/>
                </a:lnTo>
                <a:lnTo>
                  <a:pt x="0" y="3757852"/>
                </a:lnTo>
                <a:lnTo>
                  <a:pt x="0" y="37528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862753" y="0"/>
                </a:lnTo>
                <a:lnTo>
                  <a:pt x="4904243" y="15621"/>
                </a:lnTo>
                <a:lnTo>
                  <a:pt x="4930063" y="51661"/>
                </a:lnTo>
                <a:lnTo>
                  <a:pt x="4933949" y="71196"/>
                </a:lnTo>
                <a:lnTo>
                  <a:pt x="4933949" y="3757852"/>
                </a:lnTo>
                <a:lnTo>
                  <a:pt x="4918327" y="3799343"/>
                </a:lnTo>
                <a:lnTo>
                  <a:pt x="4882285" y="3825163"/>
                </a:lnTo>
                <a:lnTo>
                  <a:pt x="4867708" y="3828560"/>
                </a:lnTo>
                <a:lnTo>
                  <a:pt x="4862753" y="3829049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505575" y="1969452"/>
            <a:ext cx="2310765" cy="13303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converter.py</a:t>
            </a:r>
            <a:r>
              <a:rPr dirty="0" sz="750" spc="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750" spc="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starting</a:t>
            </a:r>
            <a:r>
              <a:rPr dirty="0" sz="750" spc="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scaffold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50" spc="8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75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50" spc="9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st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st.title(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"Unit</a:t>
            </a:r>
            <a:r>
              <a:rPr dirty="0" sz="750" spc="19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Converter"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1.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Pick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category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category</a:t>
            </a:r>
            <a:r>
              <a:rPr dirty="0" sz="750" spc="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st.selectbox(</a:t>
            </a:r>
            <a:endParaRPr sz="750">
              <a:latin typeface="Courier New"/>
              <a:cs typeface="Courier New"/>
            </a:endParaRPr>
          </a:p>
          <a:p>
            <a:pPr marL="236220">
              <a:lnSpc>
                <a:spcPct val="125000"/>
              </a:lnSpc>
              <a:spcBef>
                <a:spcPts val="75"/>
              </a:spcBef>
            </a:pP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"What</a:t>
            </a:r>
            <a:r>
              <a:rPr dirty="0" sz="750" spc="5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do</a:t>
            </a:r>
            <a:r>
              <a:rPr dirty="0" sz="750" spc="5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you</a:t>
            </a:r>
            <a:r>
              <a:rPr dirty="0" sz="750" spc="5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want</a:t>
            </a:r>
            <a:r>
              <a:rPr dirty="0" sz="750" spc="5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to</a:t>
            </a:r>
            <a:r>
              <a:rPr dirty="0" sz="750" spc="5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convert?"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,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"Length"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"Weight"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"Temperature"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05575" y="3297237"/>
            <a:ext cx="6032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05575" y="3550602"/>
            <a:ext cx="3079750" cy="221615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2.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Get</a:t>
            </a:r>
            <a:r>
              <a:rPr dirty="0" sz="75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value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value</a:t>
            </a:r>
            <a:r>
              <a:rPr dirty="0" sz="750" spc="10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1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st.number_input(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"Enter</a:t>
            </a:r>
            <a:r>
              <a:rPr dirty="0" sz="750" spc="10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a</a:t>
            </a:r>
            <a:r>
              <a:rPr dirty="0" sz="750" spc="11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B8E886"/>
                </a:solidFill>
                <a:latin typeface="Courier New"/>
                <a:cs typeface="Courier New"/>
              </a:rPr>
              <a:t>value:"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0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value=0.0)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3.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Branch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on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category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and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compute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category</a:t>
            </a:r>
            <a:r>
              <a:rPr dirty="0" sz="750" spc="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==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"Length"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750">
              <a:latin typeface="Courier New"/>
              <a:cs typeface="Courier New"/>
            </a:endParaRPr>
          </a:p>
          <a:p>
            <a:pPr marL="236854">
              <a:lnSpc>
                <a:spcPct val="100000"/>
              </a:lnSpc>
              <a:spcBef>
                <a:spcPts val="30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TODO: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convert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meters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↔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feet</a:t>
            </a:r>
            <a:endParaRPr sz="750">
              <a:latin typeface="Courier New"/>
              <a:cs typeface="Courier New"/>
            </a:endParaRPr>
          </a:p>
          <a:p>
            <a:pPr marL="236220" marR="1531620">
              <a:lnSpc>
                <a:spcPct val="125000"/>
              </a:lnSpc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result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value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*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3.281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unit</a:t>
            </a:r>
            <a:r>
              <a:rPr dirty="0" sz="75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"feet"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elif</a:t>
            </a:r>
            <a:r>
              <a:rPr dirty="0" sz="750" spc="7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category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==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"Weight"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750">
              <a:latin typeface="Courier New"/>
              <a:cs typeface="Courier New"/>
            </a:endParaRPr>
          </a:p>
          <a:p>
            <a:pPr marL="236854">
              <a:lnSpc>
                <a:spcPct val="100000"/>
              </a:lnSpc>
              <a:spcBef>
                <a:spcPts val="2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TODO: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convert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kg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↔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pounds</a:t>
            </a:r>
            <a:endParaRPr sz="750">
              <a:latin typeface="Courier New"/>
              <a:cs typeface="Courier New"/>
            </a:endParaRPr>
          </a:p>
          <a:p>
            <a:pPr marL="236220" marR="1531620">
              <a:lnSpc>
                <a:spcPct val="125000"/>
              </a:lnSpc>
              <a:spcBef>
                <a:spcPts val="7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result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value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*</a:t>
            </a:r>
            <a:r>
              <a:rPr dirty="0" sz="75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2.205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unit</a:t>
            </a:r>
            <a:r>
              <a:rPr dirty="0" sz="75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"pounds"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elif</a:t>
            </a:r>
            <a:r>
              <a:rPr dirty="0" sz="750" spc="7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category</a:t>
            </a:r>
            <a:r>
              <a:rPr dirty="0" sz="750" spc="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==</a:t>
            </a:r>
            <a:r>
              <a:rPr dirty="0" sz="75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"Temperature"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750">
              <a:latin typeface="Courier New"/>
              <a:cs typeface="Courier New"/>
            </a:endParaRPr>
          </a:p>
          <a:p>
            <a:pPr marL="236854">
              <a:lnSpc>
                <a:spcPct val="100000"/>
              </a:lnSpc>
              <a:spcBef>
                <a:spcPts val="2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TODO: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convert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Celsius</a:t>
            </a:r>
            <a:r>
              <a:rPr dirty="0" sz="750" spc="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↔</a:t>
            </a:r>
            <a:r>
              <a:rPr dirty="0" sz="75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Fahrenheit</a:t>
            </a:r>
            <a:endParaRPr sz="750">
              <a:latin typeface="Courier New"/>
              <a:cs typeface="Courier New"/>
            </a:endParaRPr>
          </a:p>
          <a:p>
            <a:pPr marL="236220">
              <a:lnSpc>
                <a:spcPct val="100000"/>
              </a:lnSpc>
              <a:spcBef>
                <a:spcPts val="30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result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value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*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9/5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+</a:t>
            </a:r>
            <a:r>
              <a:rPr dirty="0" sz="75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32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5799" y="5981699"/>
            <a:ext cx="10820400" cy="342900"/>
            <a:chOff x="685799" y="5981699"/>
            <a:chExt cx="10820400" cy="342900"/>
          </a:xfrm>
        </p:grpSpPr>
        <p:sp>
          <p:nvSpPr>
            <p:cNvPr id="25" name="object 25"/>
            <p:cNvSpPr/>
            <p:nvPr/>
          </p:nvSpPr>
          <p:spPr>
            <a:xfrm>
              <a:off x="685799" y="5981699"/>
              <a:ext cx="10820400" cy="342900"/>
            </a:xfrm>
            <a:custGeom>
              <a:avLst/>
              <a:gdLst/>
              <a:ahLst/>
              <a:cxnLst/>
              <a:rect l="l" t="t" r="r" b="b"/>
              <a:pathLst>
                <a:path w="10820400" h="342900">
                  <a:moveTo>
                    <a:pt x="10648949" y="342899"/>
                  </a:moveTo>
                  <a:lnTo>
                    <a:pt x="171449" y="342899"/>
                  </a:lnTo>
                  <a:lnTo>
                    <a:pt x="163027" y="342694"/>
                  </a:lnTo>
                  <a:lnTo>
                    <a:pt x="121679" y="335519"/>
                  </a:lnTo>
                  <a:lnTo>
                    <a:pt x="83315" y="318514"/>
                  </a:lnTo>
                  <a:lnTo>
                    <a:pt x="50216" y="292683"/>
                  </a:lnTo>
                  <a:lnTo>
                    <a:pt x="24386" y="259583"/>
                  </a:lnTo>
                  <a:lnTo>
                    <a:pt x="7380" y="221218"/>
                  </a:lnTo>
                  <a:lnTo>
                    <a:pt x="205" y="179872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8"/>
                  </a:lnTo>
                  <a:lnTo>
                    <a:pt x="24386" y="83313"/>
                  </a:lnTo>
                  <a:lnTo>
                    <a:pt x="50216" y="50215"/>
                  </a:lnTo>
                  <a:lnTo>
                    <a:pt x="83315" y="24384"/>
                  </a:lnTo>
                  <a:lnTo>
                    <a:pt x="121679" y="7379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0648949" y="0"/>
                  </a:lnTo>
                  <a:lnTo>
                    <a:pt x="10690616" y="5138"/>
                  </a:lnTo>
                  <a:lnTo>
                    <a:pt x="10729769" y="20241"/>
                  </a:lnTo>
                  <a:lnTo>
                    <a:pt x="10764080" y="44405"/>
                  </a:lnTo>
                  <a:lnTo>
                    <a:pt x="10791504" y="76195"/>
                  </a:lnTo>
                  <a:lnTo>
                    <a:pt x="10810380" y="113698"/>
                  </a:lnTo>
                  <a:lnTo>
                    <a:pt x="10819575" y="154644"/>
                  </a:lnTo>
                  <a:lnTo>
                    <a:pt x="10820399" y="171449"/>
                  </a:lnTo>
                  <a:lnTo>
                    <a:pt x="10820193" y="179872"/>
                  </a:lnTo>
                  <a:lnTo>
                    <a:pt x="10813017" y="221218"/>
                  </a:lnTo>
                  <a:lnTo>
                    <a:pt x="10796011" y="259583"/>
                  </a:lnTo>
                  <a:lnTo>
                    <a:pt x="10770182" y="292683"/>
                  </a:lnTo>
                  <a:lnTo>
                    <a:pt x="10737082" y="318514"/>
                  </a:lnTo>
                  <a:lnTo>
                    <a:pt x="10698717" y="335519"/>
                  </a:lnTo>
                  <a:lnTo>
                    <a:pt x="10657371" y="342694"/>
                  </a:lnTo>
                  <a:lnTo>
                    <a:pt x="10648949" y="34289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57324" y="6076949"/>
              <a:ext cx="1857375" cy="152400"/>
            </a:xfrm>
            <a:custGeom>
              <a:avLst/>
              <a:gdLst/>
              <a:ahLst/>
              <a:cxnLst/>
              <a:rect l="l" t="t" r="r" b="b"/>
              <a:pathLst>
                <a:path w="1857375" h="152400">
                  <a:moveTo>
                    <a:pt x="1832589" y="152399"/>
                  </a:moveTo>
                  <a:lnTo>
                    <a:pt x="24785" y="152399"/>
                  </a:lnTo>
                  <a:lnTo>
                    <a:pt x="21140" y="151674"/>
                  </a:lnTo>
                  <a:lnTo>
                    <a:pt x="0" y="127613"/>
                  </a:lnTo>
                  <a:lnTo>
                    <a:pt x="0" y="12382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832589" y="0"/>
                  </a:lnTo>
                  <a:lnTo>
                    <a:pt x="1857374" y="24785"/>
                  </a:lnTo>
                  <a:lnTo>
                    <a:pt x="1857374" y="127613"/>
                  </a:lnTo>
                  <a:lnTo>
                    <a:pt x="1836233" y="151674"/>
                  </a:lnTo>
                  <a:lnTo>
                    <a:pt x="1832589" y="1523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44550" y="6054724"/>
            <a:ext cx="66681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2940" algn="l"/>
              </a:tabLst>
            </a:pPr>
            <a:r>
              <a:rPr dirty="0" sz="900" spc="-35" b="1">
                <a:solidFill>
                  <a:srgbClr val="FFFFFF"/>
                </a:solidFill>
                <a:latin typeface="Tahoma"/>
                <a:cs typeface="Tahoma"/>
              </a:rPr>
              <a:t>RUN</a:t>
            </a:r>
            <a:r>
              <a:rPr dirty="0" sz="9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dirty="0" sz="9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900">
                <a:solidFill>
                  <a:srgbClr val="FFFFFF"/>
                </a:solidFill>
                <a:latin typeface="Courier New"/>
                <a:cs typeface="Courier New"/>
              </a:rPr>
              <a:t>streamlit</a:t>
            </a:r>
            <a:r>
              <a:rPr dirty="0" sz="900" spc="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FFFF"/>
                </a:solidFill>
                <a:latin typeface="Courier New"/>
                <a:cs typeface="Courier New"/>
              </a:rPr>
              <a:t>run</a:t>
            </a:r>
            <a:r>
              <a:rPr dirty="0" sz="900" spc="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ourier New"/>
                <a:cs typeface="Courier New"/>
              </a:rPr>
              <a:t>converter.py</a:t>
            </a:r>
            <a:r>
              <a:rPr dirty="0" sz="900" spc="-1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dirty="0" sz="9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Try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three</a:t>
            </a:r>
            <a:r>
              <a:rPr dirty="0" sz="9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Tahoma"/>
                <a:cs typeface="Tahoma"/>
              </a:rPr>
              <a:t>categories.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result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dirty="0" sz="9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Tahoma"/>
                <a:cs typeface="Tahoma"/>
              </a:rPr>
              <a:t>update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live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dirty="0" sz="9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Tahoma"/>
                <a:cs typeface="Tahoma"/>
              </a:rPr>
              <a:t>type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Tahoma"/>
                <a:cs typeface="Tahoma"/>
              </a:rPr>
              <a:t>change</a:t>
            </a:r>
            <a:r>
              <a:rPr dirty="0" sz="9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dropdown.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6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590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30225"/>
            <a:ext cx="200278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1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2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95" b="1">
                <a:solidFill>
                  <a:srgbClr val="FF6A5B"/>
                </a:solidFill>
                <a:latin typeface="Tahoma"/>
                <a:cs typeface="Tahoma"/>
              </a:rPr>
              <a:t>+</a:t>
            </a:r>
            <a:r>
              <a:rPr dirty="0" sz="900" spc="2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Tahoma"/>
                <a:cs typeface="Tahoma"/>
              </a:rPr>
              <a:t>FA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583141"/>
            <a:ext cx="5742940" cy="722630"/>
          </a:xfrm>
          <a:prstGeom prst="rect"/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250" spc="-260"/>
              <a:t>Finished</a:t>
            </a:r>
            <a:r>
              <a:rPr dirty="0" sz="2250" spc="-220"/>
              <a:t> </a:t>
            </a:r>
            <a:r>
              <a:rPr dirty="0" sz="2250" spc="-254"/>
              <a:t>early?</a:t>
            </a:r>
            <a:r>
              <a:rPr dirty="0" sz="2250" spc="-220"/>
              <a:t> </a:t>
            </a:r>
            <a:r>
              <a:rPr dirty="0" sz="2250" spc="-254"/>
              <a:t>Make</a:t>
            </a:r>
            <a:r>
              <a:rPr dirty="0" sz="2250" spc="-220"/>
              <a:t> </a:t>
            </a:r>
            <a:r>
              <a:rPr dirty="0" sz="2250" spc="-175"/>
              <a:t>it</a:t>
            </a:r>
            <a:r>
              <a:rPr dirty="0" sz="2250" spc="-220"/>
              <a:t> </a:t>
            </a:r>
            <a:r>
              <a:rPr dirty="0" sz="2250" spc="-270"/>
              <a:t>harder.</a:t>
            </a:r>
            <a:r>
              <a:rPr dirty="0" sz="2250" spc="-220"/>
              <a:t> </a:t>
            </a:r>
            <a:r>
              <a:rPr dirty="0" sz="2250" spc="-229"/>
              <a:t>Or</a:t>
            </a:r>
            <a:r>
              <a:rPr dirty="0" sz="2250" spc="-220"/>
              <a:t> </a:t>
            </a:r>
            <a:r>
              <a:rPr dirty="0" sz="2250" spc="-254"/>
              <a:t>read</a:t>
            </a:r>
            <a:r>
              <a:rPr dirty="0" sz="2250" spc="-220"/>
              <a:t> </a:t>
            </a:r>
            <a:r>
              <a:rPr dirty="0" sz="2250" spc="-245"/>
              <a:t>the</a:t>
            </a:r>
            <a:r>
              <a:rPr dirty="0" sz="2250" spc="-220"/>
              <a:t> </a:t>
            </a:r>
            <a:r>
              <a:rPr dirty="0" sz="2250" spc="-180"/>
              <a:t>pitfalls.</a:t>
            </a:r>
            <a:endParaRPr sz="2250"/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000" spc="-55" b="0">
                <a:solidFill>
                  <a:srgbClr val="4A4E6A"/>
                </a:solidFill>
                <a:latin typeface="Tahoma"/>
                <a:cs typeface="Tahoma"/>
              </a:rPr>
              <a:t>Three</a:t>
            </a:r>
            <a:r>
              <a:rPr dirty="0" sz="1000" spc="-6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A4E6A"/>
                </a:solidFill>
                <a:latin typeface="Tahoma"/>
                <a:cs typeface="Tahoma"/>
              </a:rPr>
              <a:t>extension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A4E6A"/>
                </a:solidFill>
                <a:latin typeface="Tahoma"/>
                <a:cs typeface="Tahoma"/>
              </a:rPr>
              <a:t>ideas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 b="0">
                <a:solidFill>
                  <a:srgbClr val="4A4E6A"/>
                </a:solidFill>
                <a:latin typeface="Tahoma"/>
                <a:cs typeface="Tahoma"/>
              </a:rPr>
              <a:t>fast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0" b="0">
                <a:solidFill>
                  <a:srgbClr val="4A4E6A"/>
                </a:solidFill>
                <a:latin typeface="Tahoma"/>
                <a:cs typeface="Tahoma"/>
              </a:rPr>
              <a:t>students.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55" b="0">
                <a:solidFill>
                  <a:srgbClr val="4A4E6A"/>
                </a:solidFill>
                <a:latin typeface="Tahoma"/>
                <a:cs typeface="Tahoma"/>
              </a:rPr>
              <a:t>Three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A4E6A"/>
                </a:solidFill>
                <a:latin typeface="Tahoma"/>
                <a:cs typeface="Tahoma"/>
              </a:rPr>
              <a:t>pitfalls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A4E6A"/>
                </a:solidFill>
                <a:latin typeface="Tahoma"/>
                <a:cs typeface="Tahoma"/>
              </a:rPr>
              <a:t>everyone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 b="0">
                <a:solidFill>
                  <a:srgbClr val="4A4E6A"/>
                </a:solidFill>
                <a:latin typeface="Tahoma"/>
                <a:cs typeface="Tahoma"/>
              </a:rPr>
              <a:t>hits.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40" b="0">
                <a:solidFill>
                  <a:srgbClr val="4A4E6A"/>
                </a:solidFill>
                <a:latin typeface="Tahoma"/>
                <a:cs typeface="Tahoma"/>
              </a:rPr>
              <a:t>Pick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35" b="0">
                <a:solidFill>
                  <a:srgbClr val="4A4E6A"/>
                </a:solidFill>
                <a:latin typeface="Tahoma"/>
                <a:cs typeface="Tahoma"/>
              </a:rPr>
              <a:t>one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20" b="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1000" spc="-6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000" spc="-10" b="0">
                <a:solidFill>
                  <a:srgbClr val="4A4E6A"/>
                </a:solidFill>
                <a:latin typeface="Tahoma"/>
                <a:cs typeface="Tahoma"/>
              </a:rPr>
              <a:t>each.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428749"/>
            <a:ext cx="5324475" cy="4448175"/>
            <a:chOff x="685799" y="1428749"/>
            <a:chExt cx="5324475" cy="4448175"/>
          </a:xfrm>
        </p:grpSpPr>
        <p:sp>
          <p:nvSpPr>
            <p:cNvPr id="6" name="object 6"/>
            <p:cNvSpPr/>
            <p:nvPr/>
          </p:nvSpPr>
          <p:spPr>
            <a:xfrm>
              <a:off x="704849" y="1433512"/>
              <a:ext cx="5300980" cy="4438650"/>
            </a:xfrm>
            <a:custGeom>
              <a:avLst/>
              <a:gdLst/>
              <a:ahLst/>
              <a:cxnLst/>
              <a:rect l="l" t="t" r="r" b="b"/>
              <a:pathLst>
                <a:path w="5300980" h="4438650">
                  <a:moveTo>
                    <a:pt x="5180517" y="4438649"/>
                  </a:moveTo>
                  <a:lnTo>
                    <a:pt x="106794" y="4438649"/>
                  </a:lnTo>
                  <a:lnTo>
                    <a:pt x="99362" y="4437825"/>
                  </a:lnTo>
                  <a:lnTo>
                    <a:pt x="57038" y="4421669"/>
                  </a:lnTo>
                  <a:lnTo>
                    <a:pt x="28170" y="4395017"/>
                  </a:lnTo>
                  <a:lnTo>
                    <a:pt x="5828" y="4351469"/>
                  </a:lnTo>
                  <a:lnTo>
                    <a:pt x="0" y="4318505"/>
                  </a:lnTo>
                  <a:lnTo>
                    <a:pt x="0" y="431006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6"/>
                  </a:lnTo>
                  <a:lnTo>
                    <a:pt x="106794" y="0"/>
                  </a:lnTo>
                  <a:lnTo>
                    <a:pt x="5180517" y="0"/>
                  </a:lnTo>
                  <a:lnTo>
                    <a:pt x="5229082" y="13018"/>
                  </a:lnTo>
                  <a:lnTo>
                    <a:pt x="5268969" y="43632"/>
                  </a:lnTo>
                  <a:lnTo>
                    <a:pt x="5294104" y="87179"/>
                  </a:lnTo>
                  <a:lnTo>
                    <a:pt x="5300661" y="120144"/>
                  </a:lnTo>
                  <a:lnTo>
                    <a:pt x="5300661" y="4318505"/>
                  </a:lnTo>
                  <a:lnTo>
                    <a:pt x="5287642" y="4367070"/>
                  </a:lnTo>
                  <a:lnTo>
                    <a:pt x="5257029" y="4406957"/>
                  </a:lnTo>
                  <a:lnTo>
                    <a:pt x="5213482" y="4432092"/>
                  </a:lnTo>
                  <a:lnTo>
                    <a:pt x="5188880" y="4437825"/>
                  </a:lnTo>
                  <a:lnTo>
                    <a:pt x="5180517" y="443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770" y="1428749"/>
              <a:ext cx="5256530" cy="4448175"/>
            </a:xfrm>
            <a:custGeom>
              <a:avLst/>
              <a:gdLst/>
              <a:ahLst/>
              <a:cxnLst/>
              <a:rect l="l" t="t" r="r" b="b"/>
              <a:pathLst>
                <a:path w="5256530" h="4448175">
                  <a:moveTo>
                    <a:pt x="5256492" y="133350"/>
                  </a:moveTo>
                  <a:lnTo>
                    <a:pt x="5250789" y="94703"/>
                  </a:lnTo>
                  <a:lnTo>
                    <a:pt x="5234038" y="59258"/>
                  </a:lnTo>
                  <a:lnTo>
                    <a:pt x="5217884" y="39573"/>
                  </a:lnTo>
                  <a:lnTo>
                    <a:pt x="5186070" y="15773"/>
                  </a:lnTo>
                  <a:lnTo>
                    <a:pt x="5149164" y="2540"/>
                  </a:lnTo>
                  <a:lnTo>
                    <a:pt x="51231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23142" y="9525"/>
                  </a:lnTo>
                  <a:lnTo>
                    <a:pt x="5170538" y="18961"/>
                  </a:lnTo>
                  <a:lnTo>
                    <a:pt x="5210708" y="45796"/>
                  </a:lnTo>
                  <a:lnTo>
                    <a:pt x="5211153" y="46304"/>
                  </a:lnTo>
                  <a:lnTo>
                    <a:pt x="5218912" y="54838"/>
                  </a:lnTo>
                  <a:lnTo>
                    <a:pt x="5241671" y="97459"/>
                  </a:lnTo>
                  <a:lnTo>
                    <a:pt x="5246967" y="133350"/>
                  </a:lnTo>
                  <a:lnTo>
                    <a:pt x="5246967" y="4314825"/>
                  </a:lnTo>
                  <a:lnTo>
                    <a:pt x="5237543" y="4362221"/>
                  </a:lnTo>
                  <a:lnTo>
                    <a:pt x="5211153" y="4401883"/>
                  </a:lnTo>
                  <a:lnTo>
                    <a:pt x="5210708" y="4402391"/>
                  </a:lnTo>
                  <a:lnTo>
                    <a:pt x="5170538" y="4429226"/>
                  </a:lnTo>
                  <a:lnTo>
                    <a:pt x="5135600" y="4438027"/>
                  </a:lnTo>
                  <a:lnTo>
                    <a:pt x="5136121" y="4438027"/>
                  </a:lnTo>
                  <a:lnTo>
                    <a:pt x="5123142" y="4438650"/>
                  </a:lnTo>
                  <a:lnTo>
                    <a:pt x="65366" y="4438650"/>
                  </a:lnTo>
                  <a:lnTo>
                    <a:pt x="55397" y="4438027"/>
                  </a:lnTo>
                  <a:lnTo>
                    <a:pt x="55791" y="4438027"/>
                  </a:lnTo>
                  <a:lnTo>
                    <a:pt x="46786" y="4436300"/>
                  </a:lnTo>
                  <a:lnTo>
                    <a:pt x="37769" y="4433354"/>
                  </a:lnTo>
                  <a:lnTo>
                    <a:pt x="28917" y="4429226"/>
                  </a:lnTo>
                  <a:lnTo>
                    <a:pt x="22542" y="4425315"/>
                  </a:lnTo>
                  <a:lnTo>
                    <a:pt x="0" y="4430954"/>
                  </a:lnTo>
                  <a:lnTo>
                    <a:pt x="39357" y="4445647"/>
                  </a:lnTo>
                  <a:lnTo>
                    <a:pt x="65366" y="4448175"/>
                  </a:lnTo>
                  <a:lnTo>
                    <a:pt x="5123142" y="4448175"/>
                  </a:lnTo>
                  <a:lnTo>
                    <a:pt x="5136286" y="4447552"/>
                  </a:lnTo>
                  <a:lnTo>
                    <a:pt x="5149164" y="4445647"/>
                  </a:lnTo>
                  <a:lnTo>
                    <a:pt x="5161800" y="4442472"/>
                  </a:lnTo>
                  <a:lnTo>
                    <a:pt x="5172430" y="4438650"/>
                  </a:lnTo>
                  <a:lnTo>
                    <a:pt x="5174183" y="4438027"/>
                  </a:lnTo>
                  <a:lnTo>
                    <a:pt x="5207698" y="4417961"/>
                  </a:lnTo>
                  <a:lnTo>
                    <a:pt x="5234038" y="4388929"/>
                  </a:lnTo>
                  <a:lnTo>
                    <a:pt x="5250789" y="4353484"/>
                  </a:lnTo>
                  <a:lnTo>
                    <a:pt x="5256492" y="4314825"/>
                  </a:lnTo>
                  <a:lnTo>
                    <a:pt x="52564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1445813"/>
              <a:ext cx="90805" cy="4414520"/>
            </a:xfrm>
            <a:custGeom>
              <a:avLst/>
              <a:gdLst/>
              <a:ahLst/>
              <a:cxnLst/>
              <a:rect l="l" t="t" r="r" b="b"/>
              <a:pathLst>
                <a:path w="90804" h="4414520">
                  <a:moveTo>
                    <a:pt x="68255" y="4414047"/>
                  </a:moveTo>
                  <a:lnTo>
                    <a:pt x="30217" y="4382316"/>
                  </a:lnTo>
                  <a:lnTo>
                    <a:pt x="10150" y="4348791"/>
                  </a:lnTo>
                  <a:lnTo>
                    <a:pt x="634" y="4310897"/>
                  </a:lnTo>
                  <a:lnTo>
                    <a:pt x="0" y="42977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297761"/>
                  </a:lnTo>
                  <a:lnTo>
                    <a:pt x="45350" y="4345146"/>
                  </a:lnTo>
                  <a:lnTo>
                    <a:pt x="65998" y="4385318"/>
                  </a:lnTo>
                  <a:lnTo>
                    <a:pt x="90791" y="4408413"/>
                  </a:lnTo>
                  <a:lnTo>
                    <a:pt x="68255" y="441404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399" y="1590674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1009649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3"/>
                  </a:lnTo>
                  <a:lnTo>
                    <a:pt x="26246" y="212793"/>
                  </a:lnTo>
                  <a:lnTo>
                    <a:pt x="7791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009649" y="0"/>
                  </a:lnTo>
                  <a:lnTo>
                    <a:pt x="1048359" y="5740"/>
                  </a:lnTo>
                  <a:lnTo>
                    <a:pt x="1083734" y="22473"/>
                  </a:lnTo>
                  <a:lnTo>
                    <a:pt x="1112731" y="48752"/>
                  </a:lnTo>
                  <a:lnTo>
                    <a:pt x="1132848" y="82318"/>
                  </a:lnTo>
                  <a:lnTo>
                    <a:pt x="1142359" y="120279"/>
                  </a:lnTo>
                  <a:lnTo>
                    <a:pt x="1142999" y="133349"/>
                  </a:lnTo>
                  <a:lnTo>
                    <a:pt x="1142839" y="139901"/>
                  </a:lnTo>
                  <a:lnTo>
                    <a:pt x="1135208" y="178266"/>
                  </a:lnTo>
                  <a:lnTo>
                    <a:pt x="1116753" y="212793"/>
                  </a:lnTo>
                  <a:lnTo>
                    <a:pt x="1089092" y="240453"/>
                  </a:lnTo>
                  <a:lnTo>
                    <a:pt x="1054566" y="258908"/>
                  </a:lnTo>
                  <a:lnTo>
                    <a:pt x="1016200" y="266539"/>
                  </a:lnTo>
                  <a:lnTo>
                    <a:pt x="1009649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28700" y="1635125"/>
            <a:ext cx="9264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EXTENSION</a:t>
            </a:r>
            <a:r>
              <a:rPr dirty="0" sz="900" spc="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IDEAS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2104" y="1639887"/>
            <a:ext cx="11150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F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750" spc="13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797E94"/>
                </a:solidFill>
                <a:latin typeface="Tahoma"/>
                <a:cs typeface="Tahoma"/>
              </a:rPr>
              <a:t>FA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75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750" spc="1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75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45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399" y="197167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14263" y="2006600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24199" y="2200274"/>
            <a:ext cx="552450" cy="114300"/>
          </a:xfrm>
          <a:custGeom>
            <a:avLst/>
            <a:gdLst/>
            <a:ahLst/>
            <a:cxnLst/>
            <a:rect l="l" t="t" r="r" b="b"/>
            <a:pathLst>
              <a:path w="552450" h="114300">
                <a:moveTo>
                  <a:pt x="527664" y="114299"/>
                </a:moveTo>
                <a:lnTo>
                  <a:pt x="24785" y="114299"/>
                </a:lnTo>
                <a:lnTo>
                  <a:pt x="21140" y="113574"/>
                </a:lnTo>
                <a:lnTo>
                  <a:pt x="0" y="89514"/>
                </a:lnTo>
                <a:lnTo>
                  <a:pt x="0" y="85724"/>
                </a:lnTo>
                <a:lnTo>
                  <a:pt x="0" y="24785"/>
                </a:lnTo>
                <a:lnTo>
                  <a:pt x="24785" y="0"/>
                </a:lnTo>
                <a:lnTo>
                  <a:pt x="527664" y="0"/>
                </a:lnTo>
                <a:lnTo>
                  <a:pt x="552450" y="24785"/>
                </a:lnTo>
                <a:lnTo>
                  <a:pt x="552450" y="89514"/>
                </a:lnTo>
                <a:lnTo>
                  <a:pt x="531309" y="113574"/>
                </a:lnTo>
                <a:lnTo>
                  <a:pt x="527664" y="1142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95399" y="1889359"/>
            <a:ext cx="4460240" cy="59372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Add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95" b="1">
                <a:solidFill>
                  <a:srgbClr val="293283"/>
                </a:solidFill>
                <a:latin typeface="Tahoma"/>
                <a:cs typeface="Tahoma"/>
              </a:rPr>
              <a:t>direction</a:t>
            </a:r>
            <a:r>
              <a:rPr dirty="0" sz="10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toggle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25000"/>
              </a:lnSpc>
              <a:spcBef>
                <a:spcPts val="195"/>
              </a:spcBef>
            </a:pP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Instead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always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converting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m→ft,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27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st.radio</a:t>
            </a:r>
            <a:r>
              <a:rPr dirty="0" sz="750" spc="9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let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pick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direction: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"m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85">
                <a:solidFill>
                  <a:srgbClr val="4A4E6A"/>
                </a:solidFill>
                <a:latin typeface="Tahoma"/>
                <a:cs typeface="Tahoma"/>
              </a:rPr>
              <a:t>→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ft"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or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"ft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→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m".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Branch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logic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Now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app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handles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6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conversions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instead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3.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399" y="261937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14263" y="264477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5387" y="2838449"/>
            <a:ext cx="4352925" cy="457200"/>
          </a:xfrm>
          <a:custGeom>
            <a:avLst/>
            <a:gdLst/>
            <a:ahLst/>
            <a:cxnLst/>
            <a:rect l="l" t="t" r="r" b="b"/>
            <a:pathLst>
              <a:path w="4352925" h="457200">
                <a:moveTo>
                  <a:pt x="800100" y="24790"/>
                </a:moveTo>
                <a:lnTo>
                  <a:pt x="775322" y="0"/>
                </a:lnTo>
                <a:lnTo>
                  <a:pt x="215290" y="0"/>
                </a:lnTo>
                <a:lnTo>
                  <a:pt x="190500" y="24790"/>
                </a:lnTo>
                <a:lnTo>
                  <a:pt x="190500" y="85725"/>
                </a:lnTo>
                <a:lnTo>
                  <a:pt x="190500" y="89522"/>
                </a:lnTo>
                <a:lnTo>
                  <a:pt x="215290" y="114300"/>
                </a:lnTo>
                <a:lnTo>
                  <a:pt x="775322" y="114300"/>
                </a:lnTo>
                <a:lnTo>
                  <a:pt x="800100" y="89522"/>
                </a:lnTo>
                <a:lnTo>
                  <a:pt x="800100" y="24790"/>
                </a:lnTo>
                <a:close/>
              </a:path>
              <a:path w="4352925" h="457200">
                <a:moveTo>
                  <a:pt x="1285875" y="367690"/>
                </a:moveTo>
                <a:lnTo>
                  <a:pt x="1261097" y="342900"/>
                </a:lnTo>
                <a:lnTo>
                  <a:pt x="0" y="342900"/>
                </a:lnTo>
                <a:lnTo>
                  <a:pt x="0" y="457200"/>
                </a:lnTo>
                <a:lnTo>
                  <a:pt x="1261097" y="457200"/>
                </a:lnTo>
                <a:lnTo>
                  <a:pt x="1285875" y="432422"/>
                </a:lnTo>
                <a:lnTo>
                  <a:pt x="1285875" y="367690"/>
                </a:lnTo>
                <a:close/>
              </a:path>
              <a:path w="4352925" h="457200">
                <a:moveTo>
                  <a:pt x="1828800" y="24790"/>
                </a:moveTo>
                <a:lnTo>
                  <a:pt x="1804022" y="0"/>
                </a:lnTo>
                <a:lnTo>
                  <a:pt x="1301140" y="0"/>
                </a:lnTo>
                <a:lnTo>
                  <a:pt x="1276350" y="24790"/>
                </a:lnTo>
                <a:lnTo>
                  <a:pt x="1276350" y="85725"/>
                </a:lnTo>
                <a:lnTo>
                  <a:pt x="1276350" y="89522"/>
                </a:lnTo>
                <a:lnTo>
                  <a:pt x="1301140" y="114300"/>
                </a:lnTo>
                <a:lnTo>
                  <a:pt x="1804022" y="114300"/>
                </a:lnTo>
                <a:lnTo>
                  <a:pt x="1828800" y="89522"/>
                </a:lnTo>
                <a:lnTo>
                  <a:pt x="1828800" y="24790"/>
                </a:lnTo>
                <a:close/>
              </a:path>
              <a:path w="4352925" h="457200">
                <a:moveTo>
                  <a:pt x="4352925" y="171450"/>
                </a:moveTo>
                <a:lnTo>
                  <a:pt x="2320315" y="171450"/>
                </a:lnTo>
                <a:lnTo>
                  <a:pt x="2316670" y="172186"/>
                </a:lnTo>
                <a:lnTo>
                  <a:pt x="2295525" y="196240"/>
                </a:lnTo>
                <a:lnTo>
                  <a:pt x="2295525" y="260972"/>
                </a:lnTo>
                <a:lnTo>
                  <a:pt x="2320315" y="285750"/>
                </a:lnTo>
                <a:lnTo>
                  <a:pt x="4352925" y="285750"/>
                </a:lnTo>
                <a:lnTo>
                  <a:pt x="4352925" y="17145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295399" y="2548241"/>
            <a:ext cx="4363720" cy="75374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Format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10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result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nicely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32400"/>
              </a:lnSpc>
              <a:spcBef>
                <a:spcPts val="45"/>
              </a:spcBef>
            </a:pP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2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st.metric</a:t>
            </a:r>
            <a:r>
              <a:rPr dirty="0" sz="750" spc="9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instead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50" spc="2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st.write</a:t>
            </a:r>
            <a:r>
              <a:rPr dirty="0" sz="750" spc="8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result.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renders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big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number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label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an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optional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delta.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Looks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more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like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a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real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dashboard.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Try</a:t>
            </a:r>
            <a:r>
              <a:rPr dirty="0" sz="850" spc="30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st.metric(label="Result",</a:t>
            </a:r>
            <a:r>
              <a:rPr dirty="0" sz="750" spc="9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value=f"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{result:.2f}</a:t>
            </a:r>
            <a:r>
              <a:rPr dirty="0" sz="750" spc="16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{unit}")</a:t>
            </a:r>
            <a:r>
              <a:rPr dirty="0" sz="750" spc="-5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4399" y="34289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8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14263" y="346392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85887" y="3657600"/>
            <a:ext cx="2571750" cy="285750"/>
          </a:xfrm>
          <a:custGeom>
            <a:avLst/>
            <a:gdLst/>
            <a:ahLst/>
            <a:cxnLst/>
            <a:rect l="l" t="t" r="r" b="b"/>
            <a:pathLst>
              <a:path w="2571750" h="285750">
                <a:moveTo>
                  <a:pt x="666750" y="24790"/>
                </a:moveTo>
                <a:lnTo>
                  <a:pt x="641972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85725"/>
                </a:lnTo>
                <a:lnTo>
                  <a:pt x="0" y="89522"/>
                </a:lnTo>
                <a:lnTo>
                  <a:pt x="24790" y="114300"/>
                </a:lnTo>
                <a:lnTo>
                  <a:pt x="641972" y="114300"/>
                </a:lnTo>
                <a:lnTo>
                  <a:pt x="666750" y="89522"/>
                </a:lnTo>
                <a:lnTo>
                  <a:pt x="666750" y="24790"/>
                </a:lnTo>
                <a:close/>
              </a:path>
              <a:path w="2571750" h="285750">
                <a:moveTo>
                  <a:pt x="2571750" y="196240"/>
                </a:moveTo>
                <a:lnTo>
                  <a:pt x="2546972" y="171450"/>
                </a:lnTo>
                <a:lnTo>
                  <a:pt x="1577365" y="171450"/>
                </a:lnTo>
                <a:lnTo>
                  <a:pt x="1552575" y="196240"/>
                </a:lnTo>
                <a:lnTo>
                  <a:pt x="1552575" y="257175"/>
                </a:lnTo>
                <a:lnTo>
                  <a:pt x="1552575" y="260972"/>
                </a:lnTo>
                <a:lnTo>
                  <a:pt x="1577365" y="285750"/>
                </a:lnTo>
                <a:lnTo>
                  <a:pt x="2546972" y="285750"/>
                </a:lnTo>
                <a:lnTo>
                  <a:pt x="2571750" y="260972"/>
                </a:lnTo>
                <a:lnTo>
                  <a:pt x="2571750" y="19624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95399" y="3346684"/>
            <a:ext cx="4488815" cy="6032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Add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sidebar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with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history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32400"/>
              </a:lnSpc>
              <a:spcBef>
                <a:spcPts val="120"/>
              </a:spcBef>
            </a:pP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2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st.sidebar</a:t>
            </a:r>
            <a:r>
              <a:rPr dirty="0" sz="750" spc="8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add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notes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panel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where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user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can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type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what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they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just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converted.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(Note: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this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won't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persist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across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reruns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yet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that's</a:t>
            </a:r>
            <a:r>
              <a:rPr dirty="0" sz="850" spc="28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st.session_state</a:t>
            </a:r>
            <a:r>
              <a:rPr dirty="0" sz="750" spc="-12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,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coming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Day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5.)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81724" y="1428749"/>
            <a:ext cx="5324475" cy="4448175"/>
            <a:chOff x="6181724" y="1428749"/>
            <a:chExt cx="5324475" cy="4448175"/>
          </a:xfrm>
        </p:grpSpPr>
        <p:sp>
          <p:nvSpPr>
            <p:cNvPr id="25" name="object 25"/>
            <p:cNvSpPr/>
            <p:nvPr/>
          </p:nvSpPr>
          <p:spPr>
            <a:xfrm>
              <a:off x="6200774" y="1433512"/>
              <a:ext cx="5300980" cy="4438650"/>
            </a:xfrm>
            <a:custGeom>
              <a:avLst/>
              <a:gdLst/>
              <a:ahLst/>
              <a:cxnLst/>
              <a:rect l="l" t="t" r="r" b="b"/>
              <a:pathLst>
                <a:path w="5300980" h="4438650">
                  <a:moveTo>
                    <a:pt x="5180517" y="4438649"/>
                  </a:moveTo>
                  <a:lnTo>
                    <a:pt x="106794" y="4438649"/>
                  </a:lnTo>
                  <a:lnTo>
                    <a:pt x="99361" y="4437825"/>
                  </a:lnTo>
                  <a:lnTo>
                    <a:pt x="57037" y="4421669"/>
                  </a:lnTo>
                  <a:lnTo>
                    <a:pt x="28170" y="4395017"/>
                  </a:lnTo>
                  <a:lnTo>
                    <a:pt x="5828" y="4351469"/>
                  </a:lnTo>
                  <a:lnTo>
                    <a:pt x="0" y="4318505"/>
                  </a:lnTo>
                  <a:lnTo>
                    <a:pt x="0" y="431006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2" y="6556"/>
                  </a:lnTo>
                  <a:lnTo>
                    <a:pt x="106794" y="0"/>
                  </a:lnTo>
                  <a:lnTo>
                    <a:pt x="5180517" y="0"/>
                  </a:lnTo>
                  <a:lnTo>
                    <a:pt x="5229081" y="13018"/>
                  </a:lnTo>
                  <a:lnTo>
                    <a:pt x="5268968" y="43632"/>
                  </a:lnTo>
                  <a:lnTo>
                    <a:pt x="5294103" y="87179"/>
                  </a:lnTo>
                  <a:lnTo>
                    <a:pt x="5300660" y="120144"/>
                  </a:lnTo>
                  <a:lnTo>
                    <a:pt x="5300660" y="4318505"/>
                  </a:lnTo>
                  <a:lnTo>
                    <a:pt x="5287640" y="4367070"/>
                  </a:lnTo>
                  <a:lnTo>
                    <a:pt x="5257028" y="4406957"/>
                  </a:lnTo>
                  <a:lnTo>
                    <a:pt x="5213481" y="4432092"/>
                  </a:lnTo>
                  <a:lnTo>
                    <a:pt x="5188879" y="4437825"/>
                  </a:lnTo>
                  <a:lnTo>
                    <a:pt x="5180517" y="443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49695" y="1428749"/>
              <a:ext cx="5256530" cy="4448175"/>
            </a:xfrm>
            <a:custGeom>
              <a:avLst/>
              <a:gdLst/>
              <a:ahLst/>
              <a:cxnLst/>
              <a:rect l="l" t="t" r="r" b="b"/>
              <a:pathLst>
                <a:path w="5256530" h="4448175">
                  <a:moveTo>
                    <a:pt x="5256492" y="133350"/>
                  </a:moveTo>
                  <a:lnTo>
                    <a:pt x="5250789" y="94703"/>
                  </a:lnTo>
                  <a:lnTo>
                    <a:pt x="5234038" y="59258"/>
                  </a:lnTo>
                  <a:lnTo>
                    <a:pt x="5217884" y="39573"/>
                  </a:lnTo>
                  <a:lnTo>
                    <a:pt x="5186070" y="15773"/>
                  </a:lnTo>
                  <a:lnTo>
                    <a:pt x="5149164" y="2540"/>
                  </a:lnTo>
                  <a:lnTo>
                    <a:pt x="51231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23142" y="9525"/>
                  </a:lnTo>
                  <a:lnTo>
                    <a:pt x="5170538" y="18961"/>
                  </a:lnTo>
                  <a:lnTo>
                    <a:pt x="5210708" y="45796"/>
                  </a:lnTo>
                  <a:lnTo>
                    <a:pt x="5211153" y="46304"/>
                  </a:lnTo>
                  <a:lnTo>
                    <a:pt x="5218912" y="54838"/>
                  </a:lnTo>
                  <a:lnTo>
                    <a:pt x="5241671" y="97459"/>
                  </a:lnTo>
                  <a:lnTo>
                    <a:pt x="5246967" y="133350"/>
                  </a:lnTo>
                  <a:lnTo>
                    <a:pt x="5246967" y="4314825"/>
                  </a:lnTo>
                  <a:lnTo>
                    <a:pt x="5237543" y="4362221"/>
                  </a:lnTo>
                  <a:lnTo>
                    <a:pt x="5211153" y="4401883"/>
                  </a:lnTo>
                  <a:lnTo>
                    <a:pt x="5210708" y="4402391"/>
                  </a:lnTo>
                  <a:lnTo>
                    <a:pt x="5170525" y="4429226"/>
                  </a:lnTo>
                  <a:lnTo>
                    <a:pt x="5135600" y="4438027"/>
                  </a:lnTo>
                  <a:lnTo>
                    <a:pt x="5136121" y="4438027"/>
                  </a:lnTo>
                  <a:lnTo>
                    <a:pt x="5123142" y="4438650"/>
                  </a:lnTo>
                  <a:lnTo>
                    <a:pt x="65366" y="4438650"/>
                  </a:lnTo>
                  <a:lnTo>
                    <a:pt x="55397" y="4438027"/>
                  </a:lnTo>
                  <a:lnTo>
                    <a:pt x="55791" y="4438027"/>
                  </a:lnTo>
                  <a:lnTo>
                    <a:pt x="46786" y="4436300"/>
                  </a:lnTo>
                  <a:lnTo>
                    <a:pt x="37769" y="4433354"/>
                  </a:lnTo>
                  <a:lnTo>
                    <a:pt x="28917" y="4429226"/>
                  </a:lnTo>
                  <a:lnTo>
                    <a:pt x="22542" y="4425315"/>
                  </a:lnTo>
                  <a:lnTo>
                    <a:pt x="0" y="4430954"/>
                  </a:lnTo>
                  <a:lnTo>
                    <a:pt x="39357" y="4445647"/>
                  </a:lnTo>
                  <a:lnTo>
                    <a:pt x="65366" y="4448175"/>
                  </a:lnTo>
                  <a:lnTo>
                    <a:pt x="5123142" y="4448175"/>
                  </a:lnTo>
                  <a:lnTo>
                    <a:pt x="5136286" y="4447552"/>
                  </a:lnTo>
                  <a:lnTo>
                    <a:pt x="5149164" y="4445647"/>
                  </a:lnTo>
                  <a:lnTo>
                    <a:pt x="5161800" y="4442472"/>
                  </a:lnTo>
                  <a:lnTo>
                    <a:pt x="5172430" y="4438650"/>
                  </a:lnTo>
                  <a:lnTo>
                    <a:pt x="5174183" y="4438027"/>
                  </a:lnTo>
                  <a:lnTo>
                    <a:pt x="5207698" y="4417961"/>
                  </a:lnTo>
                  <a:lnTo>
                    <a:pt x="5234038" y="4388929"/>
                  </a:lnTo>
                  <a:lnTo>
                    <a:pt x="5250789" y="4353484"/>
                  </a:lnTo>
                  <a:lnTo>
                    <a:pt x="5256492" y="4314825"/>
                  </a:lnTo>
                  <a:lnTo>
                    <a:pt x="52564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81724" y="1445813"/>
              <a:ext cx="90805" cy="4414520"/>
            </a:xfrm>
            <a:custGeom>
              <a:avLst/>
              <a:gdLst/>
              <a:ahLst/>
              <a:cxnLst/>
              <a:rect l="l" t="t" r="r" b="b"/>
              <a:pathLst>
                <a:path w="90804" h="4414520">
                  <a:moveTo>
                    <a:pt x="68255" y="4414047"/>
                  </a:moveTo>
                  <a:lnTo>
                    <a:pt x="30217" y="4382316"/>
                  </a:lnTo>
                  <a:lnTo>
                    <a:pt x="10150" y="4348791"/>
                  </a:lnTo>
                  <a:lnTo>
                    <a:pt x="634" y="4310897"/>
                  </a:lnTo>
                  <a:lnTo>
                    <a:pt x="0" y="42977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297761"/>
                  </a:lnTo>
                  <a:lnTo>
                    <a:pt x="45350" y="4345146"/>
                  </a:lnTo>
                  <a:lnTo>
                    <a:pt x="65998" y="4385318"/>
                  </a:lnTo>
                  <a:lnTo>
                    <a:pt x="90791" y="4408413"/>
                  </a:lnTo>
                  <a:lnTo>
                    <a:pt x="68255" y="441404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410324" y="1590674"/>
              <a:ext cx="1266825" cy="266700"/>
            </a:xfrm>
            <a:custGeom>
              <a:avLst/>
              <a:gdLst/>
              <a:ahLst/>
              <a:cxnLst/>
              <a:rect l="l" t="t" r="r" b="b"/>
              <a:pathLst>
                <a:path w="1266825" h="266700">
                  <a:moveTo>
                    <a:pt x="113347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5" y="240453"/>
                  </a:lnTo>
                  <a:lnTo>
                    <a:pt x="26245" y="212793"/>
                  </a:lnTo>
                  <a:lnTo>
                    <a:pt x="7790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133474" y="0"/>
                  </a:lnTo>
                  <a:lnTo>
                    <a:pt x="1172183" y="5740"/>
                  </a:lnTo>
                  <a:lnTo>
                    <a:pt x="1207558" y="22473"/>
                  </a:lnTo>
                  <a:lnTo>
                    <a:pt x="1236555" y="48752"/>
                  </a:lnTo>
                  <a:lnTo>
                    <a:pt x="1256672" y="82318"/>
                  </a:lnTo>
                  <a:lnTo>
                    <a:pt x="1266183" y="120279"/>
                  </a:lnTo>
                  <a:lnTo>
                    <a:pt x="1266824" y="133349"/>
                  </a:lnTo>
                  <a:lnTo>
                    <a:pt x="1266664" y="139901"/>
                  </a:lnTo>
                  <a:lnTo>
                    <a:pt x="1259031" y="178266"/>
                  </a:lnTo>
                  <a:lnTo>
                    <a:pt x="1240576" y="212793"/>
                  </a:lnTo>
                  <a:lnTo>
                    <a:pt x="1212917" y="240453"/>
                  </a:lnTo>
                  <a:lnTo>
                    <a:pt x="1178390" y="258908"/>
                  </a:lnTo>
                  <a:lnTo>
                    <a:pt x="1140025" y="266539"/>
                  </a:lnTo>
                  <a:lnTo>
                    <a:pt x="1133474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524625" y="1635125"/>
            <a:ext cx="10502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PITFALLS</a:t>
            </a:r>
            <a:r>
              <a:rPr dirty="0" sz="900" spc="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YOU'LL</a:t>
            </a:r>
            <a:r>
              <a:rPr dirty="0" sz="900" spc="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HIT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72686" y="1639887"/>
            <a:ext cx="123063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35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R 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Y</a:t>
            </a:r>
            <a:r>
              <a:rPr dirty="0" sz="75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65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13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65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750" spc="1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410324" y="1971674"/>
            <a:ext cx="3105150" cy="1790700"/>
            <a:chOff x="6410324" y="1971674"/>
            <a:chExt cx="3105150" cy="1790700"/>
          </a:xfrm>
        </p:grpSpPr>
        <p:sp>
          <p:nvSpPr>
            <p:cNvPr id="32" name="object 32"/>
            <p:cNvSpPr/>
            <p:nvPr/>
          </p:nvSpPr>
          <p:spPr>
            <a:xfrm>
              <a:off x="6410324" y="19716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0" y="266211"/>
                  </a:lnTo>
                  <a:lnTo>
                    <a:pt x="29704" y="251078"/>
                  </a:lnTo>
                  <a:lnTo>
                    <a:pt x="3884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6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4299" y="2031999"/>
              <a:ext cx="158750" cy="1397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543798" y="2362199"/>
              <a:ext cx="1314450" cy="114300"/>
            </a:xfrm>
            <a:custGeom>
              <a:avLst/>
              <a:gdLst/>
              <a:ahLst/>
              <a:cxnLst/>
              <a:rect l="l" t="t" r="r" b="b"/>
              <a:pathLst>
                <a:path w="1314450" h="114300">
                  <a:moveTo>
                    <a:pt x="1289664" y="114299"/>
                  </a:moveTo>
                  <a:lnTo>
                    <a:pt x="24785" y="114299"/>
                  </a:lnTo>
                  <a:lnTo>
                    <a:pt x="21140" y="113574"/>
                  </a:lnTo>
                  <a:lnTo>
                    <a:pt x="0" y="89514"/>
                  </a:lnTo>
                  <a:lnTo>
                    <a:pt x="0" y="8572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289664" y="0"/>
                  </a:lnTo>
                  <a:lnTo>
                    <a:pt x="1314449" y="24785"/>
                  </a:lnTo>
                  <a:lnTo>
                    <a:pt x="1314449" y="89514"/>
                  </a:lnTo>
                  <a:lnTo>
                    <a:pt x="1293309" y="113574"/>
                  </a:lnTo>
                  <a:lnTo>
                    <a:pt x="1289664" y="1142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410324" y="26193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0" y="266211"/>
                  </a:lnTo>
                  <a:lnTo>
                    <a:pt x="29704" y="251077"/>
                  </a:lnTo>
                  <a:lnTo>
                    <a:pt x="3884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3"/>
                  </a:lnTo>
                  <a:lnTo>
                    <a:pt x="215036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4299" y="2679699"/>
              <a:ext cx="158750" cy="1397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134212" y="2838449"/>
              <a:ext cx="2381250" cy="114300"/>
            </a:xfrm>
            <a:custGeom>
              <a:avLst/>
              <a:gdLst/>
              <a:ahLst/>
              <a:cxnLst/>
              <a:rect l="l" t="t" r="r" b="b"/>
              <a:pathLst>
                <a:path w="2381250" h="114300">
                  <a:moveTo>
                    <a:pt x="1143000" y="24790"/>
                  </a:moveTo>
                  <a:lnTo>
                    <a:pt x="111822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85725"/>
                  </a:lnTo>
                  <a:lnTo>
                    <a:pt x="0" y="89522"/>
                  </a:lnTo>
                  <a:lnTo>
                    <a:pt x="24790" y="114300"/>
                  </a:lnTo>
                  <a:lnTo>
                    <a:pt x="1118222" y="114300"/>
                  </a:lnTo>
                  <a:lnTo>
                    <a:pt x="1143000" y="89522"/>
                  </a:lnTo>
                  <a:lnTo>
                    <a:pt x="1143000" y="24790"/>
                  </a:lnTo>
                  <a:close/>
                </a:path>
                <a:path w="2381250" h="114300">
                  <a:moveTo>
                    <a:pt x="2381250" y="24790"/>
                  </a:moveTo>
                  <a:lnTo>
                    <a:pt x="2356472" y="0"/>
                  </a:lnTo>
                  <a:lnTo>
                    <a:pt x="1558315" y="0"/>
                  </a:lnTo>
                  <a:lnTo>
                    <a:pt x="1533525" y="24790"/>
                  </a:lnTo>
                  <a:lnTo>
                    <a:pt x="1533525" y="85725"/>
                  </a:lnTo>
                  <a:lnTo>
                    <a:pt x="1533525" y="89522"/>
                  </a:lnTo>
                  <a:lnTo>
                    <a:pt x="1558315" y="114300"/>
                  </a:lnTo>
                  <a:lnTo>
                    <a:pt x="2356472" y="114300"/>
                  </a:lnTo>
                  <a:lnTo>
                    <a:pt x="2381250" y="89522"/>
                  </a:lnTo>
                  <a:lnTo>
                    <a:pt x="2381250" y="2479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410324" y="32575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0" y="266211"/>
                  </a:lnTo>
                  <a:lnTo>
                    <a:pt x="29704" y="251077"/>
                  </a:lnTo>
                  <a:lnTo>
                    <a:pt x="3884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7" y="236994"/>
                  </a:lnTo>
                  <a:lnTo>
                    <a:pt x="215036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4299" y="3317874"/>
              <a:ext cx="158750" cy="1397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210412" y="3486149"/>
              <a:ext cx="2009775" cy="276225"/>
            </a:xfrm>
            <a:custGeom>
              <a:avLst/>
              <a:gdLst/>
              <a:ahLst/>
              <a:cxnLst/>
              <a:rect l="l" t="t" r="r" b="b"/>
              <a:pathLst>
                <a:path w="2009775" h="276225">
                  <a:moveTo>
                    <a:pt x="733425" y="24790"/>
                  </a:moveTo>
                  <a:lnTo>
                    <a:pt x="708647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85725"/>
                  </a:lnTo>
                  <a:lnTo>
                    <a:pt x="0" y="89522"/>
                  </a:lnTo>
                  <a:lnTo>
                    <a:pt x="24790" y="114300"/>
                  </a:lnTo>
                  <a:lnTo>
                    <a:pt x="708647" y="114300"/>
                  </a:lnTo>
                  <a:lnTo>
                    <a:pt x="733425" y="89522"/>
                  </a:lnTo>
                  <a:lnTo>
                    <a:pt x="733425" y="24790"/>
                  </a:lnTo>
                  <a:close/>
                </a:path>
                <a:path w="2009775" h="276225">
                  <a:moveTo>
                    <a:pt x="2009775" y="186715"/>
                  </a:moveTo>
                  <a:lnTo>
                    <a:pt x="1984997" y="161925"/>
                  </a:lnTo>
                  <a:lnTo>
                    <a:pt x="1015390" y="161925"/>
                  </a:lnTo>
                  <a:lnTo>
                    <a:pt x="990600" y="186715"/>
                  </a:lnTo>
                  <a:lnTo>
                    <a:pt x="990600" y="247650"/>
                  </a:lnTo>
                  <a:lnTo>
                    <a:pt x="990600" y="251447"/>
                  </a:lnTo>
                  <a:lnTo>
                    <a:pt x="1015390" y="276225"/>
                  </a:lnTo>
                  <a:lnTo>
                    <a:pt x="1984997" y="276225"/>
                  </a:lnTo>
                  <a:lnTo>
                    <a:pt x="2009775" y="251447"/>
                  </a:lnTo>
                  <a:lnTo>
                    <a:pt x="2009775" y="186715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791325" y="1889359"/>
            <a:ext cx="4382770" cy="18796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Widget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returns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None</a:t>
            </a:r>
            <a:r>
              <a:rPr dirty="0" sz="10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95" b="1">
                <a:solidFill>
                  <a:srgbClr val="293283"/>
                </a:solidFill>
                <a:latin typeface="Tahoma"/>
                <a:cs typeface="Tahoma"/>
              </a:rPr>
              <a:t>on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95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render</a:t>
            </a:r>
            <a:endParaRPr sz="1000">
              <a:latin typeface="Tahoma"/>
              <a:cs typeface="Tahoma"/>
            </a:endParaRPr>
          </a:p>
          <a:p>
            <a:pPr marR="217804">
              <a:lnSpc>
                <a:spcPct val="125000"/>
              </a:lnSpc>
              <a:spcBef>
                <a:spcPts val="195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Some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widgets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(like st.selectbox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with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default)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return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None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before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user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picks.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Always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set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default,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or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check</a:t>
            </a:r>
            <a:r>
              <a:rPr dirty="0" sz="850" spc="254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if</a:t>
            </a:r>
            <a:r>
              <a:rPr dirty="0" sz="750" spc="4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value</a:t>
            </a:r>
            <a:r>
              <a:rPr dirty="0" sz="750" spc="4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is</a:t>
            </a:r>
            <a:r>
              <a:rPr dirty="0" sz="750" spc="5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not</a:t>
            </a:r>
            <a:r>
              <a:rPr dirty="0" sz="750" spc="4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None:</a:t>
            </a:r>
            <a:r>
              <a:rPr dirty="0" sz="750" spc="7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before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using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Forgetting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85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assign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return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293283"/>
                </a:solidFill>
                <a:latin typeface="Tahoma"/>
                <a:cs typeface="Tahoma"/>
              </a:rPr>
              <a:t>value</a:t>
            </a:r>
            <a:endParaRPr sz="1000">
              <a:latin typeface="Tahoma"/>
              <a:cs typeface="Tahoma"/>
            </a:endParaRPr>
          </a:p>
          <a:p>
            <a:pPr marR="67310">
              <a:lnSpc>
                <a:spcPct val="132400"/>
              </a:lnSpc>
              <a:spcBef>
                <a:spcPts val="45"/>
              </a:spcBef>
            </a:pP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Writing</a:t>
            </a:r>
            <a:r>
              <a:rPr dirty="0" sz="850" spc="2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st.button("Click")</a:t>
            </a:r>
            <a:r>
              <a:rPr dirty="0" sz="750" spc="7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without</a:t>
            </a:r>
            <a:r>
              <a:rPr dirty="0" sz="850" spc="2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clicked</a:t>
            </a:r>
            <a:r>
              <a:rPr dirty="0" sz="750" spc="4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=</a:t>
            </a:r>
            <a:r>
              <a:rPr dirty="0" sz="750" spc="4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...</a:t>
            </a:r>
            <a:r>
              <a:rPr dirty="0" sz="750" spc="7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means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click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lost.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widget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returns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a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value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capture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it.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Variables</a:t>
            </a:r>
            <a:r>
              <a:rPr dirty="0" sz="1000" spc="-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95" b="1">
                <a:solidFill>
                  <a:srgbClr val="293283"/>
                </a:solidFill>
                <a:latin typeface="Tahoma"/>
                <a:cs typeface="Tahoma"/>
              </a:rPr>
              <a:t>don't</a:t>
            </a:r>
            <a:r>
              <a:rPr dirty="0" sz="1000" spc="-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persist</a:t>
            </a:r>
            <a:r>
              <a:rPr dirty="0" sz="1000" spc="-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between</a:t>
            </a:r>
            <a:r>
              <a:rPr dirty="0" sz="1000" spc="-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293283"/>
                </a:solidFill>
                <a:latin typeface="Tahoma"/>
                <a:cs typeface="Tahoma"/>
              </a:rPr>
              <a:t>runs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25000"/>
              </a:lnSpc>
              <a:spcBef>
                <a:spcPts val="195"/>
              </a:spcBef>
            </a:pP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If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set</a:t>
            </a:r>
            <a:r>
              <a:rPr dirty="0" sz="850" spc="254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counter</a:t>
            </a:r>
            <a:r>
              <a:rPr dirty="0" sz="750" spc="5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=</a:t>
            </a:r>
            <a:r>
              <a:rPr dirty="0" sz="750" spc="5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0</a:t>
            </a:r>
            <a:r>
              <a:rPr dirty="0" sz="750" spc="7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top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of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file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try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increment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button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click,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it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resets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</a:t>
            </a:r>
            <a:r>
              <a:rPr dirty="0" sz="850" spc="-7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0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every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run.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This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by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design.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4A4E6A"/>
                </a:solidFill>
                <a:latin typeface="Tahoma"/>
                <a:cs typeface="Tahoma"/>
              </a:rPr>
              <a:t>Use</a:t>
            </a:r>
            <a:r>
              <a:rPr dirty="0" sz="850" spc="28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st.session_state</a:t>
            </a:r>
            <a:r>
              <a:rPr dirty="0" sz="750" spc="10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ahoma"/>
                <a:cs typeface="Tahoma"/>
              </a:rPr>
              <a:t>(Day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5)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when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really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need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persistence.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85799" y="5972174"/>
            <a:ext cx="10820400" cy="352425"/>
          </a:xfrm>
          <a:custGeom>
            <a:avLst/>
            <a:gdLst/>
            <a:ahLst/>
            <a:cxnLst/>
            <a:rect l="l" t="t" r="r" b="b"/>
            <a:pathLst>
              <a:path w="10820400" h="352425">
                <a:moveTo>
                  <a:pt x="10644186" y="352424"/>
                </a:moveTo>
                <a:lnTo>
                  <a:pt x="176212" y="352424"/>
                </a:lnTo>
                <a:lnTo>
                  <a:pt x="167555" y="352213"/>
                </a:lnTo>
                <a:lnTo>
                  <a:pt x="125059" y="344838"/>
                </a:lnTo>
                <a:lnTo>
                  <a:pt x="85629" y="327360"/>
                </a:lnTo>
                <a:lnTo>
                  <a:pt x="51611" y="300813"/>
                </a:lnTo>
                <a:lnTo>
                  <a:pt x="25063" y="266794"/>
                </a:lnTo>
                <a:lnTo>
                  <a:pt x="7585" y="227364"/>
                </a:lnTo>
                <a:lnTo>
                  <a:pt x="211" y="184869"/>
                </a:lnTo>
                <a:lnTo>
                  <a:pt x="0" y="176212"/>
                </a:lnTo>
                <a:lnTo>
                  <a:pt x="211" y="167555"/>
                </a:lnTo>
                <a:lnTo>
                  <a:pt x="7585" y="125060"/>
                </a:lnTo>
                <a:lnTo>
                  <a:pt x="25063" y="85629"/>
                </a:lnTo>
                <a:lnTo>
                  <a:pt x="51611" y="51611"/>
                </a:lnTo>
                <a:lnTo>
                  <a:pt x="85629" y="25062"/>
                </a:lnTo>
                <a:lnTo>
                  <a:pt x="125059" y="7585"/>
                </a:lnTo>
                <a:lnTo>
                  <a:pt x="167555" y="211"/>
                </a:lnTo>
                <a:lnTo>
                  <a:pt x="176212" y="0"/>
                </a:lnTo>
                <a:lnTo>
                  <a:pt x="10644186" y="0"/>
                </a:lnTo>
                <a:lnTo>
                  <a:pt x="10687012" y="5282"/>
                </a:lnTo>
                <a:lnTo>
                  <a:pt x="10727252" y="20804"/>
                </a:lnTo>
                <a:lnTo>
                  <a:pt x="10762515" y="45639"/>
                </a:lnTo>
                <a:lnTo>
                  <a:pt x="10790700" y="78313"/>
                </a:lnTo>
                <a:lnTo>
                  <a:pt x="10810102" y="116857"/>
                </a:lnTo>
                <a:lnTo>
                  <a:pt x="10819552" y="158940"/>
                </a:lnTo>
                <a:lnTo>
                  <a:pt x="10820399" y="176212"/>
                </a:lnTo>
                <a:lnTo>
                  <a:pt x="10820187" y="184869"/>
                </a:lnTo>
                <a:lnTo>
                  <a:pt x="10812813" y="227364"/>
                </a:lnTo>
                <a:lnTo>
                  <a:pt x="10795334" y="266794"/>
                </a:lnTo>
                <a:lnTo>
                  <a:pt x="10768787" y="300813"/>
                </a:lnTo>
                <a:lnTo>
                  <a:pt x="10734768" y="327360"/>
                </a:lnTo>
                <a:lnTo>
                  <a:pt x="10695338" y="344838"/>
                </a:lnTo>
                <a:lnTo>
                  <a:pt x="10652843" y="352213"/>
                </a:lnTo>
                <a:lnTo>
                  <a:pt x="10644186" y="3524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44550" y="6060194"/>
            <a:ext cx="830770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IF</a:t>
            </a:r>
            <a:r>
              <a:rPr dirty="0" sz="900" spc="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35" b="1">
                <a:solidFill>
                  <a:srgbClr val="FF6A5B"/>
                </a:solidFill>
                <a:latin typeface="Tahoma"/>
                <a:cs typeface="Tahoma"/>
              </a:rPr>
              <a:t>YOU'RE</a:t>
            </a:r>
            <a:r>
              <a:rPr dirty="0" sz="900" spc="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STUCK</a:t>
            </a:r>
            <a:r>
              <a:rPr dirty="0" sz="900" spc="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—</a:t>
            </a:r>
            <a:r>
              <a:rPr dirty="0" sz="900" spc="4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Pair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with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neighbour.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ahoma"/>
                <a:cs typeface="Tahoma"/>
              </a:rPr>
              <a:t>Read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error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message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out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loud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(half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of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debugging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just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reading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carefully).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Raise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your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hand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if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both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fail.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We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ahoma"/>
                <a:cs typeface="Tahoma"/>
              </a:rPr>
              <a:t>move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at</a:t>
            </a:r>
            <a:r>
              <a:rPr dirty="0" sz="900" spc="-7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room's</a:t>
            </a:r>
            <a:r>
              <a:rPr dirty="0" sz="900" spc="-7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pace.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4</a:t>
            </a:r>
            <a:r>
              <a:rPr dirty="0" spc="170"/>
              <a:t> </a:t>
            </a:r>
            <a:r>
              <a:rPr dirty="0"/>
              <a:t>·</a:t>
            </a:r>
            <a:r>
              <a:rPr dirty="0" spc="180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05"/>
              <a:t> </a:t>
            </a:r>
            <a:r>
              <a:rPr dirty="0"/>
              <a:t>T</a:t>
            </a:r>
            <a:r>
              <a:rPr dirty="0" spc="180"/>
              <a:t> </a:t>
            </a:r>
            <a:r>
              <a:rPr dirty="0" spc="-130"/>
              <a:t>S</a:t>
            </a:r>
            <a:r>
              <a:rPr dirty="0" spc="-114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95"/>
              <a:t>E</a:t>
            </a:r>
            <a:r>
              <a:rPr dirty="0" spc="-114"/>
              <a:t> </a:t>
            </a:r>
            <a:r>
              <a:rPr dirty="0" spc="-55"/>
              <a:t>A</a:t>
            </a:r>
            <a:r>
              <a:rPr dirty="0" spc="-105"/>
              <a:t> </a:t>
            </a:r>
            <a:r>
              <a:rPr dirty="0"/>
              <a:t>M</a:t>
            </a:r>
            <a:r>
              <a:rPr dirty="0" spc="-105"/>
              <a:t> </a:t>
            </a:r>
            <a:r>
              <a:rPr dirty="0" spc="-125"/>
              <a:t>L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50"/>
              <a:t>T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30"/>
              <a:t>1</a:t>
            </a:r>
            <a:r>
              <a:rPr dirty="0" spc="-120"/>
              <a:t> </a:t>
            </a:r>
            <a:r>
              <a:rPr dirty="0"/>
              <a:t>7</a:t>
            </a:r>
            <a:r>
              <a:rPr dirty="0" spc="204"/>
              <a:t> </a:t>
            </a:r>
            <a:r>
              <a:rPr dirty="0"/>
              <a:t>/</a:t>
            </a:r>
            <a:r>
              <a:rPr dirty="0" spc="204"/>
              <a:t> </a:t>
            </a:r>
            <a:r>
              <a:rPr dirty="0" spc="-30"/>
              <a:t>1</a:t>
            </a:r>
            <a:r>
              <a:rPr dirty="0" spc="-12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536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Q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&amp;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375023"/>
            <a:ext cx="9144635" cy="1337310"/>
          </a:xfrm>
          <a:prstGeom prst="rect"/>
        </p:spPr>
        <p:txBody>
          <a:bodyPr wrap="square" lIns="0" tIns="348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45"/>
              </a:spcBef>
            </a:pPr>
            <a:r>
              <a:rPr dirty="0" sz="4500" spc="-1045"/>
              <a:t>T</a:t>
            </a:r>
            <a:r>
              <a:rPr dirty="0" sz="4500" spc="-555"/>
              <a:t>o</a:t>
            </a:r>
            <a:r>
              <a:rPr dirty="0" sz="4500" spc="-560"/>
              <a:t>d</a:t>
            </a:r>
            <a:r>
              <a:rPr dirty="0" sz="4500" spc="-660"/>
              <a:t>a</a:t>
            </a:r>
            <a:r>
              <a:rPr dirty="0" sz="4500" spc="-420"/>
              <a:t>y</a:t>
            </a:r>
            <a:r>
              <a:rPr dirty="0" sz="4500" spc="-520"/>
              <a:t> your</a:t>
            </a:r>
            <a:r>
              <a:rPr dirty="0" sz="4500" spc="-515"/>
              <a:t> </a:t>
            </a:r>
            <a:r>
              <a:rPr dirty="0" sz="4500" spc="-540"/>
              <a:t>Python</a:t>
            </a:r>
            <a:r>
              <a:rPr dirty="0" sz="4500" spc="-515"/>
              <a:t> </a:t>
            </a:r>
            <a:r>
              <a:rPr dirty="0" sz="4500" spc="-585"/>
              <a:t>became</a:t>
            </a:r>
            <a:r>
              <a:rPr dirty="0" sz="4500" spc="-515"/>
              <a:t> </a:t>
            </a:r>
            <a:r>
              <a:rPr dirty="0" sz="4500" spc="-545"/>
              <a:t>an</a:t>
            </a:r>
            <a:r>
              <a:rPr dirty="0" sz="4500" spc="-515"/>
              <a:t> </a:t>
            </a:r>
            <a:r>
              <a:rPr dirty="0" sz="4500" spc="-495"/>
              <a:t>app.</a:t>
            </a:r>
            <a:endParaRPr sz="4500"/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250" spc="-60" b="0">
                <a:solidFill>
                  <a:srgbClr val="4A4E6A"/>
                </a:solidFill>
                <a:latin typeface="Tahoma"/>
                <a:cs typeface="Tahoma"/>
              </a:rPr>
              <a:t>Tomorrow</a:t>
            </a:r>
            <a:r>
              <a:rPr dirty="0" sz="12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 b="0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65" b="0">
                <a:solidFill>
                  <a:srgbClr val="4A4E6A"/>
                </a:solidFill>
                <a:latin typeface="Tahoma"/>
                <a:cs typeface="Tahoma"/>
              </a:rPr>
              <a:t>go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0" b="0">
                <a:solidFill>
                  <a:srgbClr val="4A4E6A"/>
                </a:solidFill>
                <a:latin typeface="Tahoma"/>
                <a:cs typeface="Tahoma"/>
              </a:rPr>
              <a:t>deeper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b="0">
                <a:solidFill>
                  <a:srgbClr val="4A4E6A"/>
                </a:solidFill>
                <a:latin typeface="Tahoma"/>
                <a:cs typeface="Tahoma"/>
              </a:rPr>
              <a:t>—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 b="0">
                <a:solidFill>
                  <a:srgbClr val="4A4E6A"/>
                </a:solidFill>
                <a:latin typeface="Tahoma"/>
                <a:cs typeface="Tahoma"/>
              </a:rPr>
              <a:t>widgets</a:t>
            </a:r>
            <a:r>
              <a:rPr dirty="0" sz="12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0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60" b="0">
                <a:solidFill>
                  <a:srgbClr val="4A4E6A"/>
                </a:solidFill>
                <a:latin typeface="Tahoma"/>
                <a:cs typeface="Tahoma"/>
              </a:rPr>
              <a:t>organise,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0" b="0">
                <a:solidFill>
                  <a:srgbClr val="4A4E6A"/>
                </a:solidFill>
                <a:latin typeface="Tahoma"/>
                <a:cs typeface="Tahoma"/>
              </a:rPr>
              <a:t>layouts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0" b="0">
                <a:solidFill>
                  <a:srgbClr val="4A4E6A"/>
                </a:solidFill>
                <a:latin typeface="Tahoma"/>
                <a:cs typeface="Tahoma"/>
              </a:rPr>
              <a:t>that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0" b="0">
                <a:solidFill>
                  <a:srgbClr val="4A4E6A"/>
                </a:solidFill>
                <a:latin typeface="Tahoma"/>
                <a:cs typeface="Tahoma"/>
              </a:rPr>
              <a:t>look</a:t>
            </a:r>
            <a:r>
              <a:rPr dirty="0" sz="12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0" b="0">
                <a:solidFill>
                  <a:srgbClr val="4A4E6A"/>
                </a:solidFill>
                <a:latin typeface="Tahoma"/>
                <a:cs typeface="Tahoma"/>
              </a:rPr>
              <a:t>intentional,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35" b="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 b="0">
                <a:solidFill>
                  <a:srgbClr val="4A4E6A"/>
                </a:solidFill>
                <a:latin typeface="Tahoma"/>
                <a:cs typeface="Tahoma"/>
              </a:rPr>
              <a:t>sidebar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 b="0">
                <a:solidFill>
                  <a:srgbClr val="4A4E6A"/>
                </a:solidFill>
                <a:latin typeface="Tahoma"/>
                <a:cs typeface="Tahoma"/>
              </a:rPr>
              <a:t>pattern.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The</a:t>
            </a:r>
            <a:r>
              <a:rPr dirty="0" sz="12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55" b="0">
                <a:solidFill>
                  <a:srgbClr val="4A4E6A"/>
                </a:solidFill>
                <a:latin typeface="Tahoma"/>
                <a:cs typeface="Tahoma"/>
              </a:rPr>
              <a:t>apps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0" b="0">
                <a:solidFill>
                  <a:srgbClr val="4A4E6A"/>
                </a:solidFill>
                <a:latin typeface="Tahoma"/>
                <a:cs typeface="Tahoma"/>
              </a:rPr>
              <a:t>start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0" b="0">
                <a:solidFill>
                  <a:srgbClr val="4A4E6A"/>
                </a:solidFill>
                <a:latin typeface="Tahoma"/>
                <a:cs typeface="Tahoma"/>
              </a:rPr>
              <a:t>looking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5" b="0">
                <a:solidFill>
                  <a:srgbClr val="4A4E6A"/>
                </a:solidFill>
                <a:latin typeface="Tahoma"/>
                <a:cs typeface="Tahoma"/>
              </a:rPr>
              <a:t>like</a:t>
            </a:r>
            <a:r>
              <a:rPr dirty="0" sz="1250" spc="-75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40" b="0">
                <a:solidFill>
                  <a:srgbClr val="4A4E6A"/>
                </a:solidFill>
                <a:latin typeface="Tahoma"/>
                <a:cs typeface="Tahoma"/>
              </a:rPr>
              <a:t>real</a:t>
            </a:r>
            <a:r>
              <a:rPr dirty="0" sz="1250" spc="-80" b="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1250" spc="-10" b="0">
                <a:solidFill>
                  <a:srgbClr val="4A4E6A"/>
                </a:solidFill>
                <a:latin typeface="Tahoma"/>
                <a:cs typeface="Tahoma"/>
              </a:rPr>
              <a:t>products.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799" y="1952625"/>
            <a:ext cx="3495675" cy="4905375"/>
            <a:chOff x="685799" y="1952625"/>
            <a:chExt cx="3495675" cy="4905375"/>
          </a:xfrm>
        </p:grpSpPr>
        <p:sp>
          <p:nvSpPr>
            <p:cNvPr id="5" name="object 5"/>
            <p:cNvSpPr/>
            <p:nvPr/>
          </p:nvSpPr>
          <p:spPr>
            <a:xfrm>
              <a:off x="704849" y="1957387"/>
              <a:ext cx="3472179" cy="4895850"/>
            </a:xfrm>
            <a:custGeom>
              <a:avLst/>
              <a:gdLst/>
              <a:ahLst/>
              <a:cxnLst/>
              <a:rect l="l" t="t" r="r" b="b"/>
              <a:pathLst>
                <a:path w="3472179" h="4895850">
                  <a:moveTo>
                    <a:pt x="3351717" y="4895849"/>
                  </a:moveTo>
                  <a:lnTo>
                    <a:pt x="106794" y="4895849"/>
                  </a:lnTo>
                  <a:lnTo>
                    <a:pt x="99362" y="4895025"/>
                  </a:lnTo>
                  <a:lnTo>
                    <a:pt x="57038" y="4878868"/>
                  </a:lnTo>
                  <a:lnTo>
                    <a:pt x="28170" y="4852216"/>
                  </a:lnTo>
                  <a:lnTo>
                    <a:pt x="5828" y="4808668"/>
                  </a:lnTo>
                  <a:lnTo>
                    <a:pt x="0" y="4775704"/>
                  </a:lnTo>
                  <a:lnTo>
                    <a:pt x="0" y="476726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7"/>
                  </a:lnTo>
                  <a:lnTo>
                    <a:pt x="106794" y="0"/>
                  </a:lnTo>
                  <a:lnTo>
                    <a:pt x="3351717" y="0"/>
                  </a:lnTo>
                  <a:lnTo>
                    <a:pt x="3400282" y="13018"/>
                  </a:lnTo>
                  <a:lnTo>
                    <a:pt x="3440169" y="43632"/>
                  </a:lnTo>
                  <a:lnTo>
                    <a:pt x="3465304" y="87179"/>
                  </a:lnTo>
                  <a:lnTo>
                    <a:pt x="3471862" y="120144"/>
                  </a:lnTo>
                  <a:lnTo>
                    <a:pt x="3471862" y="4775704"/>
                  </a:lnTo>
                  <a:lnTo>
                    <a:pt x="3458842" y="4824269"/>
                  </a:lnTo>
                  <a:lnTo>
                    <a:pt x="3428229" y="4864156"/>
                  </a:lnTo>
                  <a:lnTo>
                    <a:pt x="3384682" y="4889291"/>
                  </a:lnTo>
                  <a:lnTo>
                    <a:pt x="3360079" y="4895025"/>
                  </a:lnTo>
                  <a:lnTo>
                    <a:pt x="3351717" y="4895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3770" y="1952624"/>
              <a:ext cx="3427729" cy="4905375"/>
            </a:xfrm>
            <a:custGeom>
              <a:avLst/>
              <a:gdLst/>
              <a:ahLst/>
              <a:cxnLst/>
              <a:rect l="l" t="t" r="r" b="b"/>
              <a:pathLst>
                <a:path w="3427729" h="4905375">
                  <a:moveTo>
                    <a:pt x="3427692" y="133350"/>
                  </a:moveTo>
                  <a:lnTo>
                    <a:pt x="3421989" y="94703"/>
                  </a:lnTo>
                  <a:lnTo>
                    <a:pt x="3405238" y="59258"/>
                  </a:lnTo>
                  <a:lnTo>
                    <a:pt x="3389084" y="39573"/>
                  </a:lnTo>
                  <a:lnTo>
                    <a:pt x="3357270" y="15773"/>
                  </a:lnTo>
                  <a:lnTo>
                    <a:pt x="3320364" y="2540"/>
                  </a:lnTo>
                  <a:lnTo>
                    <a:pt x="32943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294342" y="9525"/>
                  </a:lnTo>
                  <a:lnTo>
                    <a:pt x="3341738" y="18961"/>
                  </a:lnTo>
                  <a:lnTo>
                    <a:pt x="3381908" y="45796"/>
                  </a:lnTo>
                  <a:lnTo>
                    <a:pt x="3382353" y="46304"/>
                  </a:lnTo>
                  <a:lnTo>
                    <a:pt x="3390112" y="54838"/>
                  </a:lnTo>
                  <a:lnTo>
                    <a:pt x="3412871" y="97459"/>
                  </a:lnTo>
                  <a:lnTo>
                    <a:pt x="3418167" y="133350"/>
                  </a:lnTo>
                  <a:lnTo>
                    <a:pt x="3418167" y="4772025"/>
                  </a:lnTo>
                  <a:lnTo>
                    <a:pt x="3408743" y="4819421"/>
                  </a:lnTo>
                  <a:lnTo>
                    <a:pt x="3382353" y="4859083"/>
                  </a:lnTo>
                  <a:lnTo>
                    <a:pt x="3381908" y="4859591"/>
                  </a:lnTo>
                  <a:lnTo>
                    <a:pt x="3341738" y="4886426"/>
                  </a:lnTo>
                  <a:lnTo>
                    <a:pt x="3306800" y="4895227"/>
                  </a:lnTo>
                  <a:lnTo>
                    <a:pt x="3307321" y="4895227"/>
                  </a:lnTo>
                  <a:lnTo>
                    <a:pt x="3294342" y="4895850"/>
                  </a:lnTo>
                  <a:lnTo>
                    <a:pt x="65366" y="4895850"/>
                  </a:lnTo>
                  <a:lnTo>
                    <a:pt x="55397" y="4895227"/>
                  </a:lnTo>
                  <a:lnTo>
                    <a:pt x="55791" y="4895227"/>
                  </a:lnTo>
                  <a:lnTo>
                    <a:pt x="46786" y="4893500"/>
                  </a:lnTo>
                  <a:lnTo>
                    <a:pt x="37769" y="4890554"/>
                  </a:lnTo>
                  <a:lnTo>
                    <a:pt x="28917" y="4886426"/>
                  </a:lnTo>
                  <a:lnTo>
                    <a:pt x="22542" y="4882515"/>
                  </a:lnTo>
                  <a:lnTo>
                    <a:pt x="0" y="4888154"/>
                  </a:lnTo>
                  <a:lnTo>
                    <a:pt x="39357" y="4902847"/>
                  </a:lnTo>
                  <a:lnTo>
                    <a:pt x="65366" y="4905375"/>
                  </a:lnTo>
                  <a:lnTo>
                    <a:pt x="3294342" y="4905375"/>
                  </a:lnTo>
                  <a:lnTo>
                    <a:pt x="3307486" y="4904740"/>
                  </a:lnTo>
                  <a:lnTo>
                    <a:pt x="3320364" y="4902847"/>
                  </a:lnTo>
                  <a:lnTo>
                    <a:pt x="3333000" y="4899672"/>
                  </a:lnTo>
                  <a:lnTo>
                    <a:pt x="3343630" y="4895850"/>
                  </a:lnTo>
                  <a:lnTo>
                    <a:pt x="3345383" y="4895227"/>
                  </a:lnTo>
                  <a:lnTo>
                    <a:pt x="3378898" y="4875161"/>
                  </a:lnTo>
                  <a:lnTo>
                    <a:pt x="3405238" y="4846129"/>
                  </a:lnTo>
                  <a:lnTo>
                    <a:pt x="3421989" y="4810684"/>
                  </a:lnTo>
                  <a:lnTo>
                    <a:pt x="3427692" y="4772025"/>
                  </a:lnTo>
                  <a:lnTo>
                    <a:pt x="34276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99" y="1969688"/>
              <a:ext cx="90805" cy="4871720"/>
            </a:xfrm>
            <a:custGeom>
              <a:avLst/>
              <a:gdLst/>
              <a:ahLst/>
              <a:cxnLst/>
              <a:rect l="l" t="t" r="r" b="b"/>
              <a:pathLst>
                <a:path w="90804" h="4871720">
                  <a:moveTo>
                    <a:pt x="68255" y="4871247"/>
                  </a:moveTo>
                  <a:lnTo>
                    <a:pt x="30217" y="4839515"/>
                  </a:lnTo>
                  <a:lnTo>
                    <a:pt x="10150" y="4805991"/>
                  </a:lnTo>
                  <a:lnTo>
                    <a:pt x="634" y="4768097"/>
                  </a:lnTo>
                  <a:lnTo>
                    <a:pt x="0" y="47549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754961"/>
                  </a:lnTo>
                  <a:lnTo>
                    <a:pt x="45350" y="4802346"/>
                  </a:lnTo>
                  <a:lnTo>
                    <a:pt x="65998" y="4842518"/>
                  </a:lnTo>
                  <a:lnTo>
                    <a:pt x="90792" y="4865612"/>
                  </a:lnTo>
                  <a:lnTo>
                    <a:pt x="68255" y="487124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343274" y="2133599"/>
              <a:ext cx="638175" cy="219075"/>
            </a:xfrm>
            <a:custGeom>
              <a:avLst/>
              <a:gdLst/>
              <a:ahLst/>
              <a:cxnLst/>
              <a:rect l="l" t="t" r="r" b="b"/>
              <a:pathLst>
                <a:path w="638175" h="219075">
                  <a:moveTo>
                    <a:pt x="535830" y="219074"/>
                  </a:moveTo>
                  <a:lnTo>
                    <a:pt x="102345" y="219074"/>
                  </a:lnTo>
                  <a:lnTo>
                    <a:pt x="95222" y="218373"/>
                  </a:lnTo>
                  <a:lnTo>
                    <a:pt x="54661" y="204610"/>
                  </a:lnTo>
                  <a:lnTo>
                    <a:pt x="22456" y="176373"/>
                  </a:lnTo>
                  <a:lnTo>
                    <a:pt x="3507" y="137961"/>
                  </a:lnTo>
                  <a:lnTo>
                    <a:pt x="0" y="116729"/>
                  </a:lnTo>
                  <a:lnTo>
                    <a:pt x="0" y="10953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35830" y="0"/>
                  </a:lnTo>
                  <a:lnTo>
                    <a:pt x="577200" y="11090"/>
                  </a:lnTo>
                  <a:lnTo>
                    <a:pt x="611177" y="37168"/>
                  </a:lnTo>
                  <a:lnTo>
                    <a:pt x="632589" y="74263"/>
                  </a:lnTo>
                  <a:lnTo>
                    <a:pt x="638175" y="102345"/>
                  </a:lnTo>
                  <a:lnTo>
                    <a:pt x="638175" y="116729"/>
                  </a:lnTo>
                  <a:lnTo>
                    <a:pt x="627084" y="158100"/>
                  </a:lnTo>
                  <a:lnTo>
                    <a:pt x="601006" y="192077"/>
                  </a:lnTo>
                  <a:lnTo>
                    <a:pt x="563910" y="213489"/>
                  </a:lnTo>
                  <a:lnTo>
                    <a:pt x="542953" y="218373"/>
                  </a:lnTo>
                  <a:lnTo>
                    <a:pt x="535830" y="21907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01700" y="2159000"/>
            <a:ext cx="298069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40000" algn="l"/>
              </a:tabLst>
            </a:pPr>
            <a:r>
              <a:rPr dirty="0" baseline="3472" sz="1200" spc="-97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baseline="3472" sz="1200" spc="-15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293283"/>
                </a:solidFill>
                <a:latin typeface="Tahoma"/>
                <a:cs typeface="Tahoma"/>
              </a:rPr>
              <a:t>P</a:t>
            </a:r>
            <a:r>
              <a:rPr dirty="0" baseline="3472" sz="1200" spc="-15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baseline="3472" sz="1200" spc="-15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baseline="3472" sz="1200" spc="21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baseline="3472" sz="1200" spc="-157" b="1">
                <a:solidFill>
                  <a:srgbClr val="293283"/>
                </a:solidFill>
                <a:latin typeface="Tahoma"/>
                <a:cs typeface="Tahoma"/>
              </a:rPr>
              <a:t> H </a:t>
            </a:r>
            <a:r>
              <a:rPr dirty="0" baseline="3472" sz="120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baseline="3472" sz="1200" spc="292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r>
              <a:rPr dirty="0" baseline="3472" sz="1200" spc="-15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187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baseline="3472" sz="1200" spc="-179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baseline="3472" sz="1200" spc="-15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baseline="3472" sz="1200" spc="-15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472" sz="1200" spc="-75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baseline="3472" sz="1200" b="1">
                <a:solidFill>
                  <a:srgbClr val="293283"/>
                </a:solidFill>
                <a:latin typeface="Tahoma"/>
                <a:cs typeface="Tahoma"/>
              </a:rPr>
              <a:t>	</a:t>
            </a:r>
            <a:r>
              <a:rPr dirty="0" sz="750" spc="-7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k</a:t>
            </a:r>
            <a:r>
              <a:rPr dirty="0" sz="750" spc="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750" spc="-1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293283"/>
                </a:solidFill>
                <a:latin typeface="Tahoma"/>
                <a:cs typeface="Tahoma"/>
              </a:rPr>
              <a:t>w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2430462"/>
            <a:ext cx="2920365" cy="368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9715" marR="5080" indent="-247650">
              <a:lnSpc>
                <a:spcPct val="125000"/>
              </a:lnSpc>
              <a:spcBef>
                <a:spcPts val="9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"Did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run-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loop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mental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model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click,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or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does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1B1F3A"/>
                </a:solidFill>
                <a:latin typeface="Tahoma"/>
                <a:cs typeface="Tahoma"/>
              </a:rPr>
              <a:t>it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still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feel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weird?"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2925762"/>
            <a:ext cx="308673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35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"Which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st.*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command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from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cheatsheet</a:t>
            </a:r>
            <a:r>
              <a:rPr dirty="0" sz="900" spc="-4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ahoma"/>
                <a:cs typeface="Tahoma"/>
              </a:rPr>
              <a:t>confused</a:t>
            </a:r>
            <a:r>
              <a:rPr dirty="0" sz="900" spc="-4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you?"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3230562"/>
            <a:ext cx="277812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35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"Anything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from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unit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ahoma"/>
                <a:cs typeface="Tahoma"/>
              </a:rPr>
              <a:t>converter</a:t>
            </a:r>
            <a:r>
              <a:rPr dirty="0" sz="900" spc="-60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ahoma"/>
                <a:cs typeface="Tahoma"/>
              </a:rPr>
              <a:t>that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didn't</a:t>
            </a:r>
            <a:r>
              <a:rPr dirty="0" sz="900" spc="-55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ahoma"/>
                <a:cs typeface="Tahoma"/>
              </a:rPr>
              <a:t>work?"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52924" y="1952625"/>
            <a:ext cx="3486150" cy="4905375"/>
            <a:chOff x="4352924" y="1952625"/>
            <a:chExt cx="3486150" cy="4905375"/>
          </a:xfrm>
        </p:grpSpPr>
        <p:sp>
          <p:nvSpPr>
            <p:cNvPr id="14" name="object 14"/>
            <p:cNvSpPr/>
            <p:nvPr/>
          </p:nvSpPr>
          <p:spPr>
            <a:xfrm>
              <a:off x="4371974" y="1957387"/>
              <a:ext cx="3462654" cy="4895850"/>
            </a:xfrm>
            <a:custGeom>
              <a:avLst/>
              <a:gdLst/>
              <a:ahLst/>
              <a:cxnLst/>
              <a:rect l="l" t="t" r="r" b="b"/>
              <a:pathLst>
                <a:path w="3462654" h="4895850">
                  <a:moveTo>
                    <a:pt x="3342193" y="4895849"/>
                  </a:moveTo>
                  <a:lnTo>
                    <a:pt x="106795" y="4895849"/>
                  </a:lnTo>
                  <a:lnTo>
                    <a:pt x="99361" y="4895025"/>
                  </a:lnTo>
                  <a:lnTo>
                    <a:pt x="57038" y="4878868"/>
                  </a:lnTo>
                  <a:lnTo>
                    <a:pt x="28170" y="4852216"/>
                  </a:lnTo>
                  <a:lnTo>
                    <a:pt x="5828" y="4808668"/>
                  </a:lnTo>
                  <a:lnTo>
                    <a:pt x="0" y="4775704"/>
                  </a:lnTo>
                  <a:lnTo>
                    <a:pt x="0" y="4767262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4" y="31691"/>
                  </a:lnTo>
                  <a:lnTo>
                    <a:pt x="77492" y="6557"/>
                  </a:lnTo>
                  <a:lnTo>
                    <a:pt x="106795" y="0"/>
                  </a:lnTo>
                  <a:lnTo>
                    <a:pt x="3342193" y="0"/>
                  </a:lnTo>
                  <a:lnTo>
                    <a:pt x="3390758" y="13018"/>
                  </a:lnTo>
                  <a:lnTo>
                    <a:pt x="3430644" y="43632"/>
                  </a:lnTo>
                  <a:lnTo>
                    <a:pt x="3455779" y="87179"/>
                  </a:lnTo>
                  <a:lnTo>
                    <a:pt x="3462336" y="120144"/>
                  </a:lnTo>
                  <a:lnTo>
                    <a:pt x="3462336" y="4775704"/>
                  </a:lnTo>
                  <a:lnTo>
                    <a:pt x="3449317" y="4824269"/>
                  </a:lnTo>
                  <a:lnTo>
                    <a:pt x="3418704" y="4864156"/>
                  </a:lnTo>
                  <a:lnTo>
                    <a:pt x="3375157" y="4889291"/>
                  </a:lnTo>
                  <a:lnTo>
                    <a:pt x="3350554" y="4895025"/>
                  </a:lnTo>
                  <a:lnTo>
                    <a:pt x="3342193" y="4895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20895" y="1952624"/>
              <a:ext cx="3418204" cy="4905375"/>
            </a:xfrm>
            <a:custGeom>
              <a:avLst/>
              <a:gdLst/>
              <a:ahLst/>
              <a:cxnLst/>
              <a:rect l="l" t="t" r="r" b="b"/>
              <a:pathLst>
                <a:path w="3418204" h="4905375">
                  <a:moveTo>
                    <a:pt x="3418167" y="133350"/>
                  </a:moveTo>
                  <a:lnTo>
                    <a:pt x="3412464" y="94703"/>
                  </a:lnTo>
                  <a:lnTo>
                    <a:pt x="3395713" y="59258"/>
                  </a:lnTo>
                  <a:lnTo>
                    <a:pt x="3379559" y="39573"/>
                  </a:lnTo>
                  <a:lnTo>
                    <a:pt x="3347745" y="15773"/>
                  </a:lnTo>
                  <a:lnTo>
                    <a:pt x="3310839" y="2540"/>
                  </a:lnTo>
                  <a:lnTo>
                    <a:pt x="328481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284817" y="9525"/>
                  </a:lnTo>
                  <a:lnTo>
                    <a:pt x="3332213" y="18961"/>
                  </a:lnTo>
                  <a:lnTo>
                    <a:pt x="3372383" y="45796"/>
                  </a:lnTo>
                  <a:lnTo>
                    <a:pt x="3372828" y="46304"/>
                  </a:lnTo>
                  <a:lnTo>
                    <a:pt x="3380587" y="54838"/>
                  </a:lnTo>
                  <a:lnTo>
                    <a:pt x="3403346" y="97459"/>
                  </a:lnTo>
                  <a:lnTo>
                    <a:pt x="3408642" y="133350"/>
                  </a:lnTo>
                  <a:lnTo>
                    <a:pt x="3408642" y="4772025"/>
                  </a:lnTo>
                  <a:lnTo>
                    <a:pt x="3399218" y="4819421"/>
                  </a:lnTo>
                  <a:lnTo>
                    <a:pt x="3372828" y="4859083"/>
                  </a:lnTo>
                  <a:lnTo>
                    <a:pt x="3372383" y="4859591"/>
                  </a:lnTo>
                  <a:lnTo>
                    <a:pt x="3332213" y="4886426"/>
                  </a:lnTo>
                  <a:lnTo>
                    <a:pt x="3297275" y="4895227"/>
                  </a:lnTo>
                  <a:lnTo>
                    <a:pt x="3297796" y="4895227"/>
                  </a:lnTo>
                  <a:lnTo>
                    <a:pt x="3284817" y="4895850"/>
                  </a:lnTo>
                  <a:lnTo>
                    <a:pt x="65366" y="4895850"/>
                  </a:lnTo>
                  <a:lnTo>
                    <a:pt x="55397" y="4895227"/>
                  </a:lnTo>
                  <a:lnTo>
                    <a:pt x="55791" y="4895227"/>
                  </a:lnTo>
                  <a:lnTo>
                    <a:pt x="46786" y="4893500"/>
                  </a:lnTo>
                  <a:lnTo>
                    <a:pt x="37769" y="4890554"/>
                  </a:lnTo>
                  <a:lnTo>
                    <a:pt x="28917" y="4886426"/>
                  </a:lnTo>
                  <a:lnTo>
                    <a:pt x="22542" y="4882515"/>
                  </a:lnTo>
                  <a:lnTo>
                    <a:pt x="0" y="4888154"/>
                  </a:lnTo>
                  <a:lnTo>
                    <a:pt x="39357" y="4902847"/>
                  </a:lnTo>
                  <a:lnTo>
                    <a:pt x="65366" y="4905375"/>
                  </a:lnTo>
                  <a:lnTo>
                    <a:pt x="3284817" y="4905375"/>
                  </a:lnTo>
                  <a:lnTo>
                    <a:pt x="3297961" y="4904740"/>
                  </a:lnTo>
                  <a:lnTo>
                    <a:pt x="3310839" y="4902847"/>
                  </a:lnTo>
                  <a:lnTo>
                    <a:pt x="3323475" y="4899672"/>
                  </a:lnTo>
                  <a:lnTo>
                    <a:pt x="3334105" y="4895850"/>
                  </a:lnTo>
                  <a:lnTo>
                    <a:pt x="3335858" y="4895227"/>
                  </a:lnTo>
                  <a:lnTo>
                    <a:pt x="3369373" y="4875161"/>
                  </a:lnTo>
                  <a:lnTo>
                    <a:pt x="3395713" y="4846129"/>
                  </a:lnTo>
                  <a:lnTo>
                    <a:pt x="3412464" y="4810684"/>
                  </a:lnTo>
                  <a:lnTo>
                    <a:pt x="3418167" y="4772025"/>
                  </a:lnTo>
                  <a:lnTo>
                    <a:pt x="341816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52924" y="1969688"/>
              <a:ext cx="90805" cy="4871720"/>
            </a:xfrm>
            <a:custGeom>
              <a:avLst/>
              <a:gdLst/>
              <a:ahLst/>
              <a:cxnLst/>
              <a:rect l="l" t="t" r="r" b="b"/>
              <a:pathLst>
                <a:path w="90804" h="4871720">
                  <a:moveTo>
                    <a:pt x="68254" y="4871247"/>
                  </a:moveTo>
                  <a:lnTo>
                    <a:pt x="30216" y="4839515"/>
                  </a:lnTo>
                  <a:lnTo>
                    <a:pt x="10150" y="4805991"/>
                  </a:lnTo>
                  <a:lnTo>
                    <a:pt x="634" y="4768097"/>
                  </a:lnTo>
                  <a:lnTo>
                    <a:pt x="0" y="47549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2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754961"/>
                  </a:lnTo>
                  <a:lnTo>
                    <a:pt x="45350" y="4802346"/>
                  </a:lnTo>
                  <a:lnTo>
                    <a:pt x="65998" y="4842518"/>
                  </a:lnTo>
                  <a:lnTo>
                    <a:pt x="90792" y="4865612"/>
                  </a:lnTo>
                  <a:lnTo>
                    <a:pt x="68254" y="487124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19899" y="2133599"/>
              <a:ext cx="819150" cy="219075"/>
            </a:xfrm>
            <a:custGeom>
              <a:avLst/>
              <a:gdLst/>
              <a:ahLst/>
              <a:cxnLst/>
              <a:rect l="l" t="t" r="r" b="b"/>
              <a:pathLst>
                <a:path w="819150" h="219075">
                  <a:moveTo>
                    <a:pt x="716805" y="219074"/>
                  </a:moveTo>
                  <a:lnTo>
                    <a:pt x="102344" y="219074"/>
                  </a:lnTo>
                  <a:lnTo>
                    <a:pt x="95221" y="218373"/>
                  </a:lnTo>
                  <a:lnTo>
                    <a:pt x="54661" y="204610"/>
                  </a:lnTo>
                  <a:lnTo>
                    <a:pt x="22455" y="176373"/>
                  </a:lnTo>
                  <a:lnTo>
                    <a:pt x="3507" y="137961"/>
                  </a:lnTo>
                  <a:lnTo>
                    <a:pt x="0" y="116729"/>
                  </a:lnTo>
                  <a:lnTo>
                    <a:pt x="0" y="10953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716805" y="0"/>
                  </a:lnTo>
                  <a:lnTo>
                    <a:pt x="758174" y="11090"/>
                  </a:lnTo>
                  <a:lnTo>
                    <a:pt x="792152" y="37168"/>
                  </a:lnTo>
                  <a:lnTo>
                    <a:pt x="813564" y="74263"/>
                  </a:lnTo>
                  <a:lnTo>
                    <a:pt x="819150" y="102345"/>
                  </a:lnTo>
                  <a:lnTo>
                    <a:pt x="819150" y="116729"/>
                  </a:lnTo>
                  <a:lnTo>
                    <a:pt x="808058" y="158100"/>
                  </a:lnTo>
                  <a:lnTo>
                    <a:pt x="781980" y="192077"/>
                  </a:lnTo>
                  <a:lnTo>
                    <a:pt x="744885" y="213489"/>
                  </a:lnTo>
                  <a:lnTo>
                    <a:pt x="723927" y="218373"/>
                  </a:lnTo>
                  <a:lnTo>
                    <a:pt x="716805" y="2190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565550" y="2159000"/>
            <a:ext cx="298069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52040" algn="l"/>
              </a:tabLst>
            </a:pP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baseline="3472" sz="1200" spc="-1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baseline="3472" sz="1200" spc="3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9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baseline="3472" sz="1200" spc="-1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baseline="3472" sz="1200" spc="-172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9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9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27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baseline="3472" sz="1200" spc="-1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12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baseline="3472" sz="1200" spc="-157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472" sz="1200" spc="-7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baseline="3472" sz="12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750" spc="-9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50" spc="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5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Tahoma"/>
                <a:cs typeface="Tahoma"/>
              </a:rPr>
              <a:t>k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81598" y="2486024"/>
            <a:ext cx="1114425" cy="123825"/>
          </a:xfrm>
          <a:custGeom>
            <a:avLst/>
            <a:gdLst/>
            <a:ahLst/>
            <a:cxnLst/>
            <a:rect l="l" t="t" r="r" b="b"/>
            <a:pathLst>
              <a:path w="1114425" h="123825">
                <a:moveTo>
                  <a:pt x="1089639" y="123824"/>
                </a:moveTo>
                <a:lnTo>
                  <a:pt x="24786" y="123824"/>
                </a:lnTo>
                <a:lnTo>
                  <a:pt x="21141" y="123099"/>
                </a:lnTo>
                <a:lnTo>
                  <a:pt x="0" y="99039"/>
                </a:lnTo>
                <a:lnTo>
                  <a:pt x="0" y="95249"/>
                </a:lnTo>
                <a:lnTo>
                  <a:pt x="0" y="24785"/>
                </a:lnTo>
                <a:lnTo>
                  <a:pt x="24786" y="0"/>
                </a:lnTo>
                <a:lnTo>
                  <a:pt x="1089639" y="0"/>
                </a:lnTo>
                <a:lnTo>
                  <a:pt x="1114424" y="24785"/>
                </a:lnTo>
                <a:lnTo>
                  <a:pt x="1114424" y="99039"/>
                </a:lnTo>
                <a:lnTo>
                  <a:pt x="1093284" y="123099"/>
                </a:lnTo>
                <a:lnTo>
                  <a:pt x="1089639" y="12382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565550" y="2427977"/>
            <a:ext cx="2738120" cy="3594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38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baseline="3086" sz="1350" spc="-135" b="1">
                <a:solidFill>
                  <a:srgbClr val="293283"/>
                </a:solidFill>
                <a:latin typeface="Tahoma"/>
                <a:cs typeface="Tahoma"/>
              </a:rPr>
              <a:t>Email</a:t>
            </a:r>
            <a:r>
              <a:rPr dirty="0" baseline="3086" sz="1350" spc="-97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086" sz="135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baseline="3086" sz="1350" spc="292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267" sz="1275" spc="-15" b="1">
                <a:solidFill>
                  <a:srgbClr val="1B1F3A"/>
                </a:solidFill>
                <a:latin typeface="Courier New"/>
                <a:cs typeface="Courier New"/>
                <a:hlinkClick r:id="rId2"/>
              </a:rPr>
              <a:t>hello@zlaark.com</a:t>
            </a:r>
            <a:endParaRPr baseline="3267" sz="1275">
              <a:latin typeface="Courier New"/>
              <a:cs typeface="Courier New"/>
            </a:endParaRPr>
          </a:p>
          <a:p>
            <a:pPr marL="259715">
              <a:lnSpc>
                <a:spcPct val="100000"/>
              </a:lnSpc>
              <a:spcBef>
                <a:spcPts val="245"/>
              </a:spcBef>
            </a:pP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For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Streamlit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questions,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paste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your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app.py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ahoma"/>
                <a:cs typeface="Tahoma"/>
              </a:rPr>
              <a:t>error.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5550" y="2892425"/>
            <a:ext cx="106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70" b="1">
                <a:solidFill>
                  <a:srgbClr val="FF6A5B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33973" y="2933699"/>
            <a:ext cx="981075" cy="123825"/>
          </a:xfrm>
          <a:custGeom>
            <a:avLst/>
            <a:gdLst/>
            <a:ahLst/>
            <a:cxnLst/>
            <a:rect l="l" t="t" r="r" b="b"/>
            <a:pathLst>
              <a:path w="981075" h="123825">
                <a:moveTo>
                  <a:pt x="956289" y="123824"/>
                </a:moveTo>
                <a:lnTo>
                  <a:pt x="24785" y="123824"/>
                </a:lnTo>
                <a:lnTo>
                  <a:pt x="21140" y="123099"/>
                </a:lnTo>
                <a:lnTo>
                  <a:pt x="0" y="99039"/>
                </a:lnTo>
                <a:lnTo>
                  <a:pt x="0" y="95249"/>
                </a:lnTo>
                <a:lnTo>
                  <a:pt x="0" y="24785"/>
                </a:lnTo>
                <a:lnTo>
                  <a:pt x="24785" y="0"/>
                </a:lnTo>
                <a:lnTo>
                  <a:pt x="956289" y="0"/>
                </a:lnTo>
                <a:lnTo>
                  <a:pt x="981074" y="24785"/>
                </a:lnTo>
                <a:lnTo>
                  <a:pt x="981074" y="99039"/>
                </a:lnTo>
                <a:lnTo>
                  <a:pt x="959934" y="123099"/>
                </a:lnTo>
                <a:lnTo>
                  <a:pt x="956289" y="12382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13200" y="2845421"/>
            <a:ext cx="1436370" cy="39941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Web</a:t>
            </a:r>
            <a:r>
              <a:rPr dirty="0" sz="90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sz="900" spc="1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10" b="1">
                <a:solidFill>
                  <a:srgbClr val="1B1F3A"/>
                </a:solidFill>
                <a:latin typeface="Courier New"/>
                <a:cs typeface="Courier New"/>
                <a:hlinkClick r:id="rId3"/>
              </a:rPr>
              <a:t>www.zlaark.com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Program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updates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and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resources.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65550" y="3349625"/>
            <a:ext cx="106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70" b="1">
                <a:solidFill>
                  <a:srgbClr val="FF6A5B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13200" y="3312974"/>
            <a:ext cx="2405380" cy="37973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900" spc="-140" b="1">
                <a:solidFill>
                  <a:srgbClr val="293283"/>
                </a:solidFill>
                <a:latin typeface="Tahoma"/>
                <a:cs typeface="Tahoma"/>
              </a:rPr>
              <a:t>In-</a:t>
            </a: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session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293283"/>
                </a:solidFill>
                <a:latin typeface="Tahoma"/>
                <a:cs typeface="Tahoma"/>
              </a:rPr>
              <a:t>raise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293283"/>
                </a:solidFill>
                <a:latin typeface="Tahoma"/>
                <a:cs typeface="Tahoma"/>
              </a:rPr>
              <a:t>hand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No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question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is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too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small.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We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move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at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the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room's</a:t>
            </a: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pace.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10524" y="1952625"/>
            <a:ext cx="3495675" cy="4900930"/>
            <a:chOff x="8010524" y="1952625"/>
            <a:chExt cx="3495675" cy="4900930"/>
          </a:xfrm>
        </p:grpSpPr>
        <p:sp>
          <p:nvSpPr>
            <p:cNvPr id="27" name="object 27"/>
            <p:cNvSpPr/>
            <p:nvPr/>
          </p:nvSpPr>
          <p:spPr>
            <a:xfrm>
              <a:off x="8029574" y="1957387"/>
              <a:ext cx="3472179" cy="4895850"/>
            </a:xfrm>
            <a:custGeom>
              <a:avLst/>
              <a:gdLst/>
              <a:ahLst/>
              <a:cxnLst/>
              <a:rect l="l" t="t" r="r" b="b"/>
              <a:pathLst>
                <a:path w="3472179" h="4895850">
                  <a:moveTo>
                    <a:pt x="3351717" y="4895849"/>
                  </a:moveTo>
                  <a:lnTo>
                    <a:pt x="106794" y="4895849"/>
                  </a:lnTo>
                  <a:lnTo>
                    <a:pt x="99361" y="4895025"/>
                  </a:lnTo>
                  <a:lnTo>
                    <a:pt x="57037" y="4878868"/>
                  </a:lnTo>
                  <a:lnTo>
                    <a:pt x="28170" y="4852216"/>
                  </a:lnTo>
                  <a:lnTo>
                    <a:pt x="5827" y="4808668"/>
                  </a:lnTo>
                  <a:lnTo>
                    <a:pt x="0" y="4775704"/>
                  </a:lnTo>
                  <a:lnTo>
                    <a:pt x="0" y="4767262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4" y="31691"/>
                  </a:lnTo>
                  <a:lnTo>
                    <a:pt x="77492" y="6557"/>
                  </a:lnTo>
                  <a:lnTo>
                    <a:pt x="106794" y="0"/>
                  </a:lnTo>
                  <a:lnTo>
                    <a:pt x="3351717" y="0"/>
                  </a:lnTo>
                  <a:lnTo>
                    <a:pt x="3400281" y="13018"/>
                  </a:lnTo>
                  <a:lnTo>
                    <a:pt x="3440168" y="43632"/>
                  </a:lnTo>
                  <a:lnTo>
                    <a:pt x="3465303" y="87179"/>
                  </a:lnTo>
                  <a:lnTo>
                    <a:pt x="3471861" y="120144"/>
                  </a:lnTo>
                  <a:lnTo>
                    <a:pt x="3471861" y="4775704"/>
                  </a:lnTo>
                  <a:lnTo>
                    <a:pt x="3458840" y="4824269"/>
                  </a:lnTo>
                  <a:lnTo>
                    <a:pt x="3428228" y="4864156"/>
                  </a:lnTo>
                  <a:lnTo>
                    <a:pt x="3384681" y="4889291"/>
                  </a:lnTo>
                  <a:lnTo>
                    <a:pt x="3360079" y="4895025"/>
                  </a:lnTo>
                  <a:lnTo>
                    <a:pt x="3351717" y="4895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78496" y="1952624"/>
              <a:ext cx="3427729" cy="4152900"/>
            </a:xfrm>
            <a:custGeom>
              <a:avLst/>
              <a:gdLst/>
              <a:ahLst/>
              <a:cxnLst/>
              <a:rect l="l" t="t" r="r" b="b"/>
              <a:pathLst>
                <a:path w="3427729" h="4152900">
                  <a:moveTo>
                    <a:pt x="3427692" y="39065"/>
                  </a:moveTo>
                  <a:lnTo>
                    <a:pt x="3388639" y="39065"/>
                  </a:lnTo>
                  <a:lnTo>
                    <a:pt x="3378898" y="30226"/>
                  </a:lnTo>
                  <a:lnTo>
                    <a:pt x="3368446" y="22453"/>
                  </a:lnTo>
                  <a:lnTo>
                    <a:pt x="3333000" y="5715"/>
                  </a:lnTo>
                  <a:lnTo>
                    <a:pt x="32943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294342" y="9525"/>
                  </a:lnTo>
                  <a:lnTo>
                    <a:pt x="3341725" y="18961"/>
                  </a:lnTo>
                  <a:lnTo>
                    <a:pt x="3381908" y="45796"/>
                  </a:lnTo>
                  <a:lnTo>
                    <a:pt x="3381908" y="4152900"/>
                  </a:lnTo>
                  <a:lnTo>
                    <a:pt x="3427692" y="4152900"/>
                  </a:lnTo>
                  <a:lnTo>
                    <a:pt x="3427692" y="39065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10524" y="1969688"/>
              <a:ext cx="90805" cy="4871720"/>
            </a:xfrm>
            <a:custGeom>
              <a:avLst/>
              <a:gdLst/>
              <a:ahLst/>
              <a:cxnLst/>
              <a:rect l="l" t="t" r="r" b="b"/>
              <a:pathLst>
                <a:path w="90804" h="4871720">
                  <a:moveTo>
                    <a:pt x="68255" y="4871247"/>
                  </a:moveTo>
                  <a:lnTo>
                    <a:pt x="30216" y="4839515"/>
                  </a:lnTo>
                  <a:lnTo>
                    <a:pt x="10150" y="4805991"/>
                  </a:lnTo>
                  <a:lnTo>
                    <a:pt x="634" y="4768097"/>
                  </a:lnTo>
                  <a:lnTo>
                    <a:pt x="0" y="47549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754961"/>
                  </a:lnTo>
                  <a:lnTo>
                    <a:pt x="45349" y="4802346"/>
                  </a:lnTo>
                  <a:lnTo>
                    <a:pt x="65998" y="4842518"/>
                  </a:lnTo>
                  <a:lnTo>
                    <a:pt x="90793" y="4865612"/>
                  </a:lnTo>
                  <a:lnTo>
                    <a:pt x="68255" y="487124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229550" y="2149475"/>
            <a:ext cx="14516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W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H </a:t>
            </a:r>
            <a:r>
              <a:rPr dirty="0" sz="800" spc="-45" b="1">
                <a:solidFill>
                  <a:srgbClr val="293283"/>
                </a:solidFill>
                <a:latin typeface="Tahoma"/>
                <a:cs typeface="Tahoma"/>
              </a:rPr>
              <a:t>AT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40" b="1">
                <a:solidFill>
                  <a:srgbClr val="293283"/>
                </a:solidFill>
                <a:latin typeface="Tahoma"/>
                <a:cs typeface="Tahoma"/>
              </a:rPr>
              <a:t>'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X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1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sz="800" spc="1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800" spc="-1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293283"/>
                </a:solidFill>
                <a:latin typeface="Tahoma"/>
                <a:cs typeface="Tahoma"/>
              </a:rPr>
              <a:t>AY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1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5 </a:t>
            </a:r>
            <a:r>
              <a:rPr dirty="0" sz="800" spc="-110" b="1">
                <a:solidFill>
                  <a:srgbClr val="293283"/>
                </a:solidFill>
                <a:latin typeface="Tahoma"/>
                <a:cs typeface="Tahoma"/>
              </a:rPr>
              <a:t>–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8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163172" y="2133599"/>
            <a:ext cx="1143000" cy="219075"/>
          </a:xfrm>
          <a:custGeom>
            <a:avLst/>
            <a:gdLst/>
            <a:ahLst/>
            <a:cxnLst/>
            <a:rect l="l" t="t" r="r" b="b"/>
            <a:pathLst>
              <a:path w="1143000" h="219075">
                <a:moveTo>
                  <a:pt x="1040654" y="219074"/>
                </a:moveTo>
                <a:lnTo>
                  <a:pt x="102344" y="219074"/>
                </a:lnTo>
                <a:lnTo>
                  <a:pt x="95222" y="218373"/>
                </a:lnTo>
                <a:lnTo>
                  <a:pt x="54661" y="204610"/>
                </a:lnTo>
                <a:lnTo>
                  <a:pt x="22455" y="176373"/>
                </a:lnTo>
                <a:lnTo>
                  <a:pt x="3507" y="137961"/>
                </a:lnTo>
                <a:lnTo>
                  <a:pt x="0" y="116729"/>
                </a:lnTo>
                <a:lnTo>
                  <a:pt x="1" y="109537"/>
                </a:lnTo>
                <a:lnTo>
                  <a:pt x="0" y="102345"/>
                </a:lnTo>
                <a:lnTo>
                  <a:pt x="11088" y="60973"/>
                </a:lnTo>
                <a:lnTo>
                  <a:pt x="37168" y="26996"/>
                </a:lnTo>
                <a:lnTo>
                  <a:pt x="74264" y="5585"/>
                </a:lnTo>
                <a:lnTo>
                  <a:pt x="102344" y="0"/>
                </a:lnTo>
                <a:lnTo>
                  <a:pt x="1040654" y="0"/>
                </a:lnTo>
                <a:lnTo>
                  <a:pt x="1082024" y="11090"/>
                </a:lnTo>
                <a:lnTo>
                  <a:pt x="1116002" y="37168"/>
                </a:lnTo>
                <a:lnTo>
                  <a:pt x="1137413" y="74263"/>
                </a:lnTo>
                <a:lnTo>
                  <a:pt x="1142999" y="102345"/>
                </a:lnTo>
                <a:lnTo>
                  <a:pt x="1142999" y="116729"/>
                </a:lnTo>
                <a:lnTo>
                  <a:pt x="1131908" y="158100"/>
                </a:lnTo>
                <a:lnTo>
                  <a:pt x="1105831" y="192077"/>
                </a:lnTo>
                <a:lnTo>
                  <a:pt x="1068734" y="213489"/>
                </a:lnTo>
                <a:lnTo>
                  <a:pt x="1047777" y="218373"/>
                </a:lnTo>
                <a:lnTo>
                  <a:pt x="1040654" y="219074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248850" y="2168525"/>
            <a:ext cx="9613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0" b="1">
                <a:solidFill>
                  <a:srgbClr val="293283"/>
                </a:solidFill>
                <a:latin typeface="Tahoma"/>
                <a:cs typeface="Tahoma"/>
              </a:rPr>
              <a:t>P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h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2</a:t>
            </a:r>
            <a:r>
              <a:rPr dirty="0" sz="750" spc="1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293283"/>
                </a:solidFill>
                <a:latin typeface="Tahoma"/>
                <a:cs typeface="Tahoma"/>
              </a:rPr>
              <a:t>C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50" spc="-1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6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29550" y="2438331"/>
            <a:ext cx="1913889" cy="33972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30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baseline="3086" sz="1350" spc="-150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baseline="3086" sz="13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086" sz="1350" spc="-165" b="1">
                <a:solidFill>
                  <a:srgbClr val="293283"/>
                </a:solidFill>
                <a:latin typeface="Tahoma"/>
                <a:cs typeface="Tahoma"/>
              </a:rPr>
              <a:t>5</a:t>
            </a:r>
            <a:r>
              <a:rPr dirty="0" baseline="3086" sz="13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086" sz="135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baseline="3086" sz="13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086" sz="1350" spc="-142" b="1">
                <a:solidFill>
                  <a:srgbClr val="293283"/>
                </a:solidFill>
                <a:latin typeface="Tahoma"/>
                <a:cs typeface="Tahoma"/>
              </a:rPr>
              <a:t>Widgets</a:t>
            </a:r>
            <a:r>
              <a:rPr dirty="0" baseline="3086" sz="13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086" sz="1350" spc="-75" b="1">
                <a:solidFill>
                  <a:srgbClr val="293283"/>
                </a:solidFill>
                <a:latin typeface="Tahoma"/>
                <a:cs typeface="Tahoma"/>
              </a:rPr>
              <a:t>&amp;</a:t>
            </a:r>
            <a:r>
              <a:rPr dirty="0" baseline="3086" sz="13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baseline="3086" sz="1350" spc="-15" b="1">
                <a:solidFill>
                  <a:srgbClr val="293283"/>
                </a:solidFill>
                <a:latin typeface="Tahoma"/>
                <a:cs typeface="Tahoma"/>
              </a:rPr>
              <a:t>Layout</a:t>
            </a:r>
            <a:endParaRPr baseline="3086" sz="1350">
              <a:latin typeface="Tahoma"/>
              <a:cs typeface="Tahoma"/>
            </a:endParaRPr>
          </a:p>
          <a:p>
            <a:pPr marL="259715">
              <a:lnSpc>
                <a:spcPct val="100000"/>
              </a:lnSpc>
              <a:spcBef>
                <a:spcPts val="170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Sliders,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dropdowns,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columns,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 sidebar.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29550" y="2892425"/>
            <a:ext cx="106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70" b="1">
                <a:solidFill>
                  <a:srgbClr val="FF6A5B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77200" y="2855774"/>
            <a:ext cx="1918970" cy="37973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Days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293283"/>
                </a:solidFill>
                <a:latin typeface="Tahoma"/>
                <a:cs typeface="Tahoma"/>
              </a:rPr>
              <a:t>6–</a:t>
            </a: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7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Data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&amp;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293283"/>
                </a:solidFill>
                <a:latin typeface="Tahoma"/>
                <a:cs typeface="Tahoma"/>
              </a:rPr>
              <a:t>charts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pandas,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line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charts,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bar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charts,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ahoma"/>
                <a:cs typeface="Tahoma"/>
              </a:rPr>
              <a:t>dashboards.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29550" y="3349625"/>
            <a:ext cx="106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70" b="1">
                <a:solidFill>
                  <a:srgbClr val="FF6A5B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77200" y="3312974"/>
            <a:ext cx="1938655" cy="37973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8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293283"/>
                </a:solidFill>
                <a:latin typeface="Tahoma"/>
                <a:cs typeface="Tahoma"/>
              </a:rPr>
              <a:t>Solo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293283"/>
                </a:solidFill>
                <a:latin typeface="Tahoma"/>
                <a:cs typeface="Tahoma"/>
              </a:rPr>
              <a:t>challenge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850" spc="-55">
                <a:solidFill>
                  <a:srgbClr val="4A4E6A"/>
                </a:solidFill>
                <a:latin typeface="Tahoma"/>
                <a:cs typeface="Tahoma"/>
              </a:rPr>
              <a:t>The gate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ahoma"/>
                <a:cs typeface="Tahoma"/>
              </a:rPr>
              <a:t>before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ahoma"/>
                <a:cs typeface="Tahoma"/>
              </a:rPr>
              <a:t>group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ahoma"/>
                <a:cs typeface="Tahoma"/>
              </a:rPr>
              <a:t>formation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ahoma"/>
                <a:cs typeface="Tahoma"/>
              </a:rPr>
              <a:t>on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ahoma"/>
                <a:cs typeface="Tahoma"/>
              </a:rPr>
              <a:t>Day</a:t>
            </a:r>
            <a:r>
              <a:rPr dirty="0" sz="850" spc="-50">
                <a:solidFill>
                  <a:srgbClr val="4A4E6A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ahoma"/>
                <a:cs typeface="Tahoma"/>
              </a:rPr>
              <a:t>15.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7149" y="6105524"/>
            <a:ext cx="12134850" cy="752475"/>
            <a:chOff x="57149" y="6105524"/>
            <a:chExt cx="12134850" cy="752475"/>
          </a:xfrm>
        </p:grpSpPr>
        <p:sp>
          <p:nvSpPr>
            <p:cNvPr id="39" name="object 39"/>
            <p:cNvSpPr/>
            <p:nvPr/>
          </p:nvSpPr>
          <p:spPr>
            <a:xfrm>
              <a:off x="57149" y="6105524"/>
              <a:ext cx="12134850" cy="752475"/>
            </a:xfrm>
            <a:custGeom>
              <a:avLst/>
              <a:gdLst/>
              <a:ahLst/>
              <a:cxnLst/>
              <a:rect l="l" t="t" r="r" b="b"/>
              <a:pathLst>
                <a:path w="12134850" h="752475">
                  <a:moveTo>
                    <a:pt x="0" y="752474"/>
                  </a:moveTo>
                  <a:lnTo>
                    <a:pt x="12134849" y="752474"/>
                  </a:lnTo>
                  <a:lnTo>
                    <a:pt x="12134849" y="0"/>
                  </a:lnTo>
                  <a:lnTo>
                    <a:pt x="0" y="0"/>
                  </a:lnTo>
                  <a:lnTo>
                    <a:pt x="0" y="752474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99338" y="6444437"/>
              <a:ext cx="260350" cy="62230"/>
            </a:xfrm>
            <a:custGeom>
              <a:avLst/>
              <a:gdLst/>
              <a:ahLst/>
              <a:cxnLst/>
              <a:rect l="l" t="t" r="r" b="b"/>
              <a:pathLst>
                <a:path w="260350" h="62229">
                  <a:moveTo>
                    <a:pt x="35128" y="4025"/>
                  </a:moveTo>
                  <a:lnTo>
                    <a:pt x="2451" y="4025"/>
                  </a:lnTo>
                  <a:lnTo>
                    <a:pt x="2451" y="12547"/>
                  </a:lnTo>
                  <a:lnTo>
                    <a:pt x="2451" y="14897"/>
                  </a:lnTo>
                  <a:lnTo>
                    <a:pt x="35128" y="14897"/>
                  </a:lnTo>
                  <a:lnTo>
                    <a:pt x="35128" y="4025"/>
                  </a:lnTo>
                  <a:close/>
                </a:path>
                <a:path w="260350" h="62229">
                  <a:moveTo>
                    <a:pt x="56273" y="50774"/>
                  </a:moveTo>
                  <a:lnTo>
                    <a:pt x="23456" y="50774"/>
                  </a:lnTo>
                  <a:lnTo>
                    <a:pt x="23456" y="52120"/>
                  </a:lnTo>
                  <a:lnTo>
                    <a:pt x="23456" y="61633"/>
                  </a:lnTo>
                  <a:lnTo>
                    <a:pt x="56273" y="61633"/>
                  </a:lnTo>
                  <a:lnTo>
                    <a:pt x="56273" y="50774"/>
                  </a:lnTo>
                  <a:close/>
                </a:path>
                <a:path w="260350" h="62229">
                  <a:moveTo>
                    <a:pt x="58496" y="11976"/>
                  </a:moveTo>
                  <a:lnTo>
                    <a:pt x="50165" y="3352"/>
                  </a:lnTo>
                  <a:lnTo>
                    <a:pt x="32092" y="21374"/>
                  </a:lnTo>
                  <a:lnTo>
                    <a:pt x="0" y="53352"/>
                  </a:lnTo>
                  <a:lnTo>
                    <a:pt x="8636" y="61849"/>
                  </a:lnTo>
                  <a:lnTo>
                    <a:pt x="58496" y="11976"/>
                  </a:lnTo>
                  <a:close/>
                </a:path>
                <a:path w="260350" h="62229">
                  <a:moveTo>
                    <a:pt x="79032" y="0"/>
                  </a:moveTo>
                  <a:lnTo>
                    <a:pt x="67652" y="0"/>
                  </a:lnTo>
                  <a:lnTo>
                    <a:pt x="67652" y="60261"/>
                  </a:lnTo>
                  <a:lnTo>
                    <a:pt x="79032" y="60261"/>
                  </a:lnTo>
                  <a:lnTo>
                    <a:pt x="79032" y="0"/>
                  </a:lnTo>
                  <a:close/>
                </a:path>
                <a:path w="260350" h="62229">
                  <a:moveTo>
                    <a:pt x="128816" y="19367"/>
                  </a:moveTo>
                  <a:lnTo>
                    <a:pt x="119011" y="19367"/>
                  </a:lnTo>
                  <a:lnTo>
                    <a:pt x="117856" y="23406"/>
                  </a:lnTo>
                  <a:lnTo>
                    <a:pt x="117449" y="22898"/>
                  </a:lnTo>
                  <a:lnTo>
                    <a:pt x="117449" y="37757"/>
                  </a:lnTo>
                  <a:lnTo>
                    <a:pt x="117398" y="43688"/>
                  </a:lnTo>
                  <a:lnTo>
                    <a:pt x="116332" y="46507"/>
                  </a:lnTo>
                  <a:lnTo>
                    <a:pt x="112204" y="50177"/>
                  </a:lnTo>
                  <a:lnTo>
                    <a:pt x="109689" y="51104"/>
                  </a:lnTo>
                  <a:lnTo>
                    <a:pt x="105244" y="51104"/>
                  </a:lnTo>
                  <a:lnTo>
                    <a:pt x="103454" y="50711"/>
                  </a:lnTo>
                  <a:lnTo>
                    <a:pt x="103670" y="50711"/>
                  </a:lnTo>
                  <a:lnTo>
                    <a:pt x="101269" y="49593"/>
                  </a:lnTo>
                  <a:lnTo>
                    <a:pt x="96012" y="41325"/>
                  </a:lnTo>
                  <a:lnTo>
                    <a:pt x="96088" y="37757"/>
                  </a:lnTo>
                  <a:lnTo>
                    <a:pt x="104063" y="28549"/>
                  </a:lnTo>
                  <a:lnTo>
                    <a:pt x="104305" y="28549"/>
                  </a:lnTo>
                  <a:lnTo>
                    <a:pt x="105244" y="28346"/>
                  </a:lnTo>
                  <a:lnTo>
                    <a:pt x="108216" y="28346"/>
                  </a:lnTo>
                  <a:lnTo>
                    <a:pt x="109601" y="28549"/>
                  </a:lnTo>
                  <a:lnTo>
                    <a:pt x="117449" y="37757"/>
                  </a:lnTo>
                  <a:lnTo>
                    <a:pt x="117449" y="22898"/>
                  </a:lnTo>
                  <a:lnTo>
                    <a:pt x="116420" y="21590"/>
                  </a:lnTo>
                  <a:lnTo>
                    <a:pt x="114604" y="20269"/>
                  </a:lnTo>
                  <a:lnTo>
                    <a:pt x="110210" y="18630"/>
                  </a:lnTo>
                  <a:lnTo>
                    <a:pt x="107797" y="18211"/>
                  </a:lnTo>
                  <a:lnTo>
                    <a:pt x="102247" y="18211"/>
                  </a:lnTo>
                  <a:lnTo>
                    <a:pt x="84975" y="36728"/>
                  </a:lnTo>
                  <a:lnTo>
                    <a:pt x="84975" y="42697"/>
                  </a:lnTo>
                  <a:lnTo>
                    <a:pt x="102247" y="61239"/>
                  </a:lnTo>
                  <a:lnTo>
                    <a:pt x="107581" y="61239"/>
                  </a:lnTo>
                  <a:lnTo>
                    <a:pt x="109905" y="60883"/>
                  </a:lnTo>
                  <a:lnTo>
                    <a:pt x="114350" y="59461"/>
                  </a:lnTo>
                  <a:lnTo>
                    <a:pt x="116255" y="58026"/>
                  </a:lnTo>
                  <a:lnTo>
                    <a:pt x="117856" y="55892"/>
                  </a:lnTo>
                  <a:lnTo>
                    <a:pt x="119011" y="60261"/>
                  </a:lnTo>
                  <a:lnTo>
                    <a:pt x="128816" y="60261"/>
                  </a:lnTo>
                  <a:lnTo>
                    <a:pt x="128816" y="55892"/>
                  </a:lnTo>
                  <a:lnTo>
                    <a:pt x="128816" y="51104"/>
                  </a:lnTo>
                  <a:lnTo>
                    <a:pt x="128816" y="28346"/>
                  </a:lnTo>
                  <a:lnTo>
                    <a:pt x="128816" y="23406"/>
                  </a:lnTo>
                  <a:lnTo>
                    <a:pt x="128816" y="19367"/>
                  </a:lnTo>
                  <a:close/>
                </a:path>
                <a:path w="260350" h="62229">
                  <a:moveTo>
                    <a:pt x="178943" y="19367"/>
                  </a:moveTo>
                  <a:lnTo>
                    <a:pt x="169125" y="19367"/>
                  </a:lnTo>
                  <a:lnTo>
                    <a:pt x="167970" y="23406"/>
                  </a:lnTo>
                  <a:lnTo>
                    <a:pt x="167576" y="22910"/>
                  </a:lnTo>
                  <a:lnTo>
                    <a:pt x="167576" y="37757"/>
                  </a:lnTo>
                  <a:lnTo>
                    <a:pt x="167513" y="43688"/>
                  </a:lnTo>
                  <a:lnTo>
                    <a:pt x="166458" y="46507"/>
                  </a:lnTo>
                  <a:lnTo>
                    <a:pt x="162331" y="50177"/>
                  </a:lnTo>
                  <a:lnTo>
                    <a:pt x="159816" y="51104"/>
                  </a:lnTo>
                  <a:lnTo>
                    <a:pt x="155371" y="51104"/>
                  </a:lnTo>
                  <a:lnTo>
                    <a:pt x="153581" y="50711"/>
                  </a:lnTo>
                  <a:lnTo>
                    <a:pt x="153797" y="50711"/>
                  </a:lnTo>
                  <a:lnTo>
                    <a:pt x="151396" y="49593"/>
                  </a:lnTo>
                  <a:lnTo>
                    <a:pt x="146126" y="41325"/>
                  </a:lnTo>
                  <a:lnTo>
                    <a:pt x="146215" y="37757"/>
                  </a:lnTo>
                  <a:lnTo>
                    <a:pt x="154190" y="28549"/>
                  </a:lnTo>
                  <a:lnTo>
                    <a:pt x="154419" y="28549"/>
                  </a:lnTo>
                  <a:lnTo>
                    <a:pt x="155371" y="28346"/>
                  </a:lnTo>
                  <a:lnTo>
                    <a:pt x="158330" y="28346"/>
                  </a:lnTo>
                  <a:lnTo>
                    <a:pt x="159715" y="28549"/>
                  </a:lnTo>
                  <a:lnTo>
                    <a:pt x="167398" y="36728"/>
                  </a:lnTo>
                  <a:lnTo>
                    <a:pt x="167576" y="37757"/>
                  </a:lnTo>
                  <a:lnTo>
                    <a:pt x="157911" y="18211"/>
                  </a:lnTo>
                  <a:lnTo>
                    <a:pt x="152374" y="18211"/>
                  </a:lnTo>
                  <a:lnTo>
                    <a:pt x="135089" y="42697"/>
                  </a:lnTo>
                  <a:lnTo>
                    <a:pt x="135597" y="45491"/>
                  </a:lnTo>
                  <a:lnTo>
                    <a:pt x="152374" y="61239"/>
                  </a:lnTo>
                  <a:lnTo>
                    <a:pt x="157708" y="61239"/>
                  </a:lnTo>
                  <a:lnTo>
                    <a:pt x="160020" y="60883"/>
                  </a:lnTo>
                  <a:lnTo>
                    <a:pt x="164465" y="59461"/>
                  </a:lnTo>
                  <a:lnTo>
                    <a:pt x="166382" y="58026"/>
                  </a:lnTo>
                  <a:lnTo>
                    <a:pt x="167970" y="55892"/>
                  </a:lnTo>
                  <a:lnTo>
                    <a:pt x="169125" y="60261"/>
                  </a:lnTo>
                  <a:lnTo>
                    <a:pt x="178943" y="60261"/>
                  </a:lnTo>
                  <a:lnTo>
                    <a:pt x="178943" y="55892"/>
                  </a:lnTo>
                  <a:lnTo>
                    <a:pt x="178943" y="51104"/>
                  </a:lnTo>
                  <a:lnTo>
                    <a:pt x="178943" y="28346"/>
                  </a:lnTo>
                  <a:lnTo>
                    <a:pt x="178943" y="23406"/>
                  </a:lnTo>
                  <a:lnTo>
                    <a:pt x="178943" y="19367"/>
                  </a:lnTo>
                  <a:close/>
                </a:path>
                <a:path w="260350" h="62229">
                  <a:moveTo>
                    <a:pt x="216115" y="19291"/>
                  </a:moveTo>
                  <a:lnTo>
                    <a:pt x="213639" y="18630"/>
                  </a:lnTo>
                  <a:lnTo>
                    <a:pt x="211467" y="18300"/>
                  </a:lnTo>
                  <a:lnTo>
                    <a:pt x="208013" y="18300"/>
                  </a:lnTo>
                  <a:lnTo>
                    <a:pt x="197485" y="25044"/>
                  </a:lnTo>
                  <a:lnTo>
                    <a:pt x="196418" y="19367"/>
                  </a:lnTo>
                  <a:lnTo>
                    <a:pt x="186118" y="19367"/>
                  </a:lnTo>
                  <a:lnTo>
                    <a:pt x="186118" y="60261"/>
                  </a:lnTo>
                  <a:lnTo>
                    <a:pt x="197485" y="60261"/>
                  </a:lnTo>
                  <a:lnTo>
                    <a:pt x="197485" y="37147"/>
                  </a:lnTo>
                  <a:lnTo>
                    <a:pt x="197815" y="35814"/>
                  </a:lnTo>
                  <a:lnTo>
                    <a:pt x="208178" y="28600"/>
                  </a:lnTo>
                  <a:lnTo>
                    <a:pt x="210426" y="28600"/>
                  </a:lnTo>
                  <a:lnTo>
                    <a:pt x="213842" y="29184"/>
                  </a:lnTo>
                  <a:lnTo>
                    <a:pt x="214439" y="29311"/>
                  </a:lnTo>
                  <a:lnTo>
                    <a:pt x="215049" y="29413"/>
                  </a:lnTo>
                  <a:lnTo>
                    <a:pt x="216115" y="19291"/>
                  </a:lnTo>
                  <a:close/>
                </a:path>
                <a:path w="260350" h="62229">
                  <a:moveTo>
                    <a:pt x="260146" y="60261"/>
                  </a:moveTo>
                  <a:lnTo>
                    <a:pt x="242912" y="36347"/>
                  </a:lnTo>
                  <a:lnTo>
                    <a:pt x="258826" y="19367"/>
                  </a:lnTo>
                  <a:lnTo>
                    <a:pt x="244970" y="19367"/>
                  </a:lnTo>
                  <a:lnTo>
                    <a:pt x="231698" y="33464"/>
                  </a:lnTo>
                  <a:lnTo>
                    <a:pt x="231698" y="76"/>
                  </a:lnTo>
                  <a:lnTo>
                    <a:pt x="220332" y="76"/>
                  </a:lnTo>
                  <a:lnTo>
                    <a:pt x="220332" y="60261"/>
                  </a:lnTo>
                  <a:lnTo>
                    <a:pt x="231698" y="60261"/>
                  </a:lnTo>
                  <a:lnTo>
                    <a:pt x="231698" y="48298"/>
                  </a:lnTo>
                  <a:lnTo>
                    <a:pt x="235737" y="43929"/>
                  </a:lnTo>
                  <a:lnTo>
                    <a:pt x="246532" y="60261"/>
                  </a:lnTo>
                  <a:lnTo>
                    <a:pt x="260146" y="60261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1149350" y="6264274"/>
            <a:ext cx="2192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15" b="1">
                <a:solidFill>
                  <a:srgbClr val="FAF7F1"/>
                </a:solidFill>
                <a:latin typeface="Tahoma"/>
                <a:cs typeface="Tahoma"/>
              </a:rPr>
              <a:t>See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280" b="1">
                <a:solidFill>
                  <a:srgbClr val="FAF7F1"/>
                </a:solidFill>
                <a:latin typeface="Tahoma"/>
                <a:cs typeface="Tahoma"/>
              </a:rPr>
              <a:t>you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254" b="1">
                <a:solidFill>
                  <a:srgbClr val="FAF7F1"/>
                </a:solidFill>
                <a:latin typeface="Tahoma"/>
                <a:cs typeface="Tahoma"/>
              </a:rPr>
              <a:t>on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320" b="1">
                <a:solidFill>
                  <a:srgbClr val="FAF7F1"/>
                </a:solidFill>
                <a:latin typeface="Tahoma"/>
                <a:cs typeface="Tahoma"/>
              </a:rPr>
              <a:t>Day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125" b="1">
                <a:solidFill>
                  <a:srgbClr val="FAF7F1"/>
                </a:solidFill>
                <a:latin typeface="Tahoma"/>
                <a:cs typeface="Tahoma"/>
              </a:rPr>
              <a:t>5.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37673" y="6392862"/>
            <a:ext cx="3767454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P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PA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D</a:t>
            </a:r>
            <a:r>
              <a:rPr dirty="0" sz="750" spc="15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BY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65">
                <a:solidFill>
                  <a:srgbClr val="FAF8F4"/>
                </a:solidFill>
                <a:latin typeface="Tahoma"/>
                <a:cs typeface="Tahoma"/>
              </a:rPr>
              <a:t>Z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L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K</a:t>
            </a:r>
            <a:r>
              <a:rPr dirty="0" sz="750" spc="15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35">
                <a:solidFill>
                  <a:srgbClr val="FAF8F4"/>
                </a:solidFill>
                <a:latin typeface="Tahoma"/>
                <a:cs typeface="Tahoma"/>
              </a:rPr>
              <a:t>F</a:t>
            </a:r>
            <a:r>
              <a:rPr dirty="0" sz="750" spc="-13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O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35">
                <a:solidFill>
                  <a:srgbClr val="FAF8F4"/>
                </a:solidFill>
                <a:latin typeface="Tahoma"/>
                <a:cs typeface="Tahoma"/>
              </a:rPr>
              <a:t>H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85">
                <a:solidFill>
                  <a:srgbClr val="FAF8F4"/>
                </a:solidFill>
                <a:latin typeface="Tahoma"/>
                <a:cs typeface="Tahoma"/>
              </a:rPr>
              <a:t>I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N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0">
                <a:solidFill>
                  <a:srgbClr val="FAF8F4"/>
                </a:solidFill>
                <a:latin typeface="Tahoma"/>
                <a:cs typeface="Tahoma"/>
              </a:rPr>
              <a:t>D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U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0">
                <a:solidFill>
                  <a:srgbClr val="FAF8F4"/>
                </a:solidFill>
                <a:latin typeface="Tahoma"/>
                <a:cs typeface="Tahoma"/>
              </a:rPr>
              <a:t>C</a:t>
            </a:r>
            <a:r>
              <a:rPr dirty="0" sz="750" spc="-13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O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L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L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-13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ahoma"/>
                <a:cs typeface="Tahoma"/>
              </a:rPr>
              <a:t>G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E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95">
                <a:solidFill>
                  <a:srgbClr val="FAF8F4"/>
                </a:solidFill>
                <a:latin typeface="Tahoma"/>
                <a:cs typeface="Tahoma"/>
              </a:rPr>
              <a:t>M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85">
                <a:solidFill>
                  <a:srgbClr val="FAF8F4"/>
                </a:solidFill>
                <a:latin typeface="Tahoma"/>
                <a:cs typeface="Tahoma"/>
              </a:rPr>
              <a:t>I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65">
                <a:solidFill>
                  <a:srgbClr val="FAF8F4"/>
                </a:solidFill>
                <a:latin typeface="Tahoma"/>
                <a:cs typeface="Tahoma"/>
              </a:rPr>
              <a:t>T</a:t>
            </a:r>
            <a:r>
              <a:rPr dirty="0" sz="750" spc="-13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60">
                <a:solidFill>
                  <a:srgbClr val="FAF8F4"/>
                </a:solidFill>
                <a:latin typeface="Tahoma"/>
                <a:cs typeface="Tahoma"/>
              </a:rPr>
              <a:t>S</a:t>
            </a:r>
            <a:r>
              <a:rPr dirty="0" sz="750" spc="-13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A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R</a:t>
            </a:r>
            <a:r>
              <a:rPr dirty="0" sz="750" spc="190">
                <a:solidFill>
                  <a:srgbClr val="FAF8F4"/>
                </a:solidFill>
                <a:latin typeface="Tahoma"/>
                <a:cs typeface="Tahoma"/>
              </a:rPr>
              <a:t>  </a:t>
            </a:r>
            <a:r>
              <a:rPr dirty="0" sz="750">
                <a:solidFill>
                  <a:srgbClr val="FF8B7E"/>
                </a:solidFill>
                <a:latin typeface="Tahoma"/>
                <a:cs typeface="Tahoma"/>
              </a:rPr>
              <a:t>·</a:t>
            </a:r>
            <a:r>
              <a:rPr dirty="0" sz="750" spc="190">
                <a:solidFill>
                  <a:srgbClr val="FF8B7E"/>
                </a:solidFill>
                <a:latin typeface="Tahoma"/>
                <a:cs typeface="Tahoma"/>
              </a:rPr>
              <a:t>  </a:t>
            </a:r>
            <a:r>
              <a:rPr dirty="0" sz="750" spc="-25">
                <a:solidFill>
                  <a:srgbClr val="FAF8F4"/>
                </a:solidFill>
                <a:latin typeface="Tahoma"/>
                <a:cs typeface="Tahoma"/>
              </a:rPr>
              <a:t>3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1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70">
                <a:solidFill>
                  <a:srgbClr val="FAF8F4"/>
                </a:solidFill>
                <a:latin typeface="Tahoma"/>
                <a:cs typeface="Tahoma"/>
              </a:rPr>
              <a:t>J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U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FAF8F4"/>
                </a:solidFill>
                <a:latin typeface="Tahoma"/>
                <a:cs typeface="Tahoma"/>
              </a:rPr>
              <a:t>LY</a:t>
            </a:r>
            <a:r>
              <a:rPr dirty="0" sz="750" spc="160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ahoma"/>
                <a:cs typeface="Tahoma"/>
              </a:rPr>
              <a:t>2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ahoma"/>
                <a:cs typeface="Tahoma"/>
              </a:rPr>
              <a:t>0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ahoma"/>
                <a:cs typeface="Tahoma"/>
              </a:rPr>
              <a:t>2</a:t>
            </a:r>
            <a:r>
              <a:rPr dirty="0" sz="750" spc="-125">
                <a:solidFill>
                  <a:srgbClr val="FAF8F4"/>
                </a:solidFill>
                <a:latin typeface="Tahoma"/>
                <a:cs typeface="Tahoma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ahoma"/>
                <a:cs typeface="Tahoma"/>
              </a:rPr>
              <a:t>6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6105524"/>
            <a:ext cx="57150" cy="752475"/>
          </a:xfrm>
          <a:custGeom>
            <a:avLst/>
            <a:gdLst/>
            <a:ahLst/>
            <a:cxnLst/>
            <a:rect l="l" t="t" r="r" b="b"/>
            <a:pathLst>
              <a:path w="57150" h="752475">
                <a:moveTo>
                  <a:pt x="57149" y="752474"/>
                </a:moveTo>
                <a:lnTo>
                  <a:pt x="0" y="752474"/>
                </a:lnTo>
                <a:lnTo>
                  <a:pt x="0" y="0"/>
                </a:lnTo>
                <a:lnTo>
                  <a:pt x="57149" y="0"/>
                </a:lnTo>
                <a:lnTo>
                  <a:pt x="57149" y="752474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2026-08-06T13:52:34Z</dcterms:created>
  <dcterms:modified xsi:type="dcterms:W3CDTF">2026-08-06T13:52:34Z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2026-08-05T00:00:00Z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2026-08-06T00:00:00Z</vt:filetime>
  </property>
  <property fmtid="{D5CDD505-2E9C-101B-9397-08002B2CF9AE}" pid="6" name="Producer">
    <vt:lpwstr>pdf-lib (https://github.com/Hopding/pdf-lib)</vt:lpwstr>
  </property>
</Properties>
</file>