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rgbClr val="8A8FB4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rgbClr val="8A8FB4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AF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1738" y="593180"/>
            <a:ext cx="6093459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6815" y="1350253"/>
            <a:ext cx="3836670" cy="2609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rgbClr val="8A8FB4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hyperlink" Target="mailto:%27aarav@example.com" TargetMode="External"/><Relationship Id="rId7" Type="http://schemas.openxmlformats.org/officeDocument/2006/relationships/hyperlink" Target="mailto:%27priya@example.com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hyperlink" Target="https://github.com/yourname/day3-practice.git" TargetMode="External"/><Relationship Id="rId9" Type="http://schemas.openxmlformats.org/officeDocument/2006/relationships/hyperlink" Target="https://github.com/yourname/day3-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hyperlink" Target="mailto:hello@zlaark.com" TargetMode="External"/><Relationship Id="rId5" Type="http://schemas.openxmlformats.org/officeDocument/2006/relationships/hyperlink" Target="http://www.zlaark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"/>
            <a:ext cx="9144000" cy="5144135"/>
            <a:chOff x="0" y="2"/>
            <a:chExt cx="9144000" cy="5144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"/>
              <a:ext cx="9144000" cy="514367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714805" y="1428472"/>
              <a:ext cx="1429385" cy="2286635"/>
            </a:xfrm>
            <a:custGeom>
              <a:avLst/>
              <a:gdLst/>
              <a:ahLst/>
              <a:cxnLst/>
              <a:rect l="l" t="t" r="r" b="b"/>
              <a:pathLst>
                <a:path w="1429384" h="2286635">
                  <a:moveTo>
                    <a:pt x="1143000" y="0"/>
                  </a:moveTo>
                  <a:lnTo>
                    <a:pt x="1092949" y="1111"/>
                  </a:lnTo>
                  <a:lnTo>
                    <a:pt x="1043104" y="4396"/>
                  </a:lnTo>
                  <a:lnTo>
                    <a:pt x="993537" y="9845"/>
                  </a:lnTo>
                  <a:lnTo>
                    <a:pt x="944319" y="17439"/>
                  </a:lnTo>
                  <a:lnTo>
                    <a:pt x="895520" y="27158"/>
                  </a:lnTo>
                  <a:lnTo>
                    <a:pt x="847213" y="38982"/>
                  </a:lnTo>
                  <a:lnTo>
                    <a:pt x="799469" y="52891"/>
                  </a:lnTo>
                  <a:lnTo>
                    <a:pt x="752358" y="68865"/>
                  </a:lnTo>
                  <a:lnTo>
                    <a:pt x="705952" y="86884"/>
                  </a:lnTo>
                  <a:lnTo>
                    <a:pt x="660322" y="106927"/>
                  </a:lnTo>
                  <a:lnTo>
                    <a:pt x="615540" y="128976"/>
                  </a:lnTo>
                  <a:lnTo>
                    <a:pt x="571677" y="153009"/>
                  </a:lnTo>
                  <a:lnTo>
                    <a:pt x="528829" y="179027"/>
                  </a:lnTo>
                  <a:lnTo>
                    <a:pt x="487260" y="206824"/>
                  </a:lnTo>
                  <a:lnTo>
                    <a:pt x="447022" y="236352"/>
                  </a:lnTo>
                  <a:lnTo>
                    <a:pt x="408165" y="267559"/>
                  </a:lnTo>
                  <a:lnTo>
                    <a:pt x="370738" y="300396"/>
                  </a:lnTo>
                  <a:lnTo>
                    <a:pt x="334791" y="334813"/>
                  </a:lnTo>
                  <a:lnTo>
                    <a:pt x="300374" y="370759"/>
                  </a:lnTo>
                  <a:lnTo>
                    <a:pt x="267538" y="408186"/>
                  </a:lnTo>
                  <a:lnTo>
                    <a:pt x="236332" y="447042"/>
                  </a:lnTo>
                  <a:lnTo>
                    <a:pt x="206806" y="487278"/>
                  </a:lnTo>
                  <a:lnTo>
                    <a:pt x="179011" y="528844"/>
                  </a:lnTo>
                  <a:lnTo>
                    <a:pt x="152996" y="571690"/>
                  </a:lnTo>
                  <a:lnTo>
                    <a:pt x="128960" y="615553"/>
                  </a:lnTo>
                  <a:lnTo>
                    <a:pt x="106910" y="660335"/>
                  </a:lnTo>
                  <a:lnTo>
                    <a:pt x="86866" y="705965"/>
                  </a:lnTo>
                  <a:lnTo>
                    <a:pt x="68847" y="752371"/>
                  </a:lnTo>
                  <a:lnTo>
                    <a:pt x="52873" y="799481"/>
                  </a:lnTo>
                  <a:lnTo>
                    <a:pt x="38965" y="847226"/>
                  </a:lnTo>
                  <a:lnTo>
                    <a:pt x="27142" y="895533"/>
                  </a:lnTo>
                  <a:lnTo>
                    <a:pt x="17423" y="944332"/>
                  </a:lnTo>
                  <a:lnTo>
                    <a:pt x="9830" y="993550"/>
                  </a:lnTo>
                  <a:lnTo>
                    <a:pt x="4382" y="1043117"/>
                  </a:lnTo>
                  <a:lnTo>
                    <a:pt x="1098" y="1092961"/>
                  </a:lnTo>
                  <a:lnTo>
                    <a:pt x="0" y="1143012"/>
                  </a:lnTo>
                  <a:lnTo>
                    <a:pt x="1098" y="1193063"/>
                  </a:lnTo>
                  <a:lnTo>
                    <a:pt x="4382" y="1242909"/>
                  </a:lnTo>
                  <a:lnTo>
                    <a:pt x="9830" y="1292480"/>
                  </a:lnTo>
                  <a:lnTo>
                    <a:pt x="17423" y="1341706"/>
                  </a:lnTo>
                  <a:lnTo>
                    <a:pt x="27142" y="1390517"/>
                  </a:lnTo>
                  <a:lnTo>
                    <a:pt x="38965" y="1438843"/>
                  </a:lnTo>
                  <a:lnTo>
                    <a:pt x="52873" y="1486614"/>
                  </a:lnTo>
                  <a:lnTo>
                    <a:pt x="68847" y="1533759"/>
                  </a:lnTo>
                  <a:lnTo>
                    <a:pt x="86866" y="1580210"/>
                  </a:lnTo>
                  <a:lnTo>
                    <a:pt x="106910" y="1625895"/>
                  </a:lnTo>
                  <a:lnTo>
                    <a:pt x="128960" y="1670745"/>
                  </a:lnTo>
                  <a:lnTo>
                    <a:pt x="152996" y="1714690"/>
                  </a:lnTo>
                  <a:lnTo>
                    <a:pt x="179011" y="1757454"/>
                  </a:lnTo>
                  <a:lnTo>
                    <a:pt x="206806" y="1798952"/>
                  </a:lnTo>
                  <a:lnTo>
                    <a:pt x="236332" y="1839132"/>
                  </a:lnTo>
                  <a:lnTo>
                    <a:pt x="267538" y="1877943"/>
                  </a:lnTo>
                  <a:lnTo>
                    <a:pt x="300374" y="1915335"/>
                  </a:lnTo>
                  <a:lnTo>
                    <a:pt x="334791" y="1951254"/>
                  </a:lnTo>
                  <a:lnTo>
                    <a:pt x="370738" y="1985652"/>
                  </a:lnTo>
                  <a:lnTo>
                    <a:pt x="408165" y="2018475"/>
                  </a:lnTo>
                  <a:lnTo>
                    <a:pt x="447022" y="2049673"/>
                  </a:lnTo>
                  <a:lnTo>
                    <a:pt x="487260" y="2079194"/>
                  </a:lnTo>
                  <a:lnTo>
                    <a:pt x="528829" y="2106988"/>
                  </a:lnTo>
                  <a:lnTo>
                    <a:pt x="571677" y="2133003"/>
                  </a:lnTo>
                  <a:lnTo>
                    <a:pt x="615540" y="2157039"/>
                  </a:lnTo>
                  <a:lnTo>
                    <a:pt x="660322" y="2179090"/>
                  </a:lnTo>
                  <a:lnTo>
                    <a:pt x="705952" y="2199135"/>
                  </a:lnTo>
                  <a:lnTo>
                    <a:pt x="752358" y="2217156"/>
                  </a:lnTo>
                  <a:lnTo>
                    <a:pt x="799469" y="2233131"/>
                  </a:lnTo>
                  <a:lnTo>
                    <a:pt x="847213" y="2247041"/>
                  </a:lnTo>
                  <a:lnTo>
                    <a:pt x="895520" y="2258865"/>
                  </a:lnTo>
                  <a:lnTo>
                    <a:pt x="944319" y="2268585"/>
                  </a:lnTo>
                  <a:lnTo>
                    <a:pt x="993537" y="2276179"/>
                  </a:lnTo>
                  <a:lnTo>
                    <a:pt x="1043104" y="2281629"/>
                  </a:lnTo>
                  <a:lnTo>
                    <a:pt x="1092949" y="2284913"/>
                  </a:lnTo>
                  <a:lnTo>
                    <a:pt x="1143000" y="2286012"/>
                  </a:lnTo>
                  <a:lnTo>
                    <a:pt x="1193050" y="2284913"/>
                  </a:lnTo>
                  <a:lnTo>
                    <a:pt x="1242896" y="2281629"/>
                  </a:lnTo>
                  <a:lnTo>
                    <a:pt x="1292466" y="2276179"/>
                  </a:lnTo>
                  <a:lnTo>
                    <a:pt x="1341691" y="2268585"/>
                  </a:lnTo>
                  <a:lnTo>
                    <a:pt x="1390500" y="2258865"/>
                  </a:lnTo>
                  <a:lnTo>
                    <a:pt x="1428826" y="2249488"/>
                  </a:lnTo>
                  <a:lnTo>
                    <a:pt x="1428826" y="36535"/>
                  </a:lnTo>
                  <a:lnTo>
                    <a:pt x="1390500" y="27158"/>
                  </a:lnTo>
                  <a:lnTo>
                    <a:pt x="1341691" y="17439"/>
                  </a:lnTo>
                  <a:lnTo>
                    <a:pt x="1292466" y="9845"/>
                  </a:lnTo>
                  <a:lnTo>
                    <a:pt x="1242896" y="4396"/>
                  </a:lnTo>
                  <a:lnTo>
                    <a:pt x="1193050" y="1111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F6A5A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56326" y="1912685"/>
              <a:ext cx="635" cy="1617980"/>
            </a:xfrm>
            <a:custGeom>
              <a:avLst/>
              <a:gdLst/>
              <a:ahLst/>
              <a:cxnLst/>
              <a:rect l="l" t="t" r="r" b="b"/>
              <a:pathLst>
                <a:path w="635" h="1617979">
                  <a:moveTo>
                    <a:pt x="0" y="0"/>
                  </a:moveTo>
                  <a:lnTo>
                    <a:pt x="355" y="161784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57755" y="685446"/>
              <a:ext cx="100088" cy="1000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4438" y="478804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4841" y="0"/>
                  </a:moveTo>
                  <a:lnTo>
                    <a:pt x="21247" y="0"/>
                  </a:lnTo>
                  <a:lnTo>
                    <a:pt x="21602" y="0"/>
                  </a:lnTo>
                  <a:lnTo>
                    <a:pt x="17640" y="0"/>
                  </a:lnTo>
                  <a:lnTo>
                    <a:pt x="14046" y="711"/>
                  </a:lnTo>
                  <a:lnTo>
                    <a:pt x="0" y="17640"/>
                  </a:lnTo>
                  <a:lnTo>
                    <a:pt x="0" y="21234"/>
                  </a:lnTo>
                  <a:lnTo>
                    <a:pt x="0" y="25196"/>
                  </a:lnTo>
                  <a:lnTo>
                    <a:pt x="17640" y="42837"/>
                  </a:lnTo>
                  <a:lnTo>
                    <a:pt x="25196" y="42837"/>
                  </a:lnTo>
                  <a:lnTo>
                    <a:pt x="42837" y="24841"/>
                  </a:lnTo>
                  <a:lnTo>
                    <a:pt x="42837" y="21234"/>
                  </a:lnTo>
                  <a:lnTo>
                    <a:pt x="42837" y="21602"/>
                  </a:lnTo>
                  <a:lnTo>
                    <a:pt x="42837" y="17640"/>
                  </a:lnTo>
                  <a:lnTo>
                    <a:pt x="41757" y="14033"/>
                  </a:lnTo>
                  <a:lnTo>
                    <a:pt x="39966" y="10794"/>
                  </a:lnTo>
                  <a:lnTo>
                    <a:pt x="37795" y="7556"/>
                  </a:lnTo>
                  <a:lnTo>
                    <a:pt x="35280" y="4673"/>
                  </a:lnTo>
                  <a:lnTo>
                    <a:pt x="28803" y="1079"/>
                  </a:lnTo>
                  <a:lnTo>
                    <a:pt x="24841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1738" y="429731"/>
            <a:ext cx="30734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AY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0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3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B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4438" y="446038"/>
            <a:ext cx="8073390" cy="4223385"/>
            <a:chOff x="514438" y="446038"/>
            <a:chExt cx="8073390" cy="42233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2246" y="446038"/>
              <a:ext cx="115557" cy="1159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4438" y="2924278"/>
              <a:ext cx="343535" cy="22225"/>
            </a:xfrm>
            <a:custGeom>
              <a:avLst/>
              <a:gdLst/>
              <a:ahLst/>
              <a:cxnLst/>
              <a:rect l="l" t="t" r="r" b="b"/>
              <a:pathLst>
                <a:path w="343534" h="22225">
                  <a:moveTo>
                    <a:pt x="334086" y="0"/>
                  </a:moveTo>
                  <a:lnTo>
                    <a:pt x="9004" y="0"/>
                  </a:lnTo>
                  <a:lnTo>
                    <a:pt x="7200" y="368"/>
                  </a:lnTo>
                  <a:lnTo>
                    <a:pt x="3606" y="2527"/>
                  </a:lnTo>
                  <a:lnTo>
                    <a:pt x="2527" y="3606"/>
                  </a:lnTo>
                  <a:lnTo>
                    <a:pt x="355" y="7200"/>
                  </a:lnTo>
                  <a:lnTo>
                    <a:pt x="0" y="9004"/>
                  </a:lnTo>
                  <a:lnTo>
                    <a:pt x="0" y="10807"/>
                  </a:lnTo>
                  <a:lnTo>
                    <a:pt x="0" y="12598"/>
                  </a:lnTo>
                  <a:lnTo>
                    <a:pt x="9004" y="21602"/>
                  </a:lnTo>
                  <a:lnTo>
                    <a:pt x="334086" y="21602"/>
                  </a:lnTo>
                  <a:lnTo>
                    <a:pt x="343077" y="12598"/>
                  </a:lnTo>
                  <a:lnTo>
                    <a:pt x="343077" y="9004"/>
                  </a:lnTo>
                  <a:lnTo>
                    <a:pt x="342722" y="7200"/>
                  </a:lnTo>
                  <a:lnTo>
                    <a:pt x="340563" y="3606"/>
                  </a:lnTo>
                  <a:lnTo>
                    <a:pt x="339483" y="2527"/>
                  </a:lnTo>
                  <a:lnTo>
                    <a:pt x="335876" y="368"/>
                  </a:lnTo>
                  <a:lnTo>
                    <a:pt x="334086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3443" y="4629240"/>
              <a:ext cx="168910" cy="40005"/>
            </a:xfrm>
            <a:custGeom>
              <a:avLst/>
              <a:gdLst/>
              <a:ahLst/>
              <a:cxnLst/>
              <a:rect l="l" t="t" r="r" b="b"/>
              <a:pathLst>
                <a:path w="168909" h="40004">
                  <a:moveTo>
                    <a:pt x="22682" y="2527"/>
                  </a:moveTo>
                  <a:lnTo>
                    <a:pt x="1435" y="2527"/>
                  </a:lnTo>
                  <a:lnTo>
                    <a:pt x="1435" y="7924"/>
                  </a:lnTo>
                  <a:lnTo>
                    <a:pt x="1435" y="9715"/>
                  </a:lnTo>
                  <a:lnTo>
                    <a:pt x="22682" y="9715"/>
                  </a:lnTo>
                  <a:lnTo>
                    <a:pt x="22682" y="2527"/>
                  </a:lnTo>
                  <a:close/>
                </a:path>
                <a:path w="168909" h="40004">
                  <a:moveTo>
                    <a:pt x="36360" y="32766"/>
                  </a:moveTo>
                  <a:lnTo>
                    <a:pt x="15113" y="32766"/>
                  </a:lnTo>
                  <a:lnTo>
                    <a:pt x="15113" y="33845"/>
                  </a:lnTo>
                  <a:lnTo>
                    <a:pt x="15113" y="39966"/>
                  </a:lnTo>
                  <a:lnTo>
                    <a:pt x="36360" y="39966"/>
                  </a:lnTo>
                  <a:lnTo>
                    <a:pt x="36360" y="32766"/>
                  </a:lnTo>
                  <a:close/>
                </a:path>
                <a:path w="168909" h="40004">
                  <a:moveTo>
                    <a:pt x="37795" y="7556"/>
                  </a:moveTo>
                  <a:lnTo>
                    <a:pt x="32397" y="2159"/>
                  </a:lnTo>
                  <a:lnTo>
                    <a:pt x="20878" y="13677"/>
                  </a:lnTo>
                  <a:lnTo>
                    <a:pt x="0" y="34556"/>
                  </a:lnTo>
                  <a:lnTo>
                    <a:pt x="5397" y="39966"/>
                  </a:lnTo>
                  <a:lnTo>
                    <a:pt x="37795" y="7556"/>
                  </a:lnTo>
                  <a:close/>
                </a:path>
                <a:path w="168909" h="40004">
                  <a:moveTo>
                    <a:pt x="51117" y="0"/>
                  </a:moveTo>
                  <a:lnTo>
                    <a:pt x="43916" y="0"/>
                  </a:lnTo>
                  <a:lnTo>
                    <a:pt x="43916" y="38887"/>
                  </a:lnTo>
                  <a:lnTo>
                    <a:pt x="51117" y="38887"/>
                  </a:lnTo>
                  <a:lnTo>
                    <a:pt x="51117" y="0"/>
                  </a:lnTo>
                  <a:close/>
                </a:path>
                <a:path w="168909" h="40004">
                  <a:moveTo>
                    <a:pt x="83515" y="12598"/>
                  </a:moveTo>
                  <a:lnTo>
                    <a:pt x="77038" y="12598"/>
                  </a:lnTo>
                  <a:lnTo>
                    <a:pt x="76415" y="14757"/>
                  </a:lnTo>
                  <a:lnTo>
                    <a:pt x="76314" y="15125"/>
                  </a:lnTo>
                  <a:lnTo>
                    <a:pt x="75958" y="14770"/>
                  </a:lnTo>
                  <a:lnTo>
                    <a:pt x="75958" y="23406"/>
                  </a:lnTo>
                  <a:lnTo>
                    <a:pt x="75958" y="28435"/>
                  </a:lnTo>
                  <a:lnTo>
                    <a:pt x="75234" y="30238"/>
                  </a:lnTo>
                  <a:lnTo>
                    <a:pt x="73799" y="31318"/>
                  </a:lnTo>
                  <a:lnTo>
                    <a:pt x="72720" y="32397"/>
                  </a:lnTo>
                  <a:lnTo>
                    <a:pt x="70916" y="33121"/>
                  </a:lnTo>
                  <a:lnTo>
                    <a:pt x="68033" y="33121"/>
                  </a:lnTo>
                  <a:lnTo>
                    <a:pt x="67322" y="32766"/>
                  </a:lnTo>
                  <a:lnTo>
                    <a:pt x="66230" y="32397"/>
                  </a:lnTo>
                  <a:lnTo>
                    <a:pt x="64795" y="31686"/>
                  </a:lnTo>
                  <a:lnTo>
                    <a:pt x="63360" y="30238"/>
                  </a:lnTo>
                  <a:lnTo>
                    <a:pt x="62992" y="29514"/>
                  </a:lnTo>
                  <a:lnTo>
                    <a:pt x="62636" y="28435"/>
                  </a:lnTo>
                  <a:lnTo>
                    <a:pt x="62280" y="27724"/>
                  </a:lnTo>
                  <a:lnTo>
                    <a:pt x="66230" y="19075"/>
                  </a:lnTo>
                  <a:lnTo>
                    <a:pt x="67322" y="18364"/>
                  </a:lnTo>
                  <a:lnTo>
                    <a:pt x="70916" y="18364"/>
                  </a:lnTo>
                  <a:lnTo>
                    <a:pt x="71640" y="18719"/>
                  </a:lnTo>
                  <a:lnTo>
                    <a:pt x="72720" y="19075"/>
                  </a:lnTo>
                  <a:lnTo>
                    <a:pt x="73431" y="19443"/>
                  </a:lnTo>
                  <a:lnTo>
                    <a:pt x="73799" y="20154"/>
                  </a:lnTo>
                  <a:lnTo>
                    <a:pt x="74510" y="20523"/>
                  </a:lnTo>
                  <a:lnTo>
                    <a:pt x="75234" y="21247"/>
                  </a:lnTo>
                  <a:lnTo>
                    <a:pt x="75958" y="23406"/>
                  </a:lnTo>
                  <a:lnTo>
                    <a:pt x="75958" y="14770"/>
                  </a:lnTo>
                  <a:lnTo>
                    <a:pt x="74155" y="12966"/>
                  </a:lnTo>
                  <a:lnTo>
                    <a:pt x="72720" y="12598"/>
                  </a:lnTo>
                  <a:lnTo>
                    <a:pt x="71272" y="11887"/>
                  </a:lnTo>
                  <a:lnTo>
                    <a:pt x="66230" y="11887"/>
                  </a:lnTo>
                  <a:lnTo>
                    <a:pt x="64439" y="12242"/>
                  </a:lnTo>
                  <a:lnTo>
                    <a:pt x="62992" y="12966"/>
                  </a:lnTo>
                  <a:lnTo>
                    <a:pt x="61201" y="13677"/>
                  </a:lnTo>
                  <a:lnTo>
                    <a:pt x="55079" y="27724"/>
                  </a:lnTo>
                  <a:lnTo>
                    <a:pt x="55435" y="29514"/>
                  </a:lnTo>
                  <a:lnTo>
                    <a:pt x="62992" y="38519"/>
                  </a:lnTo>
                  <a:lnTo>
                    <a:pt x="64439" y="39243"/>
                  </a:lnTo>
                  <a:lnTo>
                    <a:pt x="66230" y="39598"/>
                  </a:lnTo>
                  <a:lnTo>
                    <a:pt x="69481" y="39598"/>
                  </a:lnTo>
                  <a:lnTo>
                    <a:pt x="71272" y="39243"/>
                  </a:lnTo>
                  <a:lnTo>
                    <a:pt x="74155" y="38519"/>
                  </a:lnTo>
                  <a:lnTo>
                    <a:pt x="75234" y="37439"/>
                  </a:lnTo>
                  <a:lnTo>
                    <a:pt x="76314" y="36004"/>
                  </a:lnTo>
                  <a:lnTo>
                    <a:pt x="76936" y="38519"/>
                  </a:lnTo>
                  <a:lnTo>
                    <a:pt x="77038" y="38887"/>
                  </a:lnTo>
                  <a:lnTo>
                    <a:pt x="83515" y="38887"/>
                  </a:lnTo>
                  <a:lnTo>
                    <a:pt x="83515" y="36004"/>
                  </a:lnTo>
                  <a:lnTo>
                    <a:pt x="83515" y="33121"/>
                  </a:lnTo>
                  <a:lnTo>
                    <a:pt x="83515" y="18364"/>
                  </a:lnTo>
                  <a:lnTo>
                    <a:pt x="83515" y="15125"/>
                  </a:lnTo>
                  <a:lnTo>
                    <a:pt x="83515" y="12598"/>
                  </a:lnTo>
                  <a:close/>
                </a:path>
                <a:path w="168909" h="40004">
                  <a:moveTo>
                    <a:pt x="115912" y="12598"/>
                  </a:moveTo>
                  <a:lnTo>
                    <a:pt x="109435" y="12598"/>
                  </a:lnTo>
                  <a:lnTo>
                    <a:pt x="108813" y="14757"/>
                  </a:lnTo>
                  <a:lnTo>
                    <a:pt x="108712" y="15125"/>
                  </a:lnTo>
                  <a:lnTo>
                    <a:pt x="108356" y="14770"/>
                  </a:lnTo>
                  <a:lnTo>
                    <a:pt x="108356" y="23406"/>
                  </a:lnTo>
                  <a:lnTo>
                    <a:pt x="108356" y="28435"/>
                  </a:lnTo>
                  <a:lnTo>
                    <a:pt x="107632" y="30238"/>
                  </a:lnTo>
                  <a:lnTo>
                    <a:pt x="106553" y="31318"/>
                  </a:lnTo>
                  <a:lnTo>
                    <a:pt x="105117" y="32397"/>
                  </a:lnTo>
                  <a:lnTo>
                    <a:pt x="103314" y="33121"/>
                  </a:lnTo>
                  <a:lnTo>
                    <a:pt x="100431" y="33121"/>
                  </a:lnTo>
                  <a:lnTo>
                    <a:pt x="98996" y="32397"/>
                  </a:lnTo>
                  <a:lnTo>
                    <a:pt x="97917" y="32042"/>
                  </a:lnTo>
                  <a:lnTo>
                    <a:pt x="97193" y="31686"/>
                  </a:lnTo>
                  <a:lnTo>
                    <a:pt x="96481" y="30962"/>
                  </a:lnTo>
                  <a:lnTo>
                    <a:pt x="96113" y="30238"/>
                  </a:lnTo>
                  <a:lnTo>
                    <a:pt x="95402" y="29514"/>
                  </a:lnTo>
                  <a:lnTo>
                    <a:pt x="95034" y="28435"/>
                  </a:lnTo>
                  <a:lnTo>
                    <a:pt x="94678" y="27724"/>
                  </a:lnTo>
                  <a:lnTo>
                    <a:pt x="94792" y="23406"/>
                  </a:lnTo>
                  <a:lnTo>
                    <a:pt x="95034" y="22682"/>
                  </a:lnTo>
                  <a:lnTo>
                    <a:pt x="95402" y="21958"/>
                  </a:lnTo>
                  <a:lnTo>
                    <a:pt x="96113" y="21247"/>
                  </a:lnTo>
                  <a:lnTo>
                    <a:pt x="96481" y="20523"/>
                  </a:lnTo>
                  <a:lnTo>
                    <a:pt x="97193" y="19799"/>
                  </a:lnTo>
                  <a:lnTo>
                    <a:pt x="97917" y="19443"/>
                  </a:lnTo>
                  <a:lnTo>
                    <a:pt x="98996" y="19075"/>
                  </a:lnTo>
                  <a:lnTo>
                    <a:pt x="99720" y="18364"/>
                  </a:lnTo>
                  <a:lnTo>
                    <a:pt x="103314" y="18364"/>
                  </a:lnTo>
                  <a:lnTo>
                    <a:pt x="104038" y="18719"/>
                  </a:lnTo>
                  <a:lnTo>
                    <a:pt x="105117" y="19075"/>
                  </a:lnTo>
                  <a:lnTo>
                    <a:pt x="105841" y="19443"/>
                  </a:lnTo>
                  <a:lnTo>
                    <a:pt x="107632" y="21247"/>
                  </a:lnTo>
                  <a:lnTo>
                    <a:pt x="108356" y="23406"/>
                  </a:lnTo>
                  <a:lnTo>
                    <a:pt x="108356" y="14770"/>
                  </a:lnTo>
                  <a:lnTo>
                    <a:pt x="106553" y="12966"/>
                  </a:lnTo>
                  <a:lnTo>
                    <a:pt x="105117" y="12598"/>
                  </a:lnTo>
                  <a:lnTo>
                    <a:pt x="103682" y="11887"/>
                  </a:lnTo>
                  <a:lnTo>
                    <a:pt x="98640" y="11887"/>
                  </a:lnTo>
                  <a:lnTo>
                    <a:pt x="96837" y="12242"/>
                  </a:lnTo>
                  <a:lnTo>
                    <a:pt x="95402" y="12966"/>
                  </a:lnTo>
                  <a:lnTo>
                    <a:pt x="93599" y="13677"/>
                  </a:lnTo>
                  <a:lnTo>
                    <a:pt x="92151" y="14757"/>
                  </a:lnTo>
                  <a:lnTo>
                    <a:pt x="91071" y="15836"/>
                  </a:lnTo>
                  <a:lnTo>
                    <a:pt x="88912" y="18719"/>
                  </a:lnTo>
                  <a:lnTo>
                    <a:pt x="88823" y="19075"/>
                  </a:lnTo>
                  <a:lnTo>
                    <a:pt x="88722" y="19443"/>
                  </a:lnTo>
                  <a:lnTo>
                    <a:pt x="88633" y="19799"/>
                  </a:lnTo>
                  <a:lnTo>
                    <a:pt x="88557" y="20154"/>
                  </a:lnTo>
                  <a:lnTo>
                    <a:pt x="87833" y="21958"/>
                  </a:lnTo>
                  <a:lnTo>
                    <a:pt x="87541" y="23406"/>
                  </a:lnTo>
                  <a:lnTo>
                    <a:pt x="87477" y="27724"/>
                  </a:lnTo>
                  <a:lnTo>
                    <a:pt x="87833" y="29514"/>
                  </a:lnTo>
                  <a:lnTo>
                    <a:pt x="88557" y="30962"/>
                  </a:lnTo>
                  <a:lnTo>
                    <a:pt x="88620" y="31318"/>
                  </a:lnTo>
                  <a:lnTo>
                    <a:pt x="88696" y="31686"/>
                  </a:lnTo>
                  <a:lnTo>
                    <a:pt x="88760" y="32042"/>
                  </a:lnTo>
                  <a:lnTo>
                    <a:pt x="88836" y="32397"/>
                  </a:lnTo>
                  <a:lnTo>
                    <a:pt x="95402" y="38519"/>
                  </a:lnTo>
                  <a:lnTo>
                    <a:pt x="96837" y="39243"/>
                  </a:lnTo>
                  <a:lnTo>
                    <a:pt x="98640" y="39598"/>
                  </a:lnTo>
                  <a:lnTo>
                    <a:pt x="102235" y="39598"/>
                  </a:lnTo>
                  <a:lnTo>
                    <a:pt x="106553" y="38519"/>
                  </a:lnTo>
                  <a:lnTo>
                    <a:pt x="107632" y="37439"/>
                  </a:lnTo>
                  <a:lnTo>
                    <a:pt x="108712" y="36004"/>
                  </a:lnTo>
                  <a:lnTo>
                    <a:pt x="109334" y="38519"/>
                  </a:lnTo>
                  <a:lnTo>
                    <a:pt x="109435" y="38887"/>
                  </a:lnTo>
                  <a:lnTo>
                    <a:pt x="115912" y="38887"/>
                  </a:lnTo>
                  <a:lnTo>
                    <a:pt x="115912" y="36004"/>
                  </a:lnTo>
                  <a:lnTo>
                    <a:pt x="115912" y="33121"/>
                  </a:lnTo>
                  <a:lnTo>
                    <a:pt x="115912" y="18364"/>
                  </a:lnTo>
                  <a:lnTo>
                    <a:pt x="115912" y="15125"/>
                  </a:lnTo>
                  <a:lnTo>
                    <a:pt x="115912" y="12598"/>
                  </a:lnTo>
                  <a:close/>
                </a:path>
                <a:path w="168909" h="40004">
                  <a:moveTo>
                    <a:pt x="140042" y="12598"/>
                  </a:moveTo>
                  <a:lnTo>
                    <a:pt x="138239" y="11887"/>
                  </a:lnTo>
                  <a:lnTo>
                    <a:pt x="133553" y="11887"/>
                  </a:lnTo>
                  <a:lnTo>
                    <a:pt x="132118" y="12598"/>
                  </a:lnTo>
                  <a:lnTo>
                    <a:pt x="131394" y="12598"/>
                  </a:lnTo>
                  <a:lnTo>
                    <a:pt x="130683" y="13322"/>
                  </a:lnTo>
                  <a:lnTo>
                    <a:pt x="129959" y="13677"/>
                  </a:lnTo>
                  <a:lnTo>
                    <a:pt x="129590" y="14046"/>
                  </a:lnTo>
                  <a:lnTo>
                    <a:pt x="128879" y="14401"/>
                  </a:lnTo>
                  <a:lnTo>
                    <a:pt x="128511" y="15125"/>
                  </a:lnTo>
                  <a:lnTo>
                    <a:pt x="128155" y="15481"/>
                  </a:lnTo>
                  <a:lnTo>
                    <a:pt x="127800" y="16205"/>
                  </a:lnTo>
                  <a:lnTo>
                    <a:pt x="127076" y="12598"/>
                  </a:lnTo>
                  <a:lnTo>
                    <a:pt x="120599" y="12598"/>
                  </a:lnTo>
                  <a:lnTo>
                    <a:pt x="120599" y="38887"/>
                  </a:lnTo>
                  <a:lnTo>
                    <a:pt x="127800" y="38887"/>
                  </a:lnTo>
                  <a:lnTo>
                    <a:pt x="127800" y="24117"/>
                  </a:lnTo>
                  <a:lnTo>
                    <a:pt x="128155" y="23037"/>
                  </a:lnTo>
                  <a:lnTo>
                    <a:pt x="128879" y="21602"/>
                  </a:lnTo>
                  <a:lnTo>
                    <a:pt x="130314" y="20154"/>
                  </a:lnTo>
                  <a:lnTo>
                    <a:pt x="131762" y="19443"/>
                  </a:lnTo>
                  <a:lnTo>
                    <a:pt x="132842" y="19075"/>
                  </a:lnTo>
                  <a:lnTo>
                    <a:pt x="133553" y="18719"/>
                  </a:lnTo>
                  <a:lnTo>
                    <a:pt x="134632" y="18364"/>
                  </a:lnTo>
                  <a:lnTo>
                    <a:pt x="136436" y="18364"/>
                  </a:lnTo>
                  <a:lnTo>
                    <a:pt x="136791" y="18719"/>
                  </a:lnTo>
                  <a:lnTo>
                    <a:pt x="138595" y="18719"/>
                  </a:lnTo>
                  <a:lnTo>
                    <a:pt x="138950" y="19075"/>
                  </a:lnTo>
                  <a:lnTo>
                    <a:pt x="139319" y="19075"/>
                  </a:lnTo>
                  <a:lnTo>
                    <a:pt x="140042" y="12598"/>
                  </a:lnTo>
                  <a:close/>
                </a:path>
                <a:path w="168909" h="40004">
                  <a:moveTo>
                    <a:pt x="168478" y="38887"/>
                  </a:moveTo>
                  <a:lnTo>
                    <a:pt x="157314" y="23406"/>
                  </a:lnTo>
                  <a:lnTo>
                    <a:pt x="167398" y="12598"/>
                  </a:lnTo>
                  <a:lnTo>
                    <a:pt x="158762" y="12598"/>
                  </a:lnTo>
                  <a:lnTo>
                    <a:pt x="150114" y="21602"/>
                  </a:lnTo>
                  <a:lnTo>
                    <a:pt x="150114" y="0"/>
                  </a:lnTo>
                  <a:lnTo>
                    <a:pt x="142557" y="0"/>
                  </a:lnTo>
                  <a:lnTo>
                    <a:pt x="142557" y="38887"/>
                  </a:lnTo>
                  <a:lnTo>
                    <a:pt x="150114" y="38887"/>
                  </a:lnTo>
                  <a:lnTo>
                    <a:pt x="150114" y="31318"/>
                  </a:lnTo>
                  <a:lnTo>
                    <a:pt x="152641" y="28435"/>
                  </a:lnTo>
                  <a:lnTo>
                    <a:pt x="159473" y="38887"/>
                  </a:lnTo>
                  <a:lnTo>
                    <a:pt x="168478" y="38887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01383" y="1536384"/>
            <a:ext cx="1679575" cy="1186815"/>
          </a:xfrm>
          <a:prstGeom prst="rect"/>
        </p:spPr>
        <p:txBody>
          <a:bodyPr wrap="square" lIns="0" tIns="152400" rIns="0" bIns="0" rtlCol="0" vert="horz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1200"/>
              </a:spcBef>
            </a:pPr>
            <a:r>
              <a:rPr dirty="0" sz="4250" spc="-85"/>
              <a:t>Git</a:t>
            </a:r>
            <a:r>
              <a:rPr dirty="0" sz="4250" spc="-195"/>
              <a:t> </a:t>
            </a:r>
            <a:r>
              <a:rPr dirty="0" sz="4250" spc="-50"/>
              <a:t>&amp; </a:t>
            </a:r>
            <a:r>
              <a:rPr dirty="0" sz="4250" spc="-95"/>
              <a:t>GitHub.</a:t>
            </a:r>
            <a:endParaRPr sz="4250"/>
          </a:p>
        </p:txBody>
      </p:sp>
      <p:sp>
        <p:nvSpPr>
          <p:cNvPr id="14" name="object 14"/>
          <p:cNvSpPr txBox="1"/>
          <p:nvPr/>
        </p:nvSpPr>
        <p:spPr>
          <a:xfrm>
            <a:off x="501383" y="3105042"/>
            <a:ext cx="4263390" cy="661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0"/>
              </a:spcBef>
            </a:pP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Day 1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set up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tools.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2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wrote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worth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saving.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94E69"/>
                </a:solidFill>
                <a:latin typeface="Calibri"/>
                <a:cs typeface="Calibri"/>
              </a:rPr>
              <a:t>Today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94E69"/>
                </a:solidFill>
                <a:latin typeface="Calibri"/>
                <a:cs typeface="Calibri"/>
              </a:rPr>
              <a:t>we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learn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save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way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real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teams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do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under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version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control,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94E69"/>
                </a:solidFill>
                <a:latin typeface="Calibri"/>
                <a:cs typeface="Calibri"/>
              </a:rPr>
              <a:t>on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GitHub,</a:t>
            </a:r>
            <a:r>
              <a:rPr dirty="0" sz="1200" spc="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with</a:t>
            </a:r>
            <a:r>
              <a:rPr dirty="0" sz="1200" spc="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1200" spc="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habit</a:t>
            </a:r>
            <a:r>
              <a:rPr dirty="0" sz="1200" spc="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1200" spc="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meaningful</a:t>
            </a:r>
            <a:r>
              <a:rPr dirty="0" sz="1200" spc="4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94E69"/>
                </a:solidFill>
                <a:latin typeface="Calibri"/>
                <a:cs typeface="Calibri"/>
              </a:rPr>
              <a:t>commits.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47536" y="1836614"/>
            <a:ext cx="1151890" cy="48577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8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800" spc="-6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G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A</a:t>
            </a:r>
            <a:r>
              <a:rPr dirty="0" sz="800" spc="-6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200">
                <a:solidFill>
                  <a:srgbClr val="293183"/>
                </a:solidFill>
                <a:latin typeface="Calibri"/>
                <a:cs typeface="Calibri"/>
              </a:rPr>
              <a:t>Python</a:t>
            </a:r>
            <a:r>
              <a:rPr dirty="0" sz="1200" spc="6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93183"/>
                </a:solidFill>
                <a:latin typeface="Calibri"/>
                <a:cs typeface="Calibri"/>
              </a:rPr>
              <a:t>Internship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47536" y="2447764"/>
            <a:ext cx="407670" cy="48514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800" spc="-10">
                <a:solidFill>
                  <a:srgbClr val="797E94"/>
                </a:solidFill>
                <a:latin typeface="Calibri"/>
                <a:cs typeface="Calibri"/>
              </a:rPr>
              <a:t>L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D</a:t>
            </a:r>
            <a:r>
              <a:rPr dirty="0" sz="800" spc="22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797E94"/>
                </a:solidFill>
                <a:latin typeface="Calibri"/>
                <a:cs typeface="Calibri"/>
              </a:rPr>
              <a:t>BY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200" spc="-10">
                <a:solidFill>
                  <a:srgbClr val="293183"/>
                </a:solidFill>
                <a:latin typeface="Calibri"/>
                <a:cs typeface="Calibri"/>
              </a:rPr>
              <a:t>Zlaark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47536" y="3058079"/>
            <a:ext cx="542290" cy="48577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8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2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1200" spc="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200" spc="-100">
                <a:solidFill>
                  <a:srgbClr val="293183"/>
                </a:solidFill>
                <a:latin typeface="Trebuchet MS"/>
                <a:cs typeface="Trebuchet MS"/>
              </a:rPr>
              <a:t>o</a:t>
            </a:r>
            <a:r>
              <a:rPr dirty="0" sz="1200" spc="-18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293183"/>
                </a:solidFill>
                <a:latin typeface="Trebuchet MS"/>
                <a:cs typeface="Trebuchet MS"/>
              </a:rPr>
              <a:t>f</a:t>
            </a:r>
            <a:r>
              <a:rPr dirty="0" sz="12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1200" spc="-1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293183"/>
                </a:solidFill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48345" y="4585934"/>
            <a:ext cx="8324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3</a:t>
            </a:r>
            <a:r>
              <a:rPr dirty="0" sz="800" spc="-4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0</a:t>
            </a:r>
            <a:r>
              <a:rPr dirty="0" sz="800" spc="31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JU</a:t>
            </a:r>
            <a:r>
              <a:rPr dirty="0" sz="800" spc="-1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LY</a:t>
            </a:r>
            <a:r>
              <a:rPr dirty="0" sz="800" spc="22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2</a:t>
            </a:r>
            <a:r>
              <a:rPr dirty="0" sz="800" spc="-1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2</a:t>
            </a:r>
            <a:r>
              <a:rPr dirty="0" sz="800" spc="-1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36932"/>
            <a:ext cx="11169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4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3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Y</a:t>
            </a:r>
            <a:r>
              <a:rPr dirty="0" sz="800" spc="2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1738" y="589218"/>
            <a:ext cx="5480685" cy="70866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-10"/>
              <a:t>How</a:t>
            </a:r>
            <a:r>
              <a:rPr dirty="0" sz="2150" spc="-100"/>
              <a:t> </a:t>
            </a:r>
            <a:r>
              <a:rPr dirty="0" sz="2150" spc="-20"/>
              <a:t>we'll</a:t>
            </a:r>
            <a:r>
              <a:rPr dirty="0" sz="2150" spc="-90"/>
              <a:t> </a:t>
            </a:r>
            <a:r>
              <a:rPr dirty="0" sz="2150" spc="-25"/>
              <a:t>spend</a:t>
            </a:r>
            <a:r>
              <a:rPr dirty="0" sz="2150" spc="-90"/>
              <a:t> </a:t>
            </a:r>
            <a:r>
              <a:rPr dirty="0" sz="2150"/>
              <a:t>our</a:t>
            </a:r>
            <a:r>
              <a:rPr dirty="0" sz="2150" spc="-90"/>
              <a:t> </a:t>
            </a:r>
            <a:r>
              <a:rPr dirty="0" sz="2150"/>
              <a:t>90</a:t>
            </a:r>
            <a:r>
              <a:rPr dirty="0" sz="2150" spc="-90"/>
              <a:t> </a:t>
            </a:r>
            <a:r>
              <a:rPr dirty="0" sz="2150" spc="-35"/>
              <a:t>minutes</a:t>
            </a:r>
            <a:r>
              <a:rPr dirty="0" sz="2150" spc="-85"/>
              <a:t> </a:t>
            </a:r>
            <a:r>
              <a:rPr dirty="0" sz="2150" spc="-10"/>
              <a:t>today.</a:t>
            </a:r>
            <a:endParaRPr sz="2150"/>
          </a:p>
          <a:p>
            <a:pPr marL="12700" marR="5080">
              <a:lnSpc>
                <a:spcPct val="123100"/>
              </a:lnSpc>
              <a:spcBef>
                <a:spcPts val="445"/>
              </a:spcBef>
            </a:pP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More</a:t>
            </a:r>
            <a:r>
              <a:rPr dirty="0" sz="800" spc="5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5" b="0">
                <a:solidFill>
                  <a:srgbClr val="797E94"/>
                </a:solidFill>
                <a:latin typeface="Calibri"/>
                <a:cs typeface="Calibri"/>
              </a:rPr>
              <a:t>keyboard,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fewer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slides.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35" b="0">
                <a:solidFill>
                  <a:srgbClr val="797E94"/>
                </a:solidFill>
                <a:latin typeface="Calibri"/>
                <a:cs typeface="Calibri"/>
              </a:rPr>
              <a:t>Today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is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about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building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the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Git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habit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—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every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command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typed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live,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every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student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pushing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to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GitHub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by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5" b="0">
                <a:solidFill>
                  <a:srgbClr val="797E94"/>
                </a:solidFill>
                <a:latin typeface="Calibri"/>
                <a:cs typeface="Calibri"/>
              </a:rPr>
              <a:t>the</a:t>
            </a:r>
            <a:r>
              <a:rPr dirty="0" sz="800" spc="5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end.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4905" y="839421"/>
            <a:ext cx="22923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D</a:t>
            </a:r>
            <a:r>
              <a:rPr dirty="0" sz="200" spc="-3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U</a:t>
            </a:r>
            <a:r>
              <a:rPr dirty="0" sz="200" spc="-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R</a:t>
            </a:r>
            <a:r>
              <a:rPr dirty="0" sz="200" spc="-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A</a:t>
            </a:r>
            <a:r>
              <a:rPr dirty="0" sz="200" spc="-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T</a:t>
            </a:r>
            <a:r>
              <a:rPr dirty="0" sz="200" spc="-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I</a:t>
            </a:r>
            <a:r>
              <a:rPr dirty="0" sz="200" spc="-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O</a:t>
            </a:r>
            <a:r>
              <a:rPr dirty="0" sz="200" spc="-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50">
                <a:solidFill>
                  <a:srgbClr val="797E94"/>
                </a:solidFill>
                <a:latin typeface="Courier New"/>
                <a:cs typeface="Courier New"/>
              </a:rPr>
              <a:t>N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1818" y="853099"/>
            <a:ext cx="74485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325">
                <a:solidFill>
                  <a:srgbClr val="293183"/>
                </a:solidFill>
                <a:latin typeface="Arial Black"/>
                <a:cs typeface="Arial Black"/>
              </a:rPr>
              <a:t>9</a:t>
            </a:r>
            <a:r>
              <a:rPr dirty="0" sz="1550" spc="-15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550" spc="-325">
                <a:solidFill>
                  <a:srgbClr val="293183"/>
                </a:solidFill>
                <a:latin typeface="Arial Black"/>
                <a:cs typeface="Arial Black"/>
              </a:rPr>
              <a:t>0</a:t>
            </a:r>
            <a:r>
              <a:rPr dirty="0" sz="1550" spc="38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550" spc="-405">
                <a:solidFill>
                  <a:srgbClr val="293183"/>
                </a:solidFill>
                <a:latin typeface="Arial Black"/>
                <a:cs typeface="Arial Black"/>
              </a:rPr>
              <a:t>m</a:t>
            </a:r>
            <a:r>
              <a:rPr dirty="0" sz="1550" spc="-4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550" spc="-75">
                <a:solidFill>
                  <a:srgbClr val="293183"/>
                </a:solidFill>
                <a:latin typeface="Arial Black"/>
                <a:cs typeface="Arial Black"/>
              </a:rPr>
              <a:t>in</a:t>
            </a:r>
            <a:endParaRPr sz="155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4445" y="1292043"/>
            <a:ext cx="2629535" cy="1668780"/>
            <a:chOff x="514445" y="1292043"/>
            <a:chExt cx="2629535" cy="1668780"/>
          </a:xfrm>
        </p:grpSpPr>
        <p:sp>
          <p:nvSpPr>
            <p:cNvPr id="8" name="object 8"/>
            <p:cNvSpPr/>
            <p:nvPr/>
          </p:nvSpPr>
          <p:spPr>
            <a:xfrm>
              <a:off x="518045" y="1295643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248831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3"/>
                  </a:lnTo>
                  <a:lnTo>
                    <a:pt x="0" y="133197"/>
                  </a:lnTo>
                  <a:lnTo>
                    <a:pt x="0" y="1528203"/>
                  </a:lnTo>
                  <a:lnTo>
                    <a:pt x="9948" y="1578816"/>
                  </a:lnTo>
                  <a:lnTo>
                    <a:pt x="38876" y="1622336"/>
                  </a:lnTo>
                  <a:lnTo>
                    <a:pt x="82216" y="1651221"/>
                  </a:lnTo>
                  <a:lnTo>
                    <a:pt x="133197" y="1661401"/>
                  </a:lnTo>
                  <a:lnTo>
                    <a:pt x="2488679" y="1661033"/>
                  </a:lnTo>
                  <a:lnTo>
                    <a:pt x="2539503" y="1651013"/>
                  </a:lnTo>
                  <a:lnTo>
                    <a:pt x="2582811" y="1622156"/>
                  </a:lnTo>
                  <a:lnTo>
                    <a:pt x="2611591" y="1579027"/>
                  </a:lnTo>
                  <a:lnTo>
                    <a:pt x="2611697" y="1578816"/>
                  </a:lnTo>
                  <a:lnTo>
                    <a:pt x="2621852" y="1528203"/>
                  </a:lnTo>
                  <a:lnTo>
                    <a:pt x="2621876" y="1527835"/>
                  </a:lnTo>
                  <a:lnTo>
                    <a:pt x="2621508" y="133197"/>
                  </a:lnTo>
                  <a:lnTo>
                    <a:pt x="2611489" y="82373"/>
                  </a:lnTo>
                  <a:lnTo>
                    <a:pt x="2582632" y="39058"/>
                  </a:lnTo>
                  <a:lnTo>
                    <a:pt x="2539292" y="10174"/>
                  </a:lnTo>
                  <a:lnTo>
                    <a:pt x="2505757" y="1142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8045" y="1295643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0" y="133197"/>
                  </a:moveTo>
                  <a:lnTo>
                    <a:pt x="1140" y="115756"/>
                  </a:lnTo>
                  <a:lnTo>
                    <a:pt x="4540" y="98683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74"/>
                  </a:lnTo>
                  <a:lnTo>
                    <a:pt x="2582632" y="39058"/>
                  </a:lnTo>
                  <a:lnTo>
                    <a:pt x="2611489" y="82373"/>
                  </a:lnTo>
                  <a:lnTo>
                    <a:pt x="2621508" y="133197"/>
                  </a:lnTo>
                  <a:lnTo>
                    <a:pt x="2621876" y="1527835"/>
                  </a:lnTo>
                  <a:lnTo>
                    <a:pt x="2620734" y="1545281"/>
                  </a:lnTo>
                  <a:lnTo>
                    <a:pt x="2617330" y="1562353"/>
                  </a:lnTo>
                  <a:lnTo>
                    <a:pt x="2594250" y="1609072"/>
                  </a:lnTo>
                  <a:lnTo>
                    <a:pt x="2555278" y="1643392"/>
                  </a:lnTo>
                  <a:lnTo>
                    <a:pt x="2506068" y="1659898"/>
                  </a:lnTo>
                  <a:lnTo>
                    <a:pt x="133197" y="1661401"/>
                  </a:lnTo>
                  <a:lnTo>
                    <a:pt x="82216" y="1651221"/>
                  </a:lnTo>
                  <a:lnTo>
                    <a:pt x="38876" y="1622336"/>
                  </a:lnTo>
                  <a:lnTo>
                    <a:pt x="10019" y="1579027"/>
                  </a:lnTo>
                  <a:lnTo>
                    <a:pt x="0" y="1528203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1515" y="1444322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80" h="196214">
                  <a:moveTo>
                    <a:pt x="744486" y="0"/>
                  </a:moveTo>
                  <a:lnTo>
                    <a:pt x="98285" y="0"/>
                  </a:lnTo>
                  <a:lnTo>
                    <a:pt x="84526" y="865"/>
                  </a:lnTo>
                  <a:lnTo>
                    <a:pt x="85124" y="865"/>
                  </a:lnTo>
                  <a:lnTo>
                    <a:pt x="72813" y="3238"/>
                  </a:lnTo>
                  <a:lnTo>
                    <a:pt x="38334" y="20103"/>
                  </a:lnTo>
                  <a:lnTo>
                    <a:pt x="13322" y="48958"/>
                  </a:lnTo>
                  <a:lnTo>
                    <a:pt x="867" y="85055"/>
                  </a:lnTo>
                  <a:lnTo>
                    <a:pt x="0" y="97917"/>
                  </a:lnTo>
                  <a:lnTo>
                    <a:pt x="0" y="98285"/>
                  </a:lnTo>
                  <a:lnTo>
                    <a:pt x="801" y="110783"/>
                  </a:lnTo>
                  <a:lnTo>
                    <a:pt x="811" y="110944"/>
                  </a:lnTo>
                  <a:lnTo>
                    <a:pt x="3244" y="123436"/>
                  </a:lnTo>
                  <a:lnTo>
                    <a:pt x="7243" y="135430"/>
                  </a:lnTo>
                  <a:lnTo>
                    <a:pt x="7297" y="135591"/>
                  </a:lnTo>
                  <a:lnTo>
                    <a:pt x="28535" y="167490"/>
                  </a:lnTo>
                  <a:lnTo>
                    <a:pt x="60416" y="188604"/>
                  </a:lnTo>
                  <a:lnTo>
                    <a:pt x="97929" y="196202"/>
                  </a:lnTo>
                  <a:lnTo>
                    <a:pt x="744842" y="196202"/>
                  </a:lnTo>
                  <a:lnTo>
                    <a:pt x="793800" y="182880"/>
                  </a:lnTo>
                  <a:lnTo>
                    <a:pt x="822463" y="157667"/>
                  </a:lnTo>
                  <a:lnTo>
                    <a:pt x="839311" y="123436"/>
                  </a:lnTo>
                  <a:lnTo>
                    <a:pt x="842734" y="97917"/>
                  </a:lnTo>
                  <a:lnTo>
                    <a:pt x="841894" y="85413"/>
                  </a:lnTo>
                  <a:lnTo>
                    <a:pt x="829449" y="48958"/>
                  </a:lnTo>
                  <a:lnTo>
                    <a:pt x="804235" y="20308"/>
                  </a:lnTo>
                  <a:lnTo>
                    <a:pt x="769908" y="3417"/>
                  </a:lnTo>
                  <a:lnTo>
                    <a:pt x="757347" y="865"/>
                  </a:lnTo>
                  <a:lnTo>
                    <a:pt x="74448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4434" y="1427761"/>
              <a:ext cx="228968" cy="22895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51497" y="1466534"/>
            <a:ext cx="2154555" cy="768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000" spc="-25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10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7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1000" spc="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1000" spc="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293183"/>
                </a:solidFill>
                <a:latin typeface="Trebuchet MS"/>
                <a:cs typeface="Trebuchet MS"/>
              </a:rPr>
              <a:t>Re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90">
                <a:solidFill>
                  <a:srgbClr val="293183"/>
                </a:solidFill>
                <a:latin typeface="Trebuchet MS"/>
                <a:cs typeface="Trebuchet MS"/>
              </a:rPr>
              <a:t>c</a:t>
            </a:r>
            <a:r>
              <a:rPr dirty="0" sz="1000" spc="-17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7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p</a:t>
            </a:r>
            <a:r>
              <a:rPr dirty="0" sz="1000" spc="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1000" spc="16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40">
                <a:solidFill>
                  <a:srgbClr val="293183"/>
                </a:solidFill>
                <a:latin typeface="Trebuchet MS"/>
                <a:cs typeface="Trebuchet MS"/>
              </a:rPr>
              <a:t>Q</a:t>
            </a:r>
            <a:r>
              <a:rPr dirty="0" sz="1000" spc="-160">
                <a:solidFill>
                  <a:srgbClr val="293183"/>
                </a:solidFill>
                <a:latin typeface="Trebuchet MS"/>
                <a:cs typeface="Trebuchet MS"/>
              </a:rPr>
              <a:t> &amp;</a:t>
            </a:r>
            <a:r>
              <a:rPr dirty="0" sz="10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endParaRPr sz="1000">
              <a:latin typeface="Trebuchet MS"/>
              <a:cs typeface="Trebuchet MS"/>
            </a:endParaRPr>
          </a:p>
          <a:p>
            <a:pPr marL="12700" marR="5080">
              <a:lnSpc>
                <a:spcPct val="110400"/>
              </a:lnSpc>
              <a:spcBef>
                <a:spcPts val="45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Functions, files,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contact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list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cleaner.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Quick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check,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then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move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on.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57435" y="1291833"/>
            <a:ext cx="2629535" cy="1669414"/>
            <a:chOff x="3257435" y="1291833"/>
            <a:chExt cx="2629535" cy="1669414"/>
          </a:xfrm>
        </p:grpSpPr>
        <p:sp>
          <p:nvSpPr>
            <p:cNvPr id="14" name="object 14"/>
            <p:cNvSpPr/>
            <p:nvPr/>
          </p:nvSpPr>
          <p:spPr>
            <a:xfrm>
              <a:off x="3261245" y="1295643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248831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3"/>
                  </a:lnTo>
                  <a:lnTo>
                    <a:pt x="0" y="133197"/>
                  </a:lnTo>
                  <a:lnTo>
                    <a:pt x="0" y="1528203"/>
                  </a:lnTo>
                  <a:lnTo>
                    <a:pt x="1114" y="1545281"/>
                  </a:lnTo>
                  <a:lnTo>
                    <a:pt x="1134" y="1545592"/>
                  </a:lnTo>
                  <a:lnTo>
                    <a:pt x="4451" y="1562353"/>
                  </a:lnTo>
                  <a:lnTo>
                    <a:pt x="4495" y="1562579"/>
                  </a:lnTo>
                  <a:lnTo>
                    <a:pt x="9948" y="1578816"/>
                  </a:lnTo>
                  <a:lnTo>
                    <a:pt x="38876" y="1622336"/>
                  </a:lnTo>
                  <a:lnTo>
                    <a:pt x="82216" y="1651221"/>
                  </a:lnTo>
                  <a:lnTo>
                    <a:pt x="133197" y="1661401"/>
                  </a:lnTo>
                  <a:lnTo>
                    <a:pt x="2488679" y="1661033"/>
                  </a:lnTo>
                  <a:lnTo>
                    <a:pt x="2539503" y="1651013"/>
                  </a:lnTo>
                  <a:lnTo>
                    <a:pt x="2582811" y="1622156"/>
                  </a:lnTo>
                  <a:lnTo>
                    <a:pt x="2611591" y="1579027"/>
                  </a:lnTo>
                  <a:lnTo>
                    <a:pt x="2621852" y="1528203"/>
                  </a:lnTo>
                  <a:lnTo>
                    <a:pt x="2621876" y="1527835"/>
                  </a:lnTo>
                  <a:lnTo>
                    <a:pt x="2621508" y="133197"/>
                  </a:lnTo>
                  <a:lnTo>
                    <a:pt x="2611489" y="82373"/>
                  </a:lnTo>
                  <a:lnTo>
                    <a:pt x="2582632" y="39058"/>
                  </a:lnTo>
                  <a:lnTo>
                    <a:pt x="2539292" y="10174"/>
                  </a:lnTo>
                  <a:lnTo>
                    <a:pt x="2505757" y="1142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61245" y="1295643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0" y="133197"/>
                  </a:moveTo>
                  <a:lnTo>
                    <a:pt x="1140" y="115756"/>
                  </a:lnTo>
                  <a:lnTo>
                    <a:pt x="4540" y="98683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74"/>
                  </a:lnTo>
                  <a:lnTo>
                    <a:pt x="2582632" y="39058"/>
                  </a:lnTo>
                  <a:lnTo>
                    <a:pt x="2611489" y="82373"/>
                  </a:lnTo>
                  <a:lnTo>
                    <a:pt x="2621508" y="133197"/>
                  </a:lnTo>
                  <a:lnTo>
                    <a:pt x="2621876" y="1527835"/>
                  </a:lnTo>
                  <a:lnTo>
                    <a:pt x="2620734" y="1545281"/>
                  </a:lnTo>
                  <a:lnTo>
                    <a:pt x="2617330" y="1562353"/>
                  </a:lnTo>
                  <a:lnTo>
                    <a:pt x="2594250" y="1609072"/>
                  </a:lnTo>
                  <a:lnTo>
                    <a:pt x="2555278" y="1643392"/>
                  </a:lnTo>
                  <a:lnTo>
                    <a:pt x="2506068" y="1659898"/>
                  </a:lnTo>
                  <a:lnTo>
                    <a:pt x="133197" y="1661401"/>
                  </a:lnTo>
                  <a:lnTo>
                    <a:pt x="82216" y="1651221"/>
                  </a:lnTo>
                  <a:lnTo>
                    <a:pt x="38876" y="1622336"/>
                  </a:lnTo>
                  <a:lnTo>
                    <a:pt x="10019" y="1579027"/>
                  </a:lnTo>
                  <a:lnTo>
                    <a:pt x="0" y="1528203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84715" y="1444322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79" h="196214">
                  <a:moveTo>
                    <a:pt x="744486" y="0"/>
                  </a:moveTo>
                  <a:lnTo>
                    <a:pt x="98285" y="0"/>
                  </a:lnTo>
                  <a:lnTo>
                    <a:pt x="84526" y="865"/>
                  </a:lnTo>
                  <a:lnTo>
                    <a:pt x="85124" y="865"/>
                  </a:lnTo>
                  <a:lnTo>
                    <a:pt x="72813" y="3238"/>
                  </a:lnTo>
                  <a:lnTo>
                    <a:pt x="38334" y="20103"/>
                  </a:lnTo>
                  <a:lnTo>
                    <a:pt x="13322" y="48958"/>
                  </a:lnTo>
                  <a:lnTo>
                    <a:pt x="867" y="85055"/>
                  </a:lnTo>
                  <a:lnTo>
                    <a:pt x="0" y="97917"/>
                  </a:lnTo>
                  <a:lnTo>
                    <a:pt x="0" y="98285"/>
                  </a:lnTo>
                  <a:lnTo>
                    <a:pt x="12966" y="147243"/>
                  </a:lnTo>
                  <a:lnTo>
                    <a:pt x="38178" y="175893"/>
                  </a:lnTo>
                  <a:lnTo>
                    <a:pt x="72502" y="192779"/>
                  </a:lnTo>
                  <a:lnTo>
                    <a:pt x="97929" y="196202"/>
                  </a:lnTo>
                  <a:lnTo>
                    <a:pt x="744842" y="196202"/>
                  </a:lnTo>
                  <a:lnTo>
                    <a:pt x="793800" y="182880"/>
                  </a:lnTo>
                  <a:lnTo>
                    <a:pt x="822463" y="157667"/>
                  </a:lnTo>
                  <a:lnTo>
                    <a:pt x="839311" y="123436"/>
                  </a:lnTo>
                  <a:lnTo>
                    <a:pt x="842734" y="97917"/>
                  </a:lnTo>
                  <a:lnTo>
                    <a:pt x="841894" y="85413"/>
                  </a:lnTo>
                  <a:lnTo>
                    <a:pt x="829449" y="48958"/>
                  </a:lnTo>
                  <a:lnTo>
                    <a:pt x="804235" y="20308"/>
                  </a:lnTo>
                  <a:lnTo>
                    <a:pt x="769908" y="3417"/>
                  </a:lnTo>
                  <a:lnTo>
                    <a:pt x="757347" y="865"/>
                  </a:lnTo>
                  <a:lnTo>
                    <a:pt x="74448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421697" y="1466534"/>
            <a:ext cx="748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2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7634" y="1427761"/>
            <a:ext cx="228968" cy="22895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804299" y="1433425"/>
            <a:ext cx="289750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50185" algn="l"/>
              </a:tabLst>
            </a:pPr>
            <a:r>
              <a:rPr dirty="0" sz="1250" spc="-50">
                <a:solidFill>
                  <a:srgbClr val="293183"/>
                </a:solidFill>
                <a:latin typeface="Segoe UI Symbol"/>
                <a:cs typeface="Segoe UI Symbol"/>
              </a:rPr>
              <a:t>▶</a:t>
            </a:r>
            <a:r>
              <a:rPr dirty="0" sz="1250">
                <a:solidFill>
                  <a:srgbClr val="293183"/>
                </a:solidFill>
                <a:latin typeface="Segoe UI Symbol"/>
                <a:cs typeface="Segoe UI Symbol"/>
              </a:rPr>
              <a:t>	</a:t>
            </a:r>
            <a:r>
              <a:rPr dirty="0" sz="1250" spc="-5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94697" y="1642014"/>
            <a:ext cx="2302510" cy="5937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000">
                <a:solidFill>
                  <a:srgbClr val="293183"/>
                </a:solidFill>
                <a:latin typeface="Calibri"/>
                <a:cs typeface="Calibri"/>
              </a:rPr>
              <a:t>Why</a:t>
            </a:r>
            <a:r>
              <a:rPr dirty="0" sz="1000" spc="-5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93183"/>
                </a:solidFill>
                <a:latin typeface="Calibri"/>
                <a:cs typeface="Calibri"/>
              </a:rPr>
              <a:t>Git</a:t>
            </a:r>
            <a:r>
              <a:rPr dirty="0" sz="1000" spc="-4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Matters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0400"/>
              </a:lnSpc>
              <a:spcBef>
                <a:spcPts val="45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two-people-one-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problem.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Why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"Save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As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v2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final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FINAL"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version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control.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00635" y="1291833"/>
            <a:ext cx="2629535" cy="1669414"/>
            <a:chOff x="6000635" y="1291833"/>
            <a:chExt cx="2629535" cy="1669414"/>
          </a:xfrm>
        </p:grpSpPr>
        <p:sp>
          <p:nvSpPr>
            <p:cNvPr id="22" name="object 22"/>
            <p:cNvSpPr/>
            <p:nvPr/>
          </p:nvSpPr>
          <p:spPr>
            <a:xfrm>
              <a:off x="6004445" y="1295643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248831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3"/>
                  </a:lnTo>
                  <a:lnTo>
                    <a:pt x="0" y="133197"/>
                  </a:lnTo>
                  <a:lnTo>
                    <a:pt x="0" y="1528203"/>
                  </a:lnTo>
                  <a:lnTo>
                    <a:pt x="1114" y="1545281"/>
                  </a:lnTo>
                  <a:lnTo>
                    <a:pt x="1134" y="1545592"/>
                  </a:lnTo>
                  <a:lnTo>
                    <a:pt x="4451" y="1562353"/>
                  </a:lnTo>
                  <a:lnTo>
                    <a:pt x="4495" y="1562579"/>
                  </a:lnTo>
                  <a:lnTo>
                    <a:pt x="9948" y="1578816"/>
                  </a:lnTo>
                  <a:lnTo>
                    <a:pt x="38876" y="1622336"/>
                  </a:lnTo>
                  <a:lnTo>
                    <a:pt x="82216" y="1651221"/>
                  </a:lnTo>
                  <a:lnTo>
                    <a:pt x="133197" y="1661401"/>
                  </a:lnTo>
                  <a:lnTo>
                    <a:pt x="2488679" y="1661033"/>
                  </a:lnTo>
                  <a:lnTo>
                    <a:pt x="2539503" y="1651013"/>
                  </a:lnTo>
                  <a:lnTo>
                    <a:pt x="2582811" y="1622156"/>
                  </a:lnTo>
                  <a:lnTo>
                    <a:pt x="2611591" y="1579027"/>
                  </a:lnTo>
                  <a:lnTo>
                    <a:pt x="2611697" y="1578816"/>
                  </a:lnTo>
                  <a:lnTo>
                    <a:pt x="2617253" y="1562579"/>
                  </a:lnTo>
                  <a:lnTo>
                    <a:pt x="2617330" y="1562353"/>
                  </a:lnTo>
                  <a:lnTo>
                    <a:pt x="2620672" y="1545592"/>
                  </a:lnTo>
                  <a:lnTo>
                    <a:pt x="2620734" y="1545281"/>
                  </a:lnTo>
                  <a:lnTo>
                    <a:pt x="2621852" y="1528203"/>
                  </a:lnTo>
                  <a:lnTo>
                    <a:pt x="2621876" y="1527835"/>
                  </a:lnTo>
                  <a:lnTo>
                    <a:pt x="2621508" y="133197"/>
                  </a:lnTo>
                  <a:lnTo>
                    <a:pt x="2611489" y="82373"/>
                  </a:lnTo>
                  <a:lnTo>
                    <a:pt x="2582632" y="39058"/>
                  </a:lnTo>
                  <a:lnTo>
                    <a:pt x="2539292" y="10174"/>
                  </a:lnTo>
                  <a:lnTo>
                    <a:pt x="2505757" y="1142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04445" y="1295643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0" y="133197"/>
                  </a:moveTo>
                  <a:lnTo>
                    <a:pt x="1140" y="115756"/>
                  </a:lnTo>
                  <a:lnTo>
                    <a:pt x="4540" y="98683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74"/>
                  </a:lnTo>
                  <a:lnTo>
                    <a:pt x="2582632" y="39058"/>
                  </a:lnTo>
                  <a:lnTo>
                    <a:pt x="2611489" y="82373"/>
                  </a:lnTo>
                  <a:lnTo>
                    <a:pt x="2621508" y="133197"/>
                  </a:lnTo>
                  <a:lnTo>
                    <a:pt x="2621876" y="1527835"/>
                  </a:lnTo>
                  <a:lnTo>
                    <a:pt x="2620734" y="1545281"/>
                  </a:lnTo>
                  <a:lnTo>
                    <a:pt x="2617330" y="1562353"/>
                  </a:lnTo>
                  <a:lnTo>
                    <a:pt x="2594250" y="1609072"/>
                  </a:lnTo>
                  <a:lnTo>
                    <a:pt x="2555278" y="1643392"/>
                  </a:lnTo>
                  <a:lnTo>
                    <a:pt x="2506068" y="1659898"/>
                  </a:lnTo>
                  <a:lnTo>
                    <a:pt x="133197" y="1661401"/>
                  </a:lnTo>
                  <a:lnTo>
                    <a:pt x="82216" y="1651221"/>
                  </a:lnTo>
                  <a:lnTo>
                    <a:pt x="38876" y="1622336"/>
                  </a:lnTo>
                  <a:lnTo>
                    <a:pt x="10019" y="1579027"/>
                  </a:lnTo>
                  <a:lnTo>
                    <a:pt x="0" y="1528203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127915" y="1444322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79" h="196214">
                  <a:moveTo>
                    <a:pt x="744486" y="0"/>
                  </a:moveTo>
                  <a:lnTo>
                    <a:pt x="98285" y="0"/>
                  </a:lnTo>
                  <a:lnTo>
                    <a:pt x="84526" y="865"/>
                  </a:lnTo>
                  <a:lnTo>
                    <a:pt x="85124" y="865"/>
                  </a:lnTo>
                  <a:lnTo>
                    <a:pt x="72813" y="3238"/>
                  </a:lnTo>
                  <a:lnTo>
                    <a:pt x="38334" y="20103"/>
                  </a:lnTo>
                  <a:lnTo>
                    <a:pt x="13322" y="48958"/>
                  </a:lnTo>
                  <a:lnTo>
                    <a:pt x="867" y="85055"/>
                  </a:lnTo>
                  <a:lnTo>
                    <a:pt x="0" y="97917"/>
                  </a:lnTo>
                  <a:lnTo>
                    <a:pt x="0" y="98285"/>
                  </a:lnTo>
                  <a:lnTo>
                    <a:pt x="12966" y="147243"/>
                  </a:lnTo>
                  <a:lnTo>
                    <a:pt x="38178" y="175893"/>
                  </a:lnTo>
                  <a:lnTo>
                    <a:pt x="72502" y="192779"/>
                  </a:lnTo>
                  <a:lnTo>
                    <a:pt x="97929" y="196202"/>
                  </a:lnTo>
                  <a:lnTo>
                    <a:pt x="744842" y="196202"/>
                  </a:lnTo>
                  <a:lnTo>
                    <a:pt x="793800" y="182880"/>
                  </a:lnTo>
                  <a:lnTo>
                    <a:pt x="822463" y="157667"/>
                  </a:lnTo>
                  <a:lnTo>
                    <a:pt x="835092" y="135591"/>
                  </a:lnTo>
                  <a:lnTo>
                    <a:pt x="835172" y="135430"/>
                  </a:lnTo>
                  <a:lnTo>
                    <a:pt x="839311" y="123436"/>
                  </a:lnTo>
                  <a:lnTo>
                    <a:pt x="841861" y="110944"/>
                  </a:lnTo>
                  <a:lnTo>
                    <a:pt x="841894" y="110783"/>
                  </a:lnTo>
                  <a:lnTo>
                    <a:pt x="842734" y="98285"/>
                  </a:lnTo>
                  <a:lnTo>
                    <a:pt x="842403" y="98285"/>
                  </a:lnTo>
                  <a:lnTo>
                    <a:pt x="841594" y="85413"/>
                  </a:lnTo>
                  <a:lnTo>
                    <a:pt x="829449" y="48958"/>
                  </a:lnTo>
                  <a:lnTo>
                    <a:pt x="804235" y="20308"/>
                  </a:lnTo>
                  <a:lnTo>
                    <a:pt x="769908" y="3417"/>
                  </a:lnTo>
                  <a:lnTo>
                    <a:pt x="757347" y="865"/>
                  </a:lnTo>
                  <a:lnTo>
                    <a:pt x="744486" y="0"/>
                  </a:lnTo>
                  <a:close/>
                </a:path>
                <a:path w="843279" h="196214">
                  <a:moveTo>
                    <a:pt x="842759" y="97917"/>
                  </a:moveTo>
                  <a:lnTo>
                    <a:pt x="842403" y="98285"/>
                  </a:lnTo>
                  <a:lnTo>
                    <a:pt x="842734" y="98285"/>
                  </a:lnTo>
                  <a:lnTo>
                    <a:pt x="842759" y="97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164897" y="1466534"/>
            <a:ext cx="748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8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5</a:t>
            </a:r>
            <a:r>
              <a:rPr dirty="0" sz="800" spc="18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293183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 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4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5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50834" y="1427761"/>
            <a:ext cx="228968" cy="22895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285302" y="1433425"/>
            <a:ext cx="16002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409">
                <a:solidFill>
                  <a:srgbClr val="293183"/>
                </a:solidFill>
                <a:latin typeface="Segoe UI Symbol"/>
                <a:cs typeface="Segoe UI Symbol"/>
              </a:rPr>
              <a:t>↑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37897" y="1642014"/>
            <a:ext cx="1604010" cy="5937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000" spc="-25">
                <a:solidFill>
                  <a:srgbClr val="293183"/>
                </a:solidFill>
                <a:latin typeface="Calibri"/>
                <a:cs typeface="Calibri"/>
              </a:rPr>
              <a:t>Your</a:t>
            </a:r>
            <a:r>
              <a:rPr dirty="0" sz="1000" spc="-20">
                <a:solidFill>
                  <a:srgbClr val="293183"/>
                </a:solidFill>
                <a:latin typeface="Calibri"/>
                <a:cs typeface="Calibri"/>
              </a:rPr>
              <a:t> First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Repo</a:t>
            </a:r>
            <a:r>
              <a:rPr dirty="0" sz="10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93183"/>
                </a:solidFill>
                <a:latin typeface="Calibri"/>
                <a:cs typeface="Calibri"/>
              </a:rPr>
              <a:t>+</a:t>
            </a:r>
            <a:r>
              <a:rPr dirty="0" sz="10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Commit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0400"/>
              </a:lnSpc>
              <a:spcBef>
                <a:spcPts val="45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account, create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repo,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status/add/commit/push</a:t>
            </a:r>
            <a:r>
              <a:rPr dirty="0" sz="800" spc="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typed</a:t>
            </a:r>
            <a:r>
              <a:rPr dirty="0" sz="800" spc="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live.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14235" y="3074557"/>
            <a:ext cx="2629535" cy="1669414"/>
            <a:chOff x="514235" y="3074557"/>
            <a:chExt cx="2629535" cy="1669414"/>
          </a:xfrm>
        </p:grpSpPr>
        <p:sp>
          <p:nvSpPr>
            <p:cNvPr id="30" name="object 30"/>
            <p:cNvSpPr/>
            <p:nvPr/>
          </p:nvSpPr>
          <p:spPr>
            <a:xfrm>
              <a:off x="518045" y="3078367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2488311" y="0"/>
                  </a:moveTo>
                  <a:lnTo>
                    <a:pt x="133197" y="0"/>
                  </a:lnTo>
                  <a:lnTo>
                    <a:pt x="115773" y="1140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78"/>
                  </a:lnTo>
                  <a:lnTo>
                    <a:pt x="0" y="133197"/>
                  </a:lnTo>
                  <a:lnTo>
                    <a:pt x="0" y="1528190"/>
                  </a:lnTo>
                  <a:lnTo>
                    <a:pt x="1114" y="1545276"/>
                  </a:lnTo>
                  <a:lnTo>
                    <a:pt x="1134" y="1545587"/>
                  </a:lnTo>
                  <a:lnTo>
                    <a:pt x="4450" y="1562349"/>
                  </a:lnTo>
                  <a:lnTo>
                    <a:pt x="4495" y="1562576"/>
                  </a:lnTo>
                  <a:lnTo>
                    <a:pt x="9949" y="1578814"/>
                  </a:lnTo>
                  <a:lnTo>
                    <a:pt x="10019" y="1579022"/>
                  </a:lnTo>
                  <a:lnTo>
                    <a:pt x="17640" y="1594789"/>
                  </a:lnTo>
                  <a:lnTo>
                    <a:pt x="51960" y="1633775"/>
                  </a:lnTo>
                  <a:lnTo>
                    <a:pt x="98679" y="1656848"/>
                  </a:lnTo>
                  <a:lnTo>
                    <a:pt x="133197" y="1661388"/>
                  </a:lnTo>
                  <a:lnTo>
                    <a:pt x="2488679" y="1661033"/>
                  </a:lnTo>
                  <a:lnTo>
                    <a:pt x="2539503" y="1651008"/>
                  </a:lnTo>
                  <a:lnTo>
                    <a:pt x="2582811" y="1622156"/>
                  </a:lnTo>
                  <a:lnTo>
                    <a:pt x="2611593" y="1579022"/>
                  </a:lnTo>
                  <a:lnTo>
                    <a:pt x="2621853" y="1528190"/>
                  </a:lnTo>
                  <a:lnTo>
                    <a:pt x="2621876" y="1527835"/>
                  </a:lnTo>
                  <a:lnTo>
                    <a:pt x="2621508" y="133197"/>
                  </a:lnTo>
                  <a:lnTo>
                    <a:pt x="2611489" y="82366"/>
                  </a:lnTo>
                  <a:lnTo>
                    <a:pt x="2582632" y="39054"/>
                  </a:lnTo>
                  <a:lnTo>
                    <a:pt x="2539292" y="10169"/>
                  </a:lnTo>
                  <a:lnTo>
                    <a:pt x="2505757" y="1140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18045" y="3078367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0" y="133197"/>
                  </a:moveTo>
                  <a:lnTo>
                    <a:pt x="1140" y="115751"/>
                  </a:lnTo>
                  <a:lnTo>
                    <a:pt x="4540" y="98678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4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69"/>
                  </a:lnTo>
                  <a:lnTo>
                    <a:pt x="2582632" y="39054"/>
                  </a:lnTo>
                  <a:lnTo>
                    <a:pt x="2611489" y="82366"/>
                  </a:lnTo>
                  <a:lnTo>
                    <a:pt x="2621508" y="133197"/>
                  </a:lnTo>
                  <a:lnTo>
                    <a:pt x="2621876" y="1527835"/>
                  </a:lnTo>
                  <a:lnTo>
                    <a:pt x="2620734" y="1545276"/>
                  </a:lnTo>
                  <a:lnTo>
                    <a:pt x="2617330" y="1562349"/>
                  </a:lnTo>
                  <a:lnTo>
                    <a:pt x="2594250" y="1609072"/>
                  </a:lnTo>
                  <a:lnTo>
                    <a:pt x="2555278" y="1643392"/>
                  </a:lnTo>
                  <a:lnTo>
                    <a:pt x="2506068" y="1659896"/>
                  </a:lnTo>
                  <a:lnTo>
                    <a:pt x="133197" y="1661388"/>
                  </a:lnTo>
                  <a:lnTo>
                    <a:pt x="82216" y="1651219"/>
                  </a:lnTo>
                  <a:lnTo>
                    <a:pt x="38876" y="1622334"/>
                  </a:lnTo>
                  <a:lnTo>
                    <a:pt x="10019" y="1579022"/>
                  </a:lnTo>
                  <a:lnTo>
                    <a:pt x="0" y="1528190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41515" y="3227046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80" h="196214">
                  <a:moveTo>
                    <a:pt x="744486" y="0"/>
                  </a:moveTo>
                  <a:lnTo>
                    <a:pt x="98285" y="0"/>
                  </a:lnTo>
                  <a:lnTo>
                    <a:pt x="84529" y="865"/>
                  </a:lnTo>
                  <a:lnTo>
                    <a:pt x="85125" y="865"/>
                  </a:lnTo>
                  <a:lnTo>
                    <a:pt x="72813" y="3238"/>
                  </a:lnTo>
                  <a:lnTo>
                    <a:pt x="38334" y="20095"/>
                  </a:lnTo>
                  <a:lnTo>
                    <a:pt x="13322" y="48958"/>
                  </a:lnTo>
                  <a:lnTo>
                    <a:pt x="867" y="85050"/>
                  </a:lnTo>
                  <a:lnTo>
                    <a:pt x="0" y="97917"/>
                  </a:lnTo>
                  <a:lnTo>
                    <a:pt x="0" y="98272"/>
                  </a:lnTo>
                  <a:lnTo>
                    <a:pt x="801" y="110783"/>
                  </a:lnTo>
                  <a:lnTo>
                    <a:pt x="811" y="110939"/>
                  </a:lnTo>
                  <a:lnTo>
                    <a:pt x="12966" y="147231"/>
                  </a:lnTo>
                  <a:lnTo>
                    <a:pt x="38178" y="175893"/>
                  </a:lnTo>
                  <a:lnTo>
                    <a:pt x="72502" y="192773"/>
                  </a:lnTo>
                  <a:lnTo>
                    <a:pt x="97929" y="196189"/>
                  </a:lnTo>
                  <a:lnTo>
                    <a:pt x="744842" y="196189"/>
                  </a:lnTo>
                  <a:lnTo>
                    <a:pt x="793800" y="182880"/>
                  </a:lnTo>
                  <a:lnTo>
                    <a:pt x="822463" y="157666"/>
                  </a:lnTo>
                  <a:lnTo>
                    <a:pt x="839312" y="123432"/>
                  </a:lnTo>
                  <a:lnTo>
                    <a:pt x="842735" y="97917"/>
                  </a:lnTo>
                  <a:lnTo>
                    <a:pt x="841894" y="85405"/>
                  </a:lnTo>
                  <a:lnTo>
                    <a:pt x="829449" y="48958"/>
                  </a:lnTo>
                  <a:lnTo>
                    <a:pt x="804235" y="20297"/>
                  </a:lnTo>
                  <a:lnTo>
                    <a:pt x="769908" y="3416"/>
                  </a:lnTo>
                  <a:lnTo>
                    <a:pt x="757347" y="865"/>
                  </a:lnTo>
                  <a:lnTo>
                    <a:pt x="74448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78497" y="3249258"/>
            <a:ext cx="748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4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4434" y="3210485"/>
            <a:ext cx="228968" cy="22895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2790266" y="3216150"/>
            <a:ext cx="17716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55">
                <a:solidFill>
                  <a:srgbClr val="293183"/>
                </a:solidFill>
                <a:latin typeface="Segoe UI Symbol"/>
                <a:cs typeface="Segoe UI Symbol"/>
              </a:rPr>
              <a:t>▤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1497" y="3424710"/>
            <a:ext cx="2297430" cy="5937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.gitignore</a:t>
            </a:r>
            <a:r>
              <a:rPr dirty="0" sz="10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93183"/>
                </a:solidFill>
                <a:latin typeface="Calibri"/>
                <a:cs typeface="Calibri"/>
              </a:rPr>
              <a:t>+</a:t>
            </a:r>
            <a:r>
              <a:rPr dirty="0" sz="10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Pitfalls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0400"/>
              </a:lnSpc>
              <a:spcBef>
                <a:spcPts val="45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What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commit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(.venv,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secrets, huge files)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five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traps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bite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beginners.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253473" y="3060473"/>
            <a:ext cx="2637155" cy="1697355"/>
            <a:chOff x="3253473" y="3060473"/>
            <a:chExt cx="2637155" cy="1697355"/>
          </a:xfrm>
        </p:grpSpPr>
        <p:sp>
          <p:nvSpPr>
            <p:cNvPr id="38" name="object 38"/>
            <p:cNvSpPr/>
            <p:nvPr/>
          </p:nvSpPr>
          <p:spPr>
            <a:xfrm>
              <a:off x="3257638" y="3074760"/>
              <a:ext cx="2629535" cy="1668780"/>
            </a:xfrm>
            <a:custGeom>
              <a:avLst/>
              <a:gdLst/>
              <a:ahLst/>
              <a:cxnLst/>
              <a:rect l="l" t="t" r="r" b="b"/>
              <a:pathLst>
                <a:path w="2629535" h="1668779">
                  <a:moveTo>
                    <a:pt x="2495524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1535404"/>
                  </a:lnTo>
                  <a:lnTo>
                    <a:pt x="9953" y="1586017"/>
                  </a:lnTo>
                  <a:lnTo>
                    <a:pt x="38876" y="1629543"/>
                  </a:lnTo>
                  <a:lnTo>
                    <a:pt x="82223" y="1658427"/>
                  </a:lnTo>
                  <a:lnTo>
                    <a:pt x="133197" y="1668602"/>
                  </a:lnTo>
                  <a:lnTo>
                    <a:pt x="2495880" y="1668246"/>
                  </a:lnTo>
                  <a:lnTo>
                    <a:pt x="2546706" y="1658222"/>
                  </a:lnTo>
                  <a:lnTo>
                    <a:pt x="2590023" y="1629359"/>
                  </a:lnTo>
                  <a:lnTo>
                    <a:pt x="2618797" y="1586228"/>
                  </a:lnTo>
                  <a:lnTo>
                    <a:pt x="2618903" y="1586017"/>
                  </a:lnTo>
                  <a:lnTo>
                    <a:pt x="2624455" y="1569780"/>
                  </a:lnTo>
                  <a:lnTo>
                    <a:pt x="2624532" y="1569554"/>
                  </a:lnTo>
                  <a:lnTo>
                    <a:pt x="2627873" y="1552793"/>
                  </a:lnTo>
                  <a:lnTo>
                    <a:pt x="2627935" y="1552482"/>
                  </a:lnTo>
                  <a:lnTo>
                    <a:pt x="2629053" y="1535404"/>
                  </a:lnTo>
                  <a:lnTo>
                    <a:pt x="2629077" y="1535036"/>
                  </a:lnTo>
                  <a:lnTo>
                    <a:pt x="2628722" y="133197"/>
                  </a:lnTo>
                  <a:lnTo>
                    <a:pt x="2618697" y="82373"/>
                  </a:lnTo>
                  <a:lnTo>
                    <a:pt x="2589845" y="39058"/>
                  </a:lnTo>
                  <a:lnTo>
                    <a:pt x="2546498" y="10174"/>
                  </a:lnTo>
                  <a:lnTo>
                    <a:pt x="2512963" y="1142"/>
                  </a:lnTo>
                  <a:lnTo>
                    <a:pt x="2495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257283" y="3074760"/>
              <a:ext cx="2629535" cy="1668780"/>
            </a:xfrm>
            <a:custGeom>
              <a:avLst/>
              <a:gdLst/>
              <a:ahLst/>
              <a:cxnLst/>
              <a:rect l="l" t="t" r="r" b="b"/>
              <a:pathLst>
                <a:path w="2629535" h="1668779">
                  <a:moveTo>
                    <a:pt x="0" y="3606"/>
                  </a:moveTo>
                  <a:lnTo>
                    <a:pt x="2629077" y="3962"/>
                  </a:lnTo>
                </a:path>
                <a:path w="2629535" h="1668779">
                  <a:moveTo>
                    <a:pt x="2625471" y="0"/>
                  </a:moveTo>
                  <a:lnTo>
                    <a:pt x="2625839" y="1668602"/>
                  </a:lnTo>
                </a:path>
                <a:path w="2629535" h="1668779">
                  <a:moveTo>
                    <a:pt x="0" y="1664995"/>
                  </a:moveTo>
                  <a:lnTo>
                    <a:pt x="2629077" y="1665363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71684" y="3074760"/>
              <a:ext cx="635" cy="1668780"/>
            </a:xfrm>
            <a:custGeom>
              <a:avLst/>
              <a:gdLst/>
              <a:ahLst/>
              <a:cxnLst/>
              <a:rect l="l" t="t" r="r" b="b"/>
              <a:pathLst>
                <a:path w="635" h="1668779">
                  <a:moveTo>
                    <a:pt x="0" y="0"/>
                  </a:moveTo>
                  <a:lnTo>
                    <a:pt x="355" y="1668602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405962" y="3227046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79" h="196214">
                  <a:moveTo>
                    <a:pt x="744842" y="0"/>
                  </a:moveTo>
                  <a:lnTo>
                    <a:pt x="98640" y="0"/>
                  </a:lnTo>
                  <a:lnTo>
                    <a:pt x="84885" y="865"/>
                  </a:lnTo>
                  <a:lnTo>
                    <a:pt x="85480" y="865"/>
                  </a:lnTo>
                  <a:lnTo>
                    <a:pt x="73167" y="3238"/>
                  </a:lnTo>
                  <a:lnTo>
                    <a:pt x="38684" y="20095"/>
                  </a:lnTo>
                  <a:lnTo>
                    <a:pt x="13677" y="48958"/>
                  </a:lnTo>
                  <a:lnTo>
                    <a:pt x="1222" y="85050"/>
                  </a:lnTo>
                  <a:lnTo>
                    <a:pt x="355" y="97917"/>
                  </a:lnTo>
                  <a:lnTo>
                    <a:pt x="0" y="98272"/>
                  </a:lnTo>
                  <a:lnTo>
                    <a:pt x="854" y="110783"/>
                  </a:lnTo>
                  <a:lnTo>
                    <a:pt x="865" y="110939"/>
                  </a:lnTo>
                  <a:lnTo>
                    <a:pt x="3417" y="123432"/>
                  </a:lnTo>
                  <a:lnTo>
                    <a:pt x="7538" y="135430"/>
                  </a:lnTo>
                  <a:lnTo>
                    <a:pt x="7592" y="135586"/>
                  </a:lnTo>
                  <a:lnTo>
                    <a:pt x="28889" y="167489"/>
                  </a:lnTo>
                  <a:lnTo>
                    <a:pt x="60760" y="188602"/>
                  </a:lnTo>
                  <a:lnTo>
                    <a:pt x="98272" y="196189"/>
                  </a:lnTo>
                  <a:lnTo>
                    <a:pt x="744842" y="196189"/>
                  </a:lnTo>
                  <a:lnTo>
                    <a:pt x="782504" y="188602"/>
                  </a:lnTo>
                  <a:lnTo>
                    <a:pt x="814403" y="167306"/>
                  </a:lnTo>
                  <a:lnTo>
                    <a:pt x="835522" y="135430"/>
                  </a:lnTo>
                  <a:lnTo>
                    <a:pt x="843090" y="98272"/>
                  </a:lnTo>
                  <a:lnTo>
                    <a:pt x="842759" y="98272"/>
                  </a:lnTo>
                  <a:lnTo>
                    <a:pt x="841949" y="85405"/>
                  </a:lnTo>
                  <a:lnTo>
                    <a:pt x="829792" y="48958"/>
                  </a:lnTo>
                  <a:lnTo>
                    <a:pt x="804585" y="20297"/>
                  </a:lnTo>
                  <a:lnTo>
                    <a:pt x="770264" y="3416"/>
                  </a:lnTo>
                  <a:lnTo>
                    <a:pt x="757703" y="865"/>
                  </a:lnTo>
                  <a:lnTo>
                    <a:pt x="744842" y="0"/>
                  </a:lnTo>
                  <a:close/>
                </a:path>
                <a:path w="843279" h="196214">
                  <a:moveTo>
                    <a:pt x="843114" y="97917"/>
                  </a:moveTo>
                  <a:lnTo>
                    <a:pt x="842759" y="98272"/>
                  </a:lnTo>
                  <a:lnTo>
                    <a:pt x="843090" y="98272"/>
                  </a:lnTo>
                  <a:lnTo>
                    <a:pt x="843114" y="97917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3455644" y="3249258"/>
            <a:ext cx="7359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2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7634" y="3210485"/>
            <a:ext cx="228968" cy="228955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5554802" y="3216150"/>
            <a:ext cx="14732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428644" y="3424710"/>
            <a:ext cx="2237105" cy="5937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Merge</a:t>
            </a:r>
            <a:r>
              <a:rPr dirty="0" sz="10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Conflicts,</a:t>
            </a:r>
            <a:r>
              <a:rPr dirty="0" sz="10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Escalating</a:t>
            </a:r>
            <a:endParaRPr sz="1000">
              <a:latin typeface="Calibri"/>
              <a:cs typeface="Calibri"/>
            </a:endParaRPr>
          </a:p>
          <a:p>
            <a:pPr marR="5080">
              <a:lnSpc>
                <a:spcPct val="110400"/>
              </a:lnSpc>
              <a:spcBef>
                <a:spcPts val="450"/>
              </a:spcBef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Two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demos: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different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lines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(easy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auto-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merge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fail),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then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same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(true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conflict,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manual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resolve).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000635" y="3074557"/>
            <a:ext cx="2629535" cy="1669414"/>
            <a:chOff x="6000635" y="3074557"/>
            <a:chExt cx="2629535" cy="1669414"/>
          </a:xfrm>
        </p:grpSpPr>
        <p:sp>
          <p:nvSpPr>
            <p:cNvPr id="47" name="object 47"/>
            <p:cNvSpPr/>
            <p:nvPr/>
          </p:nvSpPr>
          <p:spPr>
            <a:xfrm>
              <a:off x="6004445" y="3078367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2488311" y="0"/>
                  </a:moveTo>
                  <a:lnTo>
                    <a:pt x="133197" y="0"/>
                  </a:lnTo>
                  <a:lnTo>
                    <a:pt x="115773" y="1140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78"/>
                  </a:lnTo>
                  <a:lnTo>
                    <a:pt x="0" y="133197"/>
                  </a:lnTo>
                  <a:lnTo>
                    <a:pt x="0" y="1528190"/>
                  </a:lnTo>
                  <a:lnTo>
                    <a:pt x="1114" y="1545276"/>
                  </a:lnTo>
                  <a:lnTo>
                    <a:pt x="1134" y="1545587"/>
                  </a:lnTo>
                  <a:lnTo>
                    <a:pt x="4450" y="1562349"/>
                  </a:lnTo>
                  <a:lnTo>
                    <a:pt x="4495" y="1562576"/>
                  </a:lnTo>
                  <a:lnTo>
                    <a:pt x="9949" y="1578814"/>
                  </a:lnTo>
                  <a:lnTo>
                    <a:pt x="10019" y="1579022"/>
                  </a:lnTo>
                  <a:lnTo>
                    <a:pt x="17640" y="1594789"/>
                  </a:lnTo>
                  <a:lnTo>
                    <a:pt x="51960" y="1633775"/>
                  </a:lnTo>
                  <a:lnTo>
                    <a:pt x="98678" y="1656848"/>
                  </a:lnTo>
                  <a:lnTo>
                    <a:pt x="133197" y="1661388"/>
                  </a:lnTo>
                  <a:lnTo>
                    <a:pt x="2488679" y="1661033"/>
                  </a:lnTo>
                  <a:lnTo>
                    <a:pt x="2539503" y="1651008"/>
                  </a:lnTo>
                  <a:lnTo>
                    <a:pt x="2582811" y="1622156"/>
                  </a:lnTo>
                  <a:lnTo>
                    <a:pt x="2611593" y="1579022"/>
                  </a:lnTo>
                  <a:lnTo>
                    <a:pt x="2620672" y="1545587"/>
                  </a:lnTo>
                  <a:lnTo>
                    <a:pt x="2620734" y="1545276"/>
                  </a:lnTo>
                  <a:lnTo>
                    <a:pt x="2621853" y="1528190"/>
                  </a:lnTo>
                  <a:lnTo>
                    <a:pt x="2621876" y="1527835"/>
                  </a:lnTo>
                  <a:lnTo>
                    <a:pt x="2621508" y="133197"/>
                  </a:lnTo>
                  <a:lnTo>
                    <a:pt x="2611489" y="82366"/>
                  </a:lnTo>
                  <a:lnTo>
                    <a:pt x="2582632" y="39054"/>
                  </a:lnTo>
                  <a:lnTo>
                    <a:pt x="2539292" y="10169"/>
                  </a:lnTo>
                  <a:lnTo>
                    <a:pt x="2505757" y="1140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004445" y="3078367"/>
              <a:ext cx="2621915" cy="1661795"/>
            </a:xfrm>
            <a:custGeom>
              <a:avLst/>
              <a:gdLst/>
              <a:ahLst/>
              <a:cxnLst/>
              <a:rect l="l" t="t" r="r" b="b"/>
              <a:pathLst>
                <a:path w="2621915" h="1661795">
                  <a:moveTo>
                    <a:pt x="0" y="133197"/>
                  </a:moveTo>
                  <a:lnTo>
                    <a:pt x="1140" y="115751"/>
                  </a:lnTo>
                  <a:lnTo>
                    <a:pt x="4540" y="98678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4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69"/>
                  </a:lnTo>
                  <a:lnTo>
                    <a:pt x="2582632" y="39054"/>
                  </a:lnTo>
                  <a:lnTo>
                    <a:pt x="2611489" y="82366"/>
                  </a:lnTo>
                  <a:lnTo>
                    <a:pt x="2621508" y="133197"/>
                  </a:lnTo>
                  <a:lnTo>
                    <a:pt x="2621876" y="1527835"/>
                  </a:lnTo>
                  <a:lnTo>
                    <a:pt x="2620734" y="1545276"/>
                  </a:lnTo>
                  <a:lnTo>
                    <a:pt x="2617330" y="1562349"/>
                  </a:lnTo>
                  <a:lnTo>
                    <a:pt x="2594250" y="1609072"/>
                  </a:lnTo>
                  <a:lnTo>
                    <a:pt x="2555278" y="1643392"/>
                  </a:lnTo>
                  <a:lnTo>
                    <a:pt x="2506068" y="1659896"/>
                  </a:lnTo>
                  <a:lnTo>
                    <a:pt x="133197" y="1661388"/>
                  </a:lnTo>
                  <a:lnTo>
                    <a:pt x="82216" y="1651219"/>
                  </a:lnTo>
                  <a:lnTo>
                    <a:pt x="38876" y="1622334"/>
                  </a:lnTo>
                  <a:lnTo>
                    <a:pt x="10019" y="1579022"/>
                  </a:lnTo>
                  <a:lnTo>
                    <a:pt x="0" y="1528190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127915" y="3227046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79" h="196214">
                  <a:moveTo>
                    <a:pt x="744486" y="0"/>
                  </a:moveTo>
                  <a:lnTo>
                    <a:pt x="98285" y="0"/>
                  </a:lnTo>
                  <a:lnTo>
                    <a:pt x="84529" y="865"/>
                  </a:lnTo>
                  <a:lnTo>
                    <a:pt x="85125" y="865"/>
                  </a:lnTo>
                  <a:lnTo>
                    <a:pt x="72813" y="3238"/>
                  </a:lnTo>
                  <a:lnTo>
                    <a:pt x="38334" y="20095"/>
                  </a:lnTo>
                  <a:lnTo>
                    <a:pt x="13322" y="48958"/>
                  </a:lnTo>
                  <a:lnTo>
                    <a:pt x="867" y="85050"/>
                  </a:lnTo>
                  <a:lnTo>
                    <a:pt x="0" y="97917"/>
                  </a:lnTo>
                  <a:lnTo>
                    <a:pt x="0" y="98272"/>
                  </a:lnTo>
                  <a:lnTo>
                    <a:pt x="801" y="110783"/>
                  </a:lnTo>
                  <a:lnTo>
                    <a:pt x="811" y="110939"/>
                  </a:lnTo>
                  <a:lnTo>
                    <a:pt x="3244" y="123432"/>
                  </a:lnTo>
                  <a:lnTo>
                    <a:pt x="7245" y="135430"/>
                  </a:lnTo>
                  <a:lnTo>
                    <a:pt x="7297" y="135586"/>
                  </a:lnTo>
                  <a:lnTo>
                    <a:pt x="28535" y="167489"/>
                  </a:lnTo>
                  <a:lnTo>
                    <a:pt x="60416" y="188602"/>
                  </a:lnTo>
                  <a:lnTo>
                    <a:pt x="97929" y="196189"/>
                  </a:lnTo>
                  <a:lnTo>
                    <a:pt x="744842" y="196189"/>
                  </a:lnTo>
                  <a:lnTo>
                    <a:pt x="793800" y="182880"/>
                  </a:lnTo>
                  <a:lnTo>
                    <a:pt x="822463" y="157666"/>
                  </a:lnTo>
                  <a:lnTo>
                    <a:pt x="835094" y="135586"/>
                  </a:lnTo>
                  <a:lnTo>
                    <a:pt x="835172" y="135430"/>
                  </a:lnTo>
                  <a:lnTo>
                    <a:pt x="839312" y="123432"/>
                  </a:lnTo>
                  <a:lnTo>
                    <a:pt x="841862" y="110939"/>
                  </a:lnTo>
                  <a:lnTo>
                    <a:pt x="841894" y="110783"/>
                  </a:lnTo>
                  <a:lnTo>
                    <a:pt x="842735" y="98272"/>
                  </a:lnTo>
                  <a:lnTo>
                    <a:pt x="842403" y="98272"/>
                  </a:lnTo>
                  <a:lnTo>
                    <a:pt x="841594" y="85405"/>
                  </a:lnTo>
                  <a:lnTo>
                    <a:pt x="829449" y="48958"/>
                  </a:lnTo>
                  <a:lnTo>
                    <a:pt x="804235" y="20297"/>
                  </a:lnTo>
                  <a:lnTo>
                    <a:pt x="769908" y="3416"/>
                  </a:lnTo>
                  <a:lnTo>
                    <a:pt x="757347" y="865"/>
                  </a:lnTo>
                  <a:lnTo>
                    <a:pt x="744486" y="0"/>
                  </a:lnTo>
                  <a:close/>
                </a:path>
                <a:path w="843279" h="196214">
                  <a:moveTo>
                    <a:pt x="842759" y="97917"/>
                  </a:moveTo>
                  <a:lnTo>
                    <a:pt x="842403" y="98272"/>
                  </a:lnTo>
                  <a:lnTo>
                    <a:pt x="842735" y="98272"/>
                  </a:lnTo>
                  <a:lnTo>
                    <a:pt x="842759" y="97917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6164897" y="3249258"/>
            <a:ext cx="748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2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3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50834" y="3210485"/>
            <a:ext cx="228968" cy="228955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8285302" y="3216150"/>
            <a:ext cx="16002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150">
                <a:solidFill>
                  <a:srgbClr val="293183"/>
                </a:solidFill>
                <a:latin typeface="Segoe UI Symbol"/>
                <a:cs typeface="Segoe UI Symbol"/>
              </a:rPr>
              <a:t>&gt;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37897" y="3424710"/>
            <a:ext cx="2139950" cy="5937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000" spc="-45">
                <a:solidFill>
                  <a:srgbClr val="293183"/>
                </a:solidFill>
                <a:latin typeface="Trebuchet MS"/>
                <a:cs typeface="Trebuchet MS"/>
              </a:rPr>
              <a:t>Pu</a:t>
            </a:r>
            <a:r>
              <a:rPr dirty="0" sz="10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sh</a:t>
            </a:r>
            <a:r>
              <a:rPr dirty="0" sz="1000" spc="8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10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7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1000" spc="1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1000" spc="1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85">
                <a:solidFill>
                  <a:srgbClr val="293183"/>
                </a:solidFill>
                <a:latin typeface="Trebuchet MS"/>
                <a:cs typeface="Trebuchet MS"/>
              </a:rPr>
              <a:t>W</a:t>
            </a:r>
            <a:r>
              <a:rPr dirty="0" sz="1000" spc="-1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90">
                <a:solidFill>
                  <a:srgbClr val="293183"/>
                </a:solidFill>
                <a:latin typeface="Trebuchet MS"/>
                <a:cs typeface="Trebuchet MS"/>
              </a:rPr>
              <a:t>o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120">
                <a:solidFill>
                  <a:srgbClr val="293183"/>
                </a:solidFill>
                <a:latin typeface="Trebuchet MS"/>
                <a:cs typeface="Trebuchet MS"/>
              </a:rPr>
              <a:t>r</a:t>
            </a:r>
            <a:r>
              <a:rPr dirty="0" sz="1000" spc="-1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k</a:t>
            </a:r>
            <a:r>
              <a:rPr dirty="0" sz="1000" spc="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+</a:t>
            </a:r>
            <a:r>
              <a:rPr dirty="0" sz="1000" spc="3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Trebuchet MS"/>
                <a:cs typeface="Trebuchet MS"/>
              </a:rPr>
              <a:t>Clo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293183"/>
                </a:solidFill>
                <a:latin typeface="Trebuchet MS"/>
                <a:cs typeface="Trebuchet MS"/>
              </a:rPr>
              <a:t>se</a:t>
            </a:r>
            <a:endParaRPr sz="1000">
              <a:latin typeface="Trebuchet MS"/>
              <a:cs typeface="Trebuchet MS"/>
            </a:endParaRPr>
          </a:p>
          <a:p>
            <a:pPr marL="12700" marR="5080">
              <a:lnSpc>
                <a:spcPct val="110400"/>
              </a:lnSpc>
              <a:spcBef>
                <a:spcPts val="45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Each student pushes clean_contacts.py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their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own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repo.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Day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4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preview.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2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36932"/>
            <a:ext cx="10007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800" spc="2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3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1383" y="573381"/>
            <a:ext cx="7435850" cy="1085215"/>
          </a:xfrm>
          <a:prstGeom prst="rect"/>
        </p:spPr>
        <p:txBody>
          <a:bodyPr wrap="square" lIns="0" tIns="73025" rIns="0" bIns="0" rtlCol="0" vert="horz">
            <a:spAutoFit/>
          </a:bodyPr>
          <a:lstStyle/>
          <a:p>
            <a:pPr marL="12700" marR="5080">
              <a:lnSpc>
                <a:spcPts val="3070"/>
              </a:lnSpc>
              <a:spcBef>
                <a:spcPts val="575"/>
              </a:spcBef>
            </a:pPr>
            <a:r>
              <a:rPr dirty="0" sz="2900" spc="-90"/>
              <a:t>Yesterday</a:t>
            </a:r>
            <a:r>
              <a:rPr dirty="0" sz="2900" spc="-85"/>
              <a:t> </a:t>
            </a:r>
            <a:r>
              <a:rPr dirty="0" sz="2900" spc="-30"/>
              <a:t>you</a:t>
            </a:r>
            <a:r>
              <a:rPr dirty="0" sz="2900" spc="-110"/>
              <a:t> </a:t>
            </a:r>
            <a:r>
              <a:rPr dirty="0" sz="2900" spc="-50"/>
              <a:t>wrote</a:t>
            </a:r>
            <a:r>
              <a:rPr dirty="0" sz="2900" spc="-90"/>
              <a:t> </a:t>
            </a:r>
            <a:r>
              <a:rPr dirty="0" sz="2900" spc="-25"/>
              <a:t>code</a:t>
            </a:r>
            <a:r>
              <a:rPr dirty="0" sz="2900" spc="-95"/>
              <a:t> </a:t>
            </a:r>
            <a:r>
              <a:rPr dirty="0" sz="2900" spc="-30"/>
              <a:t>worth</a:t>
            </a:r>
            <a:r>
              <a:rPr dirty="0" sz="2900" spc="-95"/>
              <a:t> </a:t>
            </a:r>
            <a:r>
              <a:rPr dirty="0" sz="2900" spc="-35"/>
              <a:t>saving.</a:t>
            </a:r>
            <a:r>
              <a:rPr dirty="0" sz="2900" spc="-90"/>
              <a:t> </a:t>
            </a:r>
            <a:r>
              <a:rPr dirty="0" sz="2900" spc="-105"/>
              <a:t>Today</a:t>
            </a:r>
            <a:r>
              <a:rPr dirty="0" sz="2900" spc="-85"/>
              <a:t> </a:t>
            </a:r>
            <a:r>
              <a:rPr dirty="0" sz="2900" spc="-25"/>
              <a:t>we </a:t>
            </a:r>
            <a:r>
              <a:rPr dirty="0" sz="2900" spc="-50"/>
              <a:t>save</a:t>
            </a:r>
            <a:r>
              <a:rPr dirty="0" sz="2900" spc="-100"/>
              <a:t> </a:t>
            </a:r>
            <a:r>
              <a:rPr dirty="0" sz="2900" spc="-25"/>
              <a:t>it.</a:t>
            </a:r>
            <a:endParaRPr sz="2900"/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Quick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check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2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work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laptop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ready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commit.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If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it's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not,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fix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now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today's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exercise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0">
                <a:solidFill>
                  <a:srgbClr val="494E69"/>
                </a:solidFill>
                <a:latin typeface="Calibri"/>
                <a:cs typeface="Calibri"/>
              </a:rPr>
              <a:t>depends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b="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90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25" b="0">
                <a:solidFill>
                  <a:srgbClr val="494E69"/>
                </a:solidFill>
                <a:latin typeface="Calibri"/>
                <a:cs typeface="Calibri"/>
              </a:rPr>
              <a:t>it.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0483" y="1759858"/>
            <a:ext cx="4799330" cy="2997835"/>
            <a:chOff x="510483" y="1759858"/>
            <a:chExt cx="4799330" cy="2997835"/>
          </a:xfrm>
        </p:grpSpPr>
        <p:sp>
          <p:nvSpPr>
            <p:cNvPr id="6" name="object 6"/>
            <p:cNvSpPr/>
            <p:nvPr/>
          </p:nvSpPr>
          <p:spPr>
            <a:xfrm>
              <a:off x="514438" y="1774077"/>
              <a:ext cx="4792345" cy="2969895"/>
            </a:xfrm>
            <a:custGeom>
              <a:avLst/>
              <a:gdLst/>
              <a:ahLst/>
              <a:cxnLst/>
              <a:rect l="l" t="t" r="r" b="b"/>
              <a:pathLst>
                <a:path w="4792345" h="2969895">
                  <a:moveTo>
                    <a:pt x="4658398" y="0"/>
                  </a:moveTo>
                  <a:lnTo>
                    <a:pt x="133197" y="0"/>
                  </a:lnTo>
                  <a:lnTo>
                    <a:pt x="115779" y="1142"/>
                  </a:lnTo>
                  <a:lnTo>
                    <a:pt x="66598" y="17640"/>
                  </a:lnTo>
                  <a:lnTo>
                    <a:pt x="27615" y="51967"/>
                  </a:lnTo>
                  <a:lnTo>
                    <a:pt x="4545" y="98690"/>
                  </a:lnTo>
                  <a:lnTo>
                    <a:pt x="0" y="133210"/>
                  </a:lnTo>
                  <a:lnTo>
                    <a:pt x="0" y="2836087"/>
                  </a:lnTo>
                  <a:lnTo>
                    <a:pt x="9953" y="2886700"/>
                  </a:lnTo>
                  <a:lnTo>
                    <a:pt x="10024" y="2886912"/>
                  </a:lnTo>
                  <a:lnTo>
                    <a:pt x="38876" y="2930226"/>
                  </a:lnTo>
                  <a:lnTo>
                    <a:pt x="82223" y="2959110"/>
                  </a:lnTo>
                  <a:lnTo>
                    <a:pt x="133197" y="2969285"/>
                  </a:lnTo>
                  <a:lnTo>
                    <a:pt x="4658766" y="2968929"/>
                  </a:lnTo>
                  <a:lnTo>
                    <a:pt x="4709590" y="2958905"/>
                  </a:lnTo>
                  <a:lnTo>
                    <a:pt x="4752898" y="2930042"/>
                  </a:lnTo>
                  <a:lnTo>
                    <a:pt x="4781678" y="2886912"/>
                  </a:lnTo>
                  <a:lnTo>
                    <a:pt x="4787340" y="2870463"/>
                  </a:lnTo>
                  <a:lnTo>
                    <a:pt x="4787417" y="2870238"/>
                  </a:lnTo>
                  <a:lnTo>
                    <a:pt x="4790759" y="2853476"/>
                  </a:lnTo>
                  <a:lnTo>
                    <a:pt x="4790821" y="2853165"/>
                  </a:lnTo>
                  <a:lnTo>
                    <a:pt x="4791939" y="2836087"/>
                  </a:lnTo>
                  <a:lnTo>
                    <a:pt x="4791964" y="2835719"/>
                  </a:lnTo>
                  <a:lnTo>
                    <a:pt x="4791595" y="133210"/>
                  </a:lnTo>
                  <a:lnTo>
                    <a:pt x="4781576" y="82373"/>
                  </a:lnTo>
                  <a:lnTo>
                    <a:pt x="4752719" y="39065"/>
                  </a:lnTo>
                  <a:lnTo>
                    <a:pt x="4709379" y="10179"/>
                  </a:lnTo>
                  <a:lnTo>
                    <a:pt x="4675844" y="1142"/>
                  </a:lnTo>
                  <a:lnTo>
                    <a:pt x="4658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4083" y="1774077"/>
              <a:ext cx="4792345" cy="2969895"/>
            </a:xfrm>
            <a:custGeom>
              <a:avLst/>
              <a:gdLst/>
              <a:ahLst/>
              <a:cxnLst/>
              <a:rect l="l" t="t" r="r" b="b"/>
              <a:pathLst>
                <a:path w="4792345" h="2969895">
                  <a:moveTo>
                    <a:pt x="0" y="3606"/>
                  </a:moveTo>
                  <a:lnTo>
                    <a:pt x="4791951" y="3962"/>
                  </a:lnTo>
                </a:path>
                <a:path w="4792345" h="2969895">
                  <a:moveTo>
                    <a:pt x="4788357" y="0"/>
                  </a:moveTo>
                  <a:lnTo>
                    <a:pt x="4788712" y="2969285"/>
                  </a:lnTo>
                </a:path>
                <a:path w="4792345" h="2969895">
                  <a:moveTo>
                    <a:pt x="0" y="2965678"/>
                  </a:moveTo>
                  <a:lnTo>
                    <a:pt x="4791951" y="2966046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28485" y="1774077"/>
              <a:ext cx="635" cy="2969895"/>
            </a:xfrm>
            <a:custGeom>
              <a:avLst/>
              <a:gdLst/>
              <a:ahLst/>
              <a:cxnLst/>
              <a:rect l="l" t="t" r="r" b="b"/>
              <a:pathLst>
                <a:path w="634" h="2969895">
                  <a:moveTo>
                    <a:pt x="0" y="0"/>
                  </a:moveTo>
                  <a:lnTo>
                    <a:pt x="355" y="2969285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28637" y="2452676"/>
              <a:ext cx="4385310" cy="635"/>
            </a:xfrm>
            <a:custGeom>
              <a:avLst/>
              <a:gdLst/>
              <a:ahLst/>
              <a:cxnLst/>
              <a:rect l="l" t="t" r="r" b="b"/>
              <a:pathLst>
                <a:path w="4385310" h="635">
                  <a:moveTo>
                    <a:pt x="0" y="0"/>
                  </a:moveTo>
                  <a:lnTo>
                    <a:pt x="4384802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281" y="2227683"/>
              <a:ext cx="157683" cy="1576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28637" y="2752917"/>
              <a:ext cx="4385310" cy="635"/>
            </a:xfrm>
            <a:custGeom>
              <a:avLst/>
              <a:gdLst/>
              <a:ahLst/>
              <a:cxnLst/>
              <a:rect l="l" t="t" r="r" b="b"/>
              <a:pathLst>
                <a:path w="4385310" h="635">
                  <a:moveTo>
                    <a:pt x="0" y="0"/>
                  </a:moveTo>
                  <a:lnTo>
                    <a:pt x="4384802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8281" y="2527556"/>
              <a:ext cx="157683" cy="1576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28637" y="3052802"/>
              <a:ext cx="4385310" cy="635"/>
            </a:xfrm>
            <a:custGeom>
              <a:avLst/>
              <a:gdLst/>
              <a:ahLst/>
              <a:cxnLst/>
              <a:rect l="l" t="t" r="r" b="b"/>
              <a:pathLst>
                <a:path w="4385310" h="635">
                  <a:moveTo>
                    <a:pt x="0" y="0"/>
                  </a:moveTo>
                  <a:lnTo>
                    <a:pt x="4384802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281" y="2827796"/>
              <a:ext cx="157683" cy="15768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28637" y="3353043"/>
              <a:ext cx="4385310" cy="635"/>
            </a:xfrm>
            <a:custGeom>
              <a:avLst/>
              <a:gdLst/>
              <a:ahLst/>
              <a:cxnLst/>
              <a:rect l="l" t="t" r="r" b="b"/>
              <a:pathLst>
                <a:path w="4385310" h="635">
                  <a:moveTo>
                    <a:pt x="0" y="0"/>
                  </a:moveTo>
                  <a:lnTo>
                    <a:pt x="4384802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281" y="3127681"/>
              <a:ext cx="157683" cy="15768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281" y="3427922"/>
              <a:ext cx="157683" cy="15768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17660" y="1921943"/>
            <a:ext cx="4806950" cy="16630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018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H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AT</a:t>
            </a:r>
            <a:r>
              <a:rPr dirty="0" sz="800" spc="23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23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C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OV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D</a:t>
            </a:r>
            <a:r>
              <a:rPr dirty="0" sz="800" spc="23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Y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797E94"/>
                </a:solidFill>
                <a:latin typeface="Calibri"/>
                <a:cs typeface="Calibri"/>
              </a:rPr>
              <a:t>DAY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>
              <a:latin typeface="Calibri"/>
              <a:cs typeface="Calibri"/>
            </a:endParaRPr>
          </a:p>
          <a:p>
            <a:pPr marL="466725" indent="-233679">
              <a:lnSpc>
                <a:spcPct val="100000"/>
              </a:lnSpc>
              <a:buClr>
                <a:srgbClr val="FF6A5A"/>
              </a:buClr>
              <a:buSzPct val="131250"/>
              <a:buFont typeface="Segoe UI Symbol"/>
              <a:buChar char="✓"/>
              <a:tabLst>
                <a:tab pos="466725" algn="l"/>
              </a:tabLst>
            </a:pP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Functions with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real inputs and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outputs</a:t>
            </a:r>
            <a:r>
              <a:rPr dirty="0" sz="800" spc="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return,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not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print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  <a:buClr>
                <a:srgbClr val="FF6A5A"/>
              </a:buClr>
              <a:buFont typeface="Segoe UI Symbol"/>
              <a:buChar char="✓"/>
            </a:pPr>
            <a:endParaRPr sz="800">
              <a:latin typeface="Calibri"/>
              <a:cs typeface="Calibri"/>
            </a:endParaRPr>
          </a:p>
          <a:p>
            <a:pPr marL="466725" indent="-233679">
              <a:lnSpc>
                <a:spcPct val="100000"/>
              </a:lnSpc>
              <a:buClr>
                <a:srgbClr val="FF6A5A"/>
              </a:buClr>
              <a:buSzPct val="131250"/>
              <a:buFont typeface="Segoe UI Symbol"/>
              <a:buChar char="✓"/>
              <a:tabLst>
                <a:tab pos="466725" algn="l"/>
              </a:tabLst>
            </a:pP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Reading files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three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ways</a:t>
            </a:r>
            <a:r>
              <a:rPr dirty="0" sz="800" spc="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read(),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readlines(),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line-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by-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line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FF6A5A"/>
              </a:buClr>
              <a:buFont typeface="Segoe UI Symbol"/>
              <a:buChar char="✓"/>
            </a:pPr>
            <a:endParaRPr sz="800">
              <a:latin typeface="Calibri"/>
              <a:cs typeface="Calibri"/>
            </a:endParaRPr>
          </a:p>
          <a:p>
            <a:pPr marL="466725" indent="-233679">
              <a:lnSpc>
                <a:spcPct val="100000"/>
              </a:lnSpc>
              <a:buClr>
                <a:srgbClr val="FF6A5A"/>
              </a:buClr>
              <a:buSzPct val="131250"/>
              <a:buFont typeface="Segoe UI Symbol"/>
              <a:buChar char="✓"/>
              <a:tabLst>
                <a:tab pos="466725" algn="l"/>
              </a:tabLst>
            </a:pP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Writing</a:t>
            </a:r>
            <a:r>
              <a:rPr dirty="0" sz="8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files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'r'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/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'w'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/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'a'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modes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destructive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nature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of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'w'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FF6A5A"/>
              </a:buClr>
              <a:buFont typeface="Segoe UI Symbol"/>
              <a:buChar char="✓"/>
            </a:pPr>
            <a:endParaRPr sz="800">
              <a:latin typeface="Calibri"/>
              <a:cs typeface="Calibri"/>
            </a:endParaRPr>
          </a:p>
          <a:p>
            <a:pPr marL="466725" indent="-233679">
              <a:lnSpc>
                <a:spcPct val="100000"/>
              </a:lnSpc>
              <a:spcBef>
                <a:spcPts val="5"/>
              </a:spcBef>
              <a:buClr>
                <a:srgbClr val="FF6A5A"/>
              </a:buClr>
              <a:buSzPct val="131250"/>
              <a:buFont typeface="Segoe UI Symbol"/>
              <a:buChar char="✓"/>
              <a:tabLst>
                <a:tab pos="466725" algn="l"/>
              </a:tabLst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try/except</a:t>
            </a:r>
            <a:r>
              <a:rPr dirty="0" sz="800" spc="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for</a:t>
            </a:r>
            <a:r>
              <a:rPr dirty="0" sz="800" spc="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FileNotFoundError</a:t>
            </a:r>
            <a:r>
              <a:rPr dirty="0" sz="800" spc="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graceful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failure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instead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of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crashes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  <a:buClr>
                <a:srgbClr val="FF6A5A"/>
              </a:buClr>
              <a:buFont typeface="Segoe UI Symbol"/>
              <a:buChar char="✓"/>
            </a:pPr>
            <a:endParaRPr sz="800">
              <a:latin typeface="Calibri"/>
              <a:cs typeface="Calibri"/>
            </a:endParaRPr>
          </a:p>
          <a:p>
            <a:pPr marL="466725" indent="-233679">
              <a:lnSpc>
                <a:spcPct val="100000"/>
              </a:lnSpc>
              <a:buClr>
                <a:srgbClr val="FF6A5A"/>
              </a:buClr>
              <a:buSzPct val="131250"/>
              <a:buFont typeface="Segoe UI Symbol"/>
              <a:buChar char="✓"/>
              <a:tabLst>
                <a:tab pos="466725" algn="l"/>
              </a:tabLst>
            </a:pP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Built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clean_contacts()</a:t>
            </a:r>
            <a:r>
              <a:rPr dirty="0" sz="800" spc="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reads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messy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contacts.txt,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returns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(name,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email)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tuples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31314" y="1759858"/>
            <a:ext cx="3202305" cy="2997835"/>
            <a:chOff x="5431314" y="1759858"/>
            <a:chExt cx="3202305" cy="2997835"/>
          </a:xfrm>
        </p:grpSpPr>
        <p:sp>
          <p:nvSpPr>
            <p:cNvPr id="20" name="object 20"/>
            <p:cNvSpPr/>
            <p:nvPr/>
          </p:nvSpPr>
          <p:spPr>
            <a:xfrm>
              <a:off x="5434558" y="1774077"/>
              <a:ext cx="3194685" cy="2969895"/>
            </a:xfrm>
            <a:custGeom>
              <a:avLst/>
              <a:gdLst/>
              <a:ahLst/>
              <a:cxnLst/>
              <a:rect l="l" t="t" r="r" b="b"/>
              <a:pathLst>
                <a:path w="3194684" h="2969895">
                  <a:moveTo>
                    <a:pt x="3061080" y="0"/>
                  </a:moveTo>
                  <a:lnTo>
                    <a:pt x="133197" y="0"/>
                  </a:lnTo>
                  <a:lnTo>
                    <a:pt x="115779" y="1142"/>
                  </a:lnTo>
                  <a:lnTo>
                    <a:pt x="66598" y="17640"/>
                  </a:lnTo>
                  <a:lnTo>
                    <a:pt x="27620" y="51967"/>
                  </a:lnTo>
                  <a:lnTo>
                    <a:pt x="4545" y="98690"/>
                  </a:lnTo>
                  <a:lnTo>
                    <a:pt x="0" y="133210"/>
                  </a:lnTo>
                  <a:lnTo>
                    <a:pt x="0" y="2836087"/>
                  </a:lnTo>
                  <a:lnTo>
                    <a:pt x="9953" y="2886700"/>
                  </a:lnTo>
                  <a:lnTo>
                    <a:pt x="38881" y="2930226"/>
                  </a:lnTo>
                  <a:lnTo>
                    <a:pt x="82223" y="2959110"/>
                  </a:lnTo>
                  <a:lnTo>
                    <a:pt x="133197" y="2969285"/>
                  </a:lnTo>
                  <a:lnTo>
                    <a:pt x="3061436" y="2968929"/>
                  </a:lnTo>
                  <a:lnTo>
                    <a:pt x="3112267" y="2958905"/>
                  </a:lnTo>
                  <a:lnTo>
                    <a:pt x="3155580" y="2930042"/>
                  </a:lnTo>
                  <a:lnTo>
                    <a:pt x="3184361" y="2886912"/>
                  </a:lnTo>
                  <a:lnTo>
                    <a:pt x="3193442" y="2853476"/>
                  </a:lnTo>
                  <a:lnTo>
                    <a:pt x="3193504" y="2853165"/>
                  </a:lnTo>
                  <a:lnTo>
                    <a:pt x="3194622" y="2836087"/>
                  </a:lnTo>
                  <a:lnTo>
                    <a:pt x="3194646" y="2835719"/>
                  </a:lnTo>
                  <a:lnTo>
                    <a:pt x="3194278" y="133210"/>
                  </a:lnTo>
                  <a:lnTo>
                    <a:pt x="3184254" y="82373"/>
                  </a:lnTo>
                  <a:lnTo>
                    <a:pt x="3155402" y="39065"/>
                  </a:lnTo>
                  <a:lnTo>
                    <a:pt x="3112062" y="10179"/>
                  </a:lnTo>
                  <a:lnTo>
                    <a:pt x="3078527" y="1142"/>
                  </a:lnTo>
                  <a:lnTo>
                    <a:pt x="3061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434914" y="1774077"/>
              <a:ext cx="3194685" cy="2969895"/>
            </a:xfrm>
            <a:custGeom>
              <a:avLst/>
              <a:gdLst/>
              <a:ahLst/>
              <a:cxnLst/>
              <a:rect l="l" t="t" r="r" b="b"/>
              <a:pathLst>
                <a:path w="3194684" h="2969895">
                  <a:moveTo>
                    <a:pt x="0" y="3606"/>
                  </a:moveTo>
                  <a:lnTo>
                    <a:pt x="3194646" y="3962"/>
                  </a:lnTo>
                </a:path>
                <a:path w="3194684" h="2969895">
                  <a:moveTo>
                    <a:pt x="3191040" y="0"/>
                  </a:moveTo>
                  <a:lnTo>
                    <a:pt x="3191408" y="2969285"/>
                  </a:lnTo>
                </a:path>
                <a:path w="3194684" h="2969895">
                  <a:moveTo>
                    <a:pt x="0" y="2965678"/>
                  </a:moveTo>
                  <a:lnTo>
                    <a:pt x="3194646" y="2966046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448960" y="1774077"/>
              <a:ext cx="635" cy="2969895"/>
            </a:xfrm>
            <a:custGeom>
              <a:avLst/>
              <a:gdLst/>
              <a:ahLst/>
              <a:cxnLst/>
              <a:rect l="l" t="t" r="r" b="b"/>
              <a:pathLst>
                <a:path w="635" h="2969895">
                  <a:moveTo>
                    <a:pt x="0" y="0"/>
                  </a:moveTo>
                  <a:lnTo>
                    <a:pt x="355" y="2969285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649125" y="2156043"/>
              <a:ext cx="2787650" cy="1777364"/>
            </a:xfrm>
            <a:custGeom>
              <a:avLst/>
              <a:gdLst/>
              <a:ahLst/>
              <a:cxnLst/>
              <a:rect l="l" t="t" r="r" b="b"/>
              <a:pathLst>
                <a:path w="2787650" h="1777364">
                  <a:moveTo>
                    <a:pt x="2672994" y="0"/>
                  </a:moveTo>
                  <a:lnTo>
                    <a:pt x="114109" y="0"/>
                  </a:lnTo>
                  <a:lnTo>
                    <a:pt x="98425" y="1000"/>
                  </a:lnTo>
                  <a:lnTo>
                    <a:pt x="99012" y="1000"/>
                  </a:lnTo>
                  <a:lnTo>
                    <a:pt x="84726" y="3779"/>
                  </a:lnTo>
                  <a:lnTo>
                    <a:pt x="44638" y="23463"/>
                  </a:lnTo>
                  <a:lnTo>
                    <a:pt x="15468" y="56883"/>
                  </a:lnTo>
                  <a:lnTo>
                    <a:pt x="1000" y="99151"/>
                  </a:lnTo>
                  <a:lnTo>
                    <a:pt x="0" y="114122"/>
                  </a:lnTo>
                  <a:lnTo>
                    <a:pt x="0" y="1662836"/>
                  </a:lnTo>
                  <a:lnTo>
                    <a:pt x="8445" y="1706168"/>
                  </a:lnTo>
                  <a:lnTo>
                    <a:pt x="8497" y="1706323"/>
                  </a:lnTo>
                  <a:lnTo>
                    <a:pt x="33296" y="1743570"/>
                  </a:lnTo>
                  <a:lnTo>
                    <a:pt x="70421" y="1768150"/>
                  </a:lnTo>
                  <a:lnTo>
                    <a:pt x="114109" y="1776958"/>
                  </a:lnTo>
                  <a:lnTo>
                    <a:pt x="2673350" y="1776603"/>
                  </a:lnTo>
                  <a:lnTo>
                    <a:pt x="2716671" y="1768150"/>
                  </a:lnTo>
                  <a:lnTo>
                    <a:pt x="2754083" y="1743298"/>
                  </a:lnTo>
                  <a:lnTo>
                    <a:pt x="2778587" y="1706323"/>
                  </a:lnTo>
                  <a:lnTo>
                    <a:pt x="2787448" y="1662836"/>
                  </a:lnTo>
                  <a:lnTo>
                    <a:pt x="2787472" y="1662480"/>
                  </a:lnTo>
                  <a:lnTo>
                    <a:pt x="2787116" y="114122"/>
                  </a:lnTo>
                  <a:lnTo>
                    <a:pt x="2778608" y="70634"/>
                  </a:lnTo>
                  <a:lnTo>
                    <a:pt x="2753817" y="33388"/>
                  </a:lnTo>
                  <a:lnTo>
                    <a:pt x="2716682" y="8808"/>
                  </a:lnTo>
                  <a:lnTo>
                    <a:pt x="2687960" y="1000"/>
                  </a:lnTo>
                  <a:lnTo>
                    <a:pt x="2672994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648756" y="4019044"/>
              <a:ext cx="2788285" cy="560705"/>
            </a:xfrm>
            <a:custGeom>
              <a:avLst/>
              <a:gdLst/>
              <a:ahLst/>
              <a:cxnLst/>
              <a:rect l="l" t="t" r="r" b="b"/>
              <a:pathLst>
                <a:path w="2788284" h="560704">
                  <a:moveTo>
                    <a:pt x="95758" y="0"/>
                  </a:moveTo>
                  <a:lnTo>
                    <a:pt x="47878" y="12953"/>
                  </a:lnTo>
                  <a:lnTo>
                    <a:pt x="12966" y="47878"/>
                  </a:lnTo>
                  <a:lnTo>
                    <a:pt x="368" y="95402"/>
                  </a:lnTo>
                  <a:lnTo>
                    <a:pt x="0" y="464756"/>
                  </a:lnTo>
                  <a:lnTo>
                    <a:pt x="847" y="477143"/>
                  </a:lnTo>
                  <a:lnTo>
                    <a:pt x="861" y="477348"/>
                  </a:lnTo>
                  <a:lnTo>
                    <a:pt x="3314" y="489327"/>
                  </a:lnTo>
                  <a:lnTo>
                    <a:pt x="3378" y="489638"/>
                  </a:lnTo>
                  <a:lnTo>
                    <a:pt x="7326" y="501107"/>
                  </a:lnTo>
                  <a:lnTo>
                    <a:pt x="37512" y="540480"/>
                  </a:lnTo>
                  <a:lnTo>
                    <a:pt x="83015" y="559354"/>
                  </a:lnTo>
                  <a:lnTo>
                    <a:pt x="95402" y="560158"/>
                  </a:lnTo>
                  <a:lnTo>
                    <a:pt x="2692438" y="560158"/>
                  </a:lnTo>
                  <a:lnTo>
                    <a:pt x="2704196" y="559354"/>
                  </a:lnTo>
                  <a:lnTo>
                    <a:pt x="2704756" y="559354"/>
                  </a:lnTo>
                  <a:lnTo>
                    <a:pt x="2750635" y="540269"/>
                  </a:lnTo>
                  <a:lnTo>
                    <a:pt x="2780703" y="501107"/>
                  </a:lnTo>
                  <a:lnTo>
                    <a:pt x="2784542" y="489638"/>
                  </a:lnTo>
                  <a:lnTo>
                    <a:pt x="2784646" y="489327"/>
                  </a:lnTo>
                  <a:lnTo>
                    <a:pt x="2786996" y="477348"/>
                  </a:lnTo>
                  <a:lnTo>
                    <a:pt x="2787036" y="477143"/>
                  </a:lnTo>
                  <a:lnTo>
                    <a:pt x="2787840" y="464756"/>
                  </a:lnTo>
                  <a:lnTo>
                    <a:pt x="2787816" y="95402"/>
                  </a:lnTo>
                  <a:lnTo>
                    <a:pt x="2774886" y="47878"/>
                  </a:lnTo>
                  <a:lnTo>
                    <a:pt x="2739961" y="12953"/>
                  </a:lnTo>
                  <a:lnTo>
                    <a:pt x="2692438" y="355"/>
                  </a:lnTo>
                  <a:lnTo>
                    <a:pt x="95758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438135" y="1921943"/>
            <a:ext cx="3209925" cy="2585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C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H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EC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K</a:t>
            </a:r>
            <a:r>
              <a:rPr dirty="0" sz="800" spc="2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YO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U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2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L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A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TO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sz="800" spc="2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N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800">
              <a:latin typeface="Calibri"/>
              <a:cs typeface="Calibri"/>
            </a:endParaRPr>
          </a:p>
          <a:p>
            <a:pPr marL="339090">
              <a:lnSpc>
                <a:spcPct val="100000"/>
              </a:lnSpc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You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should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have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these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files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from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Day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2:</a:t>
            </a:r>
            <a:endParaRPr sz="800">
              <a:latin typeface="Courier New"/>
              <a:cs typeface="Courier New"/>
            </a:endParaRPr>
          </a:p>
          <a:p>
            <a:pPr marL="339090" marR="381000">
              <a:lnSpc>
                <a:spcPct val="1246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ls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day2/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clean_contacts.py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contacts.txt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function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should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still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work:</a:t>
            </a:r>
            <a:r>
              <a:rPr dirty="0" sz="800" spc="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python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clean_contacts.py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FD47F"/>
                </a:solidFill>
                <a:latin typeface="Courier New"/>
                <a:cs typeface="Courier New"/>
              </a:rPr>
              <a:t>('Aarav', 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  <a:hlinkClick r:id="rId6"/>
              </a:rPr>
              <a:t>'aarav@example.com'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</a:rPr>
              <a:t>)</a:t>
            </a:r>
            <a:r>
              <a:rPr dirty="0" sz="800" spc="15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FD47F"/>
                </a:solidFill>
                <a:latin typeface="Courier New"/>
                <a:cs typeface="Courier New"/>
              </a:rPr>
              <a:t>('Priya', 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  <a:hlinkClick r:id="rId7"/>
              </a:rPr>
              <a:t>'priya@example.com'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</a:rPr>
              <a:t>)</a:t>
            </a:r>
            <a:r>
              <a:rPr dirty="0" sz="800" spc="15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</a:rPr>
              <a:t>...</a:t>
            </a:r>
            <a:r>
              <a:rPr dirty="0" sz="800" spc="10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Git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should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be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installed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(from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Day 1):</a:t>
            </a:r>
            <a:r>
              <a:rPr dirty="0" sz="8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--version</a:t>
            </a:r>
            <a:endParaRPr sz="800">
              <a:latin typeface="Courier New"/>
              <a:cs typeface="Courier New"/>
            </a:endParaRPr>
          </a:p>
          <a:p>
            <a:pPr marL="339090">
              <a:lnSpc>
                <a:spcPct val="100000"/>
              </a:lnSpc>
              <a:spcBef>
                <a:spcPts val="240"/>
              </a:spcBef>
            </a:pPr>
            <a:r>
              <a:rPr dirty="0" sz="800" spc="-45">
                <a:solidFill>
                  <a:srgbClr val="FFD47F"/>
                </a:solidFill>
                <a:latin typeface="Trebuchet MS"/>
                <a:cs typeface="Trebuchet MS"/>
              </a:rPr>
              <a:t>g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D47F"/>
                </a:solidFill>
                <a:latin typeface="Trebuchet MS"/>
                <a:cs typeface="Trebuchet MS"/>
              </a:rPr>
              <a:t>it</a:t>
            </a:r>
            <a:r>
              <a:rPr dirty="0" sz="800" spc="2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v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FFD47F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r</a:t>
            </a:r>
            <a:r>
              <a:rPr dirty="0" sz="800" spc="-13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s</a:t>
            </a:r>
            <a:r>
              <a:rPr dirty="0" sz="800" spc="-16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D47F"/>
                </a:solidFill>
                <a:latin typeface="Trebuchet MS"/>
                <a:cs typeface="Trebuchet MS"/>
              </a:rPr>
              <a:t>io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n</a:t>
            </a:r>
            <a:r>
              <a:rPr dirty="0" sz="800" spc="11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FFD47F"/>
                </a:solidFill>
                <a:latin typeface="Trebuchet MS"/>
                <a:cs typeface="Trebuchet MS"/>
              </a:rPr>
              <a:t>.4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3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FFD47F"/>
                </a:solidFill>
                <a:latin typeface="Trebuchet MS"/>
                <a:cs typeface="Trebuchet MS"/>
              </a:rPr>
              <a:t>.0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800">
              <a:latin typeface="Trebuchet MS"/>
              <a:cs typeface="Trebuchet MS"/>
            </a:endParaRPr>
          </a:p>
          <a:p>
            <a:pPr marL="510540" marR="446405" indent="-207645">
              <a:lnSpc>
                <a:spcPct val="102200"/>
              </a:lnSpc>
              <a:spcBef>
                <a:spcPts val="5"/>
              </a:spcBef>
            </a:pPr>
            <a:r>
              <a:rPr dirty="0" baseline="-8888" sz="1875" spc="75">
                <a:solidFill>
                  <a:srgbClr val="FF6A5A"/>
                </a:solidFill>
                <a:latin typeface="Segoe UI Symbol"/>
                <a:cs typeface="Segoe UI Symbol"/>
              </a:rPr>
              <a:t>⚠</a:t>
            </a:r>
            <a:r>
              <a:rPr dirty="0" baseline="-8888" sz="1875" spc="240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IF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 clean_contacts.py</a:t>
            </a:r>
            <a:r>
              <a:rPr dirty="0" sz="800" spc="-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IS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 MISSING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pair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up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with </a:t>
            </a:r>
            <a:r>
              <a:rPr dirty="0" sz="800" spc="-5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neighbour,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copy their file, we'll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commit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today.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IF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git</a:t>
            </a:r>
            <a:r>
              <a:rPr dirty="0" sz="8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0" b="1">
                <a:solidFill>
                  <a:srgbClr val="FF6A5A"/>
                </a:solidFill>
                <a:latin typeface="Calibri"/>
                <a:cs typeface="Calibri"/>
              </a:rPr>
              <a:t>-</a:t>
            </a:r>
            <a:r>
              <a:rPr dirty="0" sz="800" spc="-50" b="1">
                <a:solidFill>
                  <a:srgbClr val="FF6A5A"/>
                </a:solidFill>
                <a:latin typeface="Calibri"/>
                <a:cs typeface="Calibri"/>
              </a:rPr>
              <a:t>-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version fails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raise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your hand,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we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reinstall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now.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3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738" y="436221"/>
            <a:ext cx="1939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W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Y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V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/>
              <a:t>Two</a:t>
            </a:r>
            <a:r>
              <a:rPr dirty="0" sz="1800" spc="-60"/>
              <a:t> </a:t>
            </a:r>
            <a:r>
              <a:rPr dirty="0" sz="1800" spc="-25"/>
              <a:t>people.</a:t>
            </a:r>
            <a:r>
              <a:rPr dirty="0" sz="1800" spc="-80"/>
              <a:t> </a:t>
            </a:r>
            <a:r>
              <a:rPr dirty="0" sz="1800" spc="-10"/>
              <a:t>One</a:t>
            </a:r>
            <a:r>
              <a:rPr dirty="0" sz="1800" spc="-80"/>
              <a:t> </a:t>
            </a:r>
            <a:r>
              <a:rPr dirty="0" sz="1800" spc="-20"/>
              <a:t>file.</a:t>
            </a:r>
            <a:r>
              <a:rPr dirty="0" sz="1800" spc="-65"/>
              <a:t> </a:t>
            </a:r>
            <a:r>
              <a:rPr dirty="0" sz="1800" spc="-25"/>
              <a:t>Three</a:t>
            </a:r>
            <a:r>
              <a:rPr dirty="0" sz="1800" spc="-70"/>
              <a:t> </a:t>
            </a:r>
            <a:r>
              <a:rPr dirty="0" sz="1800" spc="-30"/>
              <a:t>weeks</a:t>
            </a:r>
            <a:r>
              <a:rPr dirty="0" sz="1800" spc="-75"/>
              <a:t> </a:t>
            </a:r>
            <a:r>
              <a:rPr dirty="0" sz="1800"/>
              <a:t>of</a:t>
            </a:r>
            <a:r>
              <a:rPr dirty="0" sz="1800" spc="-65"/>
              <a:t> </a:t>
            </a:r>
            <a:r>
              <a:rPr dirty="0" sz="1800" spc="-25"/>
              <a:t>work.</a:t>
            </a:r>
            <a:r>
              <a:rPr dirty="0" sz="1800" spc="-75"/>
              <a:t> </a:t>
            </a:r>
            <a:r>
              <a:rPr dirty="0" sz="1800" spc="-30"/>
              <a:t>What</a:t>
            </a:r>
            <a:r>
              <a:rPr dirty="0" sz="1800" spc="-70"/>
              <a:t> </a:t>
            </a:r>
            <a:r>
              <a:rPr dirty="0" sz="1800" spc="-25"/>
              <a:t>could</a:t>
            </a:r>
            <a:r>
              <a:rPr dirty="0" sz="1800" spc="-70"/>
              <a:t> </a:t>
            </a:r>
            <a:r>
              <a:rPr dirty="0" sz="1800" spc="-10"/>
              <a:t>go</a:t>
            </a:r>
            <a:r>
              <a:rPr dirty="0" sz="1800" spc="-75"/>
              <a:t> </a:t>
            </a:r>
            <a:r>
              <a:rPr dirty="0" sz="1800" spc="-10"/>
              <a:t>wrong?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01383" y="928702"/>
            <a:ext cx="28422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exists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because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problem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team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hits.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Let's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walk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through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it.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0273" y="1148513"/>
            <a:ext cx="4008754" cy="3152140"/>
            <a:chOff x="510273" y="1148513"/>
            <a:chExt cx="4008754" cy="3152140"/>
          </a:xfrm>
        </p:grpSpPr>
        <p:sp>
          <p:nvSpPr>
            <p:cNvPr id="7" name="object 7"/>
            <p:cNvSpPr/>
            <p:nvPr/>
          </p:nvSpPr>
          <p:spPr>
            <a:xfrm>
              <a:off x="514438" y="1162445"/>
              <a:ext cx="4001135" cy="3123565"/>
            </a:xfrm>
            <a:custGeom>
              <a:avLst/>
              <a:gdLst/>
              <a:ahLst/>
              <a:cxnLst/>
              <a:rect l="l" t="t" r="r" b="b"/>
              <a:pathLst>
                <a:path w="4001135" h="3123565">
                  <a:moveTo>
                    <a:pt x="3867124" y="0"/>
                  </a:moveTo>
                  <a:lnTo>
                    <a:pt x="133197" y="0"/>
                  </a:lnTo>
                  <a:lnTo>
                    <a:pt x="115730" y="1142"/>
                  </a:lnTo>
                  <a:lnTo>
                    <a:pt x="66598" y="17640"/>
                  </a:lnTo>
                  <a:lnTo>
                    <a:pt x="27611" y="52116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2990151"/>
                  </a:lnTo>
                  <a:lnTo>
                    <a:pt x="1113" y="3007242"/>
                  </a:lnTo>
                  <a:lnTo>
                    <a:pt x="1136" y="3007597"/>
                  </a:lnTo>
                  <a:lnTo>
                    <a:pt x="4430" y="3024314"/>
                  </a:lnTo>
                  <a:lnTo>
                    <a:pt x="4500" y="3024670"/>
                  </a:lnTo>
                  <a:lnTo>
                    <a:pt x="9905" y="3040777"/>
                  </a:lnTo>
                  <a:lnTo>
                    <a:pt x="39014" y="3084295"/>
                  </a:lnTo>
                  <a:lnTo>
                    <a:pt x="82223" y="3113181"/>
                  </a:lnTo>
                  <a:lnTo>
                    <a:pt x="133197" y="3123361"/>
                  </a:lnTo>
                  <a:lnTo>
                    <a:pt x="3867480" y="3122993"/>
                  </a:lnTo>
                  <a:lnTo>
                    <a:pt x="3918461" y="3112969"/>
                  </a:lnTo>
                  <a:lnTo>
                    <a:pt x="3961623" y="3083983"/>
                  </a:lnTo>
                  <a:lnTo>
                    <a:pt x="3990503" y="3040777"/>
                  </a:lnTo>
                  <a:lnTo>
                    <a:pt x="3996011" y="3024670"/>
                  </a:lnTo>
                  <a:lnTo>
                    <a:pt x="3996132" y="3024314"/>
                  </a:lnTo>
                  <a:lnTo>
                    <a:pt x="3999464" y="3007597"/>
                  </a:lnTo>
                  <a:lnTo>
                    <a:pt x="3999535" y="3007242"/>
                  </a:lnTo>
                  <a:lnTo>
                    <a:pt x="4000654" y="2990151"/>
                  </a:lnTo>
                  <a:lnTo>
                    <a:pt x="4000677" y="2989795"/>
                  </a:lnTo>
                  <a:lnTo>
                    <a:pt x="4000322" y="133197"/>
                  </a:lnTo>
                  <a:lnTo>
                    <a:pt x="3990297" y="82216"/>
                  </a:lnTo>
                  <a:lnTo>
                    <a:pt x="3961307" y="39054"/>
                  </a:lnTo>
                  <a:lnTo>
                    <a:pt x="3918098" y="10174"/>
                  </a:lnTo>
                  <a:lnTo>
                    <a:pt x="3884563" y="1142"/>
                  </a:lnTo>
                  <a:lnTo>
                    <a:pt x="386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162801"/>
              <a:ext cx="4001135" cy="3123565"/>
            </a:xfrm>
            <a:custGeom>
              <a:avLst/>
              <a:gdLst/>
              <a:ahLst/>
              <a:cxnLst/>
              <a:rect l="l" t="t" r="r" b="b"/>
              <a:pathLst>
                <a:path w="4001135" h="3123565">
                  <a:moveTo>
                    <a:pt x="0" y="3606"/>
                  </a:moveTo>
                  <a:lnTo>
                    <a:pt x="4000677" y="3962"/>
                  </a:lnTo>
                </a:path>
                <a:path w="4001135" h="3123565">
                  <a:moveTo>
                    <a:pt x="3997071" y="0"/>
                  </a:moveTo>
                  <a:lnTo>
                    <a:pt x="3997439" y="3123361"/>
                  </a:lnTo>
                </a:path>
                <a:path w="4001135" h="3123565">
                  <a:moveTo>
                    <a:pt x="0" y="3119754"/>
                  </a:moveTo>
                  <a:lnTo>
                    <a:pt x="4000677" y="3120123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8485" y="1162801"/>
              <a:ext cx="635" cy="3123565"/>
            </a:xfrm>
            <a:custGeom>
              <a:avLst/>
              <a:gdLst/>
              <a:ahLst/>
              <a:cxnLst/>
              <a:rect l="l" t="t" r="r" b="b"/>
              <a:pathLst>
                <a:path w="634" h="3123565">
                  <a:moveTo>
                    <a:pt x="0" y="0"/>
                  </a:moveTo>
                  <a:lnTo>
                    <a:pt x="355" y="3123361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27315" y="1275475"/>
              <a:ext cx="866140" cy="168275"/>
            </a:xfrm>
            <a:custGeom>
              <a:avLst/>
              <a:gdLst/>
              <a:ahLst/>
              <a:cxnLst/>
              <a:rect l="l" t="t" r="r" b="b"/>
              <a:pathLst>
                <a:path w="866139" h="168275">
                  <a:moveTo>
                    <a:pt x="865784" y="83883"/>
                  </a:moveTo>
                  <a:lnTo>
                    <a:pt x="854290" y="42125"/>
                  </a:lnTo>
                  <a:lnTo>
                    <a:pt x="823683" y="11163"/>
                  </a:lnTo>
                  <a:lnTo>
                    <a:pt x="781570" y="0"/>
                  </a:lnTo>
                  <a:lnTo>
                    <a:pt x="84239" y="0"/>
                  </a:lnTo>
                  <a:lnTo>
                    <a:pt x="72390" y="736"/>
                  </a:lnTo>
                  <a:lnTo>
                    <a:pt x="72936" y="736"/>
                  </a:lnTo>
                  <a:lnTo>
                    <a:pt x="62369" y="2755"/>
                  </a:lnTo>
                  <a:lnTo>
                    <a:pt x="24612" y="24447"/>
                  </a:lnTo>
                  <a:lnTo>
                    <a:pt x="2870" y="62153"/>
                  </a:lnTo>
                  <a:lnTo>
                    <a:pt x="0" y="83883"/>
                  </a:lnTo>
                  <a:lnTo>
                    <a:pt x="0" y="84251"/>
                  </a:lnTo>
                  <a:lnTo>
                    <a:pt x="660" y="94869"/>
                  </a:lnTo>
                  <a:lnTo>
                    <a:pt x="673" y="95084"/>
                  </a:lnTo>
                  <a:lnTo>
                    <a:pt x="2705" y="105625"/>
                  </a:lnTo>
                  <a:lnTo>
                    <a:pt x="2743" y="105803"/>
                  </a:lnTo>
                  <a:lnTo>
                    <a:pt x="6172" y="116039"/>
                  </a:lnTo>
                  <a:lnTo>
                    <a:pt x="6223" y="116205"/>
                  </a:lnTo>
                  <a:lnTo>
                    <a:pt x="32677" y="150774"/>
                  </a:lnTo>
                  <a:lnTo>
                    <a:pt x="72898" y="167398"/>
                  </a:lnTo>
                  <a:lnTo>
                    <a:pt x="83883" y="168122"/>
                  </a:lnTo>
                  <a:lnTo>
                    <a:pt x="781926" y="168122"/>
                  </a:lnTo>
                  <a:lnTo>
                    <a:pt x="823683" y="156603"/>
                  </a:lnTo>
                  <a:lnTo>
                    <a:pt x="854646" y="126009"/>
                  </a:lnTo>
                  <a:lnTo>
                    <a:pt x="862863" y="105803"/>
                  </a:lnTo>
                  <a:lnTo>
                    <a:pt x="862926" y="105625"/>
                  </a:lnTo>
                  <a:lnTo>
                    <a:pt x="865035" y="95084"/>
                  </a:lnTo>
                  <a:lnTo>
                    <a:pt x="865073" y="94869"/>
                  </a:lnTo>
                  <a:lnTo>
                    <a:pt x="865784" y="84251"/>
                  </a:lnTo>
                  <a:lnTo>
                    <a:pt x="865784" y="83883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60044" y="1290499"/>
            <a:ext cx="16078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H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U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sz="800" spc="2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Calibri"/>
                <a:cs typeface="Calibri"/>
              </a:rPr>
              <a:t>G</a:t>
            </a:r>
            <a:r>
              <a:rPr dirty="0" baseline="6944" sz="1200" spc="-172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114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baseline="6944" sz="1200" spc="-172" b="1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114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baseline="6944" sz="1200" spc="-172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baseline="6944" sz="1200" spc="19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FF6A5A"/>
                </a:solidFill>
                <a:latin typeface="Calibri"/>
                <a:cs typeface="Calibri"/>
              </a:rPr>
              <a:t>HORROR</a:t>
            </a:r>
            <a:r>
              <a:rPr dirty="0" baseline="6944" sz="1200" spc="187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6944" sz="1200" spc="-30" b="1">
                <a:solidFill>
                  <a:srgbClr val="FF6A5A"/>
                </a:solidFill>
                <a:latin typeface="Calibri"/>
                <a:cs typeface="Calibri"/>
              </a:rPr>
              <a:t>STORY</a:t>
            </a:r>
            <a:endParaRPr baseline="6944"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076" y="1519201"/>
            <a:ext cx="200660" cy="465455"/>
            <a:chOff x="685076" y="1519201"/>
            <a:chExt cx="200660" cy="46545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076" y="1519201"/>
              <a:ext cx="200520" cy="2005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076" y="1783805"/>
              <a:ext cx="200520" cy="20052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71283" y="1552221"/>
            <a:ext cx="2774315" cy="133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Aarav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Priya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both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clone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project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folder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from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shared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drive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Monday.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0806" y="1549693"/>
            <a:ext cx="3234690" cy="41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800">
              <a:latin typeface="Arial Black"/>
              <a:cs typeface="Arial Black"/>
            </a:endParaRPr>
          </a:p>
          <a:p>
            <a:pPr marL="25400">
              <a:lnSpc>
                <a:spcPct val="100000"/>
              </a:lnSpc>
              <a:spcBef>
                <a:spcPts val="112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r>
              <a:rPr dirty="0" sz="800" spc="135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Aarav</a:t>
            </a:r>
            <a:r>
              <a:rPr dirty="0" baseline="3968" sz="1050" spc="-44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edits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293183"/>
                </a:solidFill>
                <a:latin typeface="Calibri"/>
                <a:cs typeface="Calibri"/>
              </a:rPr>
              <a:t>clean_contacts.py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baseline="3968" sz="1050" spc="-44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30">
                <a:solidFill>
                  <a:srgbClr val="1A1E39"/>
                </a:solidFill>
                <a:latin typeface="Calibri"/>
                <a:cs typeface="Calibri"/>
              </a:rPr>
              <a:t>Tuesday.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Priya</a:t>
            </a:r>
            <a:r>
              <a:rPr dirty="0" baseline="3968" sz="1050" spc="-44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edits</a:t>
            </a:r>
            <a:r>
              <a:rPr dirty="0" baseline="3968" sz="105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3968" sz="105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same</a:t>
            </a:r>
            <a:r>
              <a:rPr dirty="0" baseline="3968" sz="105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file</a:t>
            </a:r>
            <a:r>
              <a:rPr dirty="0" baseline="3968" sz="1050" spc="-44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baseline="3968" sz="105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Wednesday.</a:t>
            </a:r>
            <a:endParaRPr baseline="3968" sz="10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85076" y="2048042"/>
            <a:ext cx="200660" cy="808355"/>
            <a:chOff x="685076" y="2048042"/>
            <a:chExt cx="200660" cy="80835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076" y="2048042"/>
              <a:ext cx="200520" cy="2005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076" y="2390764"/>
              <a:ext cx="200520" cy="2005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076" y="2655356"/>
              <a:ext cx="200520" cy="20052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10806" y="2078534"/>
            <a:ext cx="3658235" cy="868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7175" indent="-231775">
              <a:lnSpc>
                <a:spcPts val="930"/>
              </a:lnSpc>
              <a:spcBef>
                <a:spcPts val="100"/>
              </a:spcBef>
              <a:buClr>
                <a:srgbClr val="FFFFFF"/>
              </a:buClr>
              <a:buFont typeface="Arial Black"/>
              <a:buAutoNum type="arabicPeriod" startAt="3"/>
              <a:tabLst>
                <a:tab pos="257175" algn="l"/>
              </a:tabLst>
            </a:pP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Aarav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emails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his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version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Priya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Thursday.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Priya's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changes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overwrite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Aarav's.</a:t>
            </a:r>
            <a:endParaRPr baseline="6944" sz="1200">
              <a:latin typeface="Calibri"/>
              <a:cs typeface="Calibri"/>
            </a:endParaRPr>
          </a:p>
          <a:p>
            <a:pPr marL="260350">
              <a:lnSpc>
                <a:spcPts val="930"/>
              </a:lnSpc>
            </a:pP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Aarav's</a:t>
            </a:r>
            <a:r>
              <a:rPr dirty="0" sz="800" spc="-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work</a:t>
            </a:r>
            <a:r>
              <a:rPr dirty="0" sz="800" spc="-3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is</a:t>
            </a:r>
            <a:r>
              <a:rPr dirty="0" sz="800" spc="-3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gone.</a:t>
            </a:r>
            <a:endParaRPr sz="800">
              <a:latin typeface="Calibri"/>
              <a:cs typeface="Calibri"/>
            </a:endParaRPr>
          </a:p>
          <a:p>
            <a:pPr marL="257175" indent="-231775">
              <a:lnSpc>
                <a:spcPct val="100000"/>
              </a:lnSpc>
              <a:spcBef>
                <a:spcPts val="840"/>
              </a:spcBef>
              <a:buClr>
                <a:srgbClr val="FFFFFF"/>
              </a:buClr>
              <a:buSzPct val="114285"/>
              <a:buFont typeface="Arial Black"/>
              <a:buAutoNum type="arabicPeriod" startAt="4"/>
              <a:tabLst>
                <a:tab pos="257175" algn="l"/>
              </a:tabLst>
            </a:pP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Friday:</a:t>
            </a:r>
            <a:r>
              <a:rPr dirty="0" baseline="3968" sz="105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they</a:t>
            </a:r>
            <a:r>
              <a:rPr dirty="0" baseline="3968" sz="105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try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baseline="3968" sz="105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merge manually.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Two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hours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37">
                <a:solidFill>
                  <a:srgbClr val="1A1E39"/>
                </a:solidFill>
                <a:latin typeface="Calibri"/>
                <a:cs typeface="Calibri"/>
              </a:rPr>
              <a:t>later,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they're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not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sure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which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version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baseline="3968" sz="105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correct.</a:t>
            </a:r>
            <a:endParaRPr baseline="3968"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Clr>
                <a:srgbClr val="FFFFFF"/>
              </a:buClr>
              <a:buFont typeface="Arial Black"/>
              <a:buAutoNum type="arabicPeriod" startAt="4"/>
            </a:pPr>
            <a:endParaRPr sz="700">
              <a:latin typeface="Calibri"/>
              <a:cs typeface="Calibri"/>
            </a:endParaRPr>
          </a:p>
          <a:p>
            <a:pPr marL="256540" marR="30480" indent="-231775">
              <a:lnSpc>
                <a:spcPts val="900"/>
              </a:lnSpc>
              <a:buClr>
                <a:srgbClr val="FFFFFF"/>
              </a:buClr>
              <a:buFont typeface="Arial Black"/>
              <a:buAutoNum type="arabicPeriod" startAt="4"/>
              <a:tabLst>
                <a:tab pos="260350" algn="l"/>
              </a:tabLst>
            </a:pP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Monday: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they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rename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file</a:t>
            </a:r>
            <a:r>
              <a:rPr dirty="0" baseline="6944" sz="1200" spc="-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FF6A5A"/>
                </a:solidFill>
                <a:latin typeface="Calibri"/>
                <a:cs typeface="Calibri"/>
              </a:rPr>
              <a:t>clean_contacts_FINAL_v3_really_final.py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.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This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37">
                <a:solidFill>
                  <a:srgbClr val="1A1E39"/>
                </a:solidFill>
                <a:latin typeface="Calibri"/>
                <a:cs typeface="Calibri"/>
              </a:rPr>
              <a:t>not</a:t>
            </a:r>
            <a:r>
              <a:rPr dirty="0" baseline="6944" sz="1200" spc="7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750">
                <a:solidFill>
                  <a:srgbClr val="1A1E39"/>
                </a:solidFill>
                <a:latin typeface="Calibri"/>
                <a:cs typeface="Calibri"/>
              </a:rPr>
              <a:t>	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version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control.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5444" y="4044494"/>
            <a:ext cx="23964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797E94"/>
                </a:solidFill>
                <a:latin typeface="Calibri"/>
                <a:cs typeface="Calibri"/>
              </a:rPr>
              <a:t>Every</a:t>
            </a:r>
            <a:r>
              <a:rPr dirty="0" sz="800" spc="-2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797E94"/>
                </a:solidFill>
                <a:latin typeface="Calibri"/>
                <a:cs typeface="Calibri"/>
              </a:rPr>
              <a:t>team</a:t>
            </a:r>
            <a:r>
              <a:rPr dirty="0" sz="800" spc="-2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797E94"/>
                </a:solidFill>
                <a:latin typeface="Calibri"/>
                <a:cs typeface="Calibri"/>
              </a:rPr>
              <a:t>that</a:t>
            </a:r>
            <a:r>
              <a:rPr dirty="0" sz="800" spc="-2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797E94"/>
                </a:solidFill>
                <a:latin typeface="Calibri"/>
                <a:cs typeface="Calibri"/>
              </a:rPr>
              <a:t>doesn't</a:t>
            </a:r>
            <a:r>
              <a:rPr dirty="0" sz="800" spc="-2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797E94"/>
                </a:solidFill>
                <a:latin typeface="Calibri"/>
                <a:cs typeface="Calibri"/>
              </a:rPr>
              <a:t>use</a:t>
            </a:r>
            <a:r>
              <a:rPr dirty="0" sz="800" spc="-2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797E94"/>
                </a:solidFill>
                <a:latin typeface="Calibri"/>
                <a:cs typeface="Calibri"/>
              </a:rPr>
              <a:t>Git</a:t>
            </a:r>
            <a:r>
              <a:rPr dirty="0" sz="800" spc="-2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797E94"/>
                </a:solidFill>
                <a:latin typeface="Calibri"/>
                <a:cs typeface="Calibri"/>
              </a:rPr>
              <a:t>lives</a:t>
            </a:r>
            <a:r>
              <a:rPr dirty="0" sz="800" spc="-2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797E94"/>
                </a:solidFill>
                <a:latin typeface="Calibri"/>
                <a:cs typeface="Calibri"/>
              </a:rPr>
              <a:t>this</a:t>
            </a:r>
            <a:r>
              <a:rPr dirty="0" sz="800" spc="-20" i="1">
                <a:solidFill>
                  <a:srgbClr val="797E94"/>
                </a:solidFill>
                <a:latin typeface="Calibri"/>
                <a:cs typeface="Calibri"/>
              </a:rPr>
              <a:t> story.</a:t>
            </a:r>
            <a:r>
              <a:rPr dirty="0" sz="800" spc="-2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797E94"/>
                </a:solidFill>
                <a:latin typeface="Calibri"/>
                <a:cs typeface="Calibri"/>
              </a:rPr>
              <a:t>Every</a:t>
            </a:r>
            <a:r>
              <a:rPr dirty="0" sz="800" spc="-20" i="1">
                <a:solidFill>
                  <a:srgbClr val="797E94"/>
                </a:solidFill>
                <a:latin typeface="Calibri"/>
                <a:cs typeface="Calibri"/>
              </a:rPr>
              <a:t> team.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25073" y="1148513"/>
            <a:ext cx="4008754" cy="3152140"/>
            <a:chOff x="4625073" y="1148513"/>
            <a:chExt cx="4008754" cy="3152140"/>
          </a:xfrm>
        </p:grpSpPr>
        <p:sp>
          <p:nvSpPr>
            <p:cNvPr id="24" name="object 24"/>
            <p:cNvSpPr/>
            <p:nvPr/>
          </p:nvSpPr>
          <p:spPr>
            <a:xfrm>
              <a:off x="4629238" y="1162445"/>
              <a:ext cx="4001135" cy="3123565"/>
            </a:xfrm>
            <a:custGeom>
              <a:avLst/>
              <a:gdLst/>
              <a:ahLst/>
              <a:cxnLst/>
              <a:rect l="l" t="t" r="r" b="b"/>
              <a:pathLst>
                <a:path w="4001134" h="3123565">
                  <a:moveTo>
                    <a:pt x="3867124" y="0"/>
                  </a:moveTo>
                  <a:lnTo>
                    <a:pt x="133197" y="0"/>
                  </a:lnTo>
                  <a:lnTo>
                    <a:pt x="115730" y="1142"/>
                  </a:lnTo>
                  <a:lnTo>
                    <a:pt x="66598" y="17640"/>
                  </a:lnTo>
                  <a:lnTo>
                    <a:pt x="27611" y="52116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2990151"/>
                  </a:lnTo>
                  <a:lnTo>
                    <a:pt x="1113" y="3007242"/>
                  </a:lnTo>
                  <a:lnTo>
                    <a:pt x="1136" y="3007597"/>
                  </a:lnTo>
                  <a:lnTo>
                    <a:pt x="4430" y="3024314"/>
                  </a:lnTo>
                  <a:lnTo>
                    <a:pt x="4500" y="3024670"/>
                  </a:lnTo>
                  <a:lnTo>
                    <a:pt x="27465" y="3071232"/>
                  </a:lnTo>
                  <a:lnTo>
                    <a:pt x="66598" y="3105353"/>
                  </a:lnTo>
                  <a:lnTo>
                    <a:pt x="115758" y="3122219"/>
                  </a:lnTo>
                  <a:lnTo>
                    <a:pt x="133197" y="3123361"/>
                  </a:lnTo>
                  <a:lnTo>
                    <a:pt x="3867480" y="3122993"/>
                  </a:lnTo>
                  <a:lnTo>
                    <a:pt x="3918461" y="3112969"/>
                  </a:lnTo>
                  <a:lnTo>
                    <a:pt x="3961623" y="3083983"/>
                  </a:lnTo>
                  <a:lnTo>
                    <a:pt x="3990503" y="3040777"/>
                  </a:lnTo>
                  <a:lnTo>
                    <a:pt x="3999464" y="3007597"/>
                  </a:lnTo>
                  <a:lnTo>
                    <a:pt x="3999535" y="3007242"/>
                  </a:lnTo>
                  <a:lnTo>
                    <a:pt x="4000654" y="2990151"/>
                  </a:lnTo>
                  <a:lnTo>
                    <a:pt x="4000677" y="2989795"/>
                  </a:lnTo>
                  <a:lnTo>
                    <a:pt x="4000322" y="133197"/>
                  </a:lnTo>
                  <a:lnTo>
                    <a:pt x="3990297" y="82216"/>
                  </a:lnTo>
                  <a:lnTo>
                    <a:pt x="3961307" y="39054"/>
                  </a:lnTo>
                  <a:lnTo>
                    <a:pt x="3918098" y="10174"/>
                  </a:lnTo>
                  <a:lnTo>
                    <a:pt x="3884563" y="1142"/>
                  </a:lnTo>
                  <a:lnTo>
                    <a:pt x="386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628883" y="1162801"/>
              <a:ext cx="4001135" cy="3123565"/>
            </a:xfrm>
            <a:custGeom>
              <a:avLst/>
              <a:gdLst/>
              <a:ahLst/>
              <a:cxnLst/>
              <a:rect l="l" t="t" r="r" b="b"/>
              <a:pathLst>
                <a:path w="4001134" h="3123565">
                  <a:moveTo>
                    <a:pt x="0" y="3606"/>
                  </a:moveTo>
                  <a:lnTo>
                    <a:pt x="4000677" y="3962"/>
                  </a:lnTo>
                </a:path>
                <a:path w="4001134" h="3123565">
                  <a:moveTo>
                    <a:pt x="3997070" y="0"/>
                  </a:moveTo>
                  <a:lnTo>
                    <a:pt x="3997439" y="3123361"/>
                  </a:lnTo>
                </a:path>
                <a:path w="4001134" h="3123565">
                  <a:moveTo>
                    <a:pt x="0" y="3119754"/>
                  </a:moveTo>
                  <a:lnTo>
                    <a:pt x="4000677" y="3120123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643284" y="1162801"/>
              <a:ext cx="635" cy="3123565"/>
            </a:xfrm>
            <a:custGeom>
              <a:avLst/>
              <a:gdLst/>
              <a:ahLst/>
              <a:cxnLst/>
              <a:rect l="l" t="t" r="r" b="b"/>
              <a:pathLst>
                <a:path w="635" h="3123565">
                  <a:moveTo>
                    <a:pt x="0" y="0"/>
                  </a:moveTo>
                  <a:lnTo>
                    <a:pt x="355" y="3123361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256364" y="1275475"/>
              <a:ext cx="743585" cy="168275"/>
            </a:xfrm>
            <a:custGeom>
              <a:avLst/>
              <a:gdLst/>
              <a:ahLst/>
              <a:cxnLst/>
              <a:rect l="l" t="t" r="r" b="b"/>
              <a:pathLst>
                <a:path w="743585" h="168275">
                  <a:moveTo>
                    <a:pt x="743369" y="83883"/>
                  </a:moveTo>
                  <a:lnTo>
                    <a:pt x="731875" y="42125"/>
                  </a:lnTo>
                  <a:lnTo>
                    <a:pt x="701281" y="11163"/>
                  </a:lnTo>
                  <a:lnTo>
                    <a:pt x="659155" y="0"/>
                  </a:lnTo>
                  <a:lnTo>
                    <a:pt x="84239" y="0"/>
                  </a:lnTo>
                  <a:lnTo>
                    <a:pt x="72377" y="736"/>
                  </a:lnTo>
                  <a:lnTo>
                    <a:pt x="72923" y="736"/>
                  </a:lnTo>
                  <a:lnTo>
                    <a:pt x="62357" y="2755"/>
                  </a:lnTo>
                  <a:lnTo>
                    <a:pt x="24612" y="24447"/>
                  </a:lnTo>
                  <a:lnTo>
                    <a:pt x="2870" y="62153"/>
                  </a:lnTo>
                  <a:lnTo>
                    <a:pt x="0" y="83883"/>
                  </a:lnTo>
                  <a:lnTo>
                    <a:pt x="0" y="84251"/>
                  </a:lnTo>
                  <a:lnTo>
                    <a:pt x="660" y="94869"/>
                  </a:lnTo>
                  <a:lnTo>
                    <a:pt x="673" y="95084"/>
                  </a:lnTo>
                  <a:lnTo>
                    <a:pt x="2705" y="105625"/>
                  </a:lnTo>
                  <a:lnTo>
                    <a:pt x="2730" y="105803"/>
                  </a:lnTo>
                  <a:lnTo>
                    <a:pt x="6159" y="116039"/>
                  </a:lnTo>
                  <a:lnTo>
                    <a:pt x="32664" y="150774"/>
                  </a:lnTo>
                  <a:lnTo>
                    <a:pt x="72885" y="167398"/>
                  </a:lnTo>
                  <a:lnTo>
                    <a:pt x="83870" y="168122"/>
                  </a:lnTo>
                  <a:lnTo>
                    <a:pt x="659511" y="168122"/>
                  </a:lnTo>
                  <a:lnTo>
                    <a:pt x="701281" y="156603"/>
                  </a:lnTo>
                  <a:lnTo>
                    <a:pt x="732231" y="126009"/>
                  </a:lnTo>
                  <a:lnTo>
                    <a:pt x="740448" y="105803"/>
                  </a:lnTo>
                  <a:lnTo>
                    <a:pt x="740511" y="105625"/>
                  </a:lnTo>
                  <a:lnTo>
                    <a:pt x="742619" y="95084"/>
                  </a:lnTo>
                  <a:lnTo>
                    <a:pt x="742657" y="94869"/>
                  </a:lnTo>
                  <a:lnTo>
                    <a:pt x="743369" y="84251"/>
                  </a:lnTo>
                  <a:lnTo>
                    <a:pt x="743369" y="83883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774844" y="1290499"/>
            <a:ext cx="12769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sz="800" spc="-5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H</a:t>
            </a:r>
            <a:r>
              <a:rPr dirty="0" sz="800" spc="29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G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baseline="6944" sz="1200" b="1">
                <a:solidFill>
                  <a:srgbClr val="293183"/>
                </a:solidFill>
                <a:latin typeface="Calibri"/>
                <a:cs typeface="Calibri"/>
              </a:rPr>
              <a:t>T</a:t>
            </a:r>
            <a:r>
              <a:rPr dirty="0" baseline="6944" sz="1200" b="1">
                <a:solidFill>
                  <a:srgbClr val="293183"/>
                </a:solidFill>
                <a:latin typeface="Calibri"/>
                <a:cs typeface="Calibri"/>
              </a:rPr>
              <a:t>HE</a:t>
            </a:r>
            <a:r>
              <a:rPr dirty="0" baseline="6944" sz="1200" spc="209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293183"/>
                </a:solidFill>
                <a:latin typeface="Calibri"/>
                <a:cs typeface="Calibri"/>
              </a:rPr>
              <a:t>SAME</a:t>
            </a:r>
            <a:r>
              <a:rPr dirty="0" baseline="6944" sz="1200" spc="217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6944" sz="1200" spc="-30" b="1">
                <a:solidFill>
                  <a:srgbClr val="293183"/>
                </a:solidFill>
                <a:latin typeface="Calibri"/>
                <a:cs typeface="Calibri"/>
              </a:rPr>
              <a:t>WEEK</a:t>
            </a:r>
            <a:endParaRPr baseline="6944"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99876" y="1519201"/>
            <a:ext cx="200660" cy="465455"/>
            <a:chOff x="4799876" y="1519201"/>
            <a:chExt cx="200660" cy="46545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99876" y="1519201"/>
              <a:ext cx="200520" cy="20052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99876" y="1783805"/>
              <a:ext cx="200520" cy="20052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086083" y="1552221"/>
            <a:ext cx="2961005" cy="133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Aarav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Priya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both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clone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same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GitHub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repo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Monday.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Same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starting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point.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25606" y="1549693"/>
            <a:ext cx="3577590" cy="41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800">
              <a:latin typeface="Arial Black"/>
              <a:cs typeface="Arial Black"/>
            </a:endParaRPr>
          </a:p>
          <a:p>
            <a:pPr marL="25400">
              <a:lnSpc>
                <a:spcPct val="100000"/>
              </a:lnSpc>
              <a:spcBef>
                <a:spcPts val="112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r>
              <a:rPr dirty="0" sz="800" spc="16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Aarav</a:t>
            </a:r>
            <a:r>
              <a:rPr dirty="0" baseline="3968" sz="105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edits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293183"/>
                </a:solidFill>
                <a:latin typeface="Calibri"/>
                <a:cs typeface="Calibri"/>
              </a:rPr>
              <a:t>clean_contacts.py</a:t>
            </a:r>
            <a:r>
              <a:rPr dirty="0" baseline="3968" sz="105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baseline="3968" sz="105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30">
                <a:solidFill>
                  <a:srgbClr val="1A1E39"/>
                </a:solidFill>
                <a:latin typeface="Calibri"/>
                <a:cs typeface="Calibri"/>
              </a:rPr>
              <a:t>Tuesday.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Commits</a:t>
            </a:r>
            <a:r>
              <a:rPr dirty="0" baseline="3968" sz="105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with</a:t>
            </a:r>
            <a:r>
              <a:rPr dirty="0" baseline="3968" sz="105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message:</a:t>
            </a:r>
            <a:r>
              <a:rPr dirty="0" baseline="3968" sz="1050" spc="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FF6A5A"/>
                </a:solidFill>
                <a:latin typeface="Calibri"/>
                <a:cs typeface="Calibri"/>
              </a:rPr>
              <a:t>"Add</a:t>
            </a:r>
            <a:r>
              <a:rPr dirty="0" baseline="3968" sz="1050" spc="-3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FF6A5A"/>
                </a:solidFill>
                <a:latin typeface="Calibri"/>
                <a:cs typeface="Calibri"/>
              </a:rPr>
              <a:t>email</a:t>
            </a:r>
            <a:r>
              <a:rPr dirty="0" baseline="3968" sz="1050" spc="-3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FF6A5A"/>
                </a:solidFill>
                <a:latin typeface="Calibri"/>
                <a:cs typeface="Calibri"/>
              </a:rPr>
              <a:t>validation."</a:t>
            </a:r>
            <a:endParaRPr baseline="3968" sz="10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799876" y="2048042"/>
            <a:ext cx="200660" cy="729615"/>
            <a:chOff x="4799876" y="2048042"/>
            <a:chExt cx="200660" cy="729615"/>
          </a:xfrm>
        </p:grpSpPr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99876" y="2048042"/>
              <a:ext cx="200520" cy="20052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99876" y="2312278"/>
              <a:ext cx="200520" cy="20052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99876" y="2576527"/>
              <a:ext cx="200520" cy="20052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825606" y="2078534"/>
            <a:ext cx="3622040" cy="789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7175" indent="-23177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SzPct val="114285"/>
              <a:buFont typeface="Arial Black"/>
              <a:buAutoNum type="arabicPeriod" startAt="3"/>
              <a:tabLst>
                <a:tab pos="257175" algn="l"/>
              </a:tabLst>
            </a:pP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Priya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edits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same</a:t>
            </a:r>
            <a:r>
              <a:rPr dirty="0" baseline="3968" sz="1050" spc="-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file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baseline="3968" sz="1050" spc="-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30">
                <a:solidFill>
                  <a:srgbClr val="1A1E39"/>
                </a:solidFill>
                <a:latin typeface="Calibri"/>
                <a:cs typeface="Calibri"/>
              </a:rPr>
              <a:t>Wednesday.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 Commits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with</a:t>
            </a:r>
            <a:r>
              <a:rPr dirty="0" baseline="3968" sz="1050" spc="-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message:</a:t>
            </a:r>
            <a:r>
              <a:rPr dirty="0" baseline="3968" sz="1050" spc="44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FF6A5A"/>
                </a:solidFill>
                <a:latin typeface="Calibri"/>
                <a:cs typeface="Calibri"/>
              </a:rPr>
              <a:t>"Skip</a:t>
            </a:r>
            <a:r>
              <a:rPr dirty="0" baseline="3968" sz="1050" spc="-7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FF6A5A"/>
                </a:solidFill>
                <a:latin typeface="Calibri"/>
                <a:cs typeface="Calibri"/>
              </a:rPr>
              <a:t>lines</a:t>
            </a:r>
            <a:r>
              <a:rPr dirty="0" baseline="3968" sz="1050" spc="-22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FF6A5A"/>
                </a:solidFill>
                <a:latin typeface="Calibri"/>
                <a:cs typeface="Calibri"/>
              </a:rPr>
              <a:t>without name."</a:t>
            </a:r>
            <a:endParaRPr baseline="3968"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Clr>
                <a:srgbClr val="FFFFFF"/>
              </a:buClr>
              <a:buFont typeface="Arial Black"/>
              <a:buAutoNum type="arabicPeriod" startAt="3"/>
            </a:pPr>
            <a:endParaRPr sz="700">
              <a:latin typeface="Calibri"/>
              <a:cs typeface="Calibri"/>
            </a:endParaRPr>
          </a:p>
          <a:p>
            <a:pPr marL="257175" indent="-231775">
              <a:lnSpc>
                <a:spcPct val="100000"/>
              </a:lnSpc>
              <a:buClr>
                <a:srgbClr val="FFFFFF"/>
              </a:buClr>
              <a:buSzPct val="114285"/>
              <a:buFont typeface="Arial Black"/>
              <a:buAutoNum type="arabicPeriod" startAt="3"/>
              <a:tabLst>
                <a:tab pos="257175" algn="l"/>
              </a:tabLst>
            </a:pP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Thursday: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Priya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pulls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Aarav's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commit.</a:t>
            </a:r>
            <a:r>
              <a:rPr dirty="0" baseline="3968" sz="105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merges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1A1E39"/>
                </a:solidFill>
                <a:latin typeface="Calibri"/>
                <a:cs typeface="Calibri"/>
              </a:rPr>
              <a:t>both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 changes</a:t>
            </a:r>
            <a:r>
              <a:rPr dirty="0" baseline="3968" sz="105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1A1E39"/>
                </a:solidFill>
                <a:latin typeface="Calibri"/>
                <a:cs typeface="Calibri"/>
              </a:rPr>
              <a:t>automatically.</a:t>
            </a:r>
            <a:r>
              <a:rPr dirty="0" baseline="3968" sz="1050" spc="5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293183"/>
                </a:solidFill>
                <a:latin typeface="Calibri"/>
                <a:cs typeface="Calibri"/>
              </a:rPr>
              <a:t>Nothing</a:t>
            </a:r>
            <a:r>
              <a:rPr dirty="0" baseline="3968" sz="1050" spc="-22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968" sz="1050">
                <a:solidFill>
                  <a:srgbClr val="293183"/>
                </a:solidFill>
                <a:latin typeface="Calibri"/>
                <a:cs typeface="Calibri"/>
              </a:rPr>
              <a:t>is</a:t>
            </a:r>
            <a:r>
              <a:rPr dirty="0" baseline="3968" sz="1050" spc="-22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968" sz="1050" spc="-15">
                <a:solidFill>
                  <a:srgbClr val="293183"/>
                </a:solidFill>
                <a:latin typeface="Calibri"/>
                <a:cs typeface="Calibri"/>
              </a:rPr>
              <a:t>lost.</a:t>
            </a:r>
            <a:endParaRPr baseline="3968"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Clr>
                <a:srgbClr val="FFFFFF"/>
              </a:buClr>
              <a:buFont typeface="Arial Black"/>
              <a:buAutoNum type="arabicPeriod" startAt="3"/>
            </a:pPr>
            <a:endParaRPr sz="700">
              <a:latin typeface="Calibri"/>
              <a:cs typeface="Calibri"/>
            </a:endParaRPr>
          </a:p>
          <a:p>
            <a:pPr marL="256540" marR="181610" indent="-231775">
              <a:lnSpc>
                <a:spcPts val="900"/>
              </a:lnSpc>
              <a:buClr>
                <a:srgbClr val="FFFFFF"/>
              </a:buClr>
              <a:buFont typeface="Arial Black"/>
              <a:buAutoNum type="arabicPeriod" startAt="3"/>
              <a:tabLst>
                <a:tab pos="260350" algn="l"/>
              </a:tabLst>
            </a:pP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Friday: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if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they</a:t>
            </a:r>
            <a:r>
              <a:rPr dirty="0" baseline="6944" sz="120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edited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same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line,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flags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as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conflict.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They</a:t>
            </a:r>
            <a:r>
              <a:rPr dirty="0" baseline="6944" sz="120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resolve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in</a:t>
            </a:r>
            <a:r>
              <a:rPr dirty="0" baseline="6944" sz="1200" spc="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75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baseline="6944" sz="1200" spc="7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baseline="6944" sz="1200" spc="750">
                <a:solidFill>
                  <a:srgbClr val="293183"/>
                </a:solidFill>
                <a:latin typeface="Trebuchet MS"/>
                <a:cs typeface="Trebuchet MS"/>
              </a:rPr>
              <a:t>	</a:t>
            </a:r>
            <a:r>
              <a:rPr dirty="0" sz="800" spc="-125">
                <a:solidFill>
                  <a:srgbClr val="293183"/>
                </a:solidFill>
                <a:latin typeface="Trebuchet MS"/>
                <a:cs typeface="Trebuchet MS"/>
              </a:rPr>
              <a:t>m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in</a:t>
            </a:r>
            <a:r>
              <a:rPr dirty="0" sz="800" spc="-11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s</a:t>
            </a:r>
            <a:r>
              <a:rPr dirty="0" sz="800" spc="-1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Trebuchet MS"/>
                <a:cs typeface="Trebuchet MS"/>
              </a:rPr>
              <a:t>,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n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o</a:t>
            </a:r>
            <a:r>
              <a:rPr dirty="0" sz="800" spc="-1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800" spc="11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o</a:t>
            </a:r>
            <a:r>
              <a:rPr dirty="0" sz="800" spc="-1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r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s</a:t>
            </a:r>
            <a:r>
              <a:rPr dirty="0" sz="8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1A1E39"/>
                </a:solidFill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00244" y="4063938"/>
            <a:ext cx="222758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Same</a:t>
            </a:r>
            <a:r>
              <a:rPr dirty="0" sz="650" spc="-1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work.</a:t>
            </a:r>
            <a:r>
              <a:rPr dirty="0" sz="6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Zero</a:t>
            </a:r>
            <a:r>
              <a:rPr dirty="0" sz="650" spc="-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lost</a:t>
            </a:r>
            <a:r>
              <a:rPr dirty="0" sz="6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changes.</a:t>
            </a:r>
            <a:r>
              <a:rPr dirty="0" sz="650" spc="-1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A</a:t>
            </a:r>
            <a:r>
              <a:rPr dirty="0" sz="650" spc="-1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history</a:t>
            </a:r>
            <a:r>
              <a:rPr dirty="0" sz="650" spc="-1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of</a:t>
            </a:r>
            <a:r>
              <a:rPr dirty="0" sz="6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every</a:t>
            </a:r>
            <a:r>
              <a:rPr dirty="0" sz="650" spc="-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797E94"/>
                </a:solidFill>
                <a:latin typeface="Calibri"/>
                <a:cs typeface="Calibri"/>
              </a:rPr>
              <a:t>decision,</a:t>
            </a:r>
            <a:r>
              <a:rPr dirty="0" sz="6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50" spc="-10" i="1">
                <a:solidFill>
                  <a:srgbClr val="797E94"/>
                </a:solidFill>
                <a:latin typeface="Calibri"/>
                <a:cs typeface="Calibri"/>
              </a:rPr>
              <a:t>forever.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14438" y="4385883"/>
            <a:ext cx="8115934" cy="357505"/>
          </a:xfrm>
          <a:custGeom>
            <a:avLst/>
            <a:gdLst/>
            <a:ahLst/>
            <a:cxnLst/>
            <a:rect l="l" t="t" r="r" b="b"/>
            <a:pathLst>
              <a:path w="8115934" h="357504">
                <a:moveTo>
                  <a:pt x="8115478" y="178562"/>
                </a:moveTo>
                <a:lnTo>
                  <a:pt x="8109394" y="132308"/>
                </a:lnTo>
                <a:lnTo>
                  <a:pt x="8091716" y="89281"/>
                </a:lnTo>
                <a:lnTo>
                  <a:pt x="8063141" y="52336"/>
                </a:lnTo>
                <a:lnTo>
                  <a:pt x="8026197" y="23761"/>
                </a:lnTo>
                <a:lnTo>
                  <a:pt x="7983169" y="6083"/>
                </a:lnTo>
                <a:lnTo>
                  <a:pt x="7936916" y="0"/>
                </a:lnTo>
                <a:lnTo>
                  <a:pt x="178562" y="0"/>
                </a:lnTo>
                <a:lnTo>
                  <a:pt x="132295" y="6083"/>
                </a:lnTo>
                <a:lnTo>
                  <a:pt x="89281" y="23761"/>
                </a:lnTo>
                <a:lnTo>
                  <a:pt x="52324" y="52336"/>
                </a:lnTo>
                <a:lnTo>
                  <a:pt x="23761" y="89281"/>
                </a:lnTo>
                <a:lnTo>
                  <a:pt x="6070" y="132308"/>
                </a:lnTo>
                <a:lnTo>
                  <a:pt x="0" y="178562"/>
                </a:lnTo>
                <a:lnTo>
                  <a:pt x="1524" y="201930"/>
                </a:lnTo>
                <a:lnTo>
                  <a:pt x="13512" y="246913"/>
                </a:lnTo>
                <a:lnTo>
                  <a:pt x="36880" y="287248"/>
                </a:lnTo>
                <a:lnTo>
                  <a:pt x="69875" y="320243"/>
                </a:lnTo>
                <a:lnTo>
                  <a:pt x="110210" y="343611"/>
                </a:lnTo>
                <a:lnTo>
                  <a:pt x="155194" y="355600"/>
                </a:lnTo>
                <a:lnTo>
                  <a:pt x="178562" y="357124"/>
                </a:lnTo>
                <a:lnTo>
                  <a:pt x="7936916" y="357124"/>
                </a:lnTo>
                <a:lnTo>
                  <a:pt x="7983169" y="351053"/>
                </a:lnTo>
                <a:lnTo>
                  <a:pt x="8026197" y="333362"/>
                </a:lnTo>
                <a:lnTo>
                  <a:pt x="8063141" y="304787"/>
                </a:lnTo>
                <a:lnTo>
                  <a:pt x="8091716" y="267843"/>
                </a:lnTo>
                <a:lnTo>
                  <a:pt x="8109394" y="224828"/>
                </a:lnTo>
                <a:lnTo>
                  <a:pt x="8115478" y="178562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92175" y="4495217"/>
            <a:ext cx="61099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895" algn="l"/>
              </a:tabLst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KEY</a:t>
            </a:r>
            <a:r>
              <a:rPr dirty="0" sz="800" spc="10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Calibri"/>
                <a:cs typeface="Calibri"/>
              </a:rPr>
              <a:t>IDEA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doesn't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just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save your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code.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saves</a:t>
            </a:r>
            <a:r>
              <a:rPr dirty="0" sz="700" spc="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FF6A5A"/>
                </a:solidFill>
                <a:latin typeface="Calibri"/>
                <a:cs typeface="Calibri"/>
              </a:rPr>
              <a:t>every</a:t>
            </a:r>
            <a:r>
              <a:rPr dirty="0" sz="7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FF6A5A"/>
                </a:solidFill>
                <a:latin typeface="Calibri"/>
                <a:cs typeface="Calibri"/>
              </a:rPr>
              <a:t>version</a:t>
            </a:r>
            <a:r>
              <a:rPr dirty="0" sz="7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of</a:t>
            </a:r>
            <a:r>
              <a:rPr dirty="0" sz="7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FF6A5A"/>
                </a:solidFill>
                <a:latin typeface="Calibri"/>
                <a:cs typeface="Calibri"/>
              </a:rPr>
              <a:t>your</a:t>
            </a:r>
            <a:r>
              <a:rPr dirty="0" sz="7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code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with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message explaining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why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each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change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happened.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That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history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real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product.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4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36221"/>
            <a:ext cx="14198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8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Git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tool.</a:t>
            </a:r>
            <a:r>
              <a:rPr dirty="0" spc="-60"/>
              <a:t> </a:t>
            </a:r>
            <a:r>
              <a:rPr dirty="0"/>
              <a:t>GitHub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place.</a:t>
            </a:r>
            <a:r>
              <a:rPr dirty="0" spc="-60"/>
              <a:t> </a:t>
            </a:r>
            <a:r>
              <a:rPr dirty="0"/>
              <a:t>They</a:t>
            </a:r>
            <a:r>
              <a:rPr dirty="0" spc="-55"/>
              <a:t> </a:t>
            </a:r>
            <a:r>
              <a:rPr dirty="0"/>
              <a:t>are</a:t>
            </a:r>
            <a:r>
              <a:rPr dirty="0" spc="-60"/>
              <a:t> </a:t>
            </a:r>
            <a:r>
              <a:rPr dirty="0"/>
              <a:t>not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same</a:t>
            </a:r>
            <a:r>
              <a:rPr dirty="0" spc="-55"/>
              <a:t> </a:t>
            </a:r>
            <a:r>
              <a:rPr dirty="0" spc="-10"/>
              <a:t>thing.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1383" y="912852"/>
            <a:ext cx="49466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use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without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cannot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use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without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Let's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get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straight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before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type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commands.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0483" y="1132744"/>
            <a:ext cx="4008120" cy="2917825"/>
            <a:chOff x="510483" y="1132744"/>
            <a:chExt cx="4008120" cy="2917825"/>
          </a:xfrm>
        </p:grpSpPr>
        <p:sp>
          <p:nvSpPr>
            <p:cNvPr id="7" name="object 7"/>
            <p:cNvSpPr/>
            <p:nvPr/>
          </p:nvSpPr>
          <p:spPr>
            <a:xfrm>
              <a:off x="514438" y="1147320"/>
              <a:ext cx="4001135" cy="2889250"/>
            </a:xfrm>
            <a:custGeom>
              <a:avLst/>
              <a:gdLst/>
              <a:ahLst/>
              <a:cxnLst/>
              <a:rect l="l" t="t" r="r" b="b"/>
              <a:pathLst>
                <a:path w="4001135" h="2889250">
                  <a:moveTo>
                    <a:pt x="3867124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7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2755798"/>
                  </a:lnTo>
                  <a:lnTo>
                    <a:pt x="9954" y="2806422"/>
                  </a:lnTo>
                  <a:lnTo>
                    <a:pt x="10024" y="2806629"/>
                  </a:lnTo>
                  <a:lnTo>
                    <a:pt x="38876" y="2849941"/>
                  </a:lnTo>
                  <a:lnTo>
                    <a:pt x="82223" y="2878826"/>
                  </a:lnTo>
                  <a:lnTo>
                    <a:pt x="133197" y="2888995"/>
                  </a:lnTo>
                  <a:lnTo>
                    <a:pt x="3867480" y="2888640"/>
                  </a:lnTo>
                  <a:lnTo>
                    <a:pt x="3918306" y="2878615"/>
                  </a:lnTo>
                  <a:lnTo>
                    <a:pt x="3961623" y="2849764"/>
                  </a:lnTo>
                  <a:lnTo>
                    <a:pt x="3990399" y="2806629"/>
                  </a:lnTo>
                  <a:lnTo>
                    <a:pt x="4000654" y="2755798"/>
                  </a:lnTo>
                  <a:lnTo>
                    <a:pt x="4000677" y="2755442"/>
                  </a:lnTo>
                  <a:lnTo>
                    <a:pt x="4000322" y="133197"/>
                  </a:lnTo>
                  <a:lnTo>
                    <a:pt x="3990297" y="82373"/>
                  </a:lnTo>
                  <a:lnTo>
                    <a:pt x="3961445" y="39063"/>
                  </a:lnTo>
                  <a:lnTo>
                    <a:pt x="3918098" y="10174"/>
                  </a:lnTo>
                  <a:lnTo>
                    <a:pt x="3884563" y="1142"/>
                  </a:lnTo>
                  <a:lnTo>
                    <a:pt x="386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146964"/>
              <a:ext cx="4001135" cy="2889250"/>
            </a:xfrm>
            <a:custGeom>
              <a:avLst/>
              <a:gdLst/>
              <a:ahLst/>
              <a:cxnLst/>
              <a:rect l="l" t="t" r="r" b="b"/>
              <a:pathLst>
                <a:path w="4001135" h="2889250">
                  <a:moveTo>
                    <a:pt x="0" y="3594"/>
                  </a:moveTo>
                  <a:lnTo>
                    <a:pt x="4000677" y="3962"/>
                  </a:lnTo>
                </a:path>
                <a:path w="4001135" h="2889250">
                  <a:moveTo>
                    <a:pt x="3997071" y="0"/>
                  </a:moveTo>
                  <a:lnTo>
                    <a:pt x="3997439" y="2888996"/>
                  </a:lnTo>
                </a:path>
                <a:path w="4001135" h="2889250">
                  <a:moveTo>
                    <a:pt x="0" y="2885401"/>
                  </a:moveTo>
                  <a:lnTo>
                    <a:pt x="4000677" y="2885757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8485" y="1146964"/>
              <a:ext cx="635" cy="2889250"/>
            </a:xfrm>
            <a:custGeom>
              <a:avLst/>
              <a:gdLst/>
              <a:ahLst/>
              <a:cxnLst/>
              <a:rect l="l" t="t" r="r" b="b"/>
              <a:pathLst>
                <a:path w="634" h="2889250">
                  <a:moveTo>
                    <a:pt x="0" y="0"/>
                  </a:moveTo>
                  <a:lnTo>
                    <a:pt x="355" y="2888996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9846" y="1568528"/>
              <a:ext cx="3650615" cy="164465"/>
            </a:xfrm>
            <a:custGeom>
              <a:avLst/>
              <a:gdLst/>
              <a:ahLst/>
              <a:cxnLst/>
              <a:rect l="l" t="t" r="r" b="b"/>
              <a:pathLst>
                <a:path w="3650615" h="164464">
                  <a:moveTo>
                    <a:pt x="3568319" y="0"/>
                  </a:moveTo>
                  <a:lnTo>
                    <a:pt x="82080" y="0"/>
                  </a:lnTo>
                  <a:lnTo>
                    <a:pt x="71362" y="729"/>
                  </a:lnTo>
                  <a:lnTo>
                    <a:pt x="32062" y="17086"/>
                  </a:lnTo>
                  <a:lnTo>
                    <a:pt x="6370" y="50736"/>
                  </a:lnTo>
                  <a:lnTo>
                    <a:pt x="0" y="82080"/>
                  </a:lnTo>
                  <a:lnTo>
                    <a:pt x="729" y="92790"/>
                  </a:lnTo>
                  <a:lnTo>
                    <a:pt x="17086" y="132085"/>
                  </a:lnTo>
                  <a:lnTo>
                    <a:pt x="50736" y="157777"/>
                  </a:lnTo>
                  <a:lnTo>
                    <a:pt x="82080" y="164147"/>
                  </a:lnTo>
                  <a:lnTo>
                    <a:pt x="3568319" y="164147"/>
                  </a:lnTo>
                  <a:lnTo>
                    <a:pt x="3609352" y="152996"/>
                  </a:lnTo>
                  <a:lnTo>
                    <a:pt x="3639235" y="123113"/>
                  </a:lnTo>
                  <a:lnTo>
                    <a:pt x="3650399" y="82080"/>
                  </a:lnTo>
                  <a:lnTo>
                    <a:pt x="3649667" y="71362"/>
                  </a:lnTo>
                  <a:lnTo>
                    <a:pt x="3633300" y="32062"/>
                  </a:lnTo>
                  <a:lnTo>
                    <a:pt x="3599649" y="6370"/>
                  </a:lnTo>
                  <a:lnTo>
                    <a:pt x="3568319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9477" y="3597124"/>
              <a:ext cx="3651250" cy="318135"/>
            </a:xfrm>
            <a:custGeom>
              <a:avLst/>
              <a:gdLst/>
              <a:ahLst/>
              <a:cxnLst/>
              <a:rect l="l" t="t" r="r" b="b"/>
              <a:pathLst>
                <a:path w="3651250" h="318135">
                  <a:moveTo>
                    <a:pt x="114846" y="0"/>
                  </a:moveTo>
                  <a:lnTo>
                    <a:pt x="71001" y="8808"/>
                  </a:lnTo>
                  <a:lnTo>
                    <a:pt x="33888" y="33655"/>
                  </a:lnTo>
                  <a:lnTo>
                    <a:pt x="9171" y="70640"/>
                  </a:lnTo>
                  <a:lnTo>
                    <a:pt x="368" y="114477"/>
                  </a:lnTo>
                  <a:lnTo>
                    <a:pt x="0" y="203034"/>
                  </a:lnTo>
                  <a:lnTo>
                    <a:pt x="1000" y="218057"/>
                  </a:lnTo>
                  <a:lnTo>
                    <a:pt x="15481" y="260273"/>
                  </a:lnTo>
                  <a:lnTo>
                    <a:pt x="44845" y="293838"/>
                  </a:lnTo>
                  <a:lnTo>
                    <a:pt x="84782" y="313553"/>
                  </a:lnTo>
                  <a:lnTo>
                    <a:pt x="114477" y="317512"/>
                  </a:lnTo>
                  <a:lnTo>
                    <a:pt x="3536276" y="317512"/>
                  </a:lnTo>
                  <a:lnTo>
                    <a:pt x="3580121" y="308704"/>
                  </a:lnTo>
                  <a:lnTo>
                    <a:pt x="3617234" y="283857"/>
                  </a:lnTo>
                  <a:lnTo>
                    <a:pt x="3641953" y="246879"/>
                  </a:lnTo>
                  <a:lnTo>
                    <a:pt x="3650767" y="203034"/>
                  </a:lnTo>
                  <a:lnTo>
                    <a:pt x="3650743" y="114477"/>
                  </a:lnTo>
                  <a:lnTo>
                    <a:pt x="3641953" y="70995"/>
                  </a:lnTo>
                  <a:lnTo>
                    <a:pt x="3617101" y="33882"/>
                  </a:lnTo>
                  <a:lnTo>
                    <a:pt x="3580121" y="9163"/>
                  </a:lnTo>
                  <a:lnTo>
                    <a:pt x="3536276" y="355"/>
                  </a:lnTo>
                  <a:lnTo>
                    <a:pt x="114846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43060" y="1224256"/>
            <a:ext cx="3964940" cy="2618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293183"/>
                </a:solidFill>
                <a:latin typeface="Calibri"/>
                <a:cs typeface="Calibri"/>
              </a:rPr>
              <a:t>Git</a:t>
            </a:r>
            <a:endParaRPr sz="180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  <a:spcBef>
                <a:spcPts val="1110"/>
              </a:spcBef>
            </a:pP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T</a:t>
            </a:r>
            <a:r>
              <a:rPr dirty="0" sz="2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H</a:t>
            </a:r>
            <a:r>
              <a:rPr dirty="0" sz="200" spc="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200" spc="20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T</a:t>
            </a:r>
            <a:r>
              <a:rPr dirty="0" sz="2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O</a:t>
            </a:r>
            <a:r>
              <a:rPr dirty="0" sz="2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O</a:t>
            </a:r>
            <a:r>
              <a:rPr dirty="0" sz="2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L</a:t>
            </a:r>
            <a:r>
              <a:rPr dirty="0" sz="200" spc="20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·</a:t>
            </a:r>
            <a:r>
              <a:rPr dirty="0" sz="200" spc="20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R</a:t>
            </a:r>
            <a:r>
              <a:rPr dirty="0" sz="2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U</a:t>
            </a:r>
            <a:r>
              <a:rPr dirty="0" sz="2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N</a:t>
            </a:r>
            <a:r>
              <a:rPr dirty="0" sz="2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S</a:t>
            </a:r>
            <a:r>
              <a:rPr dirty="0" sz="200" spc="204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O</a:t>
            </a:r>
            <a:r>
              <a:rPr dirty="0" sz="2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N</a:t>
            </a:r>
            <a:r>
              <a:rPr dirty="0" sz="200" spc="204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Y</a:t>
            </a:r>
            <a:r>
              <a:rPr dirty="0" sz="2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O</a:t>
            </a:r>
            <a:r>
              <a:rPr dirty="0" sz="2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U</a:t>
            </a:r>
            <a:r>
              <a:rPr dirty="0" sz="2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R</a:t>
            </a:r>
            <a:r>
              <a:rPr dirty="0" sz="200" spc="204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L</a:t>
            </a:r>
            <a:r>
              <a:rPr dirty="0" sz="2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2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P</a:t>
            </a:r>
            <a:r>
              <a:rPr dirty="0" sz="2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T</a:t>
            </a:r>
            <a:r>
              <a:rPr dirty="0" sz="200" spc="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293183"/>
                </a:solidFill>
                <a:latin typeface="Calibri"/>
                <a:cs typeface="Calibri"/>
              </a:rPr>
              <a:t>O</a:t>
            </a:r>
            <a:r>
              <a:rPr dirty="0" sz="2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200" spc="-50" b="1">
                <a:solidFill>
                  <a:srgbClr val="293183"/>
                </a:solidFill>
                <a:latin typeface="Calibri"/>
                <a:cs typeface="Calibri"/>
              </a:rPr>
              <a:t>P</a:t>
            </a: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</a:pP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command-line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tool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installed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your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laptop.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tracks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changes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files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in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folder.</a:t>
            </a:r>
            <a:endParaRPr sz="7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785"/>
              </a:spcBef>
            </a:pP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works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completely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offline.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sz="700" spc="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can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commit,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branch,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merge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without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any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internet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connection.</a:t>
            </a:r>
            <a:endParaRPr sz="700">
              <a:latin typeface="Calibri"/>
              <a:cs typeface="Calibri"/>
            </a:endParaRPr>
          </a:p>
          <a:p>
            <a:pPr marL="156210" marR="187325">
              <a:lnSpc>
                <a:spcPct val="110400"/>
              </a:lnSpc>
              <a:spcBef>
                <a:spcPts val="570"/>
              </a:spcBef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800" spc="-4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was</a:t>
            </a:r>
            <a:r>
              <a:rPr dirty="0" sz="800" spc="-4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built</a:t>
            </a:r>
            <a:r>
              <a:rPr dirty="0" sz="8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by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293183"/>
                </a:solidFill>
                <a:latin typeface="Trebuchet MS"/>
                <a:cs typeface="Trebuchet MS"/>
              </a:rPr>
              <a:t>Lin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s</a:t>
            </a:r>
            <a:r>
              <a:rPr dirty="0" sz="800" spc="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To</a:t>
            </a:r>
            <a:r>
              <a:rPr dirty="0" sz="800" spc="-1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r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v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ld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s</a:t>
            </a:r>
            <a:r>
              <a:rPr dirty="0" sz="800" spc="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in</a:t>
            </a:r>
            <a:r>
              <a:rPr dirty="0" sz="800" spc="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5</a:t>
            </a:r>
            <a:r>
              <a:rPr dirty="0" sz="800" spc="8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same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person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who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built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Linux.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It's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free,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open-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source,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runs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every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major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tech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company's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codebase.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8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2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version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45">
                <a:solidFill>
                  <a:srgbClr val="FFD47F"/>
                </a:solidFill>
                <a:latin typeface="Trebuchet MS"/>
                <a:cs typeface="Trebuchet MS"/>
              </a:rPr>
              <a:t>g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D47F"/>
                </a:solidFill>
                <a:latin typeface="Trebuchet MS"/>
                <a:cs typeface="Trebuchet MS"/>
              </a:rPr>
              <a:t>it</a:t>
            </a:r>
            <a:r>
              <a:rPr dirty="0" sz="800" spc="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v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FFD47F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r</a:t>
            </a:r>
            <a:r>
              <a:rPr dirty="0" sz="800" spc="-13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s</a:t>
            </a:r>
            <a:r>
              <a:rPr dirty="0" sz="800" spc="-16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D47F"/>
                </a:solidFill>
                <a:latin typeface="Trebuchet MS"/>
                <a:cs typeface="Trebuchet MS"/>
              </a:rPr>
              <a:t>io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n</a:t>
            </a:r>
            <a:r>
              <a:rPr dirty="0" sz="800" spc="12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FFD47F"/>
                </a:solidFill>
                <a:latin typeface="Trebuchet MS"/>
                <a:cs typeface="Trebuchet MS"/>
              </a:rPr>
              <a:t>.4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3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D47F"/>
                </a:solidFill>
                <a:latin typeface="Trebuchet MS"/>
                <a:cs typeface="Trebuchet MS"/>
              </a:rPr>
              <a:t>.0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25283" y="1132744"/>
            <a:ext cx="4008120" cy="2917825"/>
            <a:chOff x="4625283" y="1132744"/>
            <a:chExt cx="4008120" cy="2917825"/>
          </a:xfrm>
        </p:grpSpPr>
        <p:sp>
          <p:nvSpPr>
            <p:cNvPr id="14" name="object 14"/>
            <p:cNvSpPr/>
            <p:nvPr/>
          </p:nvSpPr>
          <p:spPr>
            <a:xfrm>
              <a:off x="4629238" y="1147320"/>
              <a:ext cx="4001135" cy="2889250"/>
            </a:xfrm>
            <a:custGeom>
              <a:avLst/>
              <a:gdLst/>
              <a:ahLst/>
              <a:cxnLst/>
              <a:rect l="l" t="t" r="r" b="b"/>
              <a:pathLst>
                <a:path w="4001134" h="2889250">
                  <a:moveTo>
                    <a:pt x="3867124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7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2755798"/>
                  </a:lnTo>
                  <a:lnTo>
                    <a:pt x="1116" y="2772883"/>
                  </a:lnTo>
                  <a:lnTo>
                    <a:pt x="1136" y="2773194"/>
                  </a:lnTo>
                  <a:lnTo>
                    <a:pt x="4455" y="2789956"/>
                  </a:lnTo>
                  <a:lnTo>
                    <a:pt x="4500" y="2790183"/>
                  </a:lnTo>
                  <a:lnTo>
                    <a:pt x="9954" y="2806422"/>
                  </a:lnTo>
                  <a:lnTo>
                    <a:pt x="38876" y="2849941"/>
                  </a:lnTo>
                  <a:lnTo>
                    <a:pt x="82223" y="2878826"/>
                  </a:lnTo>
                  <a:lnTo>
                    <a:pt x="133197" y="2888995"/>
                  </a:lnTo>
                  <a:lnTo>
                    <a:pt x="3867480" y="2888640"/>
                  </a:lnTo>
                  <a:lnTo>
                    <a:pt x="3918306" y="2878615"/>
                  </a:lnTo>
                  <a:lnTo>
                    <a:pt x="3961623" y="2849764"/>
                  </a:lnTo>
                  <a:lnTo>
                    <a:pt x="3990399" y="2806629"/>
                  </a:lnTo>
                  <a:lnTo>
                    <a:pt x="3996055" y="2790183"/>
                  </a:lnTo>
                  <a:lnTo>
                    <a:pt x="3996132" y="2789956"/>
                  </a:lnTo>
                  <a:lnTo>
                    <a:pt x="3999473" y="2773194"/>
                  </a:lnTo>
                  <a:lnTo>
                    <a:pt x="3999535" y="2772883"/>
                  </a:lnTo>
                  <a:lnTo>
                    <a:pt x="4000654" y="2755798"/>
                  </a:lnTo>
                  <a:lnTo>
                    <a:pt x="4000677" y="2755442"/>
                  </a:lnTo>
                  <a:lnTo>
                    <a:pt x="4000322" y="133197"/>
                  </a:lnTo>
                  <a:lnTo>
                    <a:pt x="3990297" y="82373"/>
                  </a:lnTo>
                  <a:lnTo>
                    <a:pt x="3961445" y="39063"/>
                  </a:lnTo>
                  <a:lnTo>
                    <a:pt x="3918098" y="10174"/>
                  </a:lnTo>
                  <a:lnTo>
                    <a:pt x="3884563" y="1142"/>
                  </a:lnTo>
                  <a:lnTo>
                    <a:pt x="386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28883" y="1146964"/>
              <a:ext cx="4001135" cy="2889250"/>
            </a:xfrm>
            <a:custGeom>
              <a:avLst/>
              <a:gdLst/>
              <a:ahLst/>
              <a:cxnLst/>
              <a:rect l="l" t="t" r="r" b="b"/>
              <a:pathLst>
                <a:path w="4001134" h="2889250">
                  <a:moveTo>
                    <a:pt x="0" y="3594"/>
                  </a:moveTo>
                  <a:lnTo>
                    <a:pt x="4000677" y="3962"/>
                  </a:lnTo>
                </a:path>
                <a:path w="4001134" h="2889250">
                  <a:moveTo>
                    <a:pt x="3997070" y="0"/>
                  </a:moveTo>
                  <a:lnTo>
                    <a:pt x="3997439" y="2888996"/>
                  </a:lnTo>
                </a:path>
                <a:path w="4001134" h="2889250">
                  <a:moveTo>
                    <a:pt x="0" y="2885401"/>
                  </a:moveTo>
                  <a:lnTo>
                    <a:pt x="4000677" y="2885757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43284" y="1146964"/>
              <a:ext cx="635" cy="2889250"/>
            </a:xfrm>
            <a:custGeom>
              <a:avLst/>
              <a:gdLst/>
              <a:ahLst/>
              <a:cxnLst/>
              <a:rect l="l" t="t" r="r" b="b"/>
              <a:pathLst>
                <a:path w="635" h="2889250">
                  <a:moveTo>
                    <a:pt x="0" y="0"/>
                  </a:moveTo>
                  <a:lnTo>
                    <a:pt x="355" y="2888996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814646" y="1568528"/>
              <a:ext cx="3650615" cy="164465"/>
            </a:xfrm>
            <a:custGeom>
              <a:avLst/>
              <a:gdLst/>
              <a:ahLst/>
              <a:cxnLst/>
              <a:rect l="l" t="t" r="r" b="b"/>
              <a:pathLst>
                <a:path w="3650615" h="164464">
                  <a:moveTo>
                    <a:pt x="3568319" y="0"/>
                  </a:moveTo>
                  <a:lnTo>
                    <a:pt x="82080" y="0"/>
                  </a:lnTo>
                  <a:lnTo>
                    <a:pt x="71362" y="729"/>
                  </a:lnTo>
                  <a:lnTo>
                    <a:pt x="32062" y="17086"/>
                  </a:lnTo>
                  <a:lnTo>
                    <a:pt x="6370" y="50736"/>
                  </a:lnTo>
                  <a:lnTo>
                    <a:pt x="0" y="82080"/>
                  </a:lnTo>
                  <a:lnTo>
                    <a:pt x="729" y="92790"/>
                  </a:lnTo>
                  <a:lnTo>
                    <a:pt x="17086" y="132085"/>
                  </a:lnTo>
                  <a:lnTo>
                    <a:pt x="50736" y="157777"/>
                  </a:lnTo>
                  <a:lnTo>
                    <a:pt x="82080" y="164147"/>
                  </a:lnTo>
                  <a:lnTo>
                    <a:pt x="3568319" y="164147"/>
                  </a:lnTo>
                  <a:lnTo>
                    <a:pt x="3609352" y="152996"/>
                  </a:lnTo>
                  <a:lnTo>
                    <a:pt x="3639235" y="123113"/>
                  </a:lnTo>
                  <a:lnTo>
                    <a:pt x="3650399" y="82080"/>
                  </a:lnTo>
                  <a:lnTo>
                    <a:pt x="3649667" y="71362"/>
                  </a:lnTo>
                  <a:lnTo>
                    <a:pt x="3633300" y="32062"/>
                  </a:lnTo>
                  <a:lnTo>
                    <a:pt x="3599649" y="6370"/>
                  </a:lnTo>
                  <a:lnTo>
                    <a:pt x="3568319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814277" y="3597124"/>
              <a:ext cx="3651250" cy="318135"/>
            </a:xfrm>
            <a:custGeom>
              <a:avLst/>
              <a:gdLst/>
              <a:ahLst/>
              <a:cxnLst/>
              <a:rect l="l" t="t" r="r" b="b"/>
              <a:pathLst>
                <a:path w="3651250" h="318135">
                  <a:moveTo>
                    <a:pt x="114846" y="0"/>
                  </a:moveTo>
                  <a:lnTo>
                    <a:pt x="71001" y="8808"/>
                  </a:lnTo>
                  <a:lnTo>
                    <a:pt x="33888" y="33655"/>
                  </a:lnTo>
                  <a:lnTo>
                    <a:pt x="9171" y="70640"/>
                  </a:lnTo>
                  <a:lnTo>
                    <a:pt x="368" y="114477"/>
                  </a:lnTo>
                  <a:lnTo>
                    <a:pt x="0" y="203034"/>
                  </a:lnTo>
                  <a:lnTo>
                    <a:pt x="1000" y="218057"/>
                  </a:lnTo>
                  <a:lnTo>
                    <a:pt x="15481" y="260273"/>
                  </a:lnTo>
                  <a:lnTo>
                    <a:pt x="33548" y="283857"/>
                  </a:lnTo>
                  <a:lnTo>
                    <a:pt x="33664" y="283991"/>
                  </a:lnTo>
                  <a:lnTo>
                    <a:pt x="70640" y="308704"/>
                  </a:lnTo>
                  <a:lnTo>
                    <a:pt x="114477" y="317512"/>
                  </a:lnTo>
                  <a:lnTo>
                    <a:pt x="3536276" y="317512"/>
                  </a:lnTo>
                  <a:lnTo>
                    <a:pt x="3580121" y="308704"/>
                  </a:lnTo>
                  <a:lnTo>
                    <a:pt x="3617234" y="283857"/>
                  </a:lnTo>
                  <a:lnTo>
                    <a:pt x="3641953" y="246879"/>
                  </a:lnTo>
                  <a:lnTo>
                    <a:pt x="3650767" y="203034"/>
                  </a:lnTo>
                  <a:lnTo>
                    <a:pt x="3650743" y="114477"/>
                  </a:lnTo>
                  <a:lnTo>
                    <a:pt x="3641953" y="70995"/>
                  </a:lnTo>
                  <a:lnTo>
                    <a:pt x="3617101" y="33882"/>
                  </a:lnTo>
                  <a:lnTo>
                    <a:pt x="3580121" y="9163"/>
                  </a:lnTo>
                  <a:lnTo>
                    <a:pt x="3536276" y="355"/>
                  </a:lnTo>
                  <a:lnTo>
                    <a:pt x="114846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657860" y="1224256"/>
            <a:ext cx="3964940" cy="2618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6A5A"/>
                </a:solidFill>
                <a:latin typeface="Calibri"/>
                <a:cs typeface="Calibri"/>
              </a:rPr>
              <a:t>GitHub</a:t>
            </a:r>
            <a:endParaRPr sz="180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  <a:spcBef>
                <a:spcPts val="1110"/>
              </a:spcBef>
            </a:pP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200" spc="4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200" spc="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200" spc="2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200" spc="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200" spc="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200" spc="4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200" spc="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200" spc="204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200" spc="2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200" spc="4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200" spc="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200" spc="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200" spc="2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200" spc="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200" spc="204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200" spc="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200" spc="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200" spc="19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200" spc="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200" spc="4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200" spc="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b="1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200" spc="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200" spc="-50" b="1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200">
              <a:latin typeface="Calibri"/>
              <a:cs typeface="Calibri"/>
            </a:endParaRPr>
          </a:p>
          <a:p>
            <a:pPr marL="156210" marR="344170">
              <a:lnSpc>
                <a:spcPct val="110400"/>
              </a:lnSpc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GitHub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website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(github.com)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that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hosts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your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repositories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online.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Think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of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as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Google</a:t>
            </a:r>
            <a:r>
              <a:rPr dirty="0" sz="800" spc="-1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Drive</a:t>
            </a:r>
            <a:r>
              <a:rPr dirty="0" sz="800" spc="-1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for</a:t>
            </a:r>
            <a:r>
              <a:rPr dirty="0" sz="800" spc="-1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code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but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built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around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Git.</a:t>
            </a:r>
            <a:endParaRPr sz="8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780"/>
              </a:spcBef>
            </a:pP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adds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collaboration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features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doesn't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have: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pull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requests,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issues,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code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review,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project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boards.</a:t>
            </a:r>
            <a:endParaRPr sz="700">
              <a:latin typeface="Calibri"/>
              <a:cs typeface="Calibri"/>
            </a:endParaRPr>
          </a:p>
          <a:p>
            <a:pPr marL="156210" marR="271145">
              <a:lnSpc>
                <a:spcPct val="110400"/>
              </a:lnSpc>
              <a:spcBef>
                <a:spcPts val="57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GitHub</a:t>
            </a:r>
            <a:r>
              <a:rPr dirty="0" sz="800" spc="-3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was</a:t>
            </a:r>
            <a:r>
              <a:rPr dirty="0" sz="800" spc="-4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bought</a:t>
            </a:r>
            <a:r>
              <a:rPr dirty="0" sz="800" spc="-3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by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-1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ic</a:t>
            </a:r>
            <a:r>
              <a:rPr dirty="0" sz="800" spc="-1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ro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so</a:t>
            </a:r>
            <a:r>
              <a:rPr dirty="0" sz="800" spc="-1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800" spc="-1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800" spc="1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in</a:t>
            </a:r>
            <a:r>
              <a:rPr dirty="0" sz="800" spc="1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-1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8</a:t>
            </a:r>
            <a:r>
              <a:rPr dirty="0" sz="800" spc="-8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.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It's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free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for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public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repos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small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private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ones.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There are alternatives (GitLab, Bitbucket)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but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GitHub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industry default.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8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push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origin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main</a:t>
            </a:r>
            <a:r>
              <a:rPr dirty="0" sz="800" spc="1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sends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your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commits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to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GitHub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4235" y="4135833"/>
            <a:ext cx="8115934" cy="608330"/>
            <a:chOff x="514235" y="4135833"/>
            <a:chExt cx="8115934" cy="608330"/>
          </a:xfrm>
        </p:grpSpPr>
        <p:sp>
          <p:nvSpPr>
            <p:cNvPr id="21" name="object 21"/>
            <p:cNvSpPr/>
            <p:nvPr/>
          </p:nvSpPr>
          <p:spPr>
            <a:xfrm>
              <a:off x="518045" y="4139643"/>
              <a:ext cx="8108315" cy="600710"/>
            </a:xfrm>
            <a:custGeom>
              <a:avLst/>
              <a:gdLst/>
              <a:ahLst/>
              <a:cxnLst/>
              <a:rect l="l" t="t" r="r" b="b"/>
              <a:pathLst>
                <a:path w="8108315" h="600710">
                  <a:moveTo>
                    <a:pt x="797471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3"/>
                  </a:lnTo>
                  <a:lnTo>
                    <a:pt x="0" y="133197"/>
                  </a:lnTo>
                  <a:lnTo>
                    <a:pt x="0" y="466915"/>
                  </a:lnTo>
                  <a:lnTo>
                    <a:pt x="1114" y="484000"/>
                  </a:lnTo>
                  <a:lnTo>
                    <a:pt x="1134" y="484311"/>
                  </a:lnTo>
                  <a:lnTo>
                    <a:pt x="4450" y="501073"/>
                  </a:lnTo>
                  <a:lnTo>
                    <a:pt x="4495" y="501300"/>
                  </a:lnTo>
                  <a:lnTo>
                    <a:pt x="9949" y="517539"/>
                  </a:lnTo>
                  <a:lnTo>
                    <a:pt x="10019" y="517746"/>
                  </a:lnTo>
                  <a:lnTo>
                    <a:pt x="17640" y="533514"/>
                  </a:lnTo>
                  <a:lnTo>
                    <a:pt x="51960" y="572499"/>
                  </a:lnTo>
                  <a:lnTo>
                    <a:pt x="98679" y="595572"/>
                  </a:lnTo>
                  <a:lnTo>
                    <a:pt x="133197" y="600113"/>
                  </a:lnTo>
                  <a:lnTo>
                    <a:pt x="7975079" y="599757"/>
                  </a:lnTo>
                  <a:lnTo>
                    <a:pt x="8025903" y="589733"/>
                  </a:lnTo>
                  <a:lnTo>
                    <a:pt x="8069211" y="560881"/>
                  </a:lnTo>
                  <a:lnTo>
                    <a:pt x="8097993" y="517746"/>
                  </a:lnTo>
                  <a:lnTo>
                    <a:pt x="8108253" y="466915"/>
                  </a:lnTo>
                  <a:lnTo>
                    <a:pt x="8108276" y="466559"/>
                  </a:lnTo>
                  <a:lnTo>
                    <a:pt x="8107908" y="133197"/>
                  </a:lnTo>
                  <a:lnTo>
                    <a:pt x="8097889" y="82373"/>
                  </a:lnTo>
                  <a:lnTo>
                    <a:pt x="8069032" y="39058"/>
                  </a:lnTo>
                  <a:lnTo>
                    <a:pt x="8025692" y="10174"/>
                  </a:lnTo>
                  <a:lnTo>
                    <a:pt x="7992157" y="1142"/>
                  </a:lnTo>
                  <a:lnTo>
                    <a:pt x="79747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18045" y="4139643"/>
              <a:ext cx="8108315" cy="600710"/>
            </a:xfrm>
            <a:custGeom>
              <a:avLst/>
              <a:gdLst/>
              <a:ahLst/>
              <a:cxnLst/>
              <a:rect l="l" t="t" r="r" b="b"/>
              <a:pathLst>
                <a:path w="8108315" h="600710">
                  <a:moveTo>
                    <a:pt x="0" y="133197"/>
                  </a:moveTo>
                  <a:lnTo>
                    <a:pt x="1140" y="115756"/>
                  </a:lnTo>
                  <a:lnTo>
                    <a:pt x="4540" y="98683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7974711" y="0"/>
                  </a:lnTo>
                  <a:lnTo>
                    <a:pt x="8025692" y="10174"/>
                  </a:lnTo>
                  <a:lnTo>
                    <a:pt x="8069032" y="39058"/>
                  </a:lnTo>
                  <a:lnTo>
                    <a:pt x="8097889" y="82373"/>
                  </a:lnTo>
                  <a:lnTo>
                    <a:pt x="8107908" y="133197"/>
                  </a:lnTo>
                  <a:lnTo>
                    <a:pt x="8108276" y="466559"/>
                  </a:lnTo>
                  <a:lnTo>
                    <a:pt x="8107134" y="484000"/>
                  </a:lnTo>
                  <a:lnTo>
                    <a:pt x="8103730" y="501073"/>
                  </a:lnTo>
                  <a:lnTo>
                    <a:pt x="8080650" y="547796"/>
                  </a:lnTo>
                  <a:lnTo>
                    <a:pt x="8041678" y="582117"/>
                  </a:lnTo>
                  <a:lnTo>
                    <a:pt x="7992468" y="598621"/>
                  </a:lnTo>
                  <a:lnTo>
                    <a:pt x="133197" y="600113"/>
                  </a:lnTo>
                  <a:lnTo>
                    <a:pt x="82216" y="589943"/>
                  </a:lnTo>
                  <a:lnTo>
                    <a:pt x="38876" y="561059"/>
                  </a:lnTo>
                  <a:lnTo>
                    <a:pt x="10019" y="517746"/>
                  </a:lnTo>
                  <a:lnTo>
                    <a:pt x="0" y="466915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55561" y="4230727"/>
              <a:ext cx="973455" cy="283210"/>
            </a:xfrm>
            <a:custGeom>
              <a:avLst/>
              <a:gdLst/>
              <a:ahLst/>
              <a:cxnLst/>
              <a:rect l="l" t="t" r="r" b="b"/>
              <a:pathLst>
                <a:path w="973455" h="283210">
                  <a:moveTo>
                    <a:pt x="878039" y="0"/>
                  </a:moveTo>
                  <a:lnTo>
                    <a:pt x="95034" y="0"/>
                  </a:lnTo>
                  <a:lnTo>
                    <a:pt x="82647" y="804"/>
                  </a:lnTo>
                  <a:lnTo>
                    <a:pt x="37205" y="19521"/>
                  </a:lnTo>
                  <a:lnTo>
                    <a:pt x="7136" y="58683"/>
                  </a:lnTo>
                  <a:lnTo>
                    <a:pt x="0" y="95034"/>
                  </a:lnTo>
                  <a:lnTo>
                    <a:pt x="0" y="187553"/>
                  </a:lnTo>
                  <a:lnTo>
                    <a:pt x="7015" y="223543"/>
                  </a:lnTo>
                  <a:lnTo>
                    <a:pt x="7136" y="223904"/>
                  </a:lnTo>
                  <a:lnTo>
                    <a:pt x="37155" y="262916"/>
                  </a:lnTo>
                  <a:lnTo>
                    <a:pt x="82647" y="281794"/>
                  </a:lnTo>
                  <a:lnTo>
                    <a:pt x="95034" y="282600"/>
                  </a:lnTo>
                  <a:lnTo>
                    <a:pt x="878395" y="282232"/>
                  </a:lnTo>
                  <a:lnTo>
                    <a:pt x="925918" y="269633"/>
                  </a:lnTo>
                  <a:lnTo>
                    <a:pt x="960843" y="234708"/>
                  </a:lnTo>
                  <a:lnTo>
                    <a:pt x="970128" y="212124"/>
                  </a:lnTo>
                  <a:lnTo>
                    <a:pt x="970248" y="211767"/>
                  </a:lnTo>
                  <a:lnTo>
                    <a:pt x="972568" y="199940"/>
                  </a:lnTo>
                  <a:lnTo>
                    <a:pt x="972638" y="199584"/>
                  </a:lnTo>
                  <a:lnTo>
                    <a:pt x="973419" y="187553"/>
                  </a:lnTo>
                  <a:lnTo>
                    <a:pt x="973442" y="187197"/>
                  </a:lnTo>
                  <a:lnTo>
                    <a:pt x="973074" y="95034"/>
                  </a:lnTo>
                  <a:lnTo>
                    <a:pt x="960475" y="47510"/>
                  </a:lnTo>
                  <a:lnTo>
                    <a:pt x="925563" y="12598"/>
                  </a:lnTo>
                  <a:lnTo>
                    <a:pt x="890426" y="804"/>
                  </a:lnTo>
                  <a:lnTo>
                    <a:pt x="878039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55561" y="4230727"/>
              <a:ext cx="973455" cy="283210"/>
            </a:xfrm>
            <a:custGeom>
              <a:avLst/>
              <a:gdLst/>
              <a:ahLst/>
              <a:cxnLst/>
              <a:rect l="l" t="t" r="r" b="b"/>
              <a:pathLst>
                <a:path w="973455" h="283210">
                  <a:moveTo>
                    <a:pt x="0" y="95034"/>
                  </a:moveTo>
                  <a:lnTo>
                    <a:pt x="804" y="82647"/>
                  </a:lnTo>
                  <a:lnTo>
                    <a:pt x="3194" y="70462"/>
                  </a:lnTo>
                  <a:lnTo>
                    <a:pt x="27898" y="27759"/>
                  </a:lnTo>
                  <a:lnTo>
                    <a:pt x="70464" y="3194"/>
                  </a:lnTo>
                  <a:lnTo>
                    <a:pt x="95034" y="0"/>
                  </a:lnTo>
                  <a:lnTo>
                    <a:pt x="878039" y="0"/>
                  </a:lnTo>
                  <a:lnTo>
                    <a:pt x="925563" y="12598"/>
                  </a:lnTo>
                  <a:lnTo>
                    <a:pt x="960475" y="47510"/>
                  </a:lnTo>
                  <a:lnTo>
                    <a:pt x="973074" y="95034"/>
                  </a:lnTo>
                  <a:lnTo>
                    <a:pt x="973442" y="187197"/>
                  </a:lnTo>
                  <a:lnTo>
                    <a:pt x="972638" y="199584"/>
                  </a:lnTo>
                  <a:lnTo>
                    <a:pt x="970248" y="211767"/>
                  </a:lnTo>
                  <a:lnTo>
                    <a:pt x="945538" y="254466"/>
                  </a:lnTo>
                  <a:lnTo>
                    <a:pt x="902966" y="279038"/>
                  </a:lnTo>
                  <a:lnTo>
                    <a:pt x="95034" y="282600"/>
                  </a:lnTo>
                  <a:lnTo>
                    <a:pt x="47523" y="269989"/>
                  </a:lnTo>
                  <a:lnTo>
                    <a:pt x="12598" y="235076"/>
                  </a:lnTo>
                  <a:lnTo>
                    <a:pt x="0" y="187553"/>
                  </a:lnTo>
                  <a:lnTo>
                    <a:pt x="0" y="95034"/>
                  </a:lnTo>
                  <a:close/>
                </a:path>
              </a:pathLst>
            </a:custGeom>
            <a:ln w="7199">
              <a:solidFill>
                <a:srgbClr val="FF8B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61657" y="4153577"/>
            <a:ext cx="699135" cy="495934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-4444" sz="1875" spc="15">
                <a:solidFill>
                  <a:srgbClr val="FF6A5A"/>
                </a:solidFill>
                <a:latin typeface="Segoe UI Symbol"/>
                <a:cs typeface="Segoe UI Symbol"/>
              </a:rPr>
              <a:t>▢</a:t>
            </a:r>
            <a:r>
              <a:rPr dirty="0" sz="600" spc="10" b="1">
                <a:solidFill>
                  <a:srgbClr val="FF6A5A"/>
                </a:solidFill>
                <a:latin typeface="Calibri"/>
                <a:cs typeface="Calibri"/>
              </a:rPr>
              <a:t>YOUR</a:t>
            </a:r>
            <a:r>
              <a:rPr dirty="0" sz="600" spc="29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00" spc="-10" b="1">
                <a:solidFill>
                  <a:srgbClr val="FF6A5A"/>
                </a:solidFill>
                <a:latin typeface="Calibri"/>
                <a:cs typeface="Calibri"/>
              </a:rPr>
              <a:t>LAPTOP</a:t>
            </a:r>
            <a:endParaRPr sz="600">
              <a:latin typeface="Calibri"/>
              <a:cs typeface="Calibri"/>
            </a:endParaRPr>
          </a:p>
          <a:p>
            <a:pPr marL="266065">
              <a:lnSpc>
                <a:spcPct val="100000"/>
              </a:lnSpc>
              <a:spcBef>
                <a:spcPts val="480"/>
              </a:spcBef>
            </a:pPr>
            <a:r>
              <a:rPr dirty="0" sz="800" spc="-10">
                <a:solidFill>
                  <a:srgbClr val="797E94"/>
                </a:solidFill>
                <a:latin typeface="Courier New"/>
                <a:cs typeface="Courier New"/>
              </a:rPr>
              <a:t>local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32858" y="4348342"/>
            <a:ext cx="13093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590" algn="l"/>
                <a:tab pos="1296035" algn="l"/>
              </a:tabLst>
            </a:pPr>
            <a:r>
              <a:rPr dirty="0" u="dash" sz="80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dash" sz="80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git</a:t>
            </a:r>
            <a:r>
              <a:rPr dirty="0" u="dash" sz="800" spc="95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dash" sz="800" spc="-1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commit</a:t>
            </a:r>
            <a:r>
              <a:rPr dirty="0" u="dash" sz="80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	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41345" y="4226917"/>
            <a:ext cx="919480" cy="290830"/>
            <a:chOff x="2941345" y="4226917"/>
            <a:chExt cx="919480" cy="290830"/>
          </a:xfrm>
        </p:grpSpPr>
        <p:sp>
          <p:nvSpPr>
            <p:cNvPr id="28" name="object 28"/>
            <p:cNvSpPr/>
            <p:nvPr/>
          </p:nvSpPr>
          <p:spPr>
            <a:xfrm>
              <a:off x="2945155" y="4230727"/>
              <a:ext cx="911860" cy="283210"/>
            </a:xfrm>
            <a:custGeom>
              <a:avLst/>
              <a:gdLst/>
              <a:ahLst/>
              <a:cxnLst/>
              <a:rect l="l" t="t" r="r" b="b"/>
              <a:pathLst>
                <a:path w="911860" h="283210">
                  <a:moveTo>
                    <a:pt x="816127" y="0"/>
                  </a:moveTo>
                  <a:lnTo>
                    <a:pt x="95046" y="0"/>
                  </a:lnTo>
                  <a:lnTo>
                    <a:pt x="82659" y="804"/>
                  </a:lnTo>
                  <a:lnTo>
                    <a:pt x="37206" y="19521"/>
                  </a:lnTo>
                  <a:lnTo>
                    <a:pt x="7141" y="58683"/>
                  </a:lnTo>
                  <a:lnTo>
                    <a:pt x="0" y="95034"/>
                  </a:lnTo>
                  <a:lnTo>
                    <a:pt x="0" y="187553"/>
                  </a:lnTo>
                  <a:lnTo>
                    <a:pt x="782" y="199584"/>
                  </a:lnTo>
                  <a:lnTo>
                    <a:pt x="805" y="199940"/>
                  </a:lnTo>
                  <a:lnTo>
                    <a:pt x="3128" y="211767"/>
                  </a:lnTo>
                  <a:lnTo>
                    <a:pt x="3198" y="212124"/>
                  </a:lnTo>
                  <a:lnTo>
                    <a:pt x="7021" y="223543"/>
                  </a:lnTo>
                  <a:lnTo>
                    <a:pt x="7141" y="223904"/>
                  </a:lnTo>
                  <a:lnTo>
                    <a:pt x="12598" y="235076"/>
                  </a:lnTo>
                  <a:lnTo>
                    <a:pt x="47523" y="269989"/>
                  </a:lnTo>
                  <a:lnTo>
                    <a:pt x="95046" y="282600"/>
                  </a:lnTo>
                  <a:lnTo>
                    <a:pt x="816483" y="282232"/>
                  </a:lnTo>
                  <a:lnTo>
                    <a:pt x="864006" y="269633"/>
                  </a:lnTo>
                  <a:lnTo>
                    <a:pt x="898918" y="234708"/>
                  </a:lnTo>
                  <a:lnTo>
                    <a:pt x="908209" y="212124"/>
                  </a:lnTo>
                  <a:lnTo>
                    <a:pt x="908329" y="211767"/>
                  </a:lnTo>
                  <a:lnTo>
                    <a:pt x="910653" y="199940"/>
                  </a:lnTo>
                  <a:lnTo>
                    <a:pt x="910723" y="199584"/>
                  </a:lnTo>
                  <a:lnTo>
                    <a:pt x="911506" y="187553"/>
                  </a:lnTo>
                  <a:lnTo>
                    <a:pt x="911161" y="95034"/>
                  </a:lnTo>
                  <a:lnTo>
                    <a:pt x="898563" y="47510"/>
                  </a:lnTo>
                  <a:lnTo>
                    <a:pt x="863650" y="12598"/>
                  </a:lnTo>
                  <a:lnTo>
                    <a:pt x="828514" y="804"/>
                  </a:lnTo>
                  <a:lnTo>
                    <a:pt x="816127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45155" y="4230727"/>
              <a:ext cx="911860" cy="283210"/>
            </a:xfrm>
            <a:custGeom>
              <a:avLst/>
              <a:gdLst/>
              <a:ahLst/>
              <a:cxnLst/>
              <a:rect l="l" t="t" r="r" b="b"/>
              <a:pathLst>
                <a:path w="911860" h="283210">
                  <a:moveTo>
                    <a:pt x="0" y="95034"/>
                  </a:moveTo>
                  <a:lnTo>
                    <a:pt x="805" y="82647"/>
                  </a:lnTo>
                  <a:lnTo>
                    <a:pt x="3198" y="70462"/>
                  </a:lnTo>
                  <a:lnTo>
                    <a:pt x="27903" y="27759"/>
                  </a:lnTo>
                  <a:lnTo>
                    <a:pt x="70475" y="3194"/>
                  </a:lnTo>
                  <a:lnTo>
                    <a:pt x="95046" y="0"/>
                  </a:lnTo>
                  <a:lnTo>
                    <a:pt x="816127" y="0"/>
                  </a:lnTo>
                  <a:lnTo>
                    <a:pt x="863650" y="12598"/>
                  </a:lnTo>
                  <a:lnTo>
                    <a:pt x="898563" y="47510"/>
                  </a:lnTo>
                  <a:lnTo>
                    <a:pt x="911161" y="95034"/>
                  </a:lnTo>
                  <a:lnTo>
                    <a:pt x="911529" y="187197"/>
                  </a:lnTo>
                  <a:lnTo>
                    <a:pt x="910723" y="199584"/>
                  </a:lnTo>
                  <a:lnTo>
                    <a:pt x="908329" y="211767"/>
                  </a:lnTo>
                  <a:lnTo>
                    <a:pt x="883624" y="254466"/>
                  </a:lnTo>
                  <a:lnTo>
                    <a:pt x="841054" y="279038"/>
                  </a:lnTo>
                  <a:lnTo>
                    <a:pt x="95046" y="282600"/>
                  </a:lnTo>
                  <a:lnTo>
                    <a:pt x="47523" y="269989"/>
                  </a:lnTo>
                  <a:lnTo>
                    <a:pt x="12598" y="235076"/>
                  </a:lnTo>
                  <a:lnTo>
                    <a:pt x="0" y="187553"/>
                  </a:lnTo>
                  <a:lnTo>
                    <a:pt x="0" y="95034"/>
                  </a:lnTo>
                  <a:close/>
                </a:path>
              </a:pathLst>
            </a:custGeom>
            <a:ln w="7199">
              <a:solidFill>
                <a:srgbClr val="FF8B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051263" y="4248990"/>
            <a:ext cx="63373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-4444" sz="1875" spc="75">
                <a:solidFill>
                  <a:srgbClr val="FF6A5A"/>
                </a:solidFill>
                <a:latin typeface="Segoe UI Symbol"/>
                <a:cs typeface="Segoe UI Symbol"/>
              </a:rPr>
              <a:t>▣</a:t>
            </a:r>
            <a:r>
              <a:rPr dirty="0" sz="600" spc="50" b="1">
                <a:solidFill>
                  <a:srgbClr val="FF6A5A"/>
                </a:solidFill>
                <a:latin typeface="Calibri"/>
                <a:cs typeface="Calibri"/>
              </a:rPr>
              <a:t>LOCAL</a:t>
            </a:r>
            <a:r>
              <a:rPr dirty="0" sz="600" spc="11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00" spc="-20" b="1">
                <a:solidFill>
                  <a:srgbClr val="FF6A5A"/>
                </a:solidFill>
                <a:latin typeface="Calibri"/>
                <a:cs typeface="Calibri"/>
              </a:rPr>
              <a:t>REPO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73742" y="4501694"/>
            <a:ext cx="3422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797E94"/>
                </a:solidFill>
                <a:latin typeface="Courier New"/>
                <a:cs typeface="Courier New"/>
              </a:rPr>
              <a:t>.git/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60540" y="4348342"/>
            <a:ext cx="13093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1170" algn="l"/>
                <a:tab pos="1296035" algn="l"/>
              </a:tabLst>
            </a:pPr>
            <a:r>
              <a:rPr dirty="0" u="dash" sz="80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dash" sz="80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git</a:t>
            </a:r>
            <a:r>
              <a:rPr dirty="0" u="dash" sz="800" spc="95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dash" sz="800" spc="-2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push</a:t>
            </a:r>
            <a:r>
              <a:rPr dirty="0" u="dash" sz="80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	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169395" y="4226917"/>
            <a:ext cx="746125" cy="290830"/>
            <a:chOff x="5169395" y="4226917"/>
            <a:chExt cx="746125" cy="290830"/>
          </a:xfrm>
        </p:grpSpPr>
        <p:sp>
          <p:nvSpPr>
            <p:cNvPr id="34" name="object 34"/>
            <p:cNvSpPr/>
            <p:nvPr/>
          </p:nvSpPr>
          <p:spPr>
            <a:xfrm>
              <a:off x="5173205" y="4230727"/>
              <a:ext cx="738505" cy="283210"/>
            </a:xfrm>
            <a:custGeom>
              <a:avLst/>
              <a:gdLst/>
              <a:ahLst/>
              <a:cxnLst/>
              <a:rect l="l" t="t" r="r" b="b"/>
              <a:pathLst>
                <a:path w="738504" h="283210">
                  <a:moveTo>
                    <a:pt x="642950" y="0"/>
                  </a:moveTo>
                  <a:lnTo>
                    <a:pt x="95034" y="0"/>
                  </a:lnTo>
                  <a:lnTo>
                    <a:pt x="82647" y="804"/>
                  </a:lnTo>
                  <a:lnTo>
                    <a:pt x="37194" y="19521"/>
                  </a:lnTo>
                  <a:lnTo>
                    <a:pt x="7136" y="58683"/>
                  </a:lnTo>
                  <a:lnTo>
                    <a:pt x="0" y="95034"/>
                  </a:lnTo>
                  <a:lnTo>
                    <a:pt x="0" y="187553"/>
                  </a:lnTo>
                  <a:lnTo>
                    <a:pt x="780" y="199584"/>
                  </a:lnTo>
                  <a:lnTo>
                    <a:pt x="804" y="199940"/>
                  </a:lnTo>
                  <a:lnTo>
                    <a:pt x="3123" y="211767"/>
                  </a:lnTo>
                  <a:lnTo>
                    <a:pt x="3194" y="212124"/>
                  </a:lnTo>
                  <a:lnTo>
                    <a:pt x="27759" y="254695"/>
                  </a:lnTo>
                  <a:lnTo>
                    <a:pt x="70462" y="279399"/>
                  </a:lnTo>
                  <a:lnTo>
                    <a:pt x="95034" y="282600"/>
                  </a:lnTo>
                  <a:lnTo>
                    <a:pt x="643318" y="282232"/>
                  </a:lnTo>
                  <a:lnTo>
                    <a:pt x="690829" y="269633"/>
                  </a:lnTo>
                  <a:lnTo>
                    <a:pt x="725754" y="234708"/>
                  </a:lnTo>
                  <a:lnTo>
                    <a:pt x="735038" y="212124"/>
                  </a:lnTo>
                  <a:lnTo>
                    <a:pt x="735158" y="211767"/>
                  </a:lnTo>
                  <a:lnTo>
                    <a:pt x="737478" y="199940"/>
                  </a:lnTo>
                  <a:lnTo>
                    <a:pt x="737548" y="199584"/>
                  </a:lnTo>
                  <a:lnTo>
                    <a:pt x="738329" y="187553"/>
                  </a:lnTo>
                  <a:lnTo>
                    <a:pt x="737997" y="95034"/>
                  </a:lnTo>
                  <a:lnTo>
                    <a:pt x="725398" y="47510"/>
                  </a:lnTo>
                  <a:lnTo>
                    <a:pt x="690473" y="12598"/>
                  </a:lnTo>
                  <a:lnTo>
                    <a:pt x="655337" y="804"/>
                  </a:lnTo>
                  <a:lnTo>
                    <a:pt x="642950" y="0"/>
                  </a:lnTo>
                  <a:close/>
                </a:path>
              </a:pathLst>
            </a:custGeom>
            <a:solidFill>
              <a:srgbClr val="2931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173205" y="4230727"/>
              <a:ext cx="738505" cy="283210"/>
            </a:xfrm>
            <a:custGeom>
              <a:avLst/>
              <a:gdLst/>
              <a:ahLst/>
              <a:cxnLst/>
              <a:rect l="l" t="t" r="r" b="b"/>
              <a:pathLst>
                <a:path w="738504" h="283210">
                  <a:moveTo>
                    <a:pt x="0" y="95034"/>
                  </a:moveTo>
                  <a:lnTo>
                    <a:pt x="804" y="82647"/>
                  </a:lnTo>
                  <a:lnTo>
                    <a:pt x="3194" y="70462"/>
                  </a:lnTo>
                  <a:lnTo>
                    <a:pt x="27892" y="27759"/>
                  </a:lnTo>
                  <a:lnTo>
                    <a:pt x="70462" y="3194"/>
                  </a:lnTo>
                  <a:lnTo>
                    <a:pt x="95034" y="0"/>
                  </a:lnTo>
                  <a:lnTo>
                    <a:pt x="642950" y="0"/>
                  </a:lnTo>
                  <a:lnTo>
                    <a:pt x="690473" y="12598"/>
                  </a:lnTo>
                  <a:lnTo>
                    <a:pt x="725398" y="47510"/>
                  </a:lnTo>
                  <a:lnTo>
                    <a:pt x="737997" y="95034"/>
                  </a:lnTo>
                  <a:lnTo>
                    <a:pt x="738352" y="187197"/>
                  </a:lnTo>
                  <a:lnTo>
                    <a:pt x="737548" y="199584"/>
                  </a:lnTo>
                  <a:lnTo>
                    <a:pt x="735158" y="211767"/>
                  </a:lnTo>
                  <a:lnTo>
                    <a:pt x="710453" y="254466"/>
                  </a:lnTo>
                  <a:lnTo>
                    <a:pt x="667888" y="279038"/>
                  </a:lnTo>
                  <a:lnTo>
                    <a:pt x="95034" y="282600"/>
                  </a:lnTo>
                  <a:lnTo>
                    <a:pt x="47510" y="269989"/>
                  </a:lnTo>
                  <a:lnTo>
                    <a:pt x="12598" y="235076"/>
                  </a:lnTo>
                  <a:lnTo>
                    <a:pt x="0" y="187553"/>
                  </a:lnTo>
                  <a:lnTo>
                    <a:pt x="0" y="95034"/>
                  </a:lnTo>
                  <a:close/>
                </a:path>
              </a:pathLst>
            </a:custGeom>
            <a:ln w="719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274983" y="4248990"/>
            <a:ext cx="535305" cy="4000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-4444" sz="1875" spc="82">
                <a:solidFill>
                  <a:srgbClr val="FFFFFF"/>
                </a:solidFill>
                <a:latin typeface="Segoe UI Symbol"/>
                <a:cs typeface="Segoe UI Symbol"/>
              </a:rPr>
              <a:t>☁</a:t>
            </a:r>
            <a:r>
              <a:rPr dirty="0" sz="600" spc="55" b="1">
                <a:solidFill>
                  <a:srgbClr val="FFFFFF"/>
                </a:solidFill>
                <a:latin typeface="Calibri"/>
                <a:cs typeface="Calibri"/>
              </a:rPr>
              <a:t>GITHUB</a:t>
            </a:r>
            <a:endParaRPr sz="600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715"/>
              </a:spcBef>
            </a:pPr>
            <a:r>
              <a:rPr dirty="0" sz="600" spc="-10">
                <a:solidFill>
                  <a:srgbClr val="797E94"/>
                </a:solidFill>
                <a:latin typeface="Courier New"/>
                <a:cs typeface="Courier New"/>
              </a:rPr>
              <a:t>github.com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15425" y="4348342"/>
            <a:ext cx="13093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1170" algn="l"/>
                <a:tab pos="1296035" algn="l"/>
              </a:tabLst>
            </a:pPr>
            <a:r>
              <a:rPr dirty="0" u="dash" sz="80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dash" sz="80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git</a:t>
            </a:r>
            <a:r>
              <a:rPr dirty="0" u="dash" sz="800" spc="95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dash" sz="800" spc="-2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pull</a:t>
            </a:r>
            <a:r>
              <a:rPr dirty="0" u="dash" sz="800">
                <a:solidFill>
                  <a:srgbClr val="494E69"/>
                </a:solidFill>
                <a:uFill>
                  <a:solidFill>
                    <a:srgbClr val="797E94"/>
                  </a:solidFill>
                </a:uFill>
                <a:latin typeface="Courier New"/>
                <a:cs typeface="Courier New"/>
              </a:rPr>
              <a:t>	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224122" y="4227127"/>
            <a:ext cx="1267460" cy="290195"/>
            <a:chOff x="7224122" y="4227127"/>
            <a:chExt cx="1267460" cy="290195"/>
          </a:xfrm>
        </p:grpSpPr>
        <p:sp>
          <p:nvSpPr>
            <p:cNvPr id="39" name="object 39"/>
            <p:cNvSpPr/>
            <p:nvPr/>
          </p:nvSpPr>
          <p:spPr>
            <a:xfrm>
              <a:off x="7227722" y="4230727"/>
              <a:ext cx="1260475" cy="283210"/>
            </a:xfrm>
            <a:custGeom>
              <a:avLst/>
              <a:gdLst/>
              <a:ahLst/>
              <a:cxnLst/>
              <a:rect l="l" t="t" r="r" b="b"/>
              <a:pathLst>
                <a:path w="1260475" h="283210">
                  <a:moveTo>
                    <a:pt x="1164602" y="0"/>
                  </a:moveTo>
                  <a:lnTo>
                    <a:pt x="95034" y="0"/>
                  </a:lnTo>
                  <a:lnTo>
                    <a:pt x="82647" y="804"/>
                  </a:lnTo>
                  <a:lnTo>
                    <a:pt x="37205" y="19521"/>
                  </a:lnTo>
                  <a:lnTo>
                    <a:pt x="7136" y="58683"/>
                  </a:lnTo>
                  <a:lnTo>
                    <a:pt x="0" y="95034"/>
                  </a:lnTo>
                  <a:lnTo>
                    <a:pt x="0" y="187553"/>
                  </a:lnTo>
                  <a:lnTo>
                    <a:pt x="780" y="199584"/>
                  </a:lnTo>
                  <a:lnTo>
                    <a:pt x="804" y="199940"/>
                  </a:lnTo>
                  <a:lnTo>
                    <a:pt x="19523" y="245393"/>
                  </a:lnTo>
                  <a:lnTo>
                    <a:pt x="58688" y="275453"/>
                  </a:lnTo>
                  <a:lnTo>
                    <a:pt x="95034" y="282600"/>
                  </a:lnTo>
                  <a:lnTo>
                    <a:pt x="1164958" y="282232"/>
                  </a:lnTo>
                  <a:lnTo>
                    <a:pt x="1212481" y="269633"/>
                  </a:lnTo>
                  <a:lnTo>
                    <a:pt x="1247394" y="234708"/>
                  </a:lnTo>
                  <a:lnTo>
                    <a:pt x="1259969" y="187553"/>
                  </a:lnTo>
                  <a:lnTo>
                    <a:pt x="1259992" y="187197"/>
                  </a:lnTo>
                  <a:lnTo>
                    <a:pt x="1259636" y="95034"/>
                  </a:lnTo>
                  <a:lnTo>
                    <a:pt x="1247038" y="47510"/>
                  </a:lnTo>
                  <a:lnTo>
                    <a:pt x="1212113" y="12598"/>
                  </a:lnTo>
                  <a:lnTo>
                    <a:pt x="1176987" y="804"/>
                  </a:lnTo>
                  <a:lnTo>
                    <a:pt x="1164602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227722" y="4230727"/>
              <a:ext cx="1260475" cy="283210"/>
            </a:xfrm>
            <a:custGeom>
              <a:avLst/>
              <a:gdLst/>
              <a:ahLst/>
              <a:cxnLst/>
              <a:rect l="l" t="t" r="r" b="b"/>
              <a:pathLst>
                <a:path w="1260475" h="283210">
                  <a:moveTo>
                    <a:pt x="0" y="95034"/>
                  </a:moveTo>
                  <a:lnTo>
                    <a:pt x="804" y="82647"/>
                  </a:lnTo>
                  <a:lnTo>
                    <a:pt x="3194" y="70462"/>
                  </a:lnTo>
                  <a:lnTo>
                    <a:pt x="27898" y="27759"/>
                  </a:lnTo>
                  <a:lnTo>
                    <a:pt x="70464" y="3194"/>
                  </a:lnTo>
                  <a:lnTo>
                    <a:pt x="95034" y="0"/>
                  </a:lnTo>
                  <a:lnTo>
                    <a:pt x="1164602" y="0"/>
                  </a:lnTo>
                  <a:lnTo>
                    <a:pt x="1212113" y="12598"/>
                  </a:lnTo>
                  <a:lnTo>
                    <a:pt x="1247038" y="47510"/>
                  </a:lnTo>
                  <a:lnTo>
                    <a:pt x="1259636" y="95034"/>
                  </a:lnTo>
                  <a:lnTo>
                    <a:pt x="1259992" y="187197"/>
                  </a:lnTo>
                  <a:lnTo>
                    <a:pt x="1259188" y="199584"/>
                  </a:lnTo>
                  <a:lnTo>
                    <a:pt x="1256798" y="211767"/>
                  </a:lnTo>
                  <a:lnTo>
                    <a:pt x="1232100" y="254466"/>
                  </a:lnTo>
                  <a:lnTo>
                    <a:pt x="1189529" y="279038"/>
                  </a:lnTo>
                  <a:lnTo>
                    <a:pt x="95034" y="282600"/>
                  </a:lnTo>
                  <a:lnTo>
                    <a:pt x="47523" y="269989"/>
                  </a:lnTo>
                  <a:lnTo>
                    <a:pt x="12598" y="235076"/>
                  </a:lnTo>
                  <a:lnTo>
                    <a:pt x="0" y="187553"/>
                  </a:lnTo>
                  <a:lnTo>
                    <a:pt x="0" y="95034"/>
                  </a:lnTo>
                  <a:close/>
                </a:path>
              </a:pathLst>
            </a:custGeom>
            <a:ln w="7199">
              <a:solidFill>
                <a:srgbClr val="4951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342454" y="4330346"/>
            <a:ext cx="1030605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99390" indent="-186690">
              <a:lnSpc>
                <a:spcPct val="100000"/>
              </a:lnSpc>
              <a:spcBef>
                <a:spcPts val="120"/>
              </a:spcBef>
              <a:buSzPct val="208333"/>
              <a:buFont typeface="Segoe UI Symbol"/>
              <a:buChar char="✓"/>
              <a:tabLst>
                <a:tab pos="199390" algn="l"/>
              </a:tabLst>
            </a:pPr>
            <a:r>
              <a:rPr dirty="0" sz="600" spc="50" b="1">
                <a:solidFill>
                  <a:srgbClr val="293183"/>
                </a:solidFill>
                <a:latin typeface="Calibri"/>
                <a:cs typeface="Calibri"/>
              </a:rPr>
              <a:t>TEAMMATE'S</a:t>
            </a:r>
            <a:r>
              <a:rPr dirty="0" sz="600" spc="10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spc="-10" b="1">
                <a:solidFill>
                  <a:srgbClr val="293183"/>
                </a:solidFill>
                <a:latin typeface="Calibri"/>
                <a:cs typeface="Calibri"/>
              </a:rPr>
              <a:t>LAPTOP</a:t>
            </a:r>
            <a:endParaRPr sz="600">
              <a:latin typeface="Calibri"/>
              <a:cs typeface="Calibri"/>
            </a:endParaRPr>
          </a:p>
          <a:p>
            <a:pPr marL="400685">
              <a:lnSpc>
                <a:spcPct val="100000"/>
              </a:lnSpc>
              <a:spcBef>
                <a:spcPts val="605"/>
              </a:spcBef>
            </a:pPr>
            <a:r>
              <a:rPr dirty="0" sz="800" spc="-10">
                <a:solidFill>
                  <a:srgbClr val="797E94"/>
                </a:solidFill>
                <a:latin typeface="Courier New"/>
                <a:cs typeface="Courier New"/>
              </a:rPr>
              <a:t>local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5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41263"/>
            <a:ext cx="17754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H</a:t>
            </a:r>
            <a:r>
              <a:rPr dirty="0" sz="600" spc="-4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6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sz="600" spc="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6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70">
                <a:solidFill>
                  <a:srgbClr val="FF6A5A"/>
                </a:solidFill>
                <a:latin typeface="Trebuchet MS"/>
                <a:cs typeface="Trebuchet MS"/>
              </a:rPr>
              <a:t>-</a:t>
            </a:r>
            <a:r>
              <a:rPr dirty="0" sz="6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6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2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600" spc="2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2</a:t>
            </a:r>
            <a:r>
              <a:rPr dirty="0" sz="600" spc="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600" spc="3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600" spc="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29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600" spc="254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6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6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Y</a:t>
            </a:r>
            <a:r>
              <a:rPr dirty="0" sz="6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600" spc="-4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600" spc="2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6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L</a:t>
            </a:r>
            <a:r>
              <a:rPr dirty="0" sz="6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600" spc="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383" y="627750"/>
            <a:ext cx="438086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Your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20" b="1">
                <a:solidFill>
                  <a:srgbClr val="293183"/>
                </a:solidFill>
                <a:latin typeface="Calibri"/>
                <a:cs typeface="Calibri"/>
              </a:rPr>
              <a:t>first</a:t>
            </a:r>
            <a:r>
              <a:rPr dirty="0" sz="165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GitHub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repo.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Five</a:t>
            </a:r>
            <a:r>
              <a:rPr dirty="0" sz="16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minutes,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20" b="1">
                <a:solidFill>
                  <a:srgbClr val="293183"/>
                </a:solidFill>
                <a:latin typeface="Calibri"/>
                <a:cs typeface="Calibri"/>
              </a:rPr>
              <a:t>start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to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finish.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9421" y="615657"/>
            <a:ext cx="2402205" cy="29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725" marR="5080" indent="-73660">
              <a:lnSpc>
                <a:spcPct val="110400"/>
              </a:lnSpc>
              <a:spcBef>
                <a:spcPts val="100"/>
              </a:spcBef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do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together.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Nobody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moves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until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every student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has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repo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green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README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their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profile.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0273" y="983274"/>
            <a:ext cx="4408805" cy="3774440"/>
            <a:chOff x="510273" y="983274"/>
            <a:chExt cx="4408805" cy="3774440"/>
          </a:xfrm>
        </p:grpSpPr>
        <p:sp>
          <p:nvSpPr>
            <p:cNvPr id="7" name="object 7"/>
            <p:cNvSpPr/>
            <p:nvPr/>
          </p:nvSpPr>
          <p:spPr>
            <a:xfrm>
              <a:off x="514083" y="997561"/>
              <a:ext cx="4401185" cy="3745865"/>
            </a:xfrm>
            <a:custGeom>
              <a:avLst/>
              <a:gdLst/>
              <a:ahLst/>
              <a:cxnLst/>
              <a:rect l="l" t="t" r="r" b="b"/>
              <a:pathLst>
                <a:path w="4401185" h="3745865">
                  <a:moveTo>
                    <a:pt x="4247997" y="0"/>
                  </a:moveTo>
                  <a:lnTo>
                    <a:pt x="152273" y="0"/>
                  </a:lnTo>
                  <a:lnTo>
                    <a:pt x="131541" y="1333"/>
                  </a:lnTo>
                  <a:lnTo>
                    <a:pt x="132123" y="1333"/>
                  </a:lnTo>
                  <a:lnTo>
                    <a:pt x="112945" y="5086"/>
                  </a:lnTo>
                  <a:lnTo>
                    <a:pt x="76314" y="20154"/>
                  </a:lnTo>
                  <a:lnTo>
                    <a:pt x="44556" y="44642"/>
                  </a:lnTo>
                  <a:lnTo>
                    <a:pt x="20510" y="75958"/>
                  </a:lnTo>
                  <a:lnTo>
                    <a:pt x="5255" y="112952"/>
                  </a:lnTo>
                  <a:lnTo>
                    <a:pt x="0" y="152285"/>
                  </a:lnTo>
                  <a:lnTo>
                    <a:pt x="0" y="3593160"/>
                  </a:lnTo>
                  <a:lnTo>
                    <a:pt x="1252" y="3612674"/>
                  </a:lnTo>
                  <a:lnTo>
                    <a:pt x="1275" y="3613029"/>
                  </a:lnTo>
                  <a:lnTo>
                    <a:pt x="5019" y="3632176"/>
                  </a:lnTo>
                  <a:lnTo>
                    <a:pt x="5081" y="3632492"/>
                  </a:lnTo>
                  <a:lnTo>
                    <a:pt x="20154" y="3669118"/>
                  </a:lnTo>
                  <a:lnTo>
                    <a:pt x="44546" y="3700802"/>
                  </a:lnTo>
                  <a:lnTo>
                    <a:pt x="75958" y="3724922"/>
                  </a:lnTo>
                  <a:lnTo>
                    <a:pt x="112901" y="3740180"/>
                  </a:lnTo>
                  <a:lnTo>
                    <a:pt x="152273" y="3745445"/>
                  </a:lnTo>
                  <a:lnTo>
                    <a:pt x="4248353" y="3745077"/>
                  </a:lnTo>
                  <a:lnTo>
                    <a:pt x="4287685" y="3739996"/>
                  </a:lnTo>
                  <a:lnTo>
                    <a:pt x="4324311" y="3724922"/>
                  </a:lnTo>
                  <a:lnTo>
                    <a:pt x="4355995" y="3700530"/>
                  </a:lnTo>
                  <a:lnTo>
                    <a:pt x="4380115" y="3669118"/>
                  </a:lnTo>
                  <a:lnTo>
                    <a:pt x="4388841" y="3651278"/>
                  </a:lnTo>
                  <a:lnTo>
                    <a:pt x="4388942" y="3651070"/>
                  </a:lnTo>
                  <a:lnTo>
                    <a:pt x="4395265" y="3632492"/>
                  </a:lnTo>
                  <a:lnTo>
                    <a:pt x="4395373" y="3632176"/>
                  </a:lnTo>
                  <a:lnTo>
                    <a:pt x="4399233" y="3613029"/>
                  </a:lnTo>
                  <a:lnTo>
                    <a:pt x="4399305" y="3612674"/>
                  </a:lnTo>
                  <a:lnTo>
                    <a:pt x="4400615" y="3593160"/>
                  </a:lnTo>
                  <a:lnTo>
                    <a:pt x="4400638" y="3592804"/>
                  </a:lnTo>
                  <a:lnTo>
                    <a:pt x="4400270" y="152285"/>
                  </a:lnTo>
                  <a:lnTo>
                    <a:pt x="4395189" y="112952"/>
                  </a:lnTo>
                  <a:lnTo>
                    <a:pt x="4380115" y="76314"/>
                  </a:lnTo>
                  <a:lnTo>
                    <a:pt x="4355728" y="44642"/>
                  </a:lnTo>
                  <a:lnTo>
                    <a:pt x="4324311" y="20523"/>
                  </a:lnTo>
                  <a:lnTo>
                    <a:pt x="4287373" y="5265"/>
                  </a:lnTo>
                  <a:lnTo>
                    <a:pt x="4267872" y="1333"/>
                  </a:lnTo>
                  <a:lnTo>
                    <a:pt x="4247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997561"/>
              <a:ext cx="4401185" cy="3745865"/>
            </a:xfrm>
            <a:custGeom>
              <a:avLst/>
              <a:gdLst/>
              <a:ahLst/>
              <a:cxnLst/>
              <a:rect l="l" t="t" r="r" b="b"/>
              <a:pathLst>
                <a:path w="4401185" h="3745865">
                  <a:moveTo>
                    <a:pt x="0" y="3594"/>
                  </a:moveTo>
                  <a:lnTo>
                    <a:pt x="4400638" y="3962"/>
                  </a:lnTo>
                </a:path>
                <a:path w="4401185" h="3745865">
                  <a:moveTo>
                    <a:pt x="4397032" y="0"/>
                  </a:moveTo>
                  <a:lnTo>
                    <a:pt x="4397400" y="3745801"/>
                  </a:lnTo>
                </a:path>
                <a:path w="4401185" h="3745865">
                  <a:moveTo>
                    <a:pt x="0" y="3742194"/>
                  </a:moveTo>
                  <a:lnTo>
                    <a:pt x="4400638" y="3742563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8485" y="997561"/>
              <a:ext cx="635" cy="3745865"/>
            </a:xfrm>
            <a:custGeom>
              <a:avLst/>
              <a:gdLst/>
              <a:ahLst/>
              <a:cxnLst/>
              <a:rect l="l" t="t" r="r" b="b"/>
              <a:pathLst>
                <a:path w="634" h="3745865">
                  <a:moveTo>
                    <a:pt x="0" y="0"/>
                  </a:moveTo>
                  <a:lnTo>
                    <a:pt x="355" y="3745801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800" y="1929601"/>
              <a:ext cx="4079240" cy="635"/>
            </a:xfrm>
            <a:custGeom>
              <a:avLst/>
              <a:gdLst/>
              <a:ahLst/>
              <a:cxnLst/>
              <a:rect l="l" t="t" r="r" b="b"/>
              <a:pathLst>
                <a:path w="4079240" h="635">
                  <a:moveTo>
                    <a:pt x="0" y="0"/>
                  </a:moveTo>
                  <a:lnTo>
                    <a:pt x="4078795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351447"/>
              <a:ext cx="214198" cy="21419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78675" y="1399224"/>
            <a:ext cx="590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7161" y="1120942"/>
            <a:ext cx="1479550" cy="352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9390" indent="-173990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SzPct val="137500"/>
              <a:buFont typeface="Segoe UI Symbol"/>
              <a:buChar char="✓"/>
              <a:tabLst>
                <a:tab pos="199390" algn="l"/>
              </a:tabLst>
            </a:pP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r>
              <a:rPr dirty="0" baseline="6944" sz="1200" spc="-89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H</a:t>
            </a:r>
            <a:r>
              <a:rPr dirty="0" baseline="6944" sz="1200" spc="-97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AT</a:t>
            </a:r>
            <a:r>
              <a:rPr dirty="0" baseline="6944" sz="1200" spc="39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TO</a:t>
            </a:r>
            <a:r>
              <a:rPr dirty="0" baseline="6944" sz="1200" spc="38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D</a:t>
            </a:r>
            <a:r>
              <a:rPr dirty="0" baseline="6944" sz="1200" spc="-8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spc="-75" b="1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endParaRPr baseline="6944" sz="1200">
              <a:latin typeface="Calibri"/>
              <a:cs typeface="Calibri"/>
            </a:endParaRPr>
          </a:p>
          <a:p>
            <a:pPr marL="327660">
              <a:lnSpc>
                <a:spcPct val="100000"/>
              </a:lnSpc>
              <a:spcBef>
                <a:spcPts val="655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Create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your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GitHub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account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1990" y="1509117"/>
            <a:ext cx="4086860" cy="2236470"/>
            <a:chOff x="681990" y="1509117"/>
            <a:chExt cx="4086860" cy="2236470"/>
          </a:xfrm>
        </p:grpSpPr>
        <p:sp>
          <p:nvSpPr>
            <p:cNvPr id="15" name="object 15"/>
            <p:cNvSpPr/>
            <p:nvPr/>
          </p:nvSpPr>
          <p:spPr>
            <a:xfrm>
              <a:off x="984961" y="1509117"/>
              <a:ext cx="3642360" cy="246379"/>
            </a:xfrm>
            <a:custGeom>
              <a:avLst/>
              <a:gdLst/>
              <a:ahLst/>
              <a:cxnLst/>
              <a:rect l="l" t="t" r="r" b="b"/>
              <a:pathLst>
                <a:path w="3642360" h="246380">
                  <a:moveTo>
                    <a:pt x="3642118" y="5753"/>
                  </a:moveTo>
                  <a:lnTo>
                    <a:pt x="3555250" y="5753"/>
                  </a:lnTo>
                  <a:lnTo>
                    <a:pt x="3548875" y="2159"/>
                  </a:lnTo>
                  <a:lnTo>
                    <a:pt x="3542398" y="368"/>
                  </a:lnTo>
                  <a:lnTo>
                    <a:pt x="271856" y="25"/>
                  </a:lnTo>
                  <a:lnTo>
                    <a:pt x="239395" y="0"/>
                  </a:lnTo>
                  <a:lnTo>
                    <a:pt x="31673" y="0"/>
                  </a:lnTo>
                  <a:lnTo>
                    <a:pt x="2159" y="24841"/>
                  </a:lnTo>
                  <a:lnTo>
                    <a:pt x="355" y="31318"/>
                  </a:lnTo>
                  <a:lnTo>
                    <a:pt x="355" y="38163"/>
                  </a:lnTo>
                  <a:lnTo>
                    <a:pt x="0" y="190449"/>
                  </a:lnTo>
                  <a:lnTo>
                    <a:pt x="0" y="197281"/>
                  </a:lnTo>
                  <a:lnTo>
                    <a:pt x="723" y="199885"/>
                  </a:lnTo>
                  <a:lnTo>
                    <a:pt x="723" y="245884"/>
                  </a:lnTo>
                  <a:lnTo>
                    <a:pt x="1575358" y="245884"/>
                  </a:lnTo>
                  <a:lnTo>
                    <a:pt x="1575358" y="228600"/>
                  </a:lnTo>
                  <a:lnTo>
                    <a:pt x="3542398" y="228600"/>
                  </a:lnTo>
                  <a:lnTo>
                    <a:pt x="3571913" y="203758"/>
                  </a:lnTo>
                  <a:lnTo>
                    <a:pt x="3573716" y="197281"/>
                  </a:lnTo>
                  <a:lnTo>
                    <a:pt x="3573653" y="121678"/>
                  </a:lnTo>
                  <a:lnTo>
                    <a:pt x="3642118" y="121678"/>
                  </a:lnTo>
                  <a:lnTo>
                    <a:pt x="3642118" y="5753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85800" y="2440446"/>
              <a:ext cx="4079240" cy="635"/>
            </a:xfrm>
            <a:custGeom>
              <a:avLst/>
              <a:gdLst/>
              <a:ahLst/>
              <a:cxnLst/>
              <a:rect l="l" t="t" r="r" b="b"/>
              <a:pathLst>
                <a:path w="4079240" h="635">
                  <a:moveTo>
                    <a:pt x="0" y="0"/>
                  </a:moveTo>
                  <a:lnTo>
                    <a:pt x="4078795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990447"/>
              <a:ext cx="214198" cy="2141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4561" y="2148486"/>
              <a:ext cx="118440" cy="10043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355039" y="2148486"/>
              <a:ext cx="2745105" cy="121920"/>
            </a:xfrm>
            <a:custGeom>
              <a:avLst/>
              <a:gdLst/>
              <a:ahLst/>
              <a:cxnLst/>
              <a:rect l="l" t="t" r="r" b="b"/>
              <a:pathLst>
                <a:path w="2745104" h="121919">
                  <a:moveTo>
                    <a:pt x="60845" y="5384"/>
                  </a:moveTo>
                  <a:lnTo>
                    <a:pt x="0" y="5384"/>
                  </a:lnTo>
                  <a:lnTo>
                    <a:pt x="0" y="121310"/>
                  </a:lnTo>
                  <a:lnTo>
                    <a:pt x="60845" y="121310"/>
                  </a:lnTo>
                  <a:lnTo>
                    <a:pt x="60845" y="5384"/>
                  </a:lnTo>
                  <a:close/>
                </a:path>
                <a:path w="2745104" h="121919">
                  <a:moveTo>
                    <a:pt x="2744990" y="18008"/>
                  </a:moveTo>
                  <a:lnTo>
                    <a:pt x="2411463" y="18008"/>
                  </a:lnTo>
                  <a:lnTo>
                    <a:pt x="2408758" y="13677"/>
                  </a:lnTo>
                  <a:lnTo>
                    <a:pt x="2404084" y="8636"/>
                  </a:lnTo>
                  <a:lnTo>
                    <a:pt x="2392565" y="2159"/>
                  </a:lnTo>
                  <a:lnTo>
                    <a:pt x="2386076" y="355"/>
                  </a:lnTo>
                  <a:lnTo>
                    <a:pt x="1771916" y="0"/>
                  </a:lnTo>
                  <a:lnTo>
                    <a:pt x="1765439" y="1790"/>
                  </a:lnTo>
                  <a:lnTo>
                    <a:pt x="1740598" y="31318"/>
                  </a:lnTo>
                  <a:lnTo>
                    <a:pt x="1740598" y="38150"/>
                  </a:lnTo>
                  <a:lnTo>
                    <a:pt x="1740242" y="62280"/>
                  </a:lnTo>
                  <a:lnTo>
                    <a:pt x="1740242" y="69113"/>
                  </a:lnTo>
                  <a:lnTo>
                    <a:pt x="1742046" y="75590"/>
                  </a:lnTo>
                  <a:lnTo>
                    <a:pt x="1771561" y="100431"/>
                  </a:lnTo>
                  <a:lnTo>
                    <a:pt x="2051646" y="100431"/>
                  </a:lnTo>
                  <a:lnTo>
                    <a:pt x="2051646" y="119875"/>
                  </a:lnTo>
                  <a:lnTo>
                    <a:pt x="2744990" y="119875"/>
                  </a:lnTo>
                  <a:lnTo>
                    <a:pt x="2744990" y="18008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5800" y="2955241"/>
              <a:ext cx="4079240" cy="635"/>
            </a:xfrm>
            <a:custGeom>
              <a:avLst/>
              <a:gdLst/>
              <a:ahLst/>
              <a:cxnLst/>
              <a:rect l="l" t="t" r="r" b="b"/>
              <a:pathLst>
                <a:path w="4079240" h="635">
                  <a:moveTo>
                    <a:pt x="0" y="0"/>
                  </a:moveTo>
                  <a:lnTo>
                    <a:pt x="4078795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" y="2501279"/>
              <a:ext cx="214198" cy="21419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85316" y="2659318"/>
              <a:ext cx="3713479" cy="245745"/>
            </a:xfrm>
            <a:custGeom>
              <a:avLst/>
              <a:gdLst/>
              <a:ahLst/>
              <a:cxnLst/>
              <a:rect l="l" t="t" r="r" b="b"/>
              <a:pathLst>
                <a:path w="3713479" h="245744">
                  <a:moveTo>
                    <a:pt x="3713048" y="197281"/>
                  </a:moveTo>
                  <a:lnTo>
                    <a:pt x="3712934" y="31318"/>
                  </a:lnTo>
                  <a:lnTo>
                    <a:pt x="3688207" y="2159"/>
                  </a:lnTo>
                  <a:lnTo>
                    <a:pt x="31686" y="0"/>
                  </a:lnTo>
                  <a:lnTo>
                    <a:pt x="25209" y="1803"/>
                  </a:lnTo>
                  <a:lnTo>
                    <a:pt x="368" y="31318"/>
                  </a:lnTo>
                  <a:lnTo>
                    <a:pt x="368" y="38163"/>
                  </a:lnTo>
                  <a:lnTo>
                    <a:pt x="0" y="190449"/>
                  </a:lnTo>
                  <a:lnTo>
                    <a:pt x="0" y="197281"/>
                  </a:lnTo>
                  <a:lnTo>
                    <a:pt x="368" y="198615"/>
                  </a:lnTo>
                  <a:lnTo>
                    <a:pt x="368" y="245160"/>
                  </a:lnTo>
                  <a:lnTo>
                    <a:pt x="2725928" y="245160"/>
                  </a:lnTo>
                  <a:lnTo>
                    <a:pt x="2725928" y="228600"/>
                  </a:lnTo>
                  <a:lnTo>
                    <a:pt x="3681717" y="228600"/>
                  </a:lnTo>
                  <a:lnTo>
                    <a:pt x="3711244" y="203758"/>
                  </a:lnTo>
                  <a:lnTo>
                    <a:pt x="3713048" y="197281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85800" y="3470035"/>
              <a:ext cx="4079240" cy="635"/>
            </a:xfrm>
            <a:custGeom>
              <a:avLst/>
              <a:gdLst/>
              <a:ahLst/>
              <a:cxnLst/>
              <a:rect l="l" t="t" r="r" b="b"/>
              <a:pathLst>
                <a:path w="4079240" h="635">
                  <a:moveTo>
                    <a:pt x="0" y="0"/>
                  </a:moveTo>
                  <a:lnTo>
                    <a:pt x="4078795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3016086"/>
              <a:ext cx="214198" cy="2141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85685" y="3174125"/>
              <a:ext cx="3747135" cy="245745"/>
            </a:xfrm>
            <a:custGeom>
              <a:avLst/>
              <a:gdLst/>
              <a:ahLst/>
              <a:cxnLst/>
              <a:rect l="l" t="t" r="r" b="b"/>
              <a:pathLst>
                <a:path w="3747135" h="245745">
                  <a:moveTo>
                    <a:pt x="302399" y="129247"/>
                  </a:moveTo>
                  <a:lnTo>
                    <a:pt x="0" y="129247"/>
                  </a:lnTo>
                  <a:lnTo>
                    <a:pt x="0" y="245160"/>
                  </a:lnTo>
                  <a:lnTo>
                    <a:pt x="302399" y="245160"/>
                  </a:lnTo>
                  <a:lnTo>
                    <a:pt x="302399" y="129247"/>
                  </a:lnTo>
                  <a:close/>
                </a:path>
                <a:path w="3747135" h="245745">
                  <a:moveTo>
                    <a:pt x="1652397" y="141833"/>
                  </a:moveTo>
                  <a:lnTo>
                    <a:pt x="1040396" y="141833"/>
                  </a:lnTo>
                  <a:lnTo>
                    <a:pt x="1035710" y="136791"/>
                  </a:lnTo>
                  <a:lnTo>
                    <a:pt x="1024191" y="130314"/>
                  </a:lnTo>
                  <a:lnTo>
                    <a:pt x="1017714" y="128511"/>
                  </a:lnTo>
                  <a:lnTo>
                    <a:pt x="357111" y="128155"/>
                  </a:lnTo>
                  <a:lnTo>
                    <a:pt x="350634" y="129959"/>
                  </a:lnTo>
                  <a:lnTo>
                    <a:pt x="325793" y="159473"/>
                  </a:lnTo>
                  <a:lnTo>
                    <a:pt x="325793" y="166319"/>
                  </a:lnTo>
                  <a:lnTo>
                    <a:pt x="325437" y="190436"/>
                  </a:lnTo>
                  <a:lnTo>
                    <a:pt x="325437" y="197281"/>
                  </a:lnTo>
                  <a:lnTo>
                    <a:pt x="327240" y="203758"/>
                  </a:lnTo>
                  <a:lnTo>
                    <a:pt x="356755" y="228600"/>
                  </a:lnTo>
                  <a:lnTo>
                    <a:pt x="925918" y="228600"/>
                  </a:lnTo>
                  <a:lnTo>
                    <a:pt x="925918" y="243713"/>
                  </a:lnTo>
                  <a:lnTo>
                    <a:pt x="1652397" y="243713"/>
                  </a:lnTo>
                  <a:lnTo>
                    <a:pt x="1652397" y="141833"/>
                  </a:lnTo>
                  <a:close/>
                </a:path>
                <a:path w="3747135" h="245745">
                  <a:moveTo>
                    <a:pt x="3746868" y="5029"/>
                  </a:moveTo>
                  <a:lnTo>
                    <a:pt x="3339414" y="5029"/>
                  </a:lnTo>
                  <a:lnTo>
                    <a:pt x="3334308" y="2159"/>
                  </a:lnTo>
                  <a:lnTo>
                    <a:pt x="3327831" y="355"/>
                  </a:lnTo>
                  <a:lnTo>
                    <a:pt x="2108873" y="0"/>
                  </a:lnTo>
                  <a:lnTo>
                    <a:pt x="2079358" y="24841"/>
                  </a:lnTo>
                  <a:lnTo>
                    <a:pt x="2077554" y="31318"/>
                  </a:lnTo>
                  <a:lnTo>
                    <a:pt x="2077554" y="38150"/>
                  </a:lnTo>
                  <a:lnTo>
                    <a:pt x="2077199" y="62280"/>
                  </a:lnTo>
                  <a:lnTo>
                    <a:pt x="2077199" y="69113"/>
                  </a:lnTo>
                  <a:lnTo>
                    <a:pt x="2078990" y="75590"/>
                  </a:lnTo>
                  <a:lnTo>
                    <a:pt x="2108517" y="100431"/>
                  </a:lnTo>
                  <a:lnTo>
                    <a:pt x="2475712" y="100431"/>
                  </a:lnTo>
                  <a:lnTo>
                    <a:pt x="2475712" y="120954"/>
                  </a:lnTo>
                  <a:lnTo>
                    <a:pt x="3746868" y="120954"/>
                  </a:lnTo>
                  <a:lnTo>
                    <a:pt x="3746868" y="5029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" y="3530881"/>
              <a:ext cx="214198" cy="2141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78675" y="2038212"/>
            <a:ext cx="59055" cy="1687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84961" y="3688920"/>
            <a:ext cx="3376295" cy="118745"/>
          </a:xfrm>
          <a:custGeom>
            <a:avLst/>
            <a:gdLst/>
            <a:ahLst/>
            <a:cxnLst/>
            <a:rect l="l" t="t" r="r" b="b"/>
            <a:pathLst>
              <a:path w="3376295" h="118745">
                <a:moveTo>
                  <a:pt x="909713" y="69126"/>
                </a:moveTo>
                <a:lnTo>
                  <a:pt x="907923" y="25196"/>
                </a:lnTo>
                <a:lnTo>
                  <a:pt x="878395" y="355"/>
                </a:lnTo>
                <a:lnTo>
                  <a:pt x="31673" y="0"/>
                </a:lnTo>
                <a:lnTo>
                  <a:pt x="25196" y="1803"/>
                </a:lnTo>
                <a:lnTo>
                  <a:pt x="355" y="31318"/>
                </a:lnTo>
                <a:lnTo>
                  <a:pt x="355" y="32042"/>
                </a:lnTo>
                <a:lnTo>
                  <a:pt x="355" y="38163"/>
                </a:lnTo>
                <a:lnTo>
                  <a:pt x="0" y="62280"/>
                </a:lnTo>
                <a:lnTo>
                  <a:pt x="0" y="69126"/>
                </a:lnTo>
                <a:lnTo>
                  <a:pt x="355" y="70408"/>
                </a:lnTo>
                <a:lnTo>
                  <a:pt x="355" y="117360"/>
                </a:lnTo>
                <a:lnTo>
                  <a:pt x="808189" y="117360"/>
                </a:lnTo>
                <a:lnTo>
                  <a:pt x="808189" y="100444"/>
                </a:lnTo>
                <a:lnTo>
                  <a:pt x="878395" y="100444"/>
                </a:lnTo>
                <a:lnTo>
                  <a:pt x="907923" y="75603"/>
                </a:lnTo>
                <a:lnTo>
                  <a:pt x="909713" y="69126"/>
                </a:lnTo>
                <a:close/>
              </a:path>
              <a:path w="3376295" h="118745">
                <a:moveTo>
                  <a:pt x="3375723" y="69126"/>
                </a:moveTo>
                <a:lnTo>
                  <a:pt x="3373920" y="25196"/>
                </a:lnTo>
                <a:lnTo>
                  <a:pt x="3344392" y="355"/>
                </a:lnTo>
                <a:lnTo>
                  <a:pt x="2916720" y="0"/>
                </a:lnTo>
                <a:lnTo>
                  <a:pt x="2910243" y="1803"/>
                </a:lnTo>
                <a:lnTo>
                  <a:pt x="2904477" y="5041"/>
                </a:lnTo>
                <a:lnTo>
                  <a:pt x="2898724" y="8636"/>
                </a:lnTo>
                <a:lnTo>
                  <a:pt x="2893682" y="13322"/>
                </a:lnTo>
                <a:lnTo>
                  <a:pt x="2889008" y="21602"/>
                </a:lnTo>
                <a:lnTo>
                  <a:pt x="2769120" y="21602"/>
                </a:lnTo>
                <a:lnTo>
                  <a:pt x="2769120" y="118440"/>
                </a:lnTo>
                <a:lnTo>
                  <a:pt x="3223806" y="118440"/>
                </a:lnTo>
                <a:lnTo>
                  <a:pt x="3223806" y="100444"/>
                </a:lnTo>
                <a:lnTo>
                  <a:pt x="3344392" y="100444"/>
                </a:lnTo>
                <a:lnTo>
                  <a:pt x="3373920" y="75603"/>
                </a:lnTo>
                <a:lnTo>
                  <a:pt x="3375723" y="69126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85316" y="1485622"/>
            <a:ext cx="3759835" cy="232600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R="83820">
              <a:lnSpc>
                <a:spcPct val="101899"/>
              </a:lnSpc>
              <a:spcBef>
                <a:spcPts val="8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Go</a:t>
            </a:r>
            <a:r>
              <a:rPr dirty="0" sz="800" spc="-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293183"/>
                </a:solidFill>
                <a:latin typeface="Courier New"/>
                <a:cs typeface="Courier New"/>
              </a:rPr>
              <a:t>github.com</a:t>
            </a:r>
            <a:r>
              <a:rPr dirty="0" sz="800" spc="-9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→</a:t>
            </a:r>
            <a:r>
              <a:rPr dirty="0" sz="800" spc="-4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Sign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up.</a:t>
            </a:r>
            <a:r>
              <a:rPr dirty="0" sz="800" spc="-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Use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SAME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email you configured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1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(</a:t>
            </a: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git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config</a:t>
            </a:r>
            <a:r>
              <a:rPr dirty="0" sz="800" spc="-1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--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global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user.email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).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matters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if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they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don't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match, your commits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won't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show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your GitHub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profile.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Create</a:t>
            </a:r>
            <a:r>
              <a:rPr dirty="0" sz="8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new</a:t>
            </a:r>
            <a:r>
              <a:rPr dirty="0" sz="8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repository</a:t>
            </a:r>
            <a:endParaRPr sz="800">
              <a:latin typeface="Calibri"/>
              <a:cs typeface="Calibri"/>
            </a:endParaRPr>
          </a:p>
          <a:p>
            <a:pPr marR="5080">
              <a:lnSpc>
                <a:spcPct val="101899"/>
              </a:lnSpc>
              <a:spcBef>
                <a:spcPts val="27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Click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+</a:t>
            </a:r>
            <a:r>
              <a:rPr dirty="0" sz="800" spc="-30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icon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top-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right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→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New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repository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Name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 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-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p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r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114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ic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e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Public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(so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each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other's).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Tick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"Add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README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file".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Click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Create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repository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Copy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the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clone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293183"/>
                </a:solidFill>
                <a:latin typeface="Calibri"/>
                <a:cs typeface="Calibri"/>
              </a:rPr>
              <a:t>URL</a:t>
            </a:r>
            <a:endParaRPr sz="800">
              <a:latin typeface="Calibri"/>
              <a:cs typeface="Calibri"/>
            </a:endParaRPr>
          </a:p>
          <a:p>
            <a:pPr marR="57150">
              <a:lnSpc>
                <a:spcPct val="101899"/>
              </a:lnSpc>
              <a:spcBef>
                <a:spcPts val="27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Click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green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"Code"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button.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Copy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HTTPS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URL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(looks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like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  <a:hlinkClick r:id="rId8"/>
              </a:rPr>
              <a:t>https://github.com/yourname/day3-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  <a:hlinkClick r:id="rId8"/>
              </a:rPr>
              <a:t>practice.git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).</a:t>
            </a:r>
            <a:r>
              <a:rPr dirty="0" sz="800" spc="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Don't</a:t>
            </a:r>
            <a:r>
              <a:rPr dirty="0" sz="800" spc="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use</a:t>
            </a:r>
            <a:r>
              <a:rPr dirty="0" sz="800" spc="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SSH</a:t>
            </a:r>
            <a:r>
              <a:rPr dirty="0" sz="800" spc="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we'll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cover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later.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850"/>
              </a:lnSpc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Clone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it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to</a:t>
            </a:r>
            <a:r>
              <a:rPr dirty="0" sz="8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your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laptop</a:t>
            </a:r>
            <a:endParaRPr sz="800">
              <a:latin typeface="Calibri"/>
              <a:cs typeface="Calibri"/>
            </a:endParaRPr>
          </a:p>
          <a:p>
            <a:pPr marR="5080">
              <a:lnSpc>
                <a:spcPct val="101899"/>
              </a:lnSpc>
              <a:spcBef>
                <a:spcPts val="27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your terminal,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navigate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where you want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folder.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Run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clone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 &lt;paste-</a:t>
            </a: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url-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here&gt;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creates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-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p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r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114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ic</a:t>
            </a:r>
            <a:r>
              <a:rPr dirty="0" sz="8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254">
                <a:solidFill>
                  <a:srgbClr val="293183"/>
                </a:solidFill>
                <a:latin typeface="Trebuchet MS"/>
                <a:cs typeface="Trebuchet MS"/>
              </a:rPr>
              <a:t>/</a:t>
            </a:r>
            <a:r>
              <a:rPr dirty="0" sz="800" spc="4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folder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README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inside.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0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Open</a:t>
            </a:r>
            <a:r>
              <a:rPr dirty="0" sz="8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it</a:t>
            </a:r>
            <a:r>
              <a:rPr dirty="0" sz="8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in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VS</a:t>
            </a:r>
            <a:r>
              <a:rPr dirty="0" sz="8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Code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r>
              <a:rPr dirty="0" sz="650" spc="-60">
                <a:solidFill>
                  <a:srgbClr val="293183"/>
                </a:solidFill>
                <a:latin typeface="Trebuchet MS"/>
                <a:cs typeface="Trebuchet MS"/>
              </a:rPr>
              <a:t>c</a:t>
            </a:r>
            <a:r>
              <a:rPr dirty="0" sz="650" spc="-11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293183"/>
                </a:solidFill>
                <a:latin typeface="Trebuchet MS"/>
                <a:cs typeface="Trebuchet MS"/>
              </a:rPr>
              <a:t>o</a:t>
            </a:r>
            <a:r>
              <a:rPr dirty="0" sz="65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65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650" spc="-8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293183"/>
                </a:solidFill>
                <a:latin typeface="Trebuchet MS"/>
                <a:cs typeface="Trebuchet MS"/>
              </a:rPr>
              <a:t>e</a:t>
            </a:r>
            <a:r>
              <a:rPr dirty="0" sz="650" spc="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65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65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65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6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65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650" spc="-8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293183"/>
                </a:solidFill>
                <a:latin typeface="Trebuchet MS"/>
                <a:cs typeface="Trebuchet MS"/>
              </a:rPr>
              <a:t>-</a:t>
            </a:r>
            <a:r>
              <a:rPr dirty="0" sz="650" spc="-65">
                <a:solidFill>
                  <a:srgbClr val="293183"/>
                </a:solidFill>
                <a:latin typeface="Trebuchet MS"/>
                <a:cs typeface="Trebuchet MS"/>
              </a:rPr>
              <a:t>p</a:t>
            </a:r>
            <a:r>
              <a:rPr dirty="0" sz="650" spc="-8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75">
                <a:solidFill>
                  <a:srgbClr val="293183"/>
                </a:solidFill>
                <a:latin typeface="Trebuchet MS"/>
                <a:cs typeface="Trebuchet MS"/>
              </a:rPr>
              <a:t>r</a:t>
            </a:r>
            <a:r>
              <a:rPr dirty="0" sz="65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65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60">
                <a:solidFill>
                  <a:srgbClr val="293183"/>
                </a:solidFill>
                <a:latin typeface="Trebuchet MS"/>
                <a:cs typeface="Trebuchet MS"/>
              </a:rPr>
              <a:t>c</a:t>
            </a:r>
            <a:r>
              <a:rPr dirty="0" sz="65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12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65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293183"/>
                </a:solidFill>
                <a:latin typeface="Trebuchet MS"/>
                <a:cs typeface="Trebuchet MS"/>
              </a:rPr>
              <a:t>ic</a:t>
            </a:r>
            <a:r>
              <a:rPr dirty="0" sz="65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293183"/>
                </a:solidFill>
                <a:latin typeface="Trebuchet MS"/>
                <a:cs typeface="Trebuchet MS"/>
              </a:rPr>
              <a:t>e</a:t>
            </a:r>
            <a:r>
              <a:rPr dirty="0" sz="650" spc="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(or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open VS Code →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65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→ Open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Folder). You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should see</a:t>
            </a:r>
            <a:r>
              <a:rPr dirty="0" sz="650" spc="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93183"/>
                </a:solidFill>
                <a:latin typeface="Courier New"/>
                <a:cs typeface="Courier New"/>
              </a:rPr>
              <a:t>README.md</a:t>
            </a:r>
            <a:r>
              <a:rPr dirty="0" sz="650" spc="-23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inside.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25390" y="983274"/>
            <a:ext cx="3608070" cy="3774440"/>
            <a:chOff x="5025390" y="983274"/>
            <a:chExt cx="3608070" cy="3774440"/>
          </a:xfrm>
        </p:grpSpPr>
        <p:sp>
          <p:nvSpPr>
            <p:cNvPr id="31" name="object 31"/>
            <p:cNvSpPr/>
            <p:nvPr/>
          </p:nvSpPr>
          <p:spPr>
            <a:xfrm>
              <a:off x="5029200" y="997561"/>
              <a:ext cx="3600450" cy="3745865"/>
            </a:xfrm>
            <a:custGeom>
              <a:avLst/>
              <a:gdLst/>
              <a:ahLst/>
              <a:cxnLst/>
              <a:rect l="l" t="t" r="r" b="b"/>
              <a:pathLst>
                <a:path w="3600450" h="3745865">
                  <a:moveTo>
                    <a:pt x="3447719" y="0"/>
                  </a:moveTo>
                  <a:lnTo>
                    <a:pt x="152285" y="0"/>
                  </a:lnTo>
                  <a:lnTo>
                    <a:pt x="131548" y="1333"/>
                  </a:lnTo>
                  <a:lnTo>
                    <a:pt x="132131" y="1333"/>
                  </a:lnTo>
                  <a:lnTo>
                    <a:pt x="112952" y="5086"/>
                  </a:lnTo>
                  <a:lnTo>
                    <a:pt x="76314" y="20154"/>
                  </a:lnTo>
                  <a:lnTo>
                    <a:pt x="44562" y="44642"/>
                  </a:lnTo>
                  <a:lnTo>
                    <a:pt x="20523" y="75958"/>
                  </a:lnTo>
                  <a:lnTo>
                    <a:pt x="5256" y="112952"/>
                  </a:lnTo>
                  <a:lnTo>
                    <a:pt x="0" y="152285"/>
                  </a:lnTo>
                  <a:lnTo>
                    <a:pt x="0" y="3593160"/>
                  </a:lnTo>
                  <a:lnTo>
                    <a:pt x="5024" y="3632176"/>
                  </a:lnTo>
                  <a:lnTo>
                    <a:pt x="20154" y="3669118"/>
                  </a:lnTo>
                  <a:lnTo>
                    <a:pt x="44551" y="3700802"/>
                  </a:lnTo>
                  <a:lnTo>
                    <a:pt x="75958" y="3724922"/>
                  </a:lnTo>
                  <a:lnTo>
                    <a:pt x="112907" y="3740180"/>
                  </a:lnTo>
                  <a:lnTo>
                    <a:pt x="152285" y="3745445"/>
                  </a:lnTo>
                  <a:lnTo>
                    <a:pt x="3448075" y="3745077"/>
                  </a:lnTo>
                  <a:lnTo>
                    <a:pt x="3487407" y="3739996"/>
                  </a:lnTo>
                  <a:lnTo>
                    <a:pt x="3524034" y="3724922"/>
                  </a:lnTo>
                  <a:lnTo>
                    <a:pt x="3555717" y="3700530"/>
                  </a:lnTo>
                  <a:lnTo>
                    <a:pt x="3579837" y="3669118"/>
                  </a:lnTo>
                  <a:lnTo>
                    <a:pt x="3588563" y="3651278"/>
                  </a:lnTo>
                  <a:lnTo>
                    <a:pt x="3588664" y="3651070"/>
                  </a:lnTo>
                  <a:lnTo>
                    <a:pt x="3594987" y="3632492"/>
                  </a:lnTo>
                  <a:lnTo>
                    <a:pt x="3595095" y="3632176"/>
                  </a:lnTo>
                  <a:lnTo>
                    <a:pt x="3598956" y="3613029"/>
                  </a:lnTo>
                  <a:lnTo>
                    <a:pt x="3599027" y="3612674"/>
                  </a:lnTo>
                  <a:lnTo>
                    <a:pt x="3600337" y="3593160"/>
                  </a:lnTo>
                  <a:lnTo>
                    <a:pt x="3600361" y="3592804"/>
                  </a:lnTo>
                  <a:lnTo>
                    <a:pt x="3600005" y="152285"/>
                  </a:lnTo>
                  <a:lnTo>
                    <a:pt x="3594917" y="112952"/>
                  </a:lnTo>
                  <a:lnTo>
                    <a:pt x="3579837" y="76314"/>
                  </a:lnTo>
                  <a:lnTo>
                    <a:pt x="3555450" y="44642"/>
                  </a:lnTo>
                  <a:lnTo>
                    <a:pt x="3524034" y="20523"/>
                  </a:lnTo>
                  <a:lnTo>
                    <a:pt x="3487096" y="5265"/>
                  </a:lnTo>
                  <a:lnTo>
                    <a:pt x="3467594" y="1333"/>
                  </a:lnTo>
                  <a:lnTo>
                    <a:pt x="3447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029200" y="997561"/>
              <a:ext cx="3600450" cy="3745865"/>
            </a:xfrm>
            <a:custGeom>
              <a:avLst/>
              <a:gdLst/>
              <a:ahLst/>
              <a:cxnLst/>
              <a:rect l="l" t="t" r="r" b="b"/>
              <a:pathLst>
                <a:path w="3600450" h="3745865">
                  <a:moveTo>
                    <a:pt x="0" y="3594"/>
                  </a:moveTo>
                  <a:lnTo>
                    <a:pt x="3600361" y="3962"/>
                  </a:lnTo>
                </a:path>
                <a:path w="3600450" h="3745865">
                  <a:moveTo>
                    <a:pt x="3596754" y="0"/>
                  </a:moveTo>
                  <a:lnTo>
                    <a:pt x="3597122" y="3745801"/>
                  </a:lnTo>
                </a:path>
                <a:path w="3600450" h="3745865">
                  <a:moveTo>
                    <a:pt x="0" y="3742194"/>
                  </a:moveTo>
                  <a:lnTo>
                    <a:pt x="3600361" y="3742563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043246" y="997561"/>
              <a:ext cx="635" cy="3745865"/>
            </a:xfrm>
            <a:custGeom>
              <a:avLst/>
              <a:gdLst/>
              <a:ahLst/>
              <a:cxnLst/>
              <a:rect l="l" t="t" r="r" b="b"/>
              <a:pathLst>
                <a:path w="635" h="3745865">
                  <a:moveTo>
                    <a:pt x="0" y="0"/>
                  </a:moveTo>
                  <a:lnTo>
                    <a:pt x="355" y="3745801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199837" y="1293484"/>
              <a:ext cx="3279775" cy="2730500"/>
            </a:xfrm>
            <a:custGeom>
              <a:avLst/>
              <a:gdLst/>
              <a:ahLst/>
              <a:cxnLst/>
              <a:rect l="l" t="t" r="r" b="b"/>
              <a:pathLst>
                <a:path w="3279775" h="2730500">
                  <a:moveTo>
                    <a:pt x="114846" y="0"/>
                  </a:moveTo>
                  <a:lnTo>
                    <a:pt x="71001" y="8808"/>
                  </a:lnTo>
                  <a:lnTo>
                    <a:pt x="33677" y="33743"/>
                  </a:lnTo>
                  <a:lnTo>
                    <a:pt x="9171" y="70790"/>
                  </a:lnTo>
                  <a:lnTo>
                    <a:pt x="368" y="114477"/>
                  </a:lnTo>
                  <a:lnTo>
                    <a:pt x="0" y="2615399"/>
                  </a:lnTo>
                  <a:lnTo>
                    <a:pt x="1000" y="2630415"/>
                  </a:lnTo>
                  <a:lnTo>
                    <a:pt x="3932" y="2644962"/>
                  </a:lnTo>
                  <a:lnTo>
                    <a:pt x="3959" y="2645095"/>
                  </a:lnTo>
                  <a:lnTo>
                    <a:pt x="8756" y="2659087"/>
                  </a:lnTo>
                  <a:lnTo>
                    <a:pt x="8808" y="2659237"/>
                  </a:lnTo>
                  <a:lnTo>
                    <a:pt x="15481" y="2672638"/>
                  </a:lnTo>
                  <a:lnTo>
                    <a:pt x="44845" y="2706253"/>
                  </a:lnTo>
                  <a:lnTo>
                    <a:pt x="84915" y="2725918"/>
                  </a:lnTo>
                  <a:lnTo>
                    <a:pt x="114477" y="2729877"/>
                  </a:lnTo>
                  <a:lnTo>
                    <a:pt x="3164763" y="2729877"/>
                  </a:lnTo>
                  <a:lnTo>
                    <a:pt x="3208601" y="2721069"/>
                  </a:lnTo>
                  <a:lnTo>
                    <a:pt x="3245853" y="2696217"/>
                  </a:lnTo>
                  <a:lnTo>
                    <a:pt x="3270359" y="2659237"/>
                  </a:lnTo>
                  <a:lnTo>
                    <a:pt x="3279241" y="2615399"/>
                  </a:lnTo>
                  <a:lnTo>
                    <a:pt x="3279217" y="114477"/>
                  </a:lnTo>
                  <a:lnTo>
                    <a:pt x="3270433" y="70995"/>
                  </a:lnTo>
                  <a:lnTo>
                    <a:pt x="3245581" y="33743"/>
                  </a:lnTo>
                  <a:lnTo>
                    <a:pt x="3208451" y="9163"/>
                  </a:lnTo>
                  <a:lnTo>
                    <a:pt x="3164763" y="355"/>
                  </a:lnTo>
                  <a:lnTo>
                    <a:pt x="114846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171922" y="1120942"/>
            <a:ext cx="2964180" cy="2279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9390" indent="-173990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SzPct val="137500"/>
              <a:buFont typeface="Segoe UI Symbol"/>
              <a:buChar char="✓"/>
              <a:tabLst>
                <a:tab pos="199390" algn="l"/>
              </a:tabLst>
            </a:pPr>
            <a:r>
              <a:rPr dirty="0" baseline="6944" sz="1200" spc="-15" b="1">
                <a:solidFill>
                  <a:srgbClr val="797E94"/>
                </a:solidFill>
                <a:latin typeface="Calibri"/>
                <a:cs typeface="Calibri"/>
              </a:rPr>
              <a:t>V</a:t>
            </a:r>
            <a:r>
              <a:rPr dirty="0" baseline="6944" sz="1200" spc="-11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baseline="6944" sz="1200" spc="-104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baseline="6944" sz="1200" spc="-11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baseline="6944" sz="1200" spc="-104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F</a:t>
            </a:r>
            <a:r>
              <a:rPr dirty="0" baseline="6944" sz="1200" spc="-104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Y</a:t>
            </a:r>
            <a:r>
              <a:rPr dirty="0" baseline="6944" sz="1200" spc="32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baseline="6944" sz="1200" spc="-11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baseline="6944" sz="1200" spc="32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r>
              <a:rPr dirty="0" baseline="6944" sz="1200" spc="-12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baseline="6944" sz="1200" spc="-104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baseline="6944" sz="1200" spc="-104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K</a:t>
            </a:r>
            <a:r>
              <a:rPr dirty="0" baseline="6944" sz="1200" spc="-104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baseline="6944" sz="1200" spc="-11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spc="-75" b="1">
                <a:solidFill>
                  <a:srgbClr val="797E94"/>
                </a:solidFill>
                <a:latin typeface="Calibri"/>
                <a:cs typeface="Calibri"/>
              </a:rPr>
              <a:t>D</a:t>
            </a:r>
            <a:endParaRPr baseline="6944"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800">
              <a:latin typeface="Calibri"/>
              <a:cs typeface="Calibri"/>
            </a:endParaRPr>
          </a:p>
          <a:p>
            <a:pPr marL="142240" marR="90170">
              <a:lnSpc>
                <a:spcPct val="1090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clone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  <a:hlinkClick r:id="rId9"/>
              </a:rPr>
              <a:t>https://github.com/yourname/day3-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practice.git</a:t>
            </a:r>
            <a:endParaRPr sz="80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  <a:spcBef>
                <a:spcPts val="90"/>
              </a:spcBef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Cloning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into</a:t>
            </a:r>
            <a:r>
              <a:rPr dirty="0" sz="800" spc="2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Trebuchet MS"/>
                <a:cs typeface="Trebuchet MS"/>
              </a:rPr>
              <a:t>'</a:t>
            </a:r>
            <a:r>
              <a:rPr dirty="0" sz="800" spc="-15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B7E885"/>
                </a:solidFill>
                <a:latin typeface="Trebuchet MS"/>
                <a:cs typeface="Trebuchet MS"/>
              </a:rPr>
              <a:t>d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y</a:t>
            </a:r>
            <a:r>
              <a:rPr dirty="0" sz="800" spc="-9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3</a:t>
            </a:r>
            <a:r>
              <a:rPr dirty="0" sz="800" spc="-9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B7E885"/>
                </a:solidFill>
                <a:latin typeface="Trebuchet MS"/>
                <a:cs typeface="Trebuchet MS"/>
              </a:rPr>
              <a:t>-</a:t>
            </a:r>
            <a:r>
              <a:rPr dirty="0" sz="800" spc="-95">
                <a:solidFill>
                  <a:srgbClr val="B7E885"/>
                </a:solidFill>
                <a:latin typeface="Trebuchet MS"/>
                <a:cs typeface="Trebuchet MS"/>
              </a:rPr>
              <a:t>p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B7E885"/>
                </a:solidFill>
                <a:latin typeface="Trebuchet MS"/>
                <a:cs typeface="Trebuchet MS"/>
              </a:rPr>
              <a:t>r</a:t>
            </a:r>
            <a:r>
              <a:rPr dirty="0" sz="800" spc="-13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c</a:t>
            </a:r>
            <a:r>
              <a:rPr dirty="0" sz="800" spc="-13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B7E885"/>
                </a:solidFill>
                <a:latin typeface="Trebuchet MS"/>
                <a:cs typeface="Trebuchet MS"/>
              </a:rPr>
              <a:t>t</a:t>
            </a:r>
            <a:r>
              <a:rPr dirty="0" sz="800" spc="-11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B7E885"/>
                </a:solidFill>
                <a:latin typeface="Trebuchet MS"/>
                <a:cs typeface="Trebuchet MS"/>
              </a:rPr>
              <a:t>ic</a:t>
            </a:r>
            <a:r>
              <a:rPr dirty="0" sz="800" spc="-13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e</a:t>
            </a:r>
            <a:r>
              <a:rPr dirty="0" sz="800" spc="-114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B7E885"/>
                </a:solidFill>
                <a:latin typeface="Trebuchet MS"/>
                <a:cs typeface="Trebuchet MS"/>
              </a:rPr>
              <a:t>'</a:t>
            </a:r>
            <a:r>
              <a:rPr dirty="0" sz="800" spc="-12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E7E9F4"/>
                </a:solidFill>
                <a:latin typeface="Courier New"/>
                <a:cs typeface="Courier New"/>
              </a:rPr>
              <a:t>...</a:t>
            </a:r>
            <a:endParaRPr sz="800">
              <a:latin typeface="Courier New"/>
              <a:cs typeface="Courier New"/>
            </a:endParaRPr>
          </a:p>
          <a:p>
            <a:pPr marL="142240" marR="212090">
              <a:lnSpc>
                <a:spcPct val="109000"/>
              </a:lnSpc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remote: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Enumerating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objects: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3,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done.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remote: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Counting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objects: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100%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(3/3),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done.</a:t>
            </a:r>
            <a:endParaRPr sz="80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  <a:spcBef>
                <a:spcPts val="85"/>
              </a:spcBef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remote: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Total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3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(delta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0),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reused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0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(delta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7E9F4"/>
                </a:solidFill>
                <a:latin typeface="Courier New"/>
                <a:cs typeface="Courier New"/>
              </a:rPr>
              <a:t>0),</a:t>
            </a:r>
            <a:endParaRPr sz="80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  <a:spcBef>
                <a:spcPts val="85"/>
              </a:spcBef>
            </a:pP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pack-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reused</a:t>
            </a:r>
            <a:r>
              <a:rPr dirty="0" sz="800" spc="4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Courier New"/>
                <a:cs typeface="Courier New"/>
              </a:rPr>
              <a:t>0</a:t>
            </a:r>
            <a:endParaRPr sz="80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  <a:spcBef>
                <a:spcPts val="85"/>
              </a:spcBef>
            </a:pPr>
            <a:r>
              <a:rPr dirty="0" sz="800" spc="-20">
                <a:solidFill>
                  <a:srgbClr val="E7E9F4"/>
                </a:solidFill>
                <a:latin typeface="Trebuchet MS"/>
                <a:cs typeface="Trebuchet MS"/>
              </a:rPr>
              <a:t>Re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E7E9F4"/>
                </a:solidFill>
                <a:latin typeface="Trebuchet MS"/>
                <a:cs typeface="Trebuchet MS"/>
              </a:rPr>
              <a:t>iv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g</a:t>
            </a:r>
            <a:r>
              <a:rPr dirty="0" sz="800" spc="9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o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b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je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s</a:t>
            </a:r>
            <a:r>
              <a:rPr dirty="0" sz="800" spc="-16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Trebuchet MS"/>
                <a:cs typeface="Trebuchet MS"/>
              </a:rPr>
              <a:t>:</a:t>
            </a:r>
            <a:r>
              <a:rPr dirty="0" sz="800" spc="8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1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0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100">
                <a:solidFill>
                  <a:srgbClr val="E7E9F4"/>
                </a:solidFill>
                <a:latin typeface="Trebuchet MS"/>
                <a:cs typeface="Trebuchet MS"/>
              </a:rPr>
              <a:t>%</a:t>
            </a:r>
            <a:r>
              <a:rPr dirty="0" sz="800" spc="17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(</a:t>
            </a:r>
            <a:r>
              <a:rPr dirty="0" sz="800" spc="-15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3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254">
                <a:solidFill>
                  <a:srgbClr val="E7E9F4"/>
                </a:solidFill>
                <a:latin typeface="Trebuchet MS"/>
                <a:cs typeface="Trebuchet MS"/>
              </a:rPr>
              <a:t>/</a:t>
            </a:r>
            <a:r>
              <a:rPr dirty="0" sz="800" spc="-16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3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)</a:t>
            </a:r>
            <a:r>
              <a:rPr dirty="0" sz="800" spc="-15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Trebuchet MS"/>
                <a:cs typeface="Trebuchet MS"/>
              </a:rPr>
              <a:t>,</a:t>
            </a:r>
            <a:r>
              <a:rPr dirty="0" sz="800" spc="6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o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n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.</a:t>
            </a:r>
            <a:endParaRPr sz="800">
              <a:latin typeface="Trebuchet MS"/>
              <a:cs typeface="Trebuchet MS"/>
            </a:endParaRPr>
          </a:p>
          <a:p>
            <a:pPr marL="142240">
              <a:lnSpc>
                <a:spcPct val="100000"/>
              </a:lnSpc>
              <a:spcBef>
                <a:spcPts val="8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229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14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14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y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3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E7E9F4"/>
                </a:solidFill>
                <a:latin typeface="Trebuchet MS"/>
                <a:cs typeface="Trebuchet MS"/>
              </a:rPr>
              <a:t>-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p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r</a:t>
            </a:r>
            <a:r>
              <a:rPr dirty="0" sz="800" spc="-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ic</a:t>
            </a:r>
            <a:r>
              <a:rPr dirty="0" sz="800" spc="-13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endParaRPr sz="800">
              <a:latin typeface="Trebuchet MS"/>
              <a:cs typeface="Trebuchet MS"/>
            </a:endParaRPr>
          </a:p>
          <a:p>
            <a:pPr marL="142240" marR="2268220">
              <a:lnSpc>
                <a:spcPct val="1089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35">
                <a:solidFill>
                  <a:srgbClr val="E7E9F4"/>
                </a:solidFill>
                <a:latin typeface="Courier New"/>
                <a:cs typeface="Courier New"/>
              </a:rPr>
              <a:t>ls </a:t>
            </a:r>
            <a:r>
              <a:rPr dirty="0" sz="800" spc="-10">
                <a:solidFill>
                  <a:srgbClr val="FFD47F"/>
                </a:solidFill>
                <a:latin typeface="Courier New"/>
                <a:cs typeface="Courier New"/>
              </a:rPr>
              <a:t>README.md</a:t>
            </a:r>
            <a:endParaRPr sz="800">
              <a:latin typeface="Courier New"/>
              <a:cs typeface="Courier New"/>
            </a:endParaRPr>
          </a:p>
          <a:p>
            <a:pPr marL="142240" marR="1965960">
              <a:lnSpc>
                <a:spcPct val="1090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status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On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branch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main</a:t>
            </a:r>
            <a:endParaRPr sz="800">
              <a:latin typeface="Courier New"/>
              <a:cs typeface="Courier New"/>
            </a:endParaRPr>
          </a:p>
          <a:p>
            <a:pPr marL="142240" marR="86360">
              <a:lnSpc>
                <a:spcPct val="109000"/>
              </a:lnSpc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Your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branch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is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up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to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date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with</a:t>
            </a:r>
            <a:r>
              <a:rPr dirty="0" sz="800" spc="1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'origin/main'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.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nothing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to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commit,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working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tree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clean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200205" y="4109404"/>
            <a:ext cx="3279140" cy="527050"/>
          </a:xfrm>
          <a:custGeom>
            <a:avLst/>
            <a:gdLst/>
            <a:ahLst/>
            <a:cxnLst/>
            <a:rect l="l" t="t" r="r" b="b"/>
            <a:pathLst>
              <a:path w="3279140" h="527050">
                <a:moveTo>
                  <a:pt x="3183470" y="0"/>
                </a:moveTo>
                <a:lnTo>
                  <a:pt x="95034" y="0"/>
                </a:lnTo>
                <a:lnTo>
                  <a:pt x="82647" y="804"/>
                </a:lnTo>
                <a:lnTo>
                  <a:pt x="37194" y="19523"/>
                </a:lnTo>
                <a:lnTo>
                  <a:pt x="7136" y="58688"/>
                </a:lnTo>
                <a:lnTo>
                  <a:pt x="0" y="95034"/>
                </a:lnTo>
                <a:lnTo>
                  <a:pt x="0" y="431634"/>
                </a:lnTo>
                <a:lnTo>
                  <a:pt x="12598" y="479158"/>
                </a:lnTo>
                <a:lnTo>
                  <a:pt x="47510" y="514083"/>
                </a:lnTo>
                <a:lnTo>
                  <a:pt x="95034" y="526681"/>
                </a:lnTo>
                <a:lnTo>
                  <a:pt x="3183839" y="526313"/>
                </a:lnTo>
                <a:lnTo>
                  <a:pt x="3231349" y="513714"/>
                </a:lnTo>
                <a:lnTo>
                  <a:pt x="3266274" y="478802"/>
                </a:lnTo>
                <a:lnTo>
                  <a:pt x="3277999" y="444021"/>
                </a:lnTo>
                <a:lnTo>
                  <a:pt x="3278069" y="443666"/>
                </a:lnTo>
                <a:lnTo>
                  <a:pt x="3278850" y="431634"/>
                </a:lnTo>
                <a:lnTo>
                  <a:pt x="3278873" y="431279"/>
                </a:lnTo>
                <a:lnTo>
                  <a:pt x="3278517" y="95034"/>
                </a:lnTo>
                <a:lnTo>
                  <a:pt x="3265919" y="47523"/>
                </a:lnTo>
                <a:lnTo>
                  <a:pt x="3230994" y="12598"/>
                </a:lnTo>
                <a:lnTo>
                  <a:pt x="3195857" y="804"/>
                </a:lnTo>
                <a:lnTo>
                  <a:pt x="3183470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265775" y="4117938"/>
            <a:ext cx="3155950" cy="45275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220345" marR="43180" indent="-182880">
              <a:lnSpc>
                <a:spcPct val="96500"/>
              </a:lnSpc>
              <a:spcBef>
                <a:spcPts val="160"/>
              </a:spcBef>
            </a:pPr>
            <a:r>
              <a:rPr dirty="0" baseline="-11111" sz="1875" spc="-450">
                <a:solidFill>
                  <a:srgbClr val="FF6A5A"/>
                </a:solidFill>
                <a:latin typeface="Segoe UI Symbol"/>
                <a:cs typeface="Segoe UI Symbol"/>
              </a:rPr>
              <a:t>⚿</a:t>
            </a:r>
            <a:r>
              <a:rPr dirty="0" baseline="-11111" sz="1875" spc="292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IF</a:t>
            </a:r>
            <a:r>
              <a:rPr dirty="0" sz="800" spc="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IT</a:t>
            </a:r>
            <a:r>
              <a:rPr dirty="0" sz="800" spc="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ASKS</a:t>
            </a:r>
            <a:r>
              <a:rPr dirty="0" sz="800" spc="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FOR</a:t>
            </a:r>
            <a:r>
              <a:rPr dirty="0" sz="800" spc="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PASSWORD</a:t>
            </a:r>
            <a:r>
              <a:rPr dirty="0" sz="800" spc="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—</a:t>
            </a:r>
            <a:r>
              <a:rPr dirty="0" sz="800" spc="1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GitHub</a:t>
            </a:r>
            <a:r>
              <a:rPr dirty="0" sz="800" spc="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no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longer</a:t>
            </a:r>
            <a:r>
              <a:rPr dirty="0" sz="800" spc="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accepts</a:t>
            </a:r>
            <a:r>
              <a:rPr dirty="0" sz="800" spc="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account</a:t>
            </a:r>
            <a:r>
              <a:rPr dirty="0" sz="800" spc="50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passwords</a:t>
            </a:r>
            <a:r>
              <a:rPr dirty="0" sz="800" spc="8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for</a:t>
            </a:r>
            <a:r>
              <a:rPr dirty="0" sz="800" spc="8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Git.</a:t>
            </a:r>
            <a:r>
              <a:rPr dirty="0" sz="800" spc="8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Use</a:t>
            </a:r>
            <a:r>
              <a:rPr dirty="0" sz="800" spc="8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8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Personal</a:t>
            </a:r>
            <a:r>
              <a:rPr dirty="0" sz="800" spc="8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Access</a:t>
            </a:r>
            <a:r>
              <a:rPr dirty="0" sz="800" spc="8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Token</a:t>
            </a:r>
            <a:r>
              <a:rPr dirty="0" sz="800" spc="8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(we'll</a:t>
            </a:r>
            <a:r>
              <a:rPr dirty="0" sz="800" spc="7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cover</a:t>
            </a:r>
            <a:r>
              <a:rPr dirty="0" sz="800" spc="8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Calibri"/>
                <a:cs typeface="Calibri"/>
              </a:rPr>
              <a:t>this</a:t>
            </a:r>
            <a:r>
              <a:rPr dirty="0" sz="800" spc="50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on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the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next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slide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if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anyone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hits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it).</a:t>
            </a:r>
            <a:r>
              <a:rPr dirty="0" sz="800" spc="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For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now,</a:t>
            </a:r>
            <a:r>
              <a:rPr dirty="0" sz="800" spc="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raise</a:t>
            </a:r>
            <a:r>
              <a:rPr dirty="0" sz="800" spc="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your</a:t>
            </a:r>
            <a:r>
              <a:rPr dirty="0" sz="800" spc="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hand.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6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03240"/>
            <a:ext cx="4115435" cy="50800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8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50" spc="-265">
                <a:solidFill>
                  <a:srgbClr val="293183"/>
                </a:solidFill>
                <a:latin typeface="Arial Black"/>
                <a:cs typeface="Arial Black"/>
              </a:rPr>
              <a:t>F</a:t>
            </a:r>
            <a:r>
              <a:rPr dirty="0" sz="1650" spc="-34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265">
                <a:solidFill>
                  <a:srgbClr val="293183"/>
                </a:solidFill>
                <a:latin typeface="Arial Black"/>
                <a:cs typeface="Arial Black"/>
              </a:rPr>
              <a:t>o u</a:t>
            </a:r>
            <a:r>
              <a:rPr dirty="0" sz="1650" spc="-2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>
                <a:solidFill>
                  <a:srgbClr val="293183"/>
                </a:solidFill>
                <a:latin typeface="Arial Black"/>
                <a:cs typeface="Arial Black"/>
              </a:rPr>
              <a:t>r</a:t>
            </a:r>
            <a:r>
              <a:rPr dirty="0" sz="1650" spc="-1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330">
                <a:solidFill>
                  <a:srgbClr val="293183"/>
                </a:solidFill>
                <a:latin typeface="Arial Black"/>
                <a:cs typeface="Arial Black"/>
              </a:rPr>
              <a:t>c</a:t>
            </a:r>
            <a:r>
              <a:rPr dirty="0" sz="1650" spc="-34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265">
                <a:solidFill>
                  <a:srgbClr val="293183"/>
                </a:solidFill>
                <a:latin typeface="Arial Black"/>
                <a:cs typeface="Arial Black"/>
              </a:rPr>
              <a:t>o </a:t>
            </a:r>
            <a:r>
              <a:rPr dirty="0" sz="1650" spc="-430">
                <a:solidFill>
                  <a:srgbClr val="293183"/>
                </a:solidFill>
                <a:latin typeface="Arial Black"/>
                <a:cs typeface="Arial Black"/>
              </a:rPr>
              <a:t>m</a:t>
            </a:r>
            <a:r>
              <a:rPr dirty="0" sz="1650" spc="-5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430">
                <a:solidFill>
                  <a:srgbClr val="293183"/>
                </a:solidFill>
                <a:latin typeface="Arial Black"/>
                <a:cs typeface="Arial Black"/>
              </a:rPr>
              <a:t>m</a:t>
            </a:r>
            <a:r>
              <a:rPr dirty="0" sz="1650" spc="-5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330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sz="1650" spc="-21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265">
                <a:solidFill>
                  <a:srgbClr val="293183"/>
                </a:solidFill>
                <a:latin typeface="Arial Black"/>
                <a:cs typeface="Arial Black"/>
              </a:rPr>
              <a:t>n</a:t>
            </a:r>
            <a:r>
              <a:rPr dirty="0" sz="1650" spc="-2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265">
                <a:solidFill>
                  <a:srgbClr val="293183"/>
                </a:solidFill>
                <a:latin typeface="Arial Black"/>
                <a:cs typeface="Arial Black"/>
              </a:rPr>
              <a:t>d</a:t>
            </a:r>
            <a:r>
              <a:rPr dirty="0" sz="1650" spc="-21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250">
                <a:solidFill>
                  <a:srgbClr val="293183"/>
                </a:solidFill>
                <a:latin typeface="Arial Black"/>
                <a:cs typeface="Arial Black"/>
              </a:rPr>
              <a:t>s</a:t>
            </a:r>
            <a:r>
              <a:rPr dirty="0" sz="1650" spc="-34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>
                <a:solidFill>
                  <a:srgbClr val="293183"/>
                </a:solidFill>
                <a:latin typeface="Arial Black"/>
                <a:cs typeface="Arial Black"/>
              </a:rPr>
              <a:t>.</a:t>
            </a:r>
            <a:r>
              <a:rPr dirty="0" sz="1650" spc="-4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345">
                <a:solidFill>
                  <a:srgbClr val="293183"/>
                </a:solidFill>
                <a:latin typeface="Arial Black"/>
                <a:cs typeface="Arial Black"/>
              </a:rPr>
              <a:t>T</a:t>
            </a:r>
            <a:r>
              <a:rPr dirty="0" sz="1650" spc="-27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265">
                <a:solidFill>
                  <a:srgbClr val="293183"/>
                </a:solidFill>
                <a:latin typeface="Arial Black"/>
                <a:cs typeface="Arial Black"/>
              </a:rPr>
              <a:t>h</a:t>
            </a:r>
            <a:r>
              <a:rPr dirty="0" sz="1650" spc="-2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330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sz="1650" spc="-21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285">
                <a:solidFill>
                  <a:srgbClr val="293183"/>
                </a:solidFill>
                <a:latin typeface="Arial Black"/>
                <a:cs typeface="Arial Black"/>
              </a:rPr>
              <a:t>t</a:t>
            </a:r>
            <a:r>
              <a:rPr dirty="0" sz="1650" spc="-23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140">
                <a:solidFill>
                  <a:srgbClr val="293183"/>
                </a:solidFill>
                <a:latin typeface="Arial Black"/>
                <a:cs typeface="Arial Black"/>
              </a:rPr>
              <a:t>'</a:t>
            </a:r>
            <a:r>
              <a:rPr dirty="0" sz="1650" spc="-39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>
                <a:solidFill>
                  <a:srgbClr val="293183"/>
                </a:solidFill>
                <a:latin typeface="Arial Black"/>
                <a:cs typeface="Arial Black"/>
              </a:rPr>
              <a:t>s</a:t>
            </a:r>
            <a:r>
              <a:rPr dirty="0" sz="1650" spc="16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330">
                <a:solidFill>
                  <a:srgbClr val="293183"/>
                </a:solidFill>
                <a:latin typeface="Arial Black"/>
                <a:cs typeface="Arial Black"/>
              </a:rPr>
              <a:t>9</a:t>
            </a:r>
            <a:r>
              <a:rPr dirty="0" sz="1650" spc="-17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330">
                <a:solidFill>
                  <a:srgbClr val="293183"/>
                </a:solidFill>
                <a:latin typeface="Arial Black"/>
                <a:cs typeface="Arial Black"/>
              </a:rPr>
              <a:t>0</a:t>
            </a:r>
            <a:r>
              <a:rPr dirty="0" sz="1650" spc="-17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430">
                <a:solidFill>
                  <a:srgbClr val="293183"/>
                </a:solidFill>
                <a:latin typeface="Arial Black"/>
                <a:cs typeface="Arial Black"/>
              </a:rPr>
              <a:t>%</a:t>
            </a:r>
            <a:r>
              <a:rPr dirty="0" sz="1650" spc="38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265">
                <a:solidFill>
                  <a:srgbClr val="293183"/>
                </a:solidFill>
                <a:latin typeface="Arial Black"/>
                <a:cs typeface="Arial Black"/>
              </a:rPr>
              <a:t>o </a:t>
            </a:r>
            <a:r>
              <a:rPr dirty="0" sz="1650">
                <a:solidFill>
                  <a:srgbClr val="293183"/>
                </a:solidFill>
                <a:latin typeface="Arial Black"/>
                <a:cs typeface="Arial Black"/>
              </a:rPr>
              <a:t>f</a:t>
            </a:r>
            <a:r>
              <a:rPr dirty="0" sz="1650" spc="20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305">
                <a:solidFill>
                  <a:srgbClr val="293183"/>
                </a:solidFill>
                <a:latin typeface="Arial Black"/>
                <a:cs typeface="Arial Black"/>
              </a:rPr>
              <a:t>G</a:t>
            </a:r>
            <a:r>
              <a:rPr dirty="0" sz="1650" spc="-27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165">
                <a:solidFill>
                  <a:srgbClr val="293183"/>
                </a:solidFill>
                <a:latin typeface="Arial Black"/>
                <a:cs typeface="Arial Black"/>
              </a:rPr>
              <a:t>i</a:t>
            </a:r>
            <a:r>
              <a:rPr dirty="0" sz="1650" spc="-38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285">
                <a:solidFill>
                  <a:srgbClr val="293183"/>
                </a:solidFill>
                <a:latin typeface="Arial Black"/>
                <a:cs typeface="Arial Black"/>
              </a:rPr>
              <a:t>t</a:t>
            </a:r>
            <a:r>
              <a:rPr dirty="0" sz="1650" spc="-23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1650" spc="-50">
                <a:solidFill>
                  <a:srgbClr val="293183"/>
                </a:solidFill>
                <a:latin typeface="Arial Black"/>
                <a:cs typeface="Arial Black"/>
              </a:rPr>
              <a:t>.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8056" y="615657"/>
            <a:ext cx="2393315" cy="29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0230" marR="5080" indent="-558165">
              <a:lnSpc>
                <a:spcPct val="110400"/>
              </a:lnSpc>
              <a:spcBef>
                <a:spcPts val="10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session,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rest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career,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will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use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these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four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commands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order.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Learn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loop.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3283" y="979928"/>
            <a:ext cx="1537970" cy="870585"/>
            <a:chOff x="503283" y="979928"/>
            <a:chExt cx="1537970" cy="870585"/>
          </a:xfrm>
        </p:grpSpPr>
        <p:sp>
          <p:nvSpPr>
            <p:cNvPr id="6" name="object 6"/>
            <p:cNvSpPr/>
            <p:nvPr/>
          </p:nvSpPr>
          <p:spPr>
            <a:xfrm>
              <a:off x="514438" y="983528"/>
              <a:ext cx="1516380" cy="864235"/>
            </a:xfrm>
            <a:custGeom>
              <a:avLst/>
              <a:gdLst/>
              <a:ahLst/>
              <a:cxnLst/>
              <a:rect l="l" t="t" r="r" b="b"/>
              <a:pathLst>
                <a:path w="1516380" h="864235">
                  <a:moveTo>
                    <a:pt x="1382395" y="0"/>
                  </a:moveTo>
                  <a:lnTo>
                    <a:pt x="133197" y="0"/>
                  </a:lnTo>
                  <a:lnTo>
                    <a:pt x="115779" y="1140"/>
                  </a:lnTo>
                  <a:lnTo>
                    <a:pt x="66598" y="17627"/>
                  </a:lnTo>
                  <a:lnTo>
                    <a:pt x="27615" y="51960"/>
                  </a:lnTo>
                  <a:lnTo>
                    <a:pt x="4545" y="98679"/>
                  </a:lnTo>
                  <a:lnTo>
                    <a:pt x="0" y="133197"/>
                  </a:lnTo>
                  <a:lnTo>
                    <a:pt x="0" y="730427"/>
                  </a:lnTo>
                  <a:lnTo>
                    <a:pt x="1116" y="747518"/>
                  </a:lnTo>
                  <a:lnTo>
                    <a:pt x="1136" y="747824"/>
                  </a:lnTo>
                  <a:lnTo>
                    <a:pt x="4456" y="764590"/>
                  </a:lnTo>
                  <a:lnTo>
                    <a:pt x="4500" y="764814"/>
                  </a:lnTo>
                  <a:lnTo>
                    <a:pt x="9953" y="781053"/>
                  </a:lnTo>
                  <a:lnTo>
                    <a:pt x="10024" y="781264"/>
                  </a:lnTo>
                  <a:lnTo>
                    <a:pt x="38876" y="824572"/>
                  </a:lnTo>
                  <a:lnTo>
                    <a:pt x="82223" y="853458"/>
                  </a:lnTo>
                  <a:lnTo>
                    <a:pt x="133197" y="863638"/>
                  </a:lnTo>
                  <a:lnTo>
                    <a:pt x="1382763" y="863269"/>
                  </a:lnTo>
                  <a:lnTo>
                    <a:pt x="1433587" y="853245"/>
                  </a:lnTo>
                  <a:lnTo>
                    <a:pt x="1476902" y="824393"/>
                  </a:lnTo>
                  <a:lnTo>
                    <a:pt x="1505680" y="781264"/>
                  </a:lnTo>
                  <a:lnTo>
                    <a:pt x="1505786" y="781053"/>
                  </a:lnTo>
                  <a:lnTo>
                    <a:pt x="1511339" y="764814"/>
                  </a:lnTo>
                  <a:lnTo>
                    <a:pt x="1511415" y="764590"/>
                  </a:lnTo>
                  <a:lnTo>
                    <a:pt x="1514757" y="747824"/>
                  </a:lnTo>
                  <a:lnTo>
                    <a:pt x="1514818" y="747518"/>
                  </a:lnTo>
                  <a:lnTo>
                    <a:pt x="1515937" y="730427"/>
                  </a:lnTo>
                  <a:lnTo>
                    <a:pt x="1515960" y="730072"/>
                  </a:lnTo>
                  <a:lnTo>
                    <a:pt x="1515605" y="133197"/>
                  </a:lnTo>
                  <a:lnTo>
                    <a:pt x="1505580" y="82366"/>
                  </a:lnTo>
                  <a:lnTo>
                    <a:pt x="1476719" y="39054"/>
                  </a:lnTo>
                  <a:lnTo>
                    <a:pt x="1433381" y="10169"/>
                  </a:lnTo>
                  <a:lnTo>
                    <a:pt x="1399841" y="1140"/>
                  </a:lnTo>
                  <a:lnTo>
                    <a:pt x="1382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4083" y="994323"/>
              <a:ext cx="1516380" cy="635"/>
            </a:xfrm>
            <a:custGeom>
              <a:avLst/>
              <a:gdLst/>
              <a:ahLst/>
              <a:cxnLst/>
              <a:rect l="l" t="t" r="r" b="b"/>
              <a:pathLst>
                <a:path w="1516380" h="634">
                  <a:moveTo>
                    <a:pt x="0" y="0"/>
                  </a:moveTo>
                  <a:lnTo>
                    <a:pt x="1515960" y="355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983528"/>
              <a:ext cx="1516380" cy="863600"/>
            </a:xfrm>
            <a:custGeom>
              <a:avLst/>
              <a:gdLst/>
              <a:ahLst/>
              <a:cxnLst/>
              <a:rect l="l" t="t" r="r" b="b"/>
              <a:pathLst>
                <a:path w="1516380" h="863600">
                  <a:moveTo>
                    <a:pt x="1512354" y="0"/>
                  </a:moveTo>
                  <a:lnTo>
                    <a:pt x="1512722" y="863269"/>
                  </a:lnTo>
                </a:path>
                <a:path w="1516380" h="863600">
                  <a:moveTo>
                    <a:pt x="0" y="859675"/>
                  </a:moveTo>
                  <a:lnTo>
                    <a:pt x="1515960" y="860031"/>
                  </a:lnTo>
                </a:path>
                <a:path w="1516380" h="863600">
                  <a:moveTo>
                    <a:pt x="3594" y="0"/>
                  </a:moveTo>
                  <a:lnTo>
                    <a:pt x="3962" y="863269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1004" y="1090436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161632" y="0"/>
                  </a:moveTo>
                  <a:lnTo>
                    <a:pt x="95034" y="0"/>
                  </a:lnTo>
                  <a:lnTo>
                    <a:pt x="82647" y="806"/>
                  </a:lnTo>
                  <a:lnTo>
                    <a:pt x="37199" y="19534"/>
                  </a:lnTo>
                  <a:lnTo>
                    <a:pt x="7136" y="58695"/>
                  </a:lnTo>
                  <a:lnTo>
                    <a:pt x="0" y="95046"/>
                  </a:lnTo>
                  <a:lnTo>
                    <a:pt x="0" y="162001"/>
                  </a:lnTo>
                  <a:lnTo>
                    <a:pt x="12598" y="209524"/>
                  </a:lnTo>
                  <a:lnTo>
                    <a:pt x="47510" y="244449"/>
                  </a:lnTo>
                  <a:lnTo>
                    <a:pt x="95034" y="257048"/>
                  </a:lnTo>
                  <a:lnTo>
                    <a:pt x="162001" y="256679"/>
                  </a:lnTo>
                  <a:lnTo>
                    <a:pt x="209511" y="244081"/>
                  </a:lnTo>
                  <a:lnTo>
                    <a:pt x="244436" y="209169"/>
                  </a:lnTo>
                  <a:lnTo>
                    <a:pt x="253722" y="186572"/>
                  </a:lnTo>
                  <a:lnTo>
                    <a:pt x="253841" y="186216"/>
                  </a:lnTo>
                  <a:lnTo>
                    <a:pt x="256161" y="174388"/>
                  </a:lnTo>
                  <a:lnTo>
                    <a:pt x="256231" y="174032"/>
                  </a:lnTo>
                  <a:lnTo>
                    <a:pt x="257012" y="162001"/>
                  </a:lnTo>
                  <a:lnTo>
                    <a:pt x="257035" y="161645"/>
                  </a:lnTo>
                  <a:lnTo>
                    <a:pt x="256679" y="95046"/>
                  </a:lnTo>
                  <a:lnTo>
                    <a:pt x="244081" y="47523"/>
                  </a:lnTo>
                  <a:lnTo>
                    <a:pt x="209156" y="12611"/>
                  </a:lnTo>
                  <a:lnTo>
                    <a:pt x="174019" y="806"/>
                  </a:lnTo>
                  <a:lnTo>
                    <a:pt x="16163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57364" y="1089979"/>
            <a:ext cx="197485" cy="260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1500" spc="100">
                <a:solidFill>
                  <a:srgbClr val="FF6A5A"/>
                </a:solidFill>
                <a:latin typeface="Segoe UI Symbol"/>
                <a:cs typeface="Segoe UI Symbol"/>
              </a:rPr>
              <a:t>▣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077" y="1041571"/>
            <a:ext cx="655955" cy="3092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300"/>
              </a:spcBef>
            </a:pPr>
            <a:r>
              <a:rPr dirty="0" sz="700" spc="-150">
                <a:solidFill>
                  <a:srgbClr val="797E94"/>
                </a:solidFill>
                <a:latin typeface="Arial Black"/>
                <a:cs typeface="Arial Black"/>
              </a:rPr>
              <a:t>0</a:t>
            </a:r>
            <a:r>
              <a:rPr dirty="0" sz="700" spc="3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700" spc="-50">
                <a:solidFill>
                  <a:srgbClr val="797E94"/>
                </a:solidFill>
                <a:latin typeface="Arial Black"/>
                <a:cs typeface="Arial Black"/>
              </a:rPr>
              <a:t>1</a:t>
            </a:r>
            <a:endParaRPr sz="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WORKING</a:t>
            </a:r>
            <a:r>
              <a:rPr dirty="0" sz="800" spc="2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FF6A5A"/>
                </a:solidFill>
                <a:latin typeface="Calibri"/>
                <a:cs typeface="Calibri"/>
              </a:rPr>
              <a:t>DIR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360" y="1371500"/>
            <a:ext cx="1349375" cy="26289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>
              <a:lnSpc>
                <a:spcPts val="910"/>
              </a:lnSpc>
              <a:spcBef>
                <a:spcPts val="17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laptop.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edit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them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Code.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20404" y="1232283"/>
            <a:ext cx="491490" cy="180340"/>
          </a:xfrm>
          <a:custGeom>
            <a:avLst/>
            <a:gdLst/>
            <a:ahLst/>
            <a:cxnLst/>
            <a:rect l="l" t="t" r="r" b="b"/>
            <a:pathLst>
              <a:path w="491489" h="180340">
                <a:moveTo>
                  <a:pt x="401040" y="0"/>
                </a:moveTo>
                <a:lnTo>
                  <a:pt x="89992" y="0"/>
                </a:lnTo>
                <a:lnTo>
                  <a:pt x="78203" y="792"/>
                </a:lnTo>
                <a:lnTo>
                  <a:pt x="35164" y="18469"/>
                </a:lnTo>
                <a:lnTo>
                  <a:pt x="6831" y="55570"/>
                </a:lnTo>
                <a:lnTo>
                  <a:pt x="0" y="90004"/>
                </a:lnTo>
                <a:lnTo>
                  <a:pt x="792" y="101793"/>
                </a:lnTo>
                <a:lnTo>
                  <a:pt x="18469" y="144832"/>
                </a:lnTo>
                <a:lnTo>
                  <a:pt x="55570" y="173165"/>
                </a:lnTo>
                <a:lnTo>
                  <a:pt x="89992" y="179997"/>
                </a:lnTo>
                <a:lnTo>
                  <a:pt x="401040" y="179997"/>
                </a:lnTo>
                <a:lnTo>
                  <a:pt x="446036" y="168122"/>
                </a:lnTo>
                <a:lnTo>
                  <a:pt x="479158" y="135000"/>
                </a:lnTo>
                <a:lnTo>
                  <a:pt x="491032" y="90004"/>
                </a:lnTo>
                <a:lnTo>
                  <a:pt x="490240" y="78209"/>
                </a:lnTo>
                <a:lnTo>
                  <a:pt x="472563" y="35164"/>
                </a:lnTo>
                <a:lnTo>
                  <a:pt x="435462" y="6831"/>
                </a:lnTo>
                <a:lnTo>
                  <a:pt x="401040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141181" y="1200282"/>
            <a:ext cx="449580" cy="39624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FF6A5A"/>
                </a:solidFill>
                <a:latin typeface="Courier New"/>
                <a:cs typeface="Courier New"/>
              </a:rPr>
              <a:t>add</a:t>
            </a:r>
            <a:endParaRPr sz="800">
              <a:latin typeface="Courier New"/>
              <a:cs typeface="Courier New"/>
            </a:endParaRPr>
          </a:p>
          <a:p>
            <a:pPr algn="ctr" marL="635">
              <a:lnSpc>
                <a:spcPct val="100000"/>
              </a:lnSpc>
              <a:spcBef>
                <a:spcPts val="450"/>
              </a:spcBef>
            </a:pPr>
            <a:r>
              <a:rPr dirty="0" sz="950" spc="-50">
                <a:solidFill>
                  <a:srgbClr val="FF6A5A"/>
                </a:solidFill>
                <a:latin typeface="Segoe UI Symbol"/>
                <a:cs typeface="Segoe UI Symbol"/>
              </a:rPr>
              <a:t>→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90329" y="979718"/>
            <a:ext cx="1538605" cy="871219"/>
            <a:chOff x="2690329" y="979718"/>
            <a:chExt cx="1538605" cy="871219"/>
          </a:xfrm>
        </p:grpSpPr>
        <p:sp>
          <p:nvSpPr>
            <p:cNvPr id="16" name="object 16"/>
            <p:cNvSpPr/>
            <p:nvPr/>
          </p:nvSpPr>
          <p:spPr>
            <a:xfrm>
              <a:off x="2701798" y="983528"/>
              <a:ext cx="1516380" cy="864235"/>
            </a:xfrm>
            <a:custGeom>
              <a:avLst/>
              <a:gdLst/>
              <a:ahLst/>
              <a:cxnLst/>
              <a:rect l="l" t="t" r="r" b="b"/>
              <a:pathLst>
                <a:path w="1516379" h="864235">
                  <a:moveTo>
                    <a:pt x="1382407" y="0"/>
                  </a:moveTo>
                  <a:lnTo>
                    <a:pt x="133197" y="0"/>
                  </a:lnTo>
                  <a:lnTo>
                    <a:pt x="115779" y="1140"/>
                  </a:lnTo>
                  <a:lnTo>
                    <a:pt x="66598" y="17627"/>
                  </a:lnTo>
                  <a:lnTo>
                    <a:pt x="27620" y="51960"/>
                  </a:lnTo>
                  <a:lnTo>
                    <a:pt x="4545" y="98679"/>
                  </a:lnTo>
                  <a:lnTo>
                    <a:pt x="0" y="133197"/>
                  </a:lnTo>
                  <a:lnTo>
                    <a:pt x="0" y="730427"/>
                  </a:lnTo>
                  <a:lnTo>
                    <a:pt x="1116" y="747518"/>
                  </a:lnTo>
                  <a:lnTo>
                    <a:pt x="1136" y="747824"/>
                  </a:lnTo>
                  <a:lnTo>
                    <a:pt x="4456" y="764590"/>
                  </a:lnTo>
                  <a:lnTo>
                    <a:pt x="4500" y="764814"/>
                  </a:lnTo>
                  <a:lnTo>
                    <a:pt x="27420" y="811514"/>
                  </a:lnTo>
                  <a:lnTo>
                    <a:pt x="66598" y="845629"/>
                  </a:lnTo>
                  <a:lnTo>
                    <a:pt x="115758" y="862495"/>
                  </a:lnTo>
                  <a:lnTo>
                    <a:pt x="133197" y="863638"/>
                  </a:lnTo>
                  <a:lnTo>
                    <a:pt x="1382763" y="863269"/>
                  </a:lnTo>
                  <a:lnTo>
                    <a:pt x="1433587" y="853245"/>
                  </a:lnTo>
                  <a:lnTo>
                    <a:pt x="1476902" y="824393"/>
                  </a:lnTo>
                  <a:lnTo>
                    <a:pt x="1505680" y="781264"/>
                  </a:lnTo>
                  <a:lnTo>
                    <a:pt x="1511339" y="764814"/>
                  </a:lnTo>
                  <a:lnTo>
                    <a:pt x="1511415" y="764590"/>
                  </a:lnTo>
                  <a:lnTo>
                    <a:pt x="1514757" y="747824"/>
                  </a:lnTo>
                  <a:lnTo>
                    <a:pt x="1514818" y="747518"/>
                  </a:lnTo>
                  <a:lnTo>
                    <a:pt x="1515937" y="730427"/>
                  </a:lnTo>
                  <a:lnTo>
                    <a:pt x="1515605" y="133197"/>
                  </a:lnTo>
                  <a:lnTo>
                    <a:pt x="1505580" y="82366"/>
                  </a:lnTo>
                  <a:lnTo>
                    <a:pt x="1476719" y="39054"/>
                  </a:lnTo>
                  <a:lnTo>
                    <a:pt x="1433381" y="10169"/>
                  </a:lnTo>
                  <a:lnTo>
                    <a:pt x="1399846" y="1140"/>
                  </a:lnTo>
                  <a:lnTo>
                    <a:pt x="13824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01442" y="994323"/>
              <a:ext cx="1516380" cy="635"/>
            </a:xfrm>
            <a:custGeom>
              <a:avLst/>
              <a:gdLst/>
              <a:ahLst/>
              <a:cxnLst/>
              <a:rect l="l" t="t" r="r" b="b"/>
              <a:pathLst>
                <a:path w="1516379" h="634">
                  <a:moveTo>
                    <a:pt x="0" y="0"/>
                  </a:moveTo>
                  <a:lnTo>
                    <a:pt x="1516316" y="355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01442" y="983528"/>
              <a:ext cx="1516380" cy="863600"/>
            </a:xfrm>
            <a:custGeom>
              <a:avLst/>
              <a:gdLst/>
              <a:ahLst/>
              <a:cxnLst/>
              <a:rect l="l" t="t" r="r" b="b"/>
              <a:pathLst>
                <a:path w="1516379" h="863600">
                  <a:moveTo>
                    <a:pt x="1512722" y="0"/>
                  </a:moveTo>
                  <a:lnTo>
                    <a:pt x="1513077" y="863269"/>
                  </a:lnTo>
                </a:path>
                <a:path w="1516379" h="863600">
                  <a:moveTo>
                    <a:pt x="0" y="859675"/>
                  </a:moveTo>
                  <a:lnTo>
                    <a:pt x="1516316" y="860031"/>
                  </a:lnTo>
                </a:path>
                <a:path w="1516379" h="863600">
                  <a:moveTo>
                    <a:pt x="3594" y="0"/>
                  </a:moveTo>
                  <a:lnTo>
                    <a:pt x="3962" y="863269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808719" y="1090436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161645" y="0"/>
                  </a:moveTo>
                  <a:lnTo>
                    <a:pt x="95046" y="0"/>
                  </a:lnTo>
                  <a:lnTo>
                    <a:pt x="82659" y="806"/>
                  </a:lnTo>
                  <a:lnTo>
                    <a:pt x="37205" y="19534"/>
                  </a:lnTo>
                  <a:lnTo>
                    <a:pt x="7136" y="58695"/>
                  </a:lnTo>
                  <a:lnTo>
                    <a:pt x="0" y="95046"/>
                  </a:lnTo>
                  <a:lnTo>
                    <a:pt x="0" y="162001"/>
                  </a:lnTo>
                  <a:lnTo>
                    <a:pt x="7017" y="197996"/>
                  </a:lnTo>
                  <a:lnTo>
                    <a:pt x="7136" y="198352"/>
                  </a:lnTo>
                  <a:lnTo>
                    <a:pt x="37155" y="237369"/>
                  </a:lnTo>
                  <a:lnTo>
                    <a:pt x="82659" y="256243"/>
                  </a:lnTo>
                  <a:lnTo>
                    <a:pt x="95046" y="257048"/>
                  </a:lnTo>
                  <a:lnTo>
                    <a:pt x="162001" y="256679"/>
                  </a:lnTo>
                  <a:lnTo>
                    <a:pt x="209524" y="244081"/>
                  </a:lnTo>
                  <a:lnTo>
                    <a:pt x="244436" y="209169"/>
                  </a:lnTo>
                  <a:lnTo>
                    <a:pt x="256161" y="174388"/>
                  </a:lnTo>
                  <a:lnTo>
                    <a:pt x="256231" y="174032"/>
                  </a:lnTo>
                  <a:lnTo>
                    <a:pt x="257012" y="162001"/>
                  </a:lnTo>
                  <a:lnTo>
                    <a:pt x="257035" y="161645"/>
                  </a:lnTo>
                  <a:lnTo>
                    <a:pt x="256679" y="95046"/>
                  </a:lnTo>
                  <a:lnTo>
                    <a:pt x="244081" y="47523"/>
                  </a:lnTo>
                  <a:lnTo>
                    <a:pt x="209156" y="12611"/>
                  </a:lnTo>
                  <a:lnTo>
                    <a:pt x="174030" y="806"/>
                  </a:lnTo>
                  <a:lnTo>
                    <a:pt x="161645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844723" y="1089979"/>
            <a:ext cx="197485" cy="260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1500" spc="100">
                <a:solidFill>
                  <a:srgbClr val="FF6A5A"/>
                </a:solidFill>
                <a:latin typeface="Segoe UI Symbol"/>
                <a:cs typeface="Segoe UI Symbol"/>
              </a:rPr>
              <a:t>▣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96361" y="1041571"/>
            <a:ext cx="410845" cy="3092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300"/>
              </a:spcBef>
            </a:pPr>
            <a:r>
              <a:rPr dirty="0" sz="700" spc="-150">
                <a:solidFill>
                  <a:srgbClr val="797E94"/>
                </a:solidFill>
                <a:latin typeface="Arial Black"/>
                <a:cs typeface="Arial Black"/>
              </a:rPr>
              <a:t>0</a:t>
            </a:r>
            <a:r>
              <a:rPr dirty="0" sz="700" spc="3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700" spc="-50">
                <a:solidFill>
                  <a:srgbClr val="797E94"/>
                </a:solidFill>
                <a:latin typeface="Arial Black"/>
                <a:cs typeface="Arial Black"/>
              </a:rPr>
              <a:t>2</a:t>
            </a:r>
            <a:endParaRPr sz="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STAGING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09074" y="1400392"/>
            <a:ext cx="424180" cy="116205"/>
          </a:xfrm>
          <a:custGeom>
            <a:avLst/>
            <a:gdLst/>
            <a:ahLst/>
            <a:cxnLst/>
            <a:rect l="l" t="t" r="r" b="b"/>
            <a:pathLst>
              <a:path w="424180" h="116205">
                <a:moveTo>
                  <a:pt x="424078" y="0"/>
                </a:moveTo>
                <a:lnTo>
                  <a:pt x="0" y="0"/>
                </a:lnTo>
                <a:lnTo>
                  <a:pt x="0" y="115925"/>
                </a:lnTo>
                <a:lnTo>
                  <a:pt x="424078" y="115925"/>
                </a:lnTo>
                <a:lnTo>
                  <a:pt x="424078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809074" y="1371132"/>
            <a:ext cx="1366520" cy="4933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>
              <a:lnSpc>
                <a:spcPts val="910"/>
              </a:lnSpc>
              <a:spcBef>
                <a:spcPts val="170"/>
              </a:spcBef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3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add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mark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which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changed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want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save.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Like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selecting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items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shopping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cart.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251959" y="1232283"/>
            <a:ext cx="640080" cy="180340"/>
          </a:xfrm>
          <a:custGeom>
            <a:avLst/>
            <a:gdLst/>
            <a:ahLst/>
            <a:cxnLst/>
            <a:rect l="l" t="t" r="r" b="b"/>
            <a:pathLst>
              <a:path w="640079" h="180340">
                <a:moveTo>
                  <a:pt x="549719" y="0"/>
                </a:moveTo>
                <a:lnTo>
                  <a:pt x="90004" y="0"/>
                </a:lnTo>
                <a:lnTo>
                  <a:pt x="78209" y="792"/>
                </a:lnTo>
                <a:lnTo>
                  <a:pt x="35164" y="18469"/>
                </a:lnTo>
                <a:lnTo>
                  <a:pt x="6831" y="55570"/>
                </a:lnTo>
                <a:lnTo>
                  <a:pt x="0" y="90004"/>
                </a:lnTo>
                <a:lnTo>
                  <a:pt x="792" y="101793"/>
                </a:lnTo>
                <a:lnTo>
                  <a:pt x="18469" y="144832"/>
                </a:lnTo>
                <a:lnTo>
                  <a:pt x="55570" y="173165"/>
                </a:lnTo>
                <a:lnTo>
                  <a:pt x="90004" y="179997"/>
                </a:lnTo>
                <a:lnTo>
                  <a:pt x="549719" y="179997"/>
                </a:lnTo>
                <a:lnTo>
                  <a:pt x="594715" y="168122"/>
                </a:lnTo>
                <a:lnTo>
                  <a:pt x="627837" y="135000"/>
                </a:lnTo>
                <a:lnTo>
                  <a:pt x="639724" y="90004"/>
                </a:lnTo>
                <a:lnTo>
                  <a:pt x="638929" y="78209"/>
                </a:lnTo>
                <a:lnTo>
                  <a:pt x="621249" y="35164"/>
                </a:lnTo>
                <a:lnTo>
                  <a:pt x="584141" y="6831"/>
                </a:lnTo>
                <a:lnTo>
                  <a:pt x="549719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256544" y="1200282"/>
            <a:ext cx="630555" cy="39624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 commit</a:t>
            </a:r>
            <a:endParaRPr sz="800">
              <a:latin typeface="Courier New"/>
              <a:cs typeface="Courier New"/>
            </a:endParaRPr>
          </a:p>
          <a:p>
            <a:pPr algn="ctr" marL="635">
              <a:lnSpc>
                <a:spcPct val="100000"/>
              </a:lnSpc>
              <a:spcBef>
                <a:spcPts val="450"/>
              </a:spcBef>
            </a:pPr>
            <a:r>
              <a:rPr dirty="0" sz="950" spc="-50">
                <a:solidFill>
                  <a:srgbClr val="FF6A5A"/>
                </a:solidFill>
                <a:latin typeface="Segoe UI Symbol"/>
                <a:cs typeface="Segoe UI Symbol"/>
              </a:rPr>
              <a:t>→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15128" y="979718"/>
            <a:ext cx="1538605" cy="871219"/>
            <a:chOff x="4915128" y="979718"/>
            <a:chExt cx="1538605" cy="871219"/>
          </a:xfrm>
        </p:grpSpPr>
        <p:sp>
          <p:nvSpPr>
            <p:cNvPr id="27" name="object 27"/>
            <p:cNvSpPr/>
            <p:nvPr/>
          </p:nvSpPr>
          <p:spPr>
            <a:xfrm>
              <a:off x="4926241" y="983528"/>
              <a:ext cx="1516380" cy="864235"/>
            </a:xfrm>
            <a:custGeom>
              <a:avLst/>
              <a:gdLst/>
              <a:ahLst/>
              <a:cxnLst/>
              <a:rect l="l" t="t" r="r" b="b"/>
              <a:pathLst>
                <a:path w="1516379" h="864235">
                  <a:moveTo>
                    <a:pt x="1382395" y="0"/>
                  </a:moveTo>
                  <a:lnTo>
                    <a:pt x="133197" y="0"/>
                  </a:lnTo>
                  <a:lnTo>
                    <a:pt x="115779" y="1140"/>
                  </a:lnTo>
                  <a:lnTo>
                    <a:pt x="66598" y="17627"/>
                  </a:lnTo>
                  <a:lnTo>
                    <a:pt x="27615" y="51960"/>
                  </a:lnTo>
                  <a:lnTo>
                    <a:pt x="4545" y="98679"/>
                  </a:lnTo>
                  <a:lnTo>
                    <a:pt x="0" y="133197"/>
                  </a:lnTo>
                  <a:lnTo>
                    <a:pt x="0" y="730427"/>
                  </a:lnTo>
                  <a:lnTo>
                    <a:pt x="9953" y="781053"/>
                  </a:lnTo>
                  <a:lnTo>
                    <a:pt x="38876" y="824572"/>
                  </a:lnTo>
                  <a:lnTo>
                    <a:pt x="82218" y="853458"/>
                  </a:lnTo>
                  <a:lnTo>
                    <a:pt x="133197" y="863638"/>
                  </a:lnTo>
                  <a:lnTo>
                    <a:pt x="1382763" y="863269"/>
                  </a:lnTo>
                  <a:lnTo>
                    <a:pt x="1433587" y="853245"/>
                  </a:lnTo>
                  <a:lnTo>
                    <a:pt x="1476897" y="824393"/>
                  </a:lnTo>
                  <a:lnTo>
                    <a:pt x="1505680" y="781264"/>
                  </a:lnTo>
                  <a:lnTo>
                    <a:pt x="1511339" y="764814"/>
                  </a:lnTo>
                  <a:lnTo>
                    <a:pt x="1511415" y="764590"/>
                  </a:lnTo>
                  <a:lnTo>
                    <a:pt x="1514757" y="747824"/>
                  </a:lnTo>
                  <a:lnTo>
                    <a:pt x="1514818" y="747518"/>
                  </a:lnTo>
                  <a:lnTo>
                    <a:pt x="1515937" y="730427"/>
                  </a:lnTo>
                  <a:lnTo>
                    <a:pt x="1515592" y="133197"/>
                  </a:lnTo>
                  <a:lnTo>
                    <a:pt x="1505578" y="82366"/>
                  </a:lnTo>
                  <a:lnTo>
                    <a:pt x="1476717" y="39054"/>
                  </a:lnTo>
                  <a:lnTo>
                    <a:pt x="1433376" y="10169"/>
                  </a:lnTo>
                  <a:lnTo>
                    <a:pt x="1399841" y="1140"/>
                  </a:lnTo>
                  <a:lnTo>
                    <a:pt x="1382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26241" y="994323"/>
              <a:ext cx="1516380" cy="635"/>
            </a:xfrm>
            <a:custGeom>
              <a:avLst/>
              <a:gdLst/>
              <a:ahLst/>
              <a:cxnLst/>
              <a:rect l="l" t="t" r="r" b="b"/>
              <a:pathLst>
                <a:path w="1516379" h="634">
                  <a:moveTo>
                    <a:pt x="0" y="0"/>
                  </a:moveTo>
                  <a:lnTo>
                    <a:pt x="1515960" y="355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26241" y="983528"/>
              <a:ext cx="1516380" cy="863600"/>
            </a:xfrm>
            <a:custGeom>
              <a:avLst/>
              <a:gdLst/>
              <a:ahLst/>
              <a:cxnLst/>
              <a:rect l="l" t="t" r="r" b="b"/>
              <a:pathLst>
                <a:path w="1516379" h="863600">
                  <a:moveTo>
                    <a:pt x="1512354" y="0"/>
                  </a:moveTo>
                  <a:lnTo>
                    <a:pt x="1512722" y="863269"/>
                  </a:lnTo>
                </a:path>
                <a:path w="1516379" h="863600">
                  <a:moveTo>
                    <a:pt x="0" y="859675"/>
                  </a:moveTo>
                  <a:lnTo>
                    <a:pt x="1515960" y="860031"/>
                  </a:lnTo>
                </a:path>
                <a:path w="1516379" h="863600">
                  <a:moveTo>
                    <a:pt x="3594" y="0"/>
                  </a:moveTo>
                  <a:lnTo>
                    <a:pt x="3962" y="863269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33162" y="1090436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161632" y="0"/>
                  </a:moveTo>
                  <a:lnTo>
                    <a:pt x="95034" y="0"/>
                  </a:lnTo>
                  <a:lnTo>
                    <a:pt x="82647" y="806"/>
                  </a:lnTo>
                  <a:lnTo>
                    <a:pt x="37205" y="19534"/>
                  </a:lnTo>
                  <a:lnTo>
                    <a:pt x="7136" y="58695"/>
                  </a:lnTo>
                  <a:lnTo>
                    <a:pt x="0" y="95046"/>
                  </a:lnTo>
                  <a:lnTo>
                    <a:pt x="0" y="162001"/>
                  </a:lnTo>
                  <a:lnTo>
                    <a:pt x="12598" y="209524"/>
                  </a:lnTo>
                  <a:lnTo>
                    <a:pt x="47523" y="244449"/>
                  </a:lnTo>
                  <a:lnTo>
                    <a:pt x="95034" y="257048"/>
                  </a:lnTo>
                  <a:lnTo>
                    <a:pt x="162001" y="256679"/>
                  </a:lnTo>
                  <a:lnTo>
                    <a:pt x="209511" y="244081"/>
                  </a:lnTo>
                  <a:lnTo>
                    <a:pt x="244436" y="209169"/>
                  </a:lnTo>
                  <a:lnTo>
                    <a:pt x="253722" y="186572"/>
                  </a:lnTo>
                  <a:lnTo>
                    <a:pt x="253841" y="186216"/>
                  </a:lnTo>
                  <a:lnTo>
                    <a:pt x="256161" y="174388"/>
                  </a:lnTo>
                  <a:lnTo>
                    <a:pt x="256231" y="174032"/>
                  </a:lnTo>
                  <a:lnTo>
                    <a:pt x="257012" y="162001"/>
                  </a:lnTo>
                  <a:lnTo>
                    <a:pt x="256679" y="95046"/>
                  </a:lnTo>
                  <a:lnTo>
                    <a:pt x="244081" y="47523"/>
                  </a:lnTo>
                  <a:lnTo>
                    <a:pt x="209156" y="12611"/>
                  </a:lnTo>
                  <a:lnTo>
                    <a:pt x="174019" y="806"/>
                  </a:lnTo>
                  <a:lnTo>
                    <a:pt x="16163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118480" y="1089979"/>
            <a:ext cx="99695" cy="260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1500" spc="-50">
                <a:solidFill>
                  <a:srgbClr val="FF6A5A"/>
                </a:solidFill>
                <a:latin typeface="Segoe UI Symbol"/>
                <a:cs typeface="Segoe UI Symbol"/>
              </a:rPr>
              <a:t>⤓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19356" y="1034913"/>
            <a:ext cx="539750" cy="31559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355"/>
              </a:spcBef>
            </a:pPr>
            <a:r>
              <a:rPr dirty="0" sz="700" spc="-150">
                <a:solidFill>
                  <a:srgbClr val="797E94"/>
                </a:solidFill>
                <a:latin typeface="Arial Black"/>
                <a:cs typeface="Arial Black"/>
              </a:rPr>
              <a:t>0</a:t>
            </a:r>
            <a:r>
              <a:rPr dirty="0" sz="700" spc="3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700" spc="-50">
                <a:solidFill>
                  <a:srgbClr val="797E94"/>
                </a:solidFill>
                <a:latin typeface="Arial Black"/>
                <a:cs typeface="Arial Black"/>
              </a:rPr>
              <a:t>3</a:t>
            </a:r>
            <a:endParaRPr sz="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dirty="0" sz="750" b="1">
                <a:solidFill>
                  <a:srgbClr val="FF6A5A"/>
                </a:solidFill>
                <a:latin typeface="Calibri"/>
                <a:cs typeface="Calibri"/>
              </a:rPr>
              <a:t>LOCAL</a:t>
            </a:r>
            <a:r>
              <a:rPr dirty="0" sz="750" spc="1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750" spc="-20" b="1">
                <a:solidFill>
                  <a:srgbClr val="FF6A5A"/>
                </a:solidFill>
                <a:latin typeface="Calibri"/>
                <a:cs typeface="Calibri"/>
              </a:rPr>
              <a:t>REPO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33517" y="1400392"/>
            <a:ext cx="606425" cy="116205"/>
          </a:xfrm>
          <a:custGeom>
            <a:avLst/>
            <a:gdLst/>
            <a:ahLst/>
            <a:cxnLst/>
            <a:rect l="l" t="t" r="r" b="b"/>
            <a:pathLst>
              <a:path w="606425" h="116205">
                <a:moveTo>
                  <a:pt x="605878" y="0"/>
                </a:moveTo>
                <a:lnTo>
                  <a:pt x="0" y="0"/>
                </a:lnTo>
                <a:lnTo>
                  <a:pt x="0" y="115925"/>
                </a:lnTo>
                <a:lnTo>
                  <a:pt x="605878" y="115925"/>
                </a:lnTo>
                <a:lnTo>
                  <a:pt x="605878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033517" y="1371132"/>
            <a:ext cx="1311275" cy="37782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>
              <a:lnSpc>
                <a:spcPts val="910"/>
              </a:lnSpc>
              <a:spcBef>
                <a:spcPts val="170"/>
              </a:spcBef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2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commit</a:t>
            </a:r>
            <a:r>
              <a:rPr dirty="0" sz="800" spc="-29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save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staged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changes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message.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checkpoint.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507365" y="1232283"/>
            <a:ext cx="541655" cy="180340"/>
          </a:xfrm>
          <a:custGeom>
            <a:avLst/>
            <a:gdLst/>
            <a:ahLst/>
            <a:cxnLst/>
            <a:rect l="l" t="t" r="r" b="b"/>
            <a:pathLst>
              <a:path w="541654" h="180340">
                <a:moveTo>
                  <a:pt x="451078" y="0"/>
                </a:moveTo>
                <a:lnTo>
                  <a:pt x="89992" y="0"/>
                </a:lnTo>
                <a:lnTo>
                  <a:pt x="78203" y="792"/>
                </a:lnTo>
                <a:lnTo>
                  <a:pt x="35164" y="18469"/>
                </a:lnTo>
                <a:lnTo>
                  <a:pt x="6831" y="55570"/>
                </a:lnTo>
                <a:lnTo>
                  <a:pt x="0" y="90004"/>
                </a:lnTo>
                <a:lnTo>
                  <a:pt x="792" y="101793"/>
                </a:lnTo>
                <a:lnTo>
                  <a:pt x="18469" y="144832"/>
                </a:lnTo>
                <a:lnTo>
                  <a:pt x="55570" y="173165"/>
                </a:lnTo>
                <a:lnTo>
                  <a:pt x="89992" y="179997"/>
                </a:lnTo>
                <a:lnTo>
                  <a:pt x="451078" y="179997"/>
                </a:lnTo>
                <a:lnTo>
                  <a:pt x="496074" y="168122"/>
                </a:lnTo>
                <a:lnTo>
                  <a:pt x="529196" y="135000"/>
                </a:lnTo>
                <a:lnTo>
                  <a:pt x="541070" y="90004"/>
                </a:lnTo>
                <a:lnTo>
                  <a:pt x="540278" y="78209"/>
                </a:lnTo>
                <a:lnTo>
                  <a:pt x="522601" y="35164"/>
                </a:lnTo>
                <a:lnTo>
                  <a:pt x="485500" y="6831"/>
                </a:lnTo>
                <a:lnTo>
                  <a:pt x="451078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522021" y="1200282"/>
            <a:ext cx="509905" cy="39624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Courier New"/>
                <a:cs typeface="Courier New"/>
              </a:rPr>
              <a:t>push</a:t>
            </a:r>
            <a:endParaRPr sz="800">
              <a:latin typeface="Courier New"/>
              <a:cs typeface="Courier New"/>
            </a:endParaRPr>
          </a:p>
          <a:p>
            <a:pPr algn="ctr" marL="2540">
              <a:lnSpc>
                <a:spcPct val="100000"/>
              </a:lnSpc>
              <a:spcBef>
                <a:spcPts val="450"/>
              </a:spcBef>
            </a:pPr>
            <a:r>
              <a:rPr dirty="0" sz="950" spc="-50">
                <a:solidFill>
                  <a:srgbClr val="FF6A5A"/>
                </a:solidFill>
                <a:latin typeface="Segoe UI Symbol"/>
                <a:cs typeface="Segoe UI Symbol"/>
              </a:rPr>
              <a:t>→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102487" y="979718"/>
            <a:ext cx="1538605" cy="871219"/>
            <a:chOff x="7102487" y="979718"/>
            <a:chExt cx="1538605" cy="871219"/>
          </a:xfrm>
        </p:grpSpPr>
        <p:sp>
          <p:nvSpPr>
            <p:cNvPr id="38" name="object 38"/>
            <p:cNvSpPr/>
            <p:nvPr/>
          </p:nvSpPr>
          <p:spPr>
            <a:xfrm>
              <a:off x="7113599" y="983528"/>
              <a:ext cx="1516380" cy="864235"/>
            </a:xfrm>
            <a:custGeom>
              <a:avLst/>
              <a:gdLst/>
              <a:ahLst/>
              <a:cxnLst/>
              <a:rect l="l" t="t" r="r" b="b"/>
              <a:pathLst>
                <a:path w="1516379" h="864235">
                  <a:moveTo>
                    <a:pt x="1382395" y="0"/>
                  </a:moveTo>
                  <a:lnTo>
                    <a:pt x="133197" y="0"/>
                  </a:lnTo>
                  <a:lnTo>
                    <a:pt x="115779" y="1140"/>
                  </a:lnTo>
                  <a:lnTo>
                    <a:pt x="66598" y="17627"/>
                  </a:lnTo>
                  <a:lnTo>
                    <a:pt x="27615" y="51960"/>
                  </a:lnTo>
                  <a:lnTo>
                    <a:pt x="4545" y="98679"/>
                  </a:lnTo>
                  <a:lnTo>
                    <a:pt x="0" y="133197"/>
                  </a:lnTo>
                  <a:lnTo>
                    <a:pt x="0" y="730427"/>
                  </a:lnTo>
                  <a:lnTo>
                    <a:pt x="1116" y="747518"/>
                  </a:lnTo>
                  <a:lnTo>
                    <a:pt x="1136" y="747824"/>
                  </a:lnTo>
                  <a:lnTo>
                    <a:pt x="4456" y="764590"/>
                  </a:lnTo>
                  <a:lnTo>
                    <a:pt x="4500" y="764814"/>
                  </a:lnTo>
                  <a:lnTo>
                    <a:pt x="9953" y="781053"/>
                  </a:lnTo>
                  <a:lnTo>
                    <a:pt x="38876" y="824572"/>
                  </a:lnTo>
                  <a:lnTo>
                    <a:pt x="82218" y="853458"/>
                  </a:lnTo>
                  <a:lnTo>
                    <a:pt x="133197" y="863638"/>
                  </a:lnTo>
                  <a:lnTo>
                    <a:pt x="1382763" y="863269"/>
                  </a:lnTo>
                  <a:lnTo>
                    <a:pt x="1433587" y="853245"/>
                  </a:lnTo>
                  <a:lnTo>
                    <a:pt x="1476902" y="824393"/>
                  </a:lnTo>
                  <a:lnTo>
                    <a:pt x="1505680" y="781264"/>
                  </a:lnTo>
                  <a:lnTo>
                    <a:pt x="1514757" y="747824"/>
                  </a:lnTo>
                  <a:lnTo>
                    <a:pt x="1514818" y="747518"/>
                  </a:lnTo>
                  <a:lnTo>
                    <a:pt x="1515937" y="730427"/>
                  </a:lnTo>
                  <a:lnTo>
                    <a:pt x="1515960" y="730072"/>
                  </a:lnTo>
                  <a:lnTo>
                    <a:pt x="1515605" y="133197"/>
                  </a:lnTo>
                  <a:lnTo>
                    <a:pt x="1505580" y="82366"/>
                  </a:lnTo>
                  <a:lnTo>
                    <a:pt x="1476717" y="39054"/>
                  </a:lnTo>
                  <a:lnTo>
                    <a:pt x="1433376" y="10169"/>
                  </a:lnTo>
                  <a:lnTo>
                    <a:pt x="1399841" y="1140"/>
                  </a:lnTo>
                  <a:lnTo>
                    <a:pt x="1382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113599" y="994323"/>
              <a:ext cx="1516380" cy="635"/>
            </a:xfrm>
            <a:custGeom>
              <a:avLst/>
              <a:gdLst/>
              <a:ahLst/>
              <a:cxnLst/>
              <a:rect l="l" t="t" r="r" b="b"/>
              <a:pathLst>
                <a:path w="1516379" h="634">
                  <a:moveTo>
                    <a:pt x="0" y="0"/>
                  </a:moveTo>
                  <a:lnTo>
                    <a:pt x="1515960" y="355"/>
                  </a:lnTo>
                </a:path>
              </a:pathLst>
            </a:custGeom>
            <a:ln w="2159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113599" y="983528"/>
              <a:ext cx="1516380" cy="863600"/>
            </a:xfrm>
            <a:custGeom>
              <a:avLst/>
              <a:gdLst/>
              <a:ahLst/>
              <a:cxnLst/>
              <a:rect l="l" t="t" r="r" b="b"/>
              <a:pathLst>
                <a:path w="1516379" h="863600">
                  <a:moveTo>
                    <a:pt x="1512354" y="0"/>
                  </a:moveTo>
                  <a:lnTo>
                    <a:pt x="1512722" y="863269"/>
                  </a:lnTo>
                </a:path>
                <a:path w="1516379" h="863600">
                  <a:moveTo>
                    <a:pt x="0" y="859675"/>
                  </a:moveTo>
                  <a:lnTo>
                    <a:pt x="1515960" y="860031"/>
                  </a:lnTo>
                </a:path>
                <a:path w="1516379" h="863600">
                  <a:moveTo>
                    <a:pt x="3594" y="0"/>
                  </a:moveTo>
                  <a:lnTo>
                    <a:pt x="3962" y="863269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220521" y="1090436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161632" y="0"/>
                  </a:moveTo>
                  <a:lnTo>
                    <a:pt x="95034" y="0"/>
                  </a:lnTo>
                  <a:lnTo>
                    <a:pt x="82647" y="806"/>
                  </a:lnTo>
                  <a:lnTo>
                    <a:pt x="37205" y="19534"/>
                  </a:lnTo>
                  <a:lnTo>
                    <a:pt x="7136" y="58695"/>
                  </a:lnTo>
                  <a:lnTo>
                    <a:pt x="0" y="95046"/>
                  </a:lnTo>
                  <a:lnTo>
                    <a:pt x="0" y="162001"/>
                  </a:lnTo>
                  <a:lnTo>
                    <a:pt x="7017" y="197996"/>
                  </a:lnTo>
                  <a:lnTo>
                    <a:pt x="7136" y="198352"/>
                  </a:lnTo>
                  <a:lnTo>
                    <a:pt x="37155" y="237369"/>
                  </a:lnTo>
                  <a:lnTo>
                    <a:pt x="82647" y="256243"/>
                  </a:lnTo>
                  <a:lnTo>
                    <a:pt x="95034" y="257048"/>
                  </a:lnTo>
                  <a:lnTo>
                    <a:pt x="162001" y="256679"/>
                  </a:lnTo>
                  <a:lnTo>
                    <a:pt x="209524" y="244081"/>
                  </a:lnTo>
                  <a:lnTo>
                    <a:pt x="244436" y="209169"/>
                  </a:lnTo>
                  <a:lnTo>
                    <a:pt x="256161" y="174388"/>
                  </a:lnTo>
                  <a:lnTo>
                    <a:pt x="256231" y="174032"/>
                  </a:lnTo>
                  <a:lnTo>
                    <a:pt x="257012" y="162001"/>
                  </a:lnTo>
                  <a:lnTo>
                    <a:pt x="257035" y="161645"/>
                  </a:lnTo>
                  <a:lnTo>
                    <a:pt x="256679" y="95046"/>
                  </a:lnTo>
                  <a:lnTo>
                    <a:pt x="244081" y="47523"/>
                  </a:lnTo>
                  <a:lnTo>
                    <a:pt x="209156" y="12611"/>
                  </a:lnTo>
                  <a:lnTo>
                    <a:pt x="174019" y="806"/>
                  </a:lnTo>
                  <a:lnTo>
                    <a:pt x="161632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7267320" y="1089979"/>
            <a:ext cx="176530" cy="260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1500" spc="525">
                <a:solidFill>
                  <a:srgbClr val="293183"/>
                </a:solidFill>
                <a:latin typeface="Segoe UI Symbol"/>
                <a:cs typeface="Segoe UI Symbol"/>
              </a:rPr>
              <a:t>↑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15364" y="1041571"/>
            <a:ext cx="362585" cy="3092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300"/>
              </a:spcBef>
            </a:pPr>
            <a:r>
              <a:rPr dirty="0" sz="700" spc="-150">
                <a:solidFill>
                  <a:srgbClr val="797E94"/>
                </a:solidFill>
                <a:latin typeface="Arial Black"/>
                <a:cs typeface="Arial Black"/>
              </a:rPr>
              <a:t>0</a:t>
            </a:r>
            <a:r>
              <a:rPr dirty="0" sz="700" spc="3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700" spc="-50">
                <a:solidFill>
                  <a:srgbClr val="797E94"/>
                </a:solidFill>
                <a:latin typeface="Arial Black"/>
                <a:cs typeface="Arial Black"/>
              </a:rPr>
              <a:t>4</a:t>
            </a:r>
            <a:endParaRPr sz="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GITHUB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220877" y="1400392"/>
            <a:ext cx="483870" cy="116205"/>
          </a:xfrm>
          <a:custGeom>
            <a:avLst/>
            <a:gdLst/>
            <a:ahLst/>
            <a:cxnLst/>
            <a:rect l="l" t="t" r="r" b="b"/>
            <a:pathLst>
              <a:path w="483870" h="116205">
                <a:moveTo>
                  <a:pt x="483844" y="0"/>
                </a:moveTo>
                <a:lnTo>
                  <a:pt x="0" y="0"/>
                </a:lnTo>
                <a:lnTo>
                  <a:pt x="0" y="115925"/>
                </a:lnTo>
                <a:lnTo>
                  <a:pt x="483844" y="115925"/>
                </a:lnTo>
                <a:lnTo>
                  <a:pt x="483844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220877" y="1371132"/>
            <a:ext cx="1297940" cy="37782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>
              <a:lnSpc>
                <a:spcPts val="910"/>
              </a:lnSpc>
              <a:spcBef>
                <a:spcPts val="170"/>
              </a:spcBef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2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push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upload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commits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GitHub.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Now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teammates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them.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14083" y="1932116"/>
            <a:ext cx="8115934" cy="2411095"/>
          </a:xfrm>
          <a:custGeom>
            <a:avLst/>
            <a:gdLst/>
            <a:ahLst/>
            <a:cxnLst/>
            <a:rect l="l" t="t" r="r" b="b"/>
            <a:pathLst>
              <a:path w="8115934" h="2411095">
                <a:moveTo>
                  <a:pt x="114833" y="0"/>
                </a:moveTo>
                <a:lnTo>
                  <a:pt x="70995" y="8813"/>
                </a:lnTo>
                <a:lnTo>
                  <a:pt x="33664" y="33756"/>
                </a:lnTo>
                <a:lnTo>
                  <a:pt x="9163" y="70795"/>
                </a:lnTo>
                <a:lnTo>
                  <a:pt x="355" y="114490"/>
                </a:lnTo>
                <a:lnTo>
                  <a:pt x="0" y="2296439"/>
                </a:lnTo>
                <a:lnTo>
                  <a:pt x="1000" y="2311462"/>
                </a:lnTo>
                <a:lnTo>
                  <a:pt x="3932" y="2326012"/>
                </a:lnTo>
                <a:lnTo>
                  <a:pt x="3959" y="2326146"/>
                </a:lnTo>
                <a:lnTo>
                  <a:pt x="8756" y="2340139"/>
                </a:lnTo>
                <a:lnTo>
                  <a:pt x="8808" y="2340289"/>
                </a:lnTo>
                <a:lnTo>
                  <a:pt x="33655" y="2377536"/>
                </a:lnTo>
                <a:lnTo>
                  <a:pt x="70790" y="2402116"/>
                </a:lnTo>
                <a:lnTo>
                  <a:pt x="114477" y="2410929"/>
                </a:lnTo>
                <a:lnTo>
                  <a:pt x="8001355" y="2410929"/>
                </a:lnTo>
                <a:lnTo>
                  <a:pt x="8045198" y="2402116"/>
                </a:lnTo>
                <a:lnTo>
                  <a:pt x="8082445" y="2377265"/>
                </a:lnTo>
                <a:lnTo>
                  <a:pt x="8106951" y="2340289"/>
                </a:lnTo>
                <a:lnTo>
                  <a:pt x="8107025" y="2340139"/>
                </a:lnTo>
                <a:lnTo>
                  <a:pt x="8111828" y="2326146"/>
                </a:lnTo>
                <a:lnTo>
                  <a:pt x="8111874" y="2326012"/>
                </a:lnTo>
                <a:lnTo>
                  <a:pt x="8114822" y="2311462"/>
                </a:lnTo>
                <a:lnTo>
                  <a:pt x="8115833" y="2296439"/>
                </a:lnTo>
                <a:lnTo>
                  <a:pt x="8115809" y="114490"/>
                </a:lnTo>
                <a:lnTo>
                  <a:pt x="8107025" y="71003"/>
                </a:lnTo>
                <a:lnTo>
                  <a:pt x="8082178" y="33756"/>
                </a:lnTo>
                <a:lnTo>
                  <a:pt x="8045043" y="9176"/>
                </a:lnTo>
                <a:lnTo>
                  <a:pt x="8001355" y="368"/>
                </a:lnTo>
                <a:lnTo>
                  <a:pt x="114833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30262" y="2016977"/>
            <a:ext cx="3415665" cy="193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50"/>
              </a:lnSpc>
              <a:spcBef>
                <a:spcPts val="100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2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1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r>
              <a:rPr dirty="0" sz="800" spc="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60" i="1">
                <a:solidFill>
                  <a:srgbClr val="8A8FB4"/>
                </a:solidFill>
                <a:latin typeface="Arial"/>
                <a:cs typeface="Arial"/>
              </a:rPr>
              <a:t>Ch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c</a:t>
            </a:r>
            <a:r>
              <a:rPr dirty="0" sz="800" spc="-114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k</a:t>
            </a:r>
            <a:r>
              <a:rPr dirty="0" sz="800" spc="15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10" i="1">
                <a:solidFill>
                  <a:srgbClr val="8A8FB4"/>
                </a:solidFill>
                <a:latin typeface="Arial"/>
                <a:cs typeface="Arial"/>
              </a:rPr>
              <a:t>w</a:t>
            </a:r>
            <a:r>
              <a:rPr dirty="0" sz="800" spc="-4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8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1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c</a:t>
            </a:r>
            <a:r>
              <a:rPr dirty="0" sz="800" spc="-114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8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status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940"/>
              </a:lnSpc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Changes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not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staged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for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commit: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940"/>
              </a:lnSpc>
              <a:tabLst>
                <a:tab pos="737870" algn="l"/>
              </a:tabLst>
            </a:pP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modified: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	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clean_contacts.py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940"/>
              </a:lnSpc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19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r>
              <a:rPr dirty="0" sz="800" spc="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45" i="1">
                <a:solidFill>
                  <a:srgbClr val="8A8FB4"/>
                </a:solidFill>
                <a:latin typeface="Arial"/>
                <a:cs typeface="Arial"/>
              </a:rPr>
              <a:t>St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1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1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c</a:t>
            </a:r>
            <a:r>
              <a:rPr dirty="0" sz="800" spc="-114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add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clean_contacts.py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940"/>
              </a:lnSpc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or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stage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everything: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$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git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add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940"/>
              </a:lnSpc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1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r>
              <a:rPr dirty="0" sz="8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60" i="1">
                <a:solidFill>
                  <a:srgbClr val="8A8FB4"/>
                </a:solidFill>
                <a:latin typeface="Arial"/>
                <a:cs typeface="Arial"/>
              </a:rPr>
              <a:t>Co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20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800" spc="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20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800" spc="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8A8FB4"/>
                </a:solidFill>
                <a:latin typeface="Arial"/>
                <a:cs typeface="Arial"/>
              </a:rPr>
              <a:t>i</a:t>
            </a:r>
            <a:r>
              <a:rPr dirty="0" sz="800" spc="-15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1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10" i="1">
                <a:solidFill>
                  <a:srgbClr val="8A8FB4"/>
                </a:solidFill>
                <a:latin typeface="Arial"/>
                <a:cs typeface="Arial"/>
              </a:rPr>
              <a:t>w</a:t>
            </a:r>
            <a:r>
              <a:rPr dirty="0" sz="800" spc="-4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8A8FB4"/>
                </a:solidFill>
                <a:latin typeface="Arial"/>
                <a:cs typeface="Arial"/>
              </a:rPr>
              <a:t>i</a:t>
            </a:r>
            <a:r>
              <a:rPr dirty="0" sz="800" spc="-15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800" spc="1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800" spc="1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20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800" spc="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8A8FB4"/>
                </a:solidFill>
                <a:latin typeface="Arial"/>
                <a:cs typeface="Arial"/>
              </a:rPr>
              <a:t>ssa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ts val="940"/>
              </a:lnSpc>
              <a:spcBef>
                <a:spcPts val="3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"Add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email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validation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to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clean_contacts"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ain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7a3f2b1]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Add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email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validation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to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clean_contacts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900"/>
              </a:lnSpc>
            </a:pP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1</a:t>
            </a:r>
            <a:r>
              <a:rPr dirty="0" sz="800" spc="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fi</a:t>
            </a:r>
            <a:r>
              <a:rPr dirty="0" sz="800" spc="-7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le</a:t>
            </a:r>
            <a:r>
              <a:rPr dirty="0" sz="800" spc="8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h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n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E7E9F4"/>
                </a:solidFill>
                <a:latin typeface="Trebuchet MS"/>
                <a:cs typeface="Trebuchet MS"/>
              </a:rPr>
              <a:t>g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Trebuchet MS"/>
                <a:cs typeface="Trebuchet MS"/>
              </a:rPr>
              <a:t>,</a:t>
            </a:r>
            <a:r>
              <a:rPr dirty="0" sz="800" spc="5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5</a:t>
            </a:r>
            <a:r>
              <a:rPr dirty="0" sz="800" spc="114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se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r</a:t>
            </a:r>
            <a:r>
              <a:rPr dirty="0" sz="800" spc="-140">
                <a:solidFill>
                  <a:srgbClr val="E7E9F4"/>
                </a:solidFill>
                <a:latin typeface="Trebuchet MS"/>
                <a:cs typeface="Trebuchet MS"/>
              </a:rPr>
              <a:t> t</a:t>
            </a:r>
            <a:r>
              <a:rPr dirty="0" sz="800" spc="-114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E7E9F4"/>
                </a:solidFill>
                <a:latin typeface="Trebuchet MS"/>
                <a:cs typeface="Trebuchet MS"/>
              </a:rPr>
              <a:t>io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n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Trebuchet MS"/>
                <a:cs typeface="Trebuchet MS"/>
              </a:rPr>
              <a:t>s(</a:t>
            </a:r>
            <a:r>
              <a:rPr dirty="0" sz="800" spc="-15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+</a:t>
            </a:r>
            <a:r>
              <a:rPr dirty="0" sz="800" spc="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)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ts val="940"/>
              </a:lnSpc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1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4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r>
              <a:rPr dirty="0" sz="800" spc="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0" i="1">
                <a:solidFill>
                  <a:srgbClr val="8A8FB4"/>
                </a:solidFill>
                <a:latin typeface="Arial"/>
                <a:cs typeface="Arial"/>
              </a:rPr>
              <a:t>Pu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sh</a:t>
            </a:r>
            <a:r>
              <a:rPr dirty="0" sz="800" spc="1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114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25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800" spc="-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8A8FB4"/>
                </a:solidFill>
                <a:latin typeface="Arial"/>
                <a:cs typeface="Arial"/>
              </a:rPr>
              <a:t>i</a:t>
            </a:r>
            <a:r>
              <a:rPr dirty="0" sz="800" spc="-15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10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u</a:t>
            </a:r>
            <a:r>
              <a:rPr dirty="0" sz="8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push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origin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main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940"/>
              </a:lnSpc>
            </a:pPr>
            <a:r>
              <a:rPr dirty="0" sz="800" spc="-10">
                <a:solidFill>
                  <a:srgbClr val="E7E9F4"/>
                </a:solidFill>
                <a:latin typeface="Trebuchet MS"/>
                <a:cs typeface="Trebuchet MS"/>
              </a:rPr>
              <a:t>En</a:t>
            </a:r>
            <a:r>
              <a:rPr dirty="0" sz="800" spc="-11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u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m</a:t>
            </a:r>
            <a:r>
              <a:rPr dirty="0" sz="800" spc="-1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r</a:t>
            </a:r>
            <a:r>
              <a:rPr dirty="0" sz="800" spc="-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z="800" spc="-114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g</a:t>
            </a:r>
            <a:r>
              <a:rPr dirty="0" sz="800" spc="6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o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b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je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s</a:t>
            </a:r>
            <a:r>
              <a:rPr dirty="0" sz="800" spc="-16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Trebuchet MS"/>
                <a:cs typeface="Trebuchet MS"/>
              </a:rPr>
              <a:t>:</a:t>
            </a:r>
            <a:r>
              <a:rPr dirty="0" sz="800" spc="8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5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Trebuchet MS"/>
                <a:cs typeface="Trebuchet MS"/>
              </a:rPr>
              <a:t>,</a:t>
            </a:r>
            <a:r>
              <a:rPr dirty="0" sz="800" spc="7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o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n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.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ts val="940"/>
              </a:lnSpc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To</a:t>
            </a:r>
            <a:r>
              <a:rPr dirty="0" sz="800" spc="23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github.com:yourname/day3-practice.git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950"/>
              </a:lnSpc>
            </a:pP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5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b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2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1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E7E9F4"/>
                </a:solidFill>
                <a:latin typeface="Trebuchet MS"/>
                <a:cs typeface="Trebuchet MS"/>
              </a:rPr>
              <a:t>..7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3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f</a:t>
            </a:r>
            <a:r>
              <a:rPr dirty="0" sz="800" spc="-15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2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b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1</a:t>
            </a:r>
            <a:r>
              <a:rPr dirty="0" sz="800" spc="3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m</a:t>
            </a:r>
            <a:r>
              <a:rPr dirty="0" sz="800" spc="-1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r>
              <a:rPr dirty="0" sz="800" spc="1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E7E9F4"/>
                </a:solidFill>
                <a:latin typeface="Trebuchet MS"/>
                <a:cs typeface="Trebuchet MS"/>
              </a:rPr>
              <a:t>-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&gt;</a:t>
            </a:r>
            <a:r>
              <a:rPr dirty="0" sz="800" spc="27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m</a:t>
            </a:r>
            <a:r>
              <a:rPr dirty="0" sz="800" spc="-1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14438" y="4414687"/>
            <a:ext cx="8115934" cy="328930"/>
          </a:xfrm>
          <a:custGeom>
            <a:avLst/>
            <a:gdLst/>
            <a:ahLst/>
            <a:cxnLst/>
            <a:rect l="l" t="t" r="r" b="b"/>
            <a:pathLst>
              <a:path w="8115934" h="328929">
                <a:moveTo>
                  <a:pt x="8115452" y="164160"/>
                </a:moveTo>
                <a:lnTo>
                  <a:pt x="8109712" y="121818"/>
                </a:lnTo>
                <a:lnTo>
                  <a:pt x="8093164" y="82080"/>
                </a:lnTo>
                <a:lnTo>
                  <a:pt x="8067141" y="48107"/>
                </a:lnTo>
                <a:lnTo>
                  <a:pt x="8033042" y="21958"/>
                </a:lnTo>
                <a:lnTo>
                  <a:pt x="7993481" y="5588"/>
                </a:lnTo>
                <a:lnTo>
                  <a:pt x="7950962" y="0"/>
                </a:lnTo>
                <a:lnTo>
                  <a:pt x="164515" y="0"/>
                </a:lnTo>
                <a:lnTo>
                  <a:pt x="121805" y="5588"/>
                </a:lnTo>
                <a:lnTo>
                  <a:pt x="82080" y="21958"/>
                </a:lnTo>
                <a:lnTo>
                  <a:pt x="48094" y="47967"/>
                </a:lnTo>
                <a:lnTo>
                  <a:pt x="21958" y="82080"/>
                </a:lnTo>
                <a:lnTo>
                  <a:pt x="5575" y="121640"/>
                </a:lnTo>
                <a:lnTo>
                  <a:pt x="0" y="164160"/>
                </a:lnTo>
                <a:lnTo>
                  <a:pt x="0" y="164515"/>
                </a:lnTo>
                <a:lnTo>
                  <a:pt x="1384" y="185648"/>
                </a:lnTo>
                <a:lnTo>
                  <a:pt x="1397" y="185953"/>
                </a:lnTo>
                <a:lnTo>
                  <a:pt x="12369" y="226987"/>
                </a:lnTo>
                <a:lnTo>
                  <a:pt x="33883" y="264452"/>
                </a:lnTo>
                <a:lnTo>
                  <a:pt x="64071" y="294741"/>
                </a:lnTo>
                <a:lnTo>
                  <a:pt x="101333" y="316230"/>
                </a:lnTo>
                <a:lnTo>
                  <a:pt x="142671" y="327279"/>
                </a:lnTo>
                <a:lnTo>
                  <a:pt x="164160" y="328676"/>
                </a:lnTo>
                <a:lnTo>
                  <a:pt x="7951317" y="328676"/>
                </a:lnTo>
                <a:lnTo>
                  <a:pt x="7971904" y="327279"/>
                </a:lnTo>
                <a:lnTo>
                  <a:pt x="7972463" y="327279"/>
                </a:lnTo>
                <a:lnTo>
                  <a:pt x="8013992" y="315925"/>
                </a:lnTo>
                <a:lnTo>
                  <a:pt x="8051241" y="294436"/>
                </a:lnTo>
                <a:lnTo>
                  <a:pt x="8081531" y="264248"/>
                </a:lnTo>
                <a:lnTo>
                  <a:pt x="8102917" y="227203"/>
                </a:lnTo>
                <a:lnTo>
                  <a:pt x="8109813" y="206908"/>
                </a:lnTo>
                <a:lnTo>
                  <a:pt x="8109890" y="206692"/>
                </a:lnTo>
                <a:lnTo>
                  <a:pt x="8114004" y="185953"/>
                </a:lnTo>
                <a:lnTo>
                  <a:pt x="8114068" y="185648"/>
                </a:lnTo>
                <a:lnTo>
                  <a:pt x="8115452" y="164515"/>
                </a:lnTo>
                <a:lnTo>
                  <a:pt x="8115452" y="16416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77786" y="4508895"/>
            <a:ext cx="54114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895" algn="l"/>
              </a:tabLst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KEY</a:t>
            </a:r>
            <a:r>
              <a:rPr dirty="0" sz="800" spc="10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Calibri"/>
                <a:cs typeface="Calibri"/>
              </a:rPr>
              <a:t>IDEA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good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commit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message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answers</a:t>
            </a:r>
            <a:r>
              <a:rPr dirty="0" baseline="3472" sz="1200" spc="-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b="1">
                <a:solidFill>
                  <a:srgbClr val="FF6A5A"/>
                </a:solidFill>
                <a:latin typeface="Calibri"/>
                <a:cs typeface="Calibri"/>
              </a:rPr>
              <a:t>"WHY</a:t>
            </a:r>
            <a:r>
              <a:rPr dirty="0" baseline="3472" sz="1200" spc="-3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3472" sz="1200" b="1">
                <a:solidFill>
                  <a:srgbClr val="FF6A5A"/>
                </a:solidFill>
                <a:latin typeface="Calibri"/>
                <a:cs typeface="Calibri"/>
              </a:rPr>
              <a:t>did</a:t>
            </a:r>
            <a:r>
              <a:rPr dirty="0" baseline="3472" sz="1200" spc="-3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3472" sz="1200" b="1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baseline="3472" sz="1200" spc="-3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3472" sz="1200" spc="-15" b="1">
                <a:solidFill>
                  <a:srgbClr val="FF6A5A"/>
                </a:solidFill>
                <a:latin typeface="Calibri"/>
                <a:cs typeface="Calibri"/>
              </a:rPr>
              <a:t>change</a:t>
            </a:r>
            <a:r>
              <a:rPr dirty="0" baseline="3472" sz="1200" spc="-3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baseline="3472" sz="1200" b="1">
                <a:solidFill>
                  <a:srgbClr val="FF6A5A"/>
                </a:solidFill>
                <a:latin typeface="Calibri"/>
                <a:cs typeface="Calibri"/>
              </a:rPr>
              <a:t>this?"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not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"WHAT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did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I</a:t>
            </a:r>
            <a:r>
              <a:rPr dirty="0" baseline="3472" sz="120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change?"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diff</a:t>
            </a:r>
            <a:r>
              <a:rPr dirty="0" baseline="3472" sz="1200" spc="-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already</a:t>
            </a:r>
            <a:r>
              <a:rPr dirty="0" baseline="3472" sz="120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shows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what.</a:t>
            </a:r>
            <a:endParaRPr baseline="3472"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7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738" y="436221"/>
            <a:ext cx="14090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V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Y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7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1383" y="594984"/>
            <a:ext cx="5392420" cy="2660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0"/>
              <a:t>We</a:t>
            </a:r>
            <a:r>
              <a:rPr dirty="0" sz="1550" spc="-50"/>
              <a:t> </a:t>
            </a:r>
            <a:r>
              <a:rPr dirty="0" sz="1550"/>
              <a:t>do</a:t>
            </a:r>
            <a:r>
              <a:rPr dirty="0" sz="1550" spc="-45"/>
              <a:t> </a:t>
            </a:r>
            <a:r>
              <a:rPr dirty="0" sz="1550" spc="-10"/>
              <a:t>this</a:t>
            </a:r>
            <a:r>
              <a:rPr dirty="0" sz="1550" spc="-45"/>
              <a:t> </a:t>
            </a:r>
            <a:r>
              <a:rPr dirty="0" sz="1550" spc="-40"/>
              <a:t>together.</a:t>
            </a:r>
            <a:r>
              <a:rPr dirty="0" sz="1550" spc="-45"/>
              <a:t> </a:t>
            </a:r>
            <a:r>
              <a:rPr dirty="0" sz="1550" spc="-20"/>
              <a:t>Every</a:t>
            </a:r>
            <a:r>
              <a:rPr dirty="0" sz="1550" spc="-50"/>
              <a:t> </a:t>
            </a:r>
            <a:r>
              <a:rPr dirty="0" sz="1550" spc="-25"/>
              <a:t>student,</a:t>
            </a:r>
            <a:r>
              <a:rPr dirty="0" sz="1550" spc="-45"/>
              <a:t> </a:t>
            </a:r>
            <a:r>
              <a:rPr dirty="0" sz="1550"/>
              <a:t>one</a:t>
            </a:r>
            <a:r>
              <a:rPr dirty="0" sz="1550" spc="-45"/>
              <a:t> </a:t>
            </a:r>
            <a:r>
              <a:rPr dirty="0" sz="1550" spc="-20"/>
              <a:t>commit,</a:t>
            </a:r>
            <a:r>
              <a:rPr dirty="0" sz="1550" spc="-45"/>
              <a:t> </a:t>
            </a:r>
            <a:r>
              <a:rPr dirty="0" sz="1550" spc="-20"/>
              <a:t>pushed</a:t>
            </a:r>
            <a:r>
              <a:rPr dirty="0" sz="1550" spc="-50"/>
              <a:t> </a:t>
            </a:r>
            <a:r>
              <a:rPr dirty="0" sz="1550"/>
              <a:t>to</a:t>
            </a:r>
            <a:r>
              <a:rPr dirty="0" sz="1550" spc="-50"/>
              <a:t> </a:t>
            </a:r>
            <a:r>
              <a:rPr dirty="0" sz="1550" spc="-10"/>
              <a:t>GitHub.</a:t>
            </a:r>
            <a:endParaRPr sz="1550"/>
          </a:p>
        </p:txBody>
      </p:sp>
      <p:grpSp>
        <p:nvGrpSpPr>
          <p:cNvPr id="5" name="object 5"/>
          <p:cNvGrpSpPr/>
          <p:nvPr/>
        </p:nvGrpSpPr>
        <p:grpSpPr>
          <a:xfrm>
            <a:off x="514445" y="1154159"/>
            <a:ext cx="4800600" cy="3650615"/>
            <a:chOff x="514445" y="1154159"/>
            <a:chExt cx="4800600" cy="3650615"/>
          </a:xfrm>
        </p:grpSpPr>
        <p:sp>
          <p:nvSpPr>
            <p:cNvPr id="6" name="object 6"/>
            <p:cNvSpPr/>
            <p:nvPr/>
          </p:nvSpPr>
          <p:spPr>
            <a:xfrm>
              <a:off x="518045" y="1157759"/>
              <a:ext cx="4793615" cy="3643629"/>
            </a:xfrm>
            <a:custGeom>
              <a:avLst/>
              <a:gdLst/>
              <a:ahLst/>
              <a:cxnLst/>
              <a:rect l="l" t="t" r="r" b="b"/>
              <a:pathLst>
                <a:path w="4793615" h="3643629">
                  <a:moveTo>
                    <a:pt x="4640757" y="0"/>
                  </a:moveTo>
                  <a:lnTo>
                    <a:pt x="152273" y="0"/>
                  </a:lnTo>
                  <a:lnTo>
                    <a:pt x="131539" y="1333"/>
                  </a:lnTo>
                  <a:lnTo>
                    <a:pt x="132119" y="1333"/>
                  </a:lnTo>
                  <a:lnTo>
                    <a:pt x="112941" y="5087"/>
                  </a:lnTo>
                  <a:lnTo>
                    <a:pt x="76314" y="20167"/>
                  </a:lnTo>
                  <a:lnTo>
                    <a:pt x="44551" y="44643"/>
                  </a:lnTo>
                  <a:lnTo>
                    <a:pt x="20510" y="75958"/>
                  </a:lnTo>
                  <a:lnTo>
                    <a:pt x="5250" y="112953"/>
                  </a:lnTo>
                  <a:lnTo>
                    <a:pt x="0" y="152285"/>
                  </a:lnTo>
                  <a:lnTo>
                    <a:pt x="0" y="3490925"/>
                  </a:lnTo>
                  <a:lnTo>
                    <a:pt x="1252" y="3510432"/>
                  </a:lnTo>
                  <a:lnTo>
                    <a:pt x="1275" y="3510789"/>
                  </a:lnTo>
                  <a:lnTo>
                    <a:pt x="5019" y="3529934"/>
                  </a:lnTo>
                  <a:lnTo>
                    <a:pt x="5081" y="3530252"/>
                  </a:lnTo>
                  <a:lnTo>
                    <a:pt x="20154" y="3566883"/>
                  </a:lnTo>
                  <a:lnTo>
                    <a:pt x="44542" y="3598562"/>
                  </a:lnTo>
                  <a:lnTo>
                    <a:pt x="75958" y="3622687"/>
                  </a:lnTo>
                  <a:lnTo>
                    <a:pt x="112896" y="3637934"/>
                  </a:lnTo>
                  <a:lnTo>
                    <a:pt x="152273" y="3643198"/>
                  </a:lnTo>
                  <a:lnTo>
                    <a:pt x="4641113" y="3642842"/>
                  </a:lnTo>
                  <a:lnTo>
                    <a:pt x="4680445" y="3637756"/>
                  </a:lnTo>
                  <a:lnTo>
                    <a:pt x="4717072" y="3622687"/>
                  </a:lnTo>
                  <a:lnTo>
                    <a:pt x="4748755" y="3598291"/>
                  </a:lnTo>
                  <a:lnTo>
                    <a:pt x="4772875" y="3566883"/>
                  </a:lnTo>
                  <a:lnTo>
                    <a:pt x="4781599" y="3549041"/>
                  </a:lnTo>
                  <a:lnTo>
                    <a:pt x="4781702" y="3548830"/>
                  </a:lnTo>
                  <a:lnTo>
                    <a:pt x="4791993" y="3510789"/>
                  </a:lnTo>
                  <a:lnTo>
                    <a:pt x="4793399" y="3490556"/>
                  </a:lnTo>
                  <a:lnTo>
                    <a:pt x="4793030" y="152285"/>
                  </a:lnTo>
                  <a:lnTo>
                    <a:pt x="4787949" y="112953"/>
                  </a:lnTo>
                  <a:lnTo>
                    <a:pt x="4772875" y="76326"/>
                  </a:lnTo>
                  <a:lnTo>
                    <a:pt x="4748483" y="44643"/>
                  </a:lnTo>
                  <a:lnTo>
                    <a:pt x="4717072" y="20523"/>
                  </a:lnTo>
                  <a:lnTo>
                    <a:pt x="4680129" y="5265"/>
                  </a:lnTo>
                  <a:lnTo>
                    <a:pt x="4660627" y="1333"/>
                  </a:lnTo>
                  <a:lnTo>
                    <a:pt x="46407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8045" y="1157759"/>
              <a:ext cx="4793615" cy="3643629"/>
            </a:xfrm>
            <a:custGeom>
              <a:avLst/>
              <a:gdLst/>
              <a:ahLst/>
              <a:cxnLst/>
              <a:rect l="l" t="t" r="r" b="b"/>
              <a:pathLst>
                <a:path w="4793615" h="3643629">
                  <a:moveTo>
                    <a:pt x="0" y="152285"/>
                  </a:moveTo>
                  <a:lnTo>
                    <a:pt x="1331" y="132410"/>
                  </a:lnTo>
                  <a:lnTo>
                    <a:pt x="5259" y="112907"/>
                  </a:lnTo>
                  <a:lnTo>
                    <a:pt x="20510" y="75958"/>
                  </a:lnTo>
                  <a:lnTo>
                    <a:pt x="44630" y="44553"/>
                  </a:lnTo>
                  <a:lnTo>
                    <a:pt x="76314" y="20167"/>
                  </a:lnTo>
                  <a:lnTo>
                    <a:pt x="112941" y="5087"/>
                  </a:lnTo>
                  <a:lnTo>
                    <a:pt x="152273" y="0"/>
                  </a:lnTo>
                  <a:lnTo>
                    <a:pt x="4640757" y="0"/>
                  </a:lnTo>
                  <a:lnTo>
                    <a:pt x="4680129" y="5265"/>
                  </a:lnTo>
                  <a:lnTo>
                    <a:pt x="4717072" y="20523"/>
                  </a:lnTo>
                  <a:lnTo>
                    <a:pt x="4748483" y="44643"/>
                  </a:lnTo>
                  <a:lnTo>
                    <a:pt x="4772875" y="76326"/>
                  </a:lnTo>
                  <a:lnTo>
                    <a:pt x="4787949" y="112953"/>
                  </a:lnTo>
                  <a:lnTo>
                    <a:pt x="4793030" y="152285"/>
                  </a:lnTo>
                  <a:lnTo>
                    <a:pt x="4793399" y="3490556"/>
                  </a:lnTo>
                  <a:lnTo>
                    <a:pt x="4792065" y="3510432"/>
                  </a:lnTo>
                  <a:lnTo>
                    <a:pt x="4788133" y="3529934"/>
                  </a:lnTo>
                  <a:lnTo>
                    <a:pt x="4772875" y="3566883"/>
                  </a:lnTo>
                  <a:lnTo>
                    <a:pt x="4748755" y="3598291"/>
                  </a:lnTo>
                  <a:lnTo>
                    <a:pt x="4717072" y="3622687"/>
                  </a:lnTo>
                  <a:lnTo>
                    <a:pt x="4680445" y="3637756"/>
                  </a:lnTo>
                  <a:lnTo>
                    <a:pt x="4641113" y="3642842"/>
                  </a:lnTo>
                  <a:lnTo>
                    <a:pt x="152273" y="3643198"/>
                  </a:lnTo>
                  <a:lnTo>
                    <a:pt x="112896" y="3637934"/>
                  </a:lnTo>
                  <a:lnTo>
                    <a:pt x="75958" y="3622687"/>
                  </a:lnTo>
                  <a:lnTo>
                    <a:pt x="44542" y="3598562"/>
                  </a:lnTo>
                  <a:lnTo>
                    <a:pt x="20154" y="3566883"/>
                  </a:lnTo>
                  <a:lnTo>
                    <a:pt x="5081" y="3530252"/>
                  </a:lnTo>
                  <a:lnTo>
                    <a:pt x="0" y="3490925"/>
                  </a:lnTo>
                  <a:lnTo>
                    <a:pt x="0" y="152285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1004" y="1247040"/>
              <a:ext cx="4586605" cy="3465195"/>
            </a:xfrm>
            <a:custGeom>
              <a:avLst/>
              <a:gdLst/>
              <a:ahLst/>
              <a:cxnLst/>
              <a:rect l="l" t="t" r="r" b="b"/>
              <a:pathLst>
                <a:path w="4586605" h="3465195">
                  <a:moveTo>
                    <a:pt x="4471911" y="0"/>
                  </a:moveTo>
                  <a:lnTo>
                    <a:pt x="114109" y="0"/>
                  </a:lnTo>
                  <a:lnTo>
                    <a:pt x="98429" y="1000"/>
                  </a:lnTo>
                  <a:lnTo>
                    <a:pt x="99014" y="1000"/>
                  </a:lnTo>
                  <a:lnTo>
                    <a:pt x="84726" y="3781"/>
                  </a:lnTo>
                  <a:lnTo>
                    <a:pt x="44638" y="23468"/>
                  </a:lnTo>
                  <a:lnTo>
                    <a:pt x="15481" y="56883"/>
                  </a:lnTo>
                  <a:lnTo>
                    <a:pt x="1000" y="99156"/>
                  </a:lnTo>
                  <a:lnTo>
                    <a:pt x="0" y="114122"/>
                  </a:lnTo>
                  <a:lnTo>
                    <a:pt x="0" y="3350526"/>
                  </a:lnTo>
                  <a:lnTo>
                    <a:pt x="8443" y="3393847"/>
                  </a:lnTo>
                  <a:lnTo>
                    <a:pt x="8497" y="3394008"/>
                  </a:lnTo>
                  <a:lnTo>
                    <a:pt x="33296" y="3431249"/>
                  </a:lnTo>
                  <a:lnTo>
                    <a:pt x="70421" y="3455833"/>
                  </a:lnTo>
                  <a:lnTo>
                    <a:pt x="114109" y="3464636"/>
                  </a:lnTo>
                  <a:lnTo>
                    <a:pt x="4472279" y="3464280"/>
                  </a:lnTo>
                  <a:lnTo>
                    <a:pt x="4515595" y="3455833"/>
                  </a:lnTo>
                  <a:lnTo>
                    <a:pt x="4553002" y="3430982"/>
                  </a:lnTo>
                  <a:lnTo>
                    <a:pt x="4577506" y="3394008"/>
                  </a:lnTo>
                  <a:lnTo>
                    <a:pt x="4582368" y="3379909"/>
                  </a:lnTo>
                  <a:lnTo>
                    <a:pt x="4582431" y="3379725"/>
                  </a:lnTo>
                  <a:lnTo>
                    <a:pt x="4585346" y="3365336"/>
                  </a:lnTo>
                  <a:lnTo>
                    <a:pt x="4585388" y="3365129"/>
                  </a:lnTo>
                  <a:lnTo>
                    <a:pt x="4586364" y="3350526"/>
                  </a:lnTo>
                  <a:lnTo>
                    <a:pt x="4586033" y="114122"/>
                  </a:lnTo>
                  <a:lnTo>
                    <a:pt x="4577530" y="70634"/>
                  </a:lnTo>
                  <a:lnTo>
                    <a:pt x="4552735" y="33388"/>
                  </a:lnTo>
                  <a:lnTo>
                    <a:pt x="4515600" y="8808"/>
                  </a:lnTo>
                  <a:lnTo>
                    <a:pt x="4486882" y="1000"/>
                  </a:lnTo>
                  <a:lnTo>
                    <a:pt x="4471911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885825">
              <a:lnSpc>
                <a:spcPct val="100000"/>
              </a:lnSpc>
              <a:spcBef>
                <a:spcPts val="100"/>
              </a:spcBef>
            </a:pPr>
            <a:r>
              <a:rPr dirty="0" spc="-10" i="0">
                <a:solidFill>
                  <a:srgbClr val="FF6A5A"/>
                </a:solidFill>
                <a:latin typeface="MingLiU_HKSCS-ExtB"/>
                <a:cs typeface="MingLiU_HKSCS-ExtB"/>
              </a:rPr>
              <a:t>①</a:t>
            </a:r>
            <a:r>
              <a:rPr dirty="0" spc="-10"/>
              <a:t>#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VS</a:t>
            </a:r>
            <a:r>
              <a:rPr dirty="0" spc="-20"/>
              <a:t> </a:t>
            </a:r>
            <a:r>
              <a:rPr dirty="0"/>
              <a:t>Code,</a:t>
            </a:r>
            <a:r>
              <a:rPr dirty="0" spc="-15"/>
              <a:t> </a:t>
            </a:r>
            <a:r>
              <a:rPr dirty="0"/>
              <a:t>create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new</a:t>
            </a:r>
            <a:r>
              <a:rPr dirty="0" spc="-15"/>
              <a:t> </a:t>
            </a:r>
            <a:r>
              <a:rPr dirty="0"/>
              <a:t>file</a:t>
            </a:r>
            <a:r>
              <a:rPr dirty="0" spc="-20"/>
              <a:t> </a:t>
            </a:r>
            <a:r>
              <a:rPr dirty="0"/>
              <a:t>called</a:t>
            </a:r>
            <a:r>
              <a:rPr dirty="0" spc="-15"/>
              <a:t> </a:t>
            </a:r>
            <a:r>
              <a:rPr dirty="0" spc="-10"/>
              <a:t>notes.md </a:t>
            </a:r>
            <a:r>
              <a:rPr dirty="0"/>
              <a:t>#</a:t>
            </a:r>
            <a:r>
              <a:rPr dirty="0" spc="-10"/>
              <a:t> </a:t>
            </a:r>
            <a:r>
              <a:rPr dirty="0"/>
              <a:t>Add</a:t>
            </a:r>
            <a:r>
              <a:rPr dirty="0" spc="-5"/>
              <a:t> </a:t>
            </a:r>
            <a:r>
              <a:rPr dirty="0"/>
              <a:t>one</a:t>
            </a:r>
            <a:r>
              <a:rPr dirty="0" spc="-5"/>
              <a:t> </a:t>
            </a:r>
            <a:r>
              <a:rPr dirty="0"/>
              <a:t>line:</a:t>
            </a:r>
            <a:r>
              <a:rPr dirty="0" spc="-5"/>
              <a:t> </a:t>
            </a:r>
            <a:r>
              <a:rPr dirty="0"/>
              <a:t>"My</a:t>
            </a:r>
            <a:r>
              <a:rPr dirty="0" spc="-5"/>
              <a:t> </a:t>
            </a:r>
            <a:r>
              <a:rPr dirty="0"/>
              <a:t>first</a:t>
            </a:r>
            <a:r>
              <a:rPr dirty="0" spc="-10"/>
              <a:t> </a:t>
            </a:r>
            <a:r>
              <a:rPr dirty="0"/>
              <a:t>commit</a:t>
            </a:r>
            <a:r>
              <a:rPr dirty="0" spc="-5"/>
              <a:t> </a:t>
            </a:r>
            <a:r>
              <a:rPr dirty="0"/>
              <a:t>on</a:t>
            </a:r>
            <a:r>
              <a:rPr dirty="0" spc="-5"/>
              <a:t> </a:t>
            </a:r>
            <a:r>
              <a:rPr dirty="0"/>
              <a:t>Day</a:t>
            </a:r>
            <a:r>
              <a:rPr dirty="0" spc="-5"/>
              <a:t> </a:t>
            </a:r>
            <a:r>
              <a:rPr dirty="0" spc="-25"/>
              <a:t>3."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</a:t>
            </a:r>
            <a:r>
              <a:rPr dirty="0" spc="-10"/>
              <a:t> </a:t>
            </a:r>
            <a:r>
              <a:rPr dirty="0"/>
              <a:t>Save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10"/>
              <a:t>file.</a:t>
            </a:r>
          </a:p>
          <a:p>
            <a:pPr marL="12700" marR="2847340">
              <a:lnSpc>
                <a:spcPct val="100000"/>
              </a:lnSpc>
              <a:spcBef>
                <a:spcPts val="10"/>
              </a:spcBef>
            </a:pPr>
            <a:r>
              <a:rPr dirty="0" spc="-10" i="0">
                <a:solidFill>
                  <a:srgbClr val="FF6A5A"/>
                </a:solidFill>
                <a:latin typeface="MingLiU_HKSCS-ExtB"/>
                <a:cs typeface="MingLiU_HKSCS-ExtB"/>
              </a:rPr>
              <a:t>②</a:t>
            </a:r>
            <a:r>
              <a:rPr dirty="0" spc="-10" i="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pc="-55" i="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pc="-55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status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Untracked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 files: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notes.md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10" i="0">
                <a:solidFill>
                  <a:srgbClr val="FF6A5A"/>
                </a:solidFill>
                <a:latin typeface="MingLiU_HKSCS-ExtB"/>
                <a:cs typeface="MingLiU_HKSCS-ExtB"/>
              </a:rPr>
              <a:t>③</a:t>
            </a:r>
            <a:r>
              <a:rPr dirty="0" spc="-10" i="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pc="-35" i="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pc="-40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add</a:t>
            </a:r>
            <a:r>
              <a:rPr dirty="0" spc="-40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notes.md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i="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pc="-5" i="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pc="-5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status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Changes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to</a:t>
            </a:r>
            <a:r>
              <a:rPr dirty="0" spc="-5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be</a:t>
            </a:r>
            <a:r>
              <a:rPr dirty="0" spc="-5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committed: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737870" algn="l"/>
              </a:tabLst>
            </a:pP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new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pc="-20" i="0">
                <a:solidFill>
                  <a:srgbClr val="E7E9F4"/>
                </a:solidFill>
                <a:latin typeface="Courier New"/>
                <a:cs typeface="Courier New"/>
              </a:rPr>
              <a:t>file: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	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notes.md</a:t>
            </a:r>
          </a:p>
          <a:p>
            <a:pPr marL="12700" marR="1667510">
              <a:lnSpc>
                <a:spcPct val="100000"/>
              </a:lnSpc>
              <a:spcBef>
                <a:spcPts val="5"/>
              </a:spcBef>
            </a:pPr>
            <a:r>
              <a:rPr dirty="0" spc="-10" i="0">
                <a:solidFill>
                  <a:srgbClr val="FF6A5A"/>
                </a:solidFill>
                <a:latin typeface="MingLiU_HKSCS-ExtB"/>
                <a:cs typeface="MingLiU_HKSCS-ExtB"/>
              </a:rPr>
              <a:t>④</a:t>
            </a:r>
            <a:r>
              <a:rPr dirty="0" spc="-10" i="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pc="-85" i="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pc="-30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commit</a:t>
            </a:r>
            <a:r>
              <a:rPr dirty="0" spc="-30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pc="-15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pc="-40" i="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pc="-114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25" i="0">
                <a:solidFill>
                  <a:srgbClr val="B7E885"/>
                </a:solidFill>
                <a:latin typeface="Trebuchet MS"/>
                <a:cs typeface="Trebuchet MS"/>
              </a:rPr>
              <a:t>Ad</a:t>
            </a:r>
            <a:r>
              <a:rPr dirty="0" spc="-105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B7E885"/>
                </a:solidFill>
                <a:latin typeface="Trebuchet MS"/>
                <a:cs typeface="Trebuchet MS"/>
              </a:rPr>
              <a:t>d</a:t>
            </a:r>
            <a:r>
              <a:rPr dirty="0" spc="120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20" i="0">
                <a:solidFill>
                  <a:srgbClr val="B7E885"/>
                </a:solidFill>
                <a:latin typeface="Trebuchet MS"/>
                <a:cs typeface="Trebuchet MS"/>
              </a:rPr>
              <a:t>D</a:t>
            </a:r>
            <a:r>
              <a:rPr dirty="0" spc="-105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B7E885"/>
                </a:solidFill>
                <a:latin typeface="Trebuchet MS"/>
                <a:cs typeface="Trebuchet MS"/>
              </a:rPr>
              <a:t>a</a:t>
            </a:r>
            <a:r>
              <a:rPr dirty="0" spc="-125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B7E885"/>
                </a:solidFill>
                <a:latin typeface="Trebuchet MS"/>
                <a:cs typeface="Trebuchet MS"/>
              </a:rPr>
              <a:t>y</a:t>
            </a:r>
            <a:r>
              <a:rPr dirty="0" spc="125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B7E885"/>
                </a:solidFill>
                <a:latin typeface="Trebuchet MS"/>
                <a:cs typeface="Trebuchet MS"/>
              </a:rPr>
              <a:t>3</a:t>
            </a:r>
            <a:r>
              <a:rPr dirty="0" spc="125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B7E885"/>
                </a:solidFill>
                <a:latin typeface="Trebuchet MS"/>
                <a:cs typeface="Trebuchet MS"/>
              </a:rPr>
              <a:t>n</a:t>
            </a:r>
            <a:r>
              <a:rPr dirty="0" spc="-105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B7E885"/>
                </a:solidFill>
                <a:latin typeface="Trebuchet MS"/>
                <a:cs typeface="Trebuchet MS"/>
              </a:rPr>
              <a:t>o</a:t>
            </a:r>
            <a:r>
              <a:rPr dirty="0" spc="-125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140" i="0">
                <a:solidFill>
                  <a:srgbClr val="B7E885"/>
                </a:solidFill>
                <a:latin typeface="Trebuchet MS"/>
                <a:cs typeface="Trebuchet MS"/>
              </a:rPr>
              <a:t>t</a:t>
            </a:r>
            <a:r>
              <a:rPr dirty="0" spc="-114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B7E885"/>
                </a:solidFill>
                <a:latin typeface="Trebuchet MS"/>
                <a:cs typeface="Trebuchet MS"/>
              </a:rPr>
              <a:t>e</a:t>
            </a:r>
            <a:r>
              <a:rPr dirty="0" spc="-120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B7E885"/>
                </a:solidFill>
                <a:latin typeface="Trebuchet MS"/>
                <a:cs typeface="Trebuchet MS"/>
              </a:rPr>
              <a:t>s</a:t>
            </a:r>
            <a:r>
              <a:rPr dirty="0" spc="75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105" i="0">
                <a:solidFill>
                  <a:srgbClr val="B7E885"/>
                </a:solidFill>
                <a:latin typeface="Trebuchet MS"/>
                <a:cs typeface="Trebuchet MS"/>
              </a:rPr>
              <a:t>fi</a:t>
            </a:r>
            <a:r>
              <a:rPr dirty="0" spc="-75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60" i="0">
                <a:solidFill>
                  <a:srgbClr val="B7E885"/>
                </a:solidFill>
                <a:latin typeface="Trebuchet MS"/>
                <a:cs typeface="Trebuchet MS"/>
              </a:rPr>
              <a:t>le</a:t>
            </a:r>
            <a:r>
              <a:rPr dirty="0" spc="-120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pc="500" i="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pc="-12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r>
              <a:rPr dirty="0" spc="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8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pc="-13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4</a:t>
            </a:r>
            <a:r>
              <a:rPr dirty="0" spc="-10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95" i="0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9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2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]</a:t>
            </a:r>
            <a:r>
              <a:rPr dirty="0" spc="5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25" i="0">
                <a:solidFill>
                  <a:srgbClr val="E7E9F4"/>
                </a:solidFill>
                <a:latin typeface="Trebuchet MS"/>
                <a:cs typeface="Trebuchet MS"/>
              </a:rPr>
              <a:t>Ad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pc="114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20" i="0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y</a:t>
            </a:r>
            <a:r>
              <a:rPr dirty="0" spc="11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3</a:t>
            </a:r>
            <a:r>
              <a:rPr dirty="0" spc="114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n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o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40" i="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s</a:t>
            </a:r>
            <a:r>
              <a:rPr dirty="0" spc="6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fi</a:t>
            </a:r>
            <a:r>
              <a:rPr dirty="0" spc="-7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35" i="0">
                <a:solidFill>
                  <a:srgbClr val="E7E9F4"/>
                </a:solidFill>
                <a:latin typeface="Trebuchet MS"/>
                <a:cs typeface="Trebuchet MS"/>
              </a:rPr>
              <a:t>le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1</a:t>
            </a:r>
            <a:r>
              <a:rPr dirty="0" spc="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fi</a:t>
            </a:r>
            <a:r>
              <a:rPr dirty="0" spc="-7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le</a:t>
            </a:r>
            <a:r>
              <a:rPr dirty="0" spc="7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pc="-13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h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n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E7E9F4"/>
                </a:solidFill>
                <a:latin typeface="Trebuchet MS"/>
                <a:cs typeface="Trebuchet MS"/>
              </a:rPr>
              <a:t>g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95" i="0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20" i="0">
                <a:solidFill>
                  <a:srgbClr val="E7E9F4"/>
                </a:solidFill>
                <a:latin typeface="Trebuchet MS"/>
                <a:cs typeface="Trebuchet MS"/>
              </a:rPr>
              <a:t>,</a:t>
            </a:r>
            <a:r>
              <a:rPr dirty="0" spc="5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1</a:t>
            </a:r>
            <a:r>
              <a:rPr dirty="0" spc="114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se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r</a:t>
            </a:r>
            <a:r>
              <a:rPr dirty="0" spc="-140" i="0">
                <a:solidFill>
                  <a:srgbClr val="E7E9F4"/>
                </a:solidFill>
                <a:latin typeface="Trebuchet MS"/>
                <a:cs typeface="Trebuchet MS"/>
              </a:rPr>
              <a:t> t</a:t>
            </a:r>
            <a:r>
              <a:rPr dirty="0" spc="-114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45" i="0">
                <a:solidFill>
                  <a:srgbClr val="E7E9F4"/>
                </a:solidFill>
                <a:latin typeface="Trebuchet MS"/>
                <a:cs typeface="Trebuchet MS"/>
              </a:rPr>
              <a:t>io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n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90" i="0">
                <a:solidFill>
                  <a:srgbClr val="E7E9F4"/>
                </a:solidFill>
                <a:latin typeface="Trebuchet MS"/>
                <a:cs typeface="Trebuchet MS"/>
              </a:rPr>
              <a:t>(</a:t>
            </a:r>
            <a:r>
              <a:rPr dirty="0" spc="-15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+</a:t>
            </a:r>
            <a:r>
              <a:rPr dirty="0" spc="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E7E9F4"/>
                </a:solidFill>
                <a:latin typeface="Trebuchet MS"/>
                <a:cs typeface="Trebuchet MS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pc="-14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E7E9F4"/>
                </a:solidFill>
                <a:latin typeface="Trebuchet MS"/>
                <a:cs typeface="Trebuchet MS"/>
              </a:rPr>
              <a:t>re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40" i="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pc="6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25" i="0">
                <a:solidFill>
                  <a:srgbClr val="E7E9F4"/>
                </a:solidFill>
                <a:latin typeface="Trebuchet MS"/>
                <a:cs typeface="Trebuchet MS"/>
              </a:rPr>
              <a:t>m</a:t>
            </a:r>
            <a:r>
              <a:rPr dirty="0" spc="-1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o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95" i="0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pc="114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1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0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0</a:t>
            </a:r>
            <a:r>
              <a:rPr dirty="0" spc="-10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6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4</a:t>
            </a:r>
            <a:r>
              <a:rPr dirty="0" spc="-10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4</a:t>
            </a:r>
            <a:r>
              <a:rPr dirty="0" spc="13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n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o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40" i="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s</a:t>
            </a:r>
            <a:r>
              <a:rPr dirty="0" spc="-16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95" i="0">
                <a:solidFill>
                  <a:srgbClr val="E7E9F4"/>
                </a:solidFill>
                <a:latin typeface="Trebuchet MS"/>
                <a:cs typeface="Trebuchet MS"/>
              </a:rPr>
              <a:t>.m</a:t>
            </a:r>
            <a:r>
              <a:rPr dirty="0" spc="-1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10" i="0">
                <a:solidFill>
                  <a:srgbClr val="FF6A5A"/>
                </a:solidFill>
                <a:latin typeface="MingLiU_HKSCS-ExtB"/>
                <a:cs typeface="MingLiU_HKSCS-ExtB"/>
              </a:rPr>
              <a:t>⑤</a:t>
            </a:r>
            <a:r>
              <a:rPr dirty="0" spc="-10" i="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pc="-30" i="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pc="-30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push</a:t>
            </a:r>
            <a:r>
              <a:rPr dirty="0" spc="-30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origin</a:t>
            </a:r>
            <a:r>
              <a:rPr dirty="0" spc="-30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pc="-20" i="0">
                <a:solidFill>
                  <a:srgbClr val="E7E9F4"/>
                </a:solidFill>
                <a:latin typeface="Courier New"/>
                <a:cs typeface="Courier New"/>
              </a:rPr>
              <a:t>main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10" i="0">
                <a:solidFill>
                  <a:srgbClr val="E7E9F4"/>
                </a:solidFill>
                <a:latin typeface="Trebuchet MS"/>
                <a:cs typeface="Trebuchet MS"/>
              </a:rPr>
              <a:t>En</a:t>
            </a:r>
            <a:r>
              <a:rPr dirty="0" spc="-11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u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25" i="0">
                <a:solidFill>
                  <a:srgbClr val="E7E9F4"/>
                </a:solidFill>
                <a:latin typeface="Trebuchet MS"/>
                <a:cs typeface="Trebuchet MS"/>
              </a:rPr>
              <a:t>m</a:t>
            </a:r>
            <a:r>
              <a:rPr dirty="0" spc="-1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r</a:t>
            </a:r>
            <a:r>
              <a:rPr dirty="0" spc="-13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pc="-12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40" i="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pc="-114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55" i="0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g</a:t>
            </a:r>
            <a:r>
              <a:rPr dirty="0" spc="6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o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95" i="0">
                <a:solidFill>
                  <a:srgbClr val="E7E9F4"/>
                </a:solidFill>
                <a:latin typeface="Trebuchet MS"/>
                <a:cs typeface="Trebuchet MS"/>
              </a:rPr>
              <a:t>b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je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pc="-13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40" i="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s</a:t>
            </a:r>
            <a:r>
              <a:rPr dirty="0" spc="-16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0" i="0">
                <a:solidFill>
                  <a:srgbClr val="E7E9F4"/>
                </a:solidFill>
                <a:latin typeface="Trebuchet MS"/>
                <a:cs typeface="Trebuchet MS"/>
              </a:rPr>
              <a:t>:</a:t>
            </a:r>
            <a:r>
              <a:rPr dirty="0" spc="8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4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20" i="0">
                <a:solidFill>
                  <a:srgbClr val="E7E9F4"/>
                </a:solidFill>
                <a:latin typeface="Trebuchet MS"/>
                <a:cs typeface="Trebuchet MS"/>
              </a:rPr>
              <a:t>,</a:t>
            </a:r>
            <a:r>
              <a:rPr dirty="0" spc="7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95" i="0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o</a:t>
            </a:r>
            <a:r>
              <a:rPr dirty="0" spc="-12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n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50" i="0">
                <a:solidFill>
                  <a:srgbClr val="E7E9F4"/>
                </a:solidFill>
                <a:latin typeface="Trebuchet MS"/>
                <a:cs typeface="Trebuchet MS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i="0">
                <a:solidFill>
                  <a:srgbClr val="E7E9F4"/>
                </a:solidFill>
                <a:latin typeface="Courier New"/>
                <a:cs typeface="Courier New"/>
              </a:rPr>
              <a:t>To</a:t>
            </a:r>
            <a:r>
              <a:rPr dirty="0" spc="235" i="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pc="-10" i="0">
                <a:solidFill>
                  <a:srgbClr val="E7E9F4"/>
                </a:solidFill>
                <a:latin typeface="Courier New"/>
                <a:cs typeface="Courier New"/>
              </a:rPr>
              <a:t>github.com:yourname/day3-practice.git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7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3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f</a:t>
            </a:r>
            <a:r>
              <a:rPr dirty="0" spc="-15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2</a:t>
            </a:r>
            <a:r>
              <a:rPr dirty="0" spc="-10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95" i="0">
                <a:solidFill>
                  <a:srgbClr val="E7E9F4"/>
                </a:solidFill>
                <a:latin typeface="Trebuchet MS"/>
                <a:cs typeface="Trebuchet MS"/>
              </a:rPr>
              <a:t>b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1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65" i="0">
                <a:solidFill>
                  <a:srgbClr val="E7E9F4"/>
                </a:solidFill>
                <a:latin typeface="Trebuchet MS"/>
                <a:cs typeface="Trebuchet MS"/>
              </a:rPr>
              <a:t>..8</a:t>
            </a:r>
            <a:r>
              <a:rPr dirty="0" spc="-10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c</a:t>
            </a:r>
            <a:r>
              <a:rPr dirty="0" spc="-13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4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95" i="0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pc="-10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9</a:t>
            </a:r>
            <a:r>
              <a:rPr dirty="0" spc="-10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80" i="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2</a:t>
            </a:r>
            <a:r>
              <a:rPr dirty="0" spc="34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25" i="0">
                <a:solidFill>
                  <a:srgbClr val="E7E9F4"/>
                </a:solidFill>
                <a:latin typeface="Trebuchet MS"/>
                <a:cs typeface="Trebuchet MS"/>
              </a:rPr>
              <a:t>m</a:t>
            </a:r>
            <a:r>
              <a:rPr dirty="0" spc="-1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r>
              <a:rPr dirty="0" spc="13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30" i="0">
                <a:solidFill>
                  <a:srgbClr val="E7E9F4"/>
                </a:solidFill>
                <a:latin typeface="Trebuchet MS"/>
                <a:cs typeface="Trebuchet MS"/>
              </a:rPr>
              <a:t>-</a:t>
            </a:r>
            <a:r>
              <a:rPr dirty="0" i="0">
                <a:solidFill>
                  <a:srgbClr val="E7E9F4"/>
                </a:solidFill>
                <a:latin typeface="Trebuchet MS"/>
                <a:cs typeface="Trebuchet MS"/>
              </a:rPr>
              <a:t>&gt;</a:t>
            </a:r>
            <a:r>
              <a:rPr dirty="0" spc="28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125" i="0">
                <a:solidFill>
                  <a:srgbClr val="E7E9F4"/>
                </a:solidFill>
                <a:latin typeface="Trebuchet MS"/>
                <a:cs typeface="Trebuchet MS"/>
              </a:rPr>
              <a:t>m</a:t>
            </a:r>
            <a:r>
              <a:rPr dirty="0" spc="-15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70" i="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pc="-120" i="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pc="-25" i="0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</a:p>
          <a:p>
            <a:pPr marL="12700" marR="643890">
              <a:lnSpc>
                <a:spcPct val="100000"/>
              </a:lnSpc>
              <a:spcBef>
                <a:spcPts val="10"/>
              </a:spcBef>
            </a:pPr>
            <a:r>
              <a:rPr dirty="0" spc="-10" i="0">
                <a:solidFill>
                  <a:srgbClr val="FF6A5A"/>
                </a:solidFill>
                <a:latin typeface="MingLiU_HKSCS-ExtB"/>
                <a:cs typeface="MingLiU_HKSCS-ExtB"/>
              </a:rPr>
              <a:t>Ⓐ</a:t>
            </a:r>
            <a:r>
              <a:rPr dirty="0" spc="-10"/>
              <a:t>#</a:t>
            </a:r>
            <a:r>
              <a:rPr dirty="0" spc="-20"/>
              <a:t> </a:t>
            </a:r>
            <a:r>
              <a:rPr dirty="0"/>
              <a:t>Now</a:t>
            </a:r>
            <a:r>
              <a:rPr dirty="0" spc="-15"/>
              <a:t> </a:t>
            </a:r>
            <a:r>
              <a:rPr dirty="0"/>
              <a:t>refresh</a:t>
            </a:r>
            <a:r>
              <a:rPr dirty="0" spc="-20"/>
              <a:t> </a:t>
            </a:r>
            <a:r>
              <a:rPr dirty="0"/>
              <a:t>your</a:t>
            </a:r>
            <a:r>
              <a:rPr dirty="0" spc="-15"/>
              <a:t> </a:t>
            </a:r>
            <a:r>
              <a:rPr dirty="0"/>
              <a:t>GitHub</a:t>
            </a:r>
            <a:r>
              <a:rPr dirty="0" spc="-20"/>
              <a:t> </a:t>
            </a:r>
            <a:r>
              <a:rPr dirty="0"/>
              <a:t>repo</a:t>
            </a:r>
            <a:r>
              <a:rPr dirty="0" spc="-15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browser. </a:t>
            </a:r>
            <a:r>
              <a:rPr dirty="0"/>
              <a:t>#</a:t>
            </a:r>
            <a:r>
              <a:rPr dirty="0" spc="-10"/>
              <a:t> </a:t>
            </a:r>
            <a:r>
              <a:rPr dirty="0"/>
              <a:t>You</a:t>
            </a:r>
            <a:r>
              <a:rPr dirty="0" spc="-5"/>
              <a:t> </a:t>
            </a:r>
            <a:r>
              <a:rPr dirty="0"/>
              <a:t>should</a:t>
            </a:r>
            <a:r>
              <a:rPr dirty="0" spc="-5"/>
              <a:t> </a:t>
            </a:r>
            <a:r>
              <a:rPr dirty="0"/>
              <a:t>see</a:t>
            </a:r>
            <a:r>
              <a:rPr dirty="0" spc="-5"/>
              <a:t> </a:t>
            </a:r>
            <a:r>
              <a:rPr dirty="0"/>
              <a:t>notes.md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-5"/>
              <a:t> </a:t>
            </a:r>
            <a:r>
              <a:rPr dirty="0"/>
              <a:t>your</a:t>
            </a:r>
            <a:r>
              <a:rPr dirty="0" spc="-5"/>
              <a:t> </a:t>
            </a:r>
            <a:r>
              <a:rPr dirty="0"/>
              <a:t>commit</a:t>
            </a:r>
            <a:r>
              <a:rPr dirty="0" spc="-5"/>
              <a:t> </a:t>
            </a:r>
            <a:r>
              <a:rPr dirty="0" spc="-10"/>
              <a:t>message.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</a:t>
            </a:r>
            <a:r>
              <a:rPr dirty="0" spc="-10"/>
              <a:t> </a:t>
            </a:r>
            <a:r>
              <a:rPr dirty="0"/>
              <a:t>That</a:t>
            </a:r>
            <a:r>
              <a:rPr dirty="0" spc="-5"/>
              <a:t> </a:t>
            </a:r>
            <a:r>
              <a:rPr dirty="0"/>
              <a:t>green</a:t>
            </a:r>
            <a:r>
              <a:rPr dirty="0" spc="-5"/>
              <a:t> </a:t>
            </a:r>
            <a:r>
              <a:rPr dirty="0"/>
              <a:t>square</a:t>
            </a:r>
            <a:r>
              <a:rPr dirty="0" spc="-5"/>
              <a:t> </a:t>
            </a:r>
            <a:r>
              <a:rPr dirty="0"/>
              <a:t>on</a:t>
            </a:r>
            <a:r>
              <a:rPr dirty="0" spc="-10"/>
              <a:t> </a:t>
            </a:r>
            <a:r>
              <a:rPr dirty="0"/>
              <a:t>your</a:t>
            </a:r>
            <a:r>
              <a:rPr dirty="0" spc="-5"/>
              <a:t> </a:t>
            </a:r>
            <a:r>
              <a:rPr dirty="0"/>
              <a:t>GitHub</a:t>
            </a:r>
            <a:r>
              <a:rPr dirty="0" spc="-5"/>
              <a:t> </a:t>
            </a:r>
            <a:r>
              <a:rPr dirty="0"/>
              <a:t>profile?</a:t>
            </a:r>
            <a:r>
              <a:rPr dirty="0" spc="-5"/>
              <a:t> </a:t>
            </a:r>
            <a:r>
              <a:rPr dirty="0"/>
              <a:t>That's</a:t>
            </a:r>
            <a:r>
              <a:rPr dirty="0" spc="-10"/>
              <a:t> </a:t>
            </a:r>
            <a:r>
              <a:rPr dirty="0"/>
              <a:t>this</a:t>
            </a:r>
            <a:r>
              <a:rPr dirty="0" spc="-5"/>
              <a:t> </a:t>
            </a:r>
            <a:r>
              <a:rPr dirty="0" spc="-10"/>
              <a:t>commit.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425351" y="1139877"/>
            <a:ext cx="3208020" cy="3679190"/>
            <a:chOff x="5425351" y="1139877"/>
            <a:chExt cx="3208020" cy="3679190"/>
          </a:xfrm>
        </p:grpSpPr>
        <p:sp>
          <p:nvSpPr>
            <p:cNvPr id="11" name="object 11"/>
            <p:cNvSpPr/>
            <p:nvPr/>
          </p:nvSpPr>
          <p:spPr>
            <a:xfrm>
              <a:off x="5428805" y="1154165"/>
              <a:ext cx="3200400" cy="3650615"/>
            </a:xfrm>
            <a:custGeom>
              <a:avLst/>
              <a:gdLst/>
              <a:ahLst/>
              <a:cxnLst/>
              <a:rect l="l" t="t" r="r" b="b"/>
              <a:pathLst>
                <a:path w="3200400" h="3650615">
                  <a:moveTo>
                    <a:pt x="3047758" y="0"/>
                  </a:moveTo>
                  <a:lnTo>
                    <a:pt x="152273" y="0"/>
                  </a:lnTo>
                  <a:lnTo>
                    <a:pt x="131510" y="1333"/>
                  </a:lnTo>
                  <a:lnTo>
                    <a:pt x="132110" y="1333"/>
                  </a:lnTo>
                  <a:lnTo>
                    <a:pt x="112941" y="5081"/>
                  </a:lnTo>
                  <a:lnTo>
                    <a:pt x="76314" y="20154"/>
                  </a:lnTo>
                  <a:lnTo>
                    <a:pt x="44552" y="44635"/>
                  </a:lnTo>
                  <a:lnTo>
                    <a:pt x="20510" y="75958"/>
                  </a:lnTo>
                  <a:lnTo>
                    <a:pt x="5250" y="112945"/>
                  </a:lnTo>
                  <a:lnTo>
                    <a:pt x="0" y="152273"/>
                  </a:lnTo>
                  <a:lnTo>
                    <a:pt x="0" y="3498113"/>
                  </a:lnTo>
                  <a:lnTo>
                    <a:pt x="1253" y="3517632"/>
                  </a:lnTo>
                  <a:lnTo>
                    <a:pt x="1275" y="3517982"/>
                  </a:lnTo>
                  <a:lnTo>
                    <a:pt x="11316" y="3556025"/>
                  </a:lnTo>
                  <a:lnTo>
                    <a:pt x="31403" y="3590792"/>
                  </a:lnTo>
                  <a:lnTo>
                    <a:pt x="59438" y="3618827"/>
                  </a:lnTo>
                  <a:lnTo>
                    <a:pt x="94005" y="3638702"/>
                  </a:lnTo>
                  <a:lnTo>
                    <a:pt x="132397" y="3649065"/>
                  </a:lnTo>
                  <a:lnTo>
                    <a:pt x="152273" y="3650399"/>
                  </a:lnTo>
                  <a:lnTo>
                    <a:pt x="3048114" y="3650030"/>
                  </a:lnTo>
                  <a:lnTo>
                    <a:pt x="3087446" y="3644949"/>
                  </a:lnTo>
                  <a:lnTo>
                    <a:pt x="3124073" y="3629875"/>
                  </a:lnTo>
                  <a:lnTo>
                    <a:pt x="3155756" y="3605488"/>
                  </a:lnTo>
                  <a:lnTo>
                    <a:pt x="3179876" y="3574072"/>
                  </a:lnTo>
                  <a:lnTo>
                    <a:pt x="3195028" y="3537445"/>
                  </a:lnTo>
                  <a:lnTo>
                    <a:pt x="3195134" y="3537134"/>
                  </a:lnTo>
                  <a:lnTo>
                    <a:pt x="3198996" y="3517982"/>
                  </a:lnTo>
                  <a:lnTo>
                    <a:pt x="3199066" y="3517632"/>
                  </a:lnTo>
                  <a:lnTo>
                    <a:pt x="3200376" y="3498113"/>
                  </a:lnTo>
                  <a:lnTo>
                    <a:pt x="3200400" y="3497757"/>
                  </a:lnTo>
                  <a:lnTo>
                    <a:pt x="3200031" y="152273"/>
                  </a:lnTo>
                  <a:lnTo>
                    <a:pt x="3194950" y="112945"/>
                  </a:lnTo>
                  <a:lnTo>
                    <a:pt x="3179876" y="76314"/>
                  </a:lnTo>
                  <a:lnTo>
                    <a:pt x="3155484" y="44635"/>
                  </a:lnTo>
                  <a:lnTo>
                    <a:pt x="3124073" y="20510"/>
                  </a:lnTo>
                  <a:lnTo>
                    <a:pt x="3087130" y="5264"/>
                  </a:lnTo>
                  <a:lnTo>
                    <a:pt x="3067628" y="1333"/>
                  </a:lnTo>
                  <a:lnTo>
                    <a:pt x="30477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429161" y="1154165"/>
              <a:ext cx="3200400" cy="3650615"/>
            </a:xfrm>
            <a:custGeom>
              <a:avLst/>
              <a:gdLst/>
              <a:ahLst/>
              <a:cxnLst/>
              <a:rect l="l" t="t" r="r" b="b"/>
              <a:pathLst>
                <a:path w="3200400" h="3650615">
                  <a:moveTo>
                    <a:pt x="0" y="3594"/>
                  </a:moveTo>
                  <a:lnTo>
                    <a:pt x="3200400" y="3962"/>
                  </a:lnTo>
                </a:path>
                <a:path w="3200400" h="3650615">
                  <a:moveTo>
                    <a:pt x="3196793" y="0"/>
                  </a:moveTo>
                  <a:lnTo>
                    <a:pt x="3197161" y="3650399"/>
                  </a:lnTo>
                </a:path>
                <a:path w="3200400" h="3650615">
                  <a:moveTo>
                    <a:pt x="0" y="3646792"/>
                  </a:moveTo>
                  <a:lnTo>
                    <a:pt x="3200400" y="364716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443194" y="1154165"/>
              <a:ext cx="635" cy="3650615"/>
            </a:xfrm>
            <a:custGeom>
              <a:avLst/>
              <a:gdLst/>
              <a:ahLst/>
              <a:cxnLst/>
              <a:rect l="l" t="t" r="r" b="b"/>
              <a:pathLst>
                <a:path w="635" h="3650615">
                  <a:moveTo>
                    <a:pt x="0" y="0"/>
                  </a:moveTo>
                  <a:lnTo>
                    <a:pt x="368" y="3650399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537580" y="782675"/>
            <a:ext cx="3117215" cy="63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908050" marR="17780" indent="635">
              <a:lnSpc>
                <a:spcPct val="110400"/>
              </a:lnSpc>
              <a:spcBef>
                <a:spcPts val="10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Open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-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p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r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114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ic</a:t>
            </a:r>
            <a:r>
              <a:rPr dirty="0" sz="8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e</a:t>
            </a:r>
            <a:r>
              <a:rPr dirty="0" sz="800" spc="7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folder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Code. Follow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along.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By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end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slide,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repo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has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endParaRPr sz="800">
              <a:latin typeface="Calibri"/>
              <a:cs typeface="Calibri"/>
            </a:endParaRPr>
          </a:p>
          <a:p>
            <a:pPr algn="r" marR="177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green commit.</a:t>
            </a:r>
            <a:endParaRPr sz="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dirty="0" sz="1100" spc="110">
                <a:solidFill>
                  <a:srgbClr val="FF6A5A"/>
                </a:solidFill>
                <a:latin typeface="Segoe UI Symbol"/>
                <a:cs typeface="Segoe UI Symbol"/>
              </a:rPr>
              <a:t>▤</a:t>
            </a:r>
            <a:r>
              <a:rPr dirty="0" sz="1100" spc="15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baseline="6944" sz="1200" spc="-11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spc="-15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baseline="6944" sz="1200" spc="-104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baseline="6944" sz="1200" spc="-97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baseline="6944" sz="1200" spc="35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BY</a:t>
            </a:r>
            <a:r>
              <a:rPr dirty="0" baseline="6944" sz="1200" spc="359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baseline="6944" sz="1200" spc="-112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spc="-15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baseline="6944" sz="1200" spc="-104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baseline="6944" sz="1200" spc="-97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6944" sz="1200" spc="-75" b="1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endParaRPr baseline="6944"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82520" y="1500481"/>
            <a:ext cx="2915285" cy="2456180"/>
            <a:chOff x="5582520" y="1500481"/>
            <a:chExt cx="2915285" cy="2456180"/>
          </a:xfrm>
        </p:grpSpPr>
        <p:sp>
          <p:nvSpPr>
            <p:cNvPr id="16" name="object 16"/>
            <p:cNvSpPr/>
            <p:nvPr/>
          </p:nvSpPr>
          <p:spPr>
            <a:xfrm>
              <a:off x="5586120" y="1904405"/>
              <a:ext cx="2908300" cy="635"/>
            </a:xfrm>
            <a:custGeom>
              <a:avLst/>
              <a:gdLst/>
              <a:ahLst/>
              <a:cxnLst/>
              <a:rect l="l" t="t" r="r" b="b"/>
              <a:pathLst>
                <a:path w="2908300" h="635">
                  <a:moveTo>
                    <a:pt x="0" y="0"/>
                  </a:moveTo>
                  <a:lnTo>
                    <a:pt x="2907715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6120" y="1500481"/>
              <a:ext cx="171361" cy="17136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03022" y="1634047"/>
              <a:ext cx="649605" cy="116205"/>
            </a:xfrm>
            <a:custGeom>
              <a:avLst/>
              <a:gdLst/>
              <a:ahLst/>
              <a:cxnLst/>
              <a:rect l="l" t="t" r="r" b="b"/>
              <a:pathLst>
                <a:path w="649604" h="116205">
                  <a:moveTo>
                    <a:pt x="649465" y="0"/>
                  </a:moveTo>
                  <a:lnTo>
                    <a:pt x="165620" y="0"/>
                  </a:lnTo>
                  <a:lnTo>
                    <a:pt x="165620" y="3949"/>
                  </a:lnTo>
                  <a:lnTo>
                    <a:pt x="23418" y="3949"/>
                  </a:lnTo>
                  <a:lnTo>
                    <a:pt x="0" y="27355"/>
                  </a:lnTo>
                  <a:lnTo>
                    <a:pt x="0" y="80632"/>
                  </a:lnTo>
                  <a:lnTo>
                    <a:pt x="23418" y="104038"/>
                  </a:lnTo>
                  <a:lnTo>
                    <a:pt x="165620" y="103898"/>
                  </a:lnTo>
                  <a:lnTo>
                    <a:pt x="165620" y="115912"/>
                  </a:lnTo>
                  <a:lnTo>
                    <a:pt x="649465" y="115912"/>
                  </a:lnTo>
                  <a:lnTo>
                    <a:pt x="649465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586120" y="2362316"/>
              <a:ext cx="2908300" cy="635"/>
            </a:xfrm>
            <a:custGeom>
              <a:avLst/>
              <a:gdLst/>
              <a:ahLst/>
              <a:cxnLst/>
              <a:rect l="l" t="t" r="r" b="b"/>
              <a:pathLst>
                <a:path w="2908300" h="635">
                  <a:moveTo>
                    <a:pt x="0" y="0"/>
                  </a:moveTo>
                  <a:lnTo>
                    <a:pt x="2907715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6120" y="1958037"/>
              <a:ext cx="171361" cy="17136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29122" y="1952639"/>
              <a:ext cx="2572385" cy="370840"/>
            </a:xfrm>
            <a:custGeom>
              <a:avLst/>
              <a:gdLst/>
              <a:ahLst/>
              <a:cxnLst/>
              <a:rect l="l" t="t" r="r" b="b"/>
              <a:pathLst>
                <a:path w="2572384" h="370839">
                  <a:moveTo>
                    <a:pt x="529920" y="81356"/>
                  </a:moveTo>
                  <a:lnTo>
                    <a:pt x="528116" y="37439"/>
                  </a:lnTo>
                  <a:lnTo>
                    <a:pt x="517321" y="21666"/>
                  </a:lnTo>
                  <a:lnTo>
                    <a:pt x="517321" y="0"/>
                  </a:lnTo>
                  <a:lnTo>
                    <a:pt x="355" y="0"/>
                  </a:lnTo>
                  <a:lnTo>
                    <a:pt x="355" y="43561"/>
                  </a:lnTo>
                  <a:lnTo>
                    <a:pt x="355" y="50406"/>
                  </a:lnTo>
                  <a:lnTo>
                    <a:pt x="0" y="74523"/>
                  </a:lnTo>
                  <a:lnTo>
                    <a:pt x="0" y="81356"/>
                  </a:lnTo>
                  <a:lnTo>
                    <a:pt x="355" y="82638"/>
                  </a:lnTo>
                  <a:lnTo>
                    <a:pt x="355" y="100799"/>
                  </a:lnTo>
                  <a:lnTo>
                    <a:pt x="9969" y="100799"/>
                  </a:lnTo>
                  <a:lnTo>
                    <a:pt x="13322" y="104406"/>
                  </a:lnTo>
                  <a:lnTo>
                    <a:pt x="24841" y="110883"/>
                  </a:lnTo>
                  <a:lnTo>
                    <a:pt x="31318" y="112687"/>
                  </a:lnTo>
                  <a:lnTo>
                    <a:pt x="498602" y="112687"/>
                  </a:lnTo>
                  <a:lnTo>
                    <a:pt x="528116" y="87845"/>
                  </a:lnTo>
                  <a:lnTo>
                    <a:pt x="529920" y="81356"/>
                  </a:lnTo>
                  <a:close/>
                </a:path>
                <a:path w="2572384" h="370839">
                  <a:moveTo>
                    <a:pt x="605878" y="254533"/>
                  </a:moveTo>
                  <a:lnTo>
                    <a:pt x="0" y="254533"/>
                  </a:lnTo>
                  <a:lnTo>
                    <a:pt x="0" y="370446"/>
                  </a:lnTo>
                  <a:lnTo>
                    <a:pt x="605878" y="370446"/>
                  </a:lnTo>
                  <a:lnTo>
                    <a:pt x="605878" y="254533"/>
                  </a:lnTo>
                  <a:close/>
                </a:path>
                <a:path w="2572384" h="370839">
                  <a:moveTo>
                    <a:pt x="2571839" y="214566"/>
                  </a:moveTo>
                  <a:lnTo>
                    <a:pt x="2571483" y="171716"/>
                  </a:lnTo>
                  <a:lnTo>
                    <a:pt x="2571483" y="166687"/>
                  </a:lnTo>
                  <a:lnTo>
                    <a:pt x="2570403" y="162001"/>
                  </a:lnTo>
                  <a:lnTo>
                    <a:pt x="2565362" y="153365"/>
                  </a:lnTo>
                  <a:lnTo>
                    <a:pt x="2561755" y="149758"/>
                  </a:lnTo>
                  <a:lnTo>
                    <a:pt x="2553119" y="144716"/>
                  </a:lnTo>
                  <a:lnTo>
                    <a:pt x="2548077" y="143281"/>
                  </a:lnTo>
                  <a:lnTo>
                    <a:pt x="2094115" y="143281"/>
                  </a:lnTo>
                  <a:lnTo>
                    <a:pt x="2070722" y="166687"/>
                  </a:lnTo>
                  <a:lnTo>
                    <a:pt x="2070722" y="219964"/>
                  </a:lnTo>
                  <a:lnTo>
                    <a:pt x="2094115" y="243357"/>
                  </a:lnTo>
                  <a:lnTo>
                    <a:pt x="2548432" y="243001"/>
                  </a:lnTo>
                  <a:lnTo>
                    <a:pt x="2571737" y="219964"/>
                  </a:lnTo>
                  <a:lnTo>
                    <a:pt x="2571839" y="214566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586120" y="2819884"/>
              <a:ext cx="2908300" cy="635"/>
            </a:xfrm>
            <a:custGeom>
              <a:avLst/>
              <a:gdLst/>
              <a:ahLst/>
              <a:cxnLst/>
              <a:rect l="l" t="t" r="r" b="b"/>
              <a:pathLst>
                <a:path w="2908300" h="635">
                  <a:moveTo>
                    <a:pt x="0" y="0"/>
                  </a:moveTo>
                  <a:lnTo>
                    <a:pt x="2907715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6120" y="2415605"/>
              <a:ext cx="171361" cy="17136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28754" y="2410207"/>
              <a:ext cx="2434590" cy="255270"/>
            </a:xfrm>
            <a:custGeom>
              <a:avLst/>
              <a:gdLst/>
              <a:ahLst/>
              <a:cxnLst/>
              <a:rect l="l" t="t" r="r" b="b"/>
              <a:pathLst>
                <a:path w="2434590" h="255269">
                  <a:moveTo>
                    <a:pt x="392760" y="81356"/>
                  </a:moveTo>
                  <a:lnTo>
                    <a:pt x="390969" y="37439"/>
                  </a:lnTo>
                  <a:lnTo>
                    <a:pt x="362165" y="12801"/>
                  </a:lnTo>
                  <a:lnTo>
                    <a:pt x="362165" y="0"/>
                  </a:lnTo>
                  <a:lnTo>
                    <a:pt x="368" y="0"/>
                  </a:lnTo>
                  <a:lnTo>
                    <a:pt x="368" y="43548"/>
                  </a:lnTo>
                  <a:lnTo>
                    <a:pt x="368" y="50393"/>
                  </a:lnTo>
                  <a:lnTo>
                    <a:pt x="0" y="74510"/>
                  </a:lnTo>
                  <a:lnTo>
                    <a:pt x="0" y="81356"/>
                  </a:lnTo>
                  <a:lnTo>
                    <a:pt x="368" y="82689"/>
                  </a:lnTo>
                  <a:lnTo>
                    <a:pt x="368" y="100799"/>
                  </a:lnTo>
                  <a:lnTo>
                    <a:pt x="9982" y="100799"/>
                  </a:lnTo>
                  <a:lnTo>
                    <a:pt x="13322" y="104394"/>
                  </a:lnTo>
                  <a:lnTo>
                    <a:pt x="24841" y="110871"/>
                  </a:lnTo>
                  <a:lnTo>
                    <a:pt x="31330" y="112674"/>
                  </a:lnTo>
                  <a:lnTo>
                    <a:pt x="361442" y="112674"/>
                  </a:lnTo>
                  <a:lnTo>
                    <a:pt x="390969" y="87833"/>
                  </a:lnTo>
                  <a:lnTo>
                    <a:pt x="392760" y="81356"/>
                  </a:lnTo>
                  <a:close/>
                </a:path>
                <a:path w="2434590" h="255269">
                  <a:moveTo>
                    <a:pt x="740879" y="139306"/>
                  </a:moveTo>
                  <a:lnTo>
                    <a:pt x="257048" y="139306"/>
                  </a:lnTo>
                  <a:lnTo>
                    <a:pt x="257048" y="143268"/>
                  </a:lnTo>
                  <a:lnTo>
                    <a:pt x="229692" y="143268"/>
                  </a:lnTo>
                  <a:lnTo>
                    <a:pt x="206286" y="166674"/>
                  </a:lnTo>
                  <a:lnTo>
                    <a:pt x="206286" y="219951"/>
                  </a:lnTo>
                  <a:lnTo>
                    <a:pt x="229692" y="243357"/>
                  </a:lnTo>
                  <a:lnTo>
                    <a:pt x="257048" y="243332"/>
                  </a:lnTo>
                  <a:lnTo>
                    <a:pt x="257048" y="255231"/>
                  </a:lnTo>
                  <a:lnTo>
                    <a:pt x="740879" y="255231"/>
                  </a:lnTo>
                  <a:lnTo>
                    <a:pt x="740879" y="139306"/>
                  </a:lnTo>
                  <a:close/>
                </a:path>
                <a:path w="2434590" h="255269">
                  <a:moveTo>
                    <a:pt x="2434323" y="139306"/>
                  </a:moveTo>
                  <a:lnTo>
                    <a:pt x="1828444" y="139306"/>
                  </a:lnTo>
                  <a:lnTo>
                    <a:pt x="1828444" y="143268"/>
                  </a:lnTo>
                  <a:lnTo>
                    <a:pt x="1514525" y="143268"/>
                  </a:lnTo>
                  <a:lnTo>
                    <a:pt x="1491132" y="166674"/>
                  </a:lnTo>
                  <a:lnTo>
                    <a:pt x="1491132" y="219951"/>
                  </a:lnTo>
                  <a:lnTo>
                    <a:pt x="1514525" y="243357"/>
                  </a:lnTo>
                  <a:lnTo>
                    <a:pt x="1828444" y="243103"/>
                  </a:lnTo>
                  <a:lnTo>
                    <a:pt x="1828444" y="255231"/>
                  </a:lnTo>
                  <a:lnTo>
                    <a:pt x="2434323" y="255231"/>
                  </a:lnTo>
                  <a:lnTo>
                    <a:pt x="2434323" y="139306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586120" y="3277795"/>
              <a:ext cx="2908300" cy="635"/>
            </a:xfrm>
            <a:custGeom>
              <a:avLst/>
              <a:gdLst/>
              <a:ahLst/>
              <a:cxnLst/>
              <a:rect l="l" t="t" r="r" b="b"/>
              <a:pathLst>
                <a:path w="2908300" h="635">
                  <a:moveTo>
                    <a:pt x="0" y="0"/>
                  </a:moveTo>
                  <a:lnTo>
                    <a:pt x="2907715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6120" y="2873516"/>
              <a:ext cx="171361" cy="17136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829122" y="2868119"/>
              <a:ext cx="672465" cy="255270"/>
            </a:xfrm>
            <a:custGeom>
              <a:avLst/>
              <a:gdLst/>
              <a:ahLst/>
              <a:cxnLst/>
              <a:rect l="l" t="t" r="r" b="b"/>
              <a:pathLst>
                <a:path w="672464" h="255269">
                  <a:moveTo>
                    <a:pt x="295554" y="139319"/>
                  </a:moveTo>
                  <a:lnTo>
                    <a:pt x="174955" y="139319"/>
                  </a:lnTo>
                  <a:lnTo>
                    <a:pt x="174955" y="143281"/>
                  </a:lnTo>
                  <a:lnTo>
                    <a:pt x="163436" y="143281"/>
                  </a:lnTo>
                  <a:lnTo>
                    <a:pt x="140042" y="166687"/>
                  </a:lnTo>
                  <a:lnTo>
                    <a:pt x="140042" y="219964"/>
                  </a:lnTo>
                  <a:lnTo>
                    <a:pt x="163436" y="243357"/>
                  </a:lnTo>
                  <a:lnTo>
                    <a:pt x="168478" y="243357"/>
                  </a:lnTo>
                  <a:lnTo>
                    <a:pt x="174955" y="243344"/>
                  </a:lnTo>
                  <a:lnTo>
                    <a:pt x="174955" y="255244"/>
                  </a:lnTo>
                  <a:lnTo>
                    <a:pt x="295554" y="255244"/>
                  </a:lnTo>
                  <a:lnTo>
                    <a:pt x="295554" y="139319"/>
                  </a:lnTo>
                  <a:close/>
                </a:path>
                <a:path w="672464" h="255269">
                  <a:moveTo>
                    <a:pt x="672109" y="0"/>
                  </a:moveTo>
                  <a:lnTo>
                    <a:pt x="355" y="0"/>
                  </a:lnTo>
                  <a:lnTo>
                    <a:pt x="355" y="43561"/>
                  </a:lnTo>
                  <a:lnTo>
                    <a:pt x="355" y="50406"/>
                  </a:lnTo>
                  <a:lnTo>
                    <a:pt x="0" y="74523"/>
                  </a:lnTo>
                  <a:lnTo>
                    <a:pt x="0" y="81368"/>
                  </a:lnTo>
                  <a:lnTo>
                    <a:pt x="355" y="82651"/>
                  </a:lnTo>
                  <a:lnTo>
                    <a:pt x="355" y="100799"/>
                  </a:lnTo>
                  <a:lnTo>
                    <a:pt x="9969" y="100799"/>
                  </a:lnTo>
                  <a:lnTo>
                    <a:pt x="13322" y="104406"/>
                  </a:lnTo>
                  <a:lnTo>
                    <a:pt x="24841" y="110883"/>
                  </a:lnTo>
                  <a:lnTo>
                    <a:pt x="31318" y="112687"/>
                  </a:lnTo>
                  <a:lnTo>
                    <a:pt x="636117" y="112687"/>
                  </a:lnTo>
                  <a:lnTo>
                    <a:pt x="642594" y="110883"/>
                  </a:lnTo>
                  <a:lnTo>
                    <a:pt x="648360" y="107645"/>
                  </a:lnTo>
                  <a:lnTo>
                    <a:pt x="654113" y="104038"/>
                  </a:lnTo>
                  <a:lnTo>
                    <a:pt x="657606" y="100799"/>
                  </a:lnTo>
                  <a:lnTo>
                    <a:pt x="672109" y="100799"/>
                  </a:lnTo>
                  <a:lnTo>
                    <a:pt x="672109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586120" y="3731401"/>
              <a:ext cx="2908300" cy="635"/>
            </a:xfrm>
            <a:custGeom>
              <a:avLst/>
              <a:gdLst/>
              <a:ahLst/>
              <a:cxnLst/>
              <a:rect l="l" t="t" r="r" b="b"/>
              <a:pathLst>
                <a:path w="2908300" h="635">
                  <a:moveTo>
                    <a:pt x="0" y="0"/>
                  </a:moveTo>
                  <a:lnTo>
                    <a:pt x="2907715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6120" y="3331085"/>
              <a:ext cx="171361" cy="17136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29122" y="3325687"/>
              <a:ext cx="438784" cy="113030"/>
            </a:xfrm>
            <a:custGeom>
              <a:avLst/>
              <a:gdLst/>
              <a:ahLst/>
              <a:cxnLst/>
              <a:rect l="l" t="t" r="r" b="b"/>
              <a:pathLst>
                <a:path w="438785" h="113029">
                  <a:moveTo>
                    <a:pt x="438480" y="81356"/>
                  </a:moveTo>
                  <a:lnTo>
                    <a:pt x="436676" y="37439"/>
                  </a:lnTo>
                  <a:lnTo>
                    <a:pt x="412902" y="14185"/>
                  </a:lnTo>
                  <a:lnTo>
                    <a:pt x="412902" y="0"/>
                  </a:lnTo>
                  <a:lnTo>
                    <a:pt x="0" y="0"/>
                  </a:lnTo>
                  <a:lnTo>
                    <a:pt x="0" y="74510"/>
                  </a:lnTo>
                  <a:lnTo>
                    <a:pt x="0" y="81356"/>
                  </a:lnTo>
                  <a:lnTo>
                    <a:pt x="0" y="100799"/>
                  </a:lnTo>
                  <a:lnTo>
                    <a:pt x="9969" y="100799"/>
                  </a:lnTo>
                  <a:lnTo>
                    <a:pt x="13322" y="104394"/>
                  </a:lnTo>
                  <a:lnTo>
                    <a:pt x="24841" y="110871"/>
                  </a:lnTo>
                  <a:lnTo>
                    <a:pt x="31318" y="112674"/>
                  </a:lnTo>
                  <a:lnTo>
                    <a:pt x="407162" y="112674"/>
                  </a:lnTo>
                  <a:lnTo>
                    <a:pt x="436676" y="87833"/>
                  </a:lnTo>
                  <a:lnTo>
                    <a:pt x="438480" y="81356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6120" y="3784678"/>
              <a:ext cx="171361" cy="17136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628957" y="1513334"/>
            <a:ext cx="99060" cy="2432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①</a:t>
            </a: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➁</a:t>
            </a: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③</a:t>
            </a: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④</a:t>
            </a: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➄</a:t>
            </a: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⑥</a:t>
            </a:r>
            <a:endParaRPr sz="800">
              <a:latin typeface="Yu Gothic"/>
              <a:cs typeface="Yu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29122" y="1439609"/>
            <a:ext cx="2633345" cy="282702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Create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 file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in</a:t>
            </a:r>
            <a:r>
              <a:rPr dirty="0" sz="7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VS Code</a:t>
            </a:r>
            <a:endParaRPr sz="700">
              <a:latin typeface="Calibri"/>
              <a:cs typeface="Calibri"/>
            </a:endParaRPr>
          </a:p>
          <a:p>
            <a:pPr marR="114300">
              <a:lnSpc>
                <a:spcPts val="910"/>
              </a:lnSpc>
              <a:spcBef>
                <a:spcPts val="315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Just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text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called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notes.md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Nothing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fancy.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point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workflow,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content.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r>
              <a:rPr dirty="0" sz="7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700" spc="-1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 spc="-30">
                <a:solidFill>
                  <a:srgbClr val="293183"/>
                </a:solidFill>
                <a:latin typeface="Courier New"/>
                <a:cs typeface="Courier New"/>
              </a:rPr>
              <a:t>status</a:t>
            </a:r>
            <a:r>
              <a:rPr dirty="0" sz="700" spc="-27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check</a:t>
            </a: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what</a:t>
            </a: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changed</a:t>
            </a:r>
            <a:endParaRPr sz="700">
              <a:latin typeface="Calibri"/>
              <a:cs typeface="Calibri"/>
            </a:endParaRPr>
          </a:p>
          <a:p>
            <a:pPr>
              <a:lnSpc>
                <a:spcPts val="935"/>
              </a:lnSpc>
              <a:spcBef>
                <a:spcPts val="245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new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untracked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file.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means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"not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staged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yet."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Run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935"/>
              </a:lnSpc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 status</a:t>
            </a:r>
            <a:r>
              <a:rPr dirty="0" sz="800" spc="-29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CONSTANTLY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tells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where you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are.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dirty="0" sz="7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700" spc="-5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293183"/>
                </a:solidFill>
                <a:latin typeface="Courier New"/>
                <a:cs typeface="Courier New"/>
              </a:rPr>
              <a:t>add</a:t>
            </a:r>
            <a:r>
              <a:rPr dirty="0" sz="700" spc="-28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7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stage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the</a:t>
            </a:r>
            <a:r>
              <a:rPr dirty="0" sz="7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file</a:t>
            </a:r>
            <a:endParaRPr sz="700">
              <a:latin typeface="Calibri"/>
              <a:cs typeface="Calibri"/>
            </a:endParaRPr>
          </a:p>
          <a:p>
            <a:pPr>
              <a:lnSpc>
                <a:spcPts val="935"/>
              </a:lnSpc>
              <a:spcBef>
                <a:spcPts val="24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Move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notes.md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into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staging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area.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Run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3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status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ts val="935"/>
              </a:lnSpc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again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now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it's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green,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meaning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"ready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commit."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r>
              <a:rPr dirty="0" sz="7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700" spc="-8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ourier New"/>
                <a:cs typeface="Courier New"/>
              </a:rPr>
              <a:t>commit</a:t>
            </a:r>
            <a:r>
              <a:rPr dirty="0" sz="700" spc="-5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 spc="-30">
                <a:solidFill>
                  <a:srgbClr val="293183"/>
                </a:solidFill>
                <a:latin typeface="Courier New"/>
                <a:cs typeface="Courier New"/>
              </a:rPr>
              <a:t>-</a:t>
            </a:r>
            <a:r>
              <a:rPr dirty="0" sz="700" spc="-10">
                <a:solidFill>
                  <a:srgbClr val="293183"/>
                </a:solidFill>
                <a:latin typeface="Courier New"/>
                <a:cs typeface="Courier New"/>
              </a:rPr>
              <a:t>m</a:t>
            </a:r>
            <a:r>
              <a:rPr dirty="0" sz="700" spc="-28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700" spc="-4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save</a:t>
            </a: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with</a:t>
            </a:r>
            <a:r>
              <a:rPr dirty="0" sz="7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700" spc="-3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message</a:t>
            </a:r>
            <a:endParaRPr sz="700">
              <a:latin typeface="Calibri"/>
              <a:cs typeface="Calibri"/>
            </a:endParaRPr>
          </a:p>
          <a:p>
            <a:pPr marR="211454">
              <a:lnSpc>
                <a:spcPts val="910"/>
              </a:lnSpc>
              <a:spcBef>
                <a:spcPts val="315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m</a:t>
            </a:r>
            <a:r>
              <a:rPr dirty="0" sz="800" spc="-30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flag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lets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write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message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inline.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Keep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short,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imperative,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descriptive: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"Add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X"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"added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X."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r>
              <a:rPr dirty="0" sz="7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700" spc="-3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293183"/>
                </a:solidFill>
                <a:latin typeface="Courier New"/>
                <a:cs typeface="Courier New"/>
              </a:rPr>
              <a:t>push</a:t>
            </a:r>
            <a:r>
              <a:rPr dirty="0" sz="700" spc="-28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upload</a:t>
            </a: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to</a:t>
            </a:r>
            <a:r>
              <a:rPr dirty="0" sz="7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GitHub</a:t>
            </a:r>
            <a:endParaRPr sz="700">
              <a:latin typeface="Calibri"/>
              <a:cs typeface="Calibri"/>
            </a:endParaRPr>
          </a:p>
          <a:p>
            <a:pPr marR="129539">
              <a:lnSpc>
                <a:spcPts val="910"/>
              </a:lnSpc>
              <a:spcBef>
                <a:spcPts val="320"/>
              </a:spcBef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Your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local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now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Refresh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repo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page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browser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it.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Verify</a:t>
            </a:r>
            <a:r>
              <a:rPr dirty="0" sz="7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on</a:t>
            </a:r>
            <a:r>
              <a:rPr dirty="0" sz="7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GitHub</a:t>
            </a:r>
            <a:endParaRPr sz="700">
              <a:latin typeface="Calibri"/>
              <a:cs typeface="Calibri"/>
            </a:endParaRPr>
          </a:p>
          <a:p>
            <a:pPr marR="5080">
              <a:lnSpc>
                <a:spcPts val="910"/>
              </a:lnSpc>
              <a:spcBef>
                <a:spcPts val="315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commit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appears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repo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page.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profile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gets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green contribution</a:t>
            </a:r>
            <a:r>
              <a:rPr dirty="0" sz="800" spc="-1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square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for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today.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This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dopamine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hit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builds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habit.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4438" y="4875836"/>
            <a:ext cx="8115934" cy="269875"/>
          </a:xfrm>
          <a:custGeom>
            <a:avLst/>
            <a:gdLst/>
            <a:ahLst/>
            <a:cxnLst/>
            <a:rect l="l" t="t" r="r" b="b"/>
            <a:pathLst>
              <a:path w="8115934" h="269875">
                <a:moveTo>
                  <a:pt x="8115478" y="157327"/>
                </a:moveTo>
                <a:lnTo>
                  <a:pt x="8109979" y="116865"/>
                </a:lnTo>
                <a:lnTo>
                  <a:pt x="8094243" y="78841"/>
                </a:lnTo>
                <a:lnTo>
                  <a:pt x="8069351" y="46405"/>
                </a:lnTo>
                <a:lnTo>
                  <a:pt x="8036636" y="21247"/>
                </a:lnTo>
                <a:lnTo>
                  <a:pt x="7998879" y="5689"/>
                </a:lnTo>
                <a:lnTo>
                  <a:pt x="7958163" y="368"/>
                </a:lnTo>
                <a:lnTo>
                  <a:pt x="157314" y="0"/>
                </a:lnTo>
                <a:lnTo>
                  <a:pt x="136690" y="1397"/>
                </a:lnTo>
                <a:lnTo>
                  <a:pt x="97078" y="12166"/>
                </a:lnTo>
                <a:lnTo>
                  <a:pt x="61429" y="32626"/>
                </a:lnTo>
                <a:lnTo>
                  <a:pt x="32461" y="61595"/>
                </a:lnTo>
                <a:lnTo>
                  <a:pt x="11836" y="97231"/>
                </a:lnTo>
                <a:lnTo>
                  <a:pt x="1333" y="136715"/>
                </a:lnTo>
                <a:lnTo>
                  <a:pt x="0" y="157327"/>
                </a:lnTo>
                <a:lnTo>
                  <a:pt x="1333" y="177952"/>
                </a:lnTo>
                <a:lnTo>
                  <a:pt x="11836" y="217576"/>
                </a:lnTo>
                <a:lnTo>
                  <a:pt x="32245" y="253225"/>
                </a:lnTo>
                <a:lnTo>
                  <a:pt x="44767" y="267500"/>
                </a:lnTo>
                <a:lnTo>
                  <a:pt x="206743" y="267500"/>
                </a:lnTo>
                <a:lnTo>
                  <a:pt x="211010" y="268338"/>
                </a:lnTo>
                <a:lnTo>
                  <a:pt x="225717" y="269290"/>
                </a:lnTo>
                <a:lnTo>
                  <a:pt x="1161719" y="269290"/>
                </a:lnTo>
                <a:lnTo>
                  <a:pt x="1176413" y="268338"/>
                </a:lnTo>
                <a:lnTo>
                  <a:pt x="1180680" y="267500"/>
                </a:lnTo>
                <a:lnTo>
                  <a:pt x="8070355" y="267487"/>
                </a:lnTo>
                <a:lnTo>
                  <a:pt x="8094599" y="235800"/>
                </a:lnTo>
                <a:lnTo>
                  <a:pt x="8110156" y="198056"/>
                </a:lnTo>
                <a:lnTo>
                  <a:pt x="8114131" y="177939"/>
                </a:lnTo>
                <a:lnTo>
                  <a:pt x="8115478" y="157327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01738" y="4776177"/>
            <a:ext cx="6347460" cy="33464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  <a:p>
            <a:pPr marL="132715">
              <a:lnSpc>
                <a:spcPct val="100000"/>
              </a:lnSpc>
              <a:spcBef>
                <a:spcPts val="254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COMMIT</a:t>
            </a:r>
            <a:r>
              <a:rPr dirty="0" sz="800" spc="8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MESSAGE</a:t>
            </a:r>
            <a:r>
              <a:rPr dirty="0" sz="800" spc="8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RULES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 </a:t>
            </a:r>
            <a:r>
              <a:rPr dirty="0" sz="650" spc="-20">
                <a:solidFill>
                  <a:srgbClr val="1A1E39"/>
                </a:solidFill>
                <a:latin typeface="Calibri"/>
                <a:cs typeface="Calibri"/>
              </a:rPr>
              <a:t>Imperative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mood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(</a:t>
            </a:r>
            <a:r>
              <a:rPr dirty="0" sz="650" spc="-10" b="1">
                <a:solidFill>
                  <a:srgbClr val="FF6A5A"/>
                </a:solidFill>
                <a:latin typeface="Calibri"/>
                <a:cs typeface="Calibri"/>
              </a:rPr>
              <a:t>"Add"</a:t>
            </a:r>
            <a:r>
              <a:rPr dirty="0" sz="650" spc="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not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"Added").</a:t>
            </a:r>
            <a:r>
              <a:rPr dirty="0" sz="6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Under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50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chars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in the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subject</a:t>
            </a:r>
            <a:r>
              <a:rPr dirty="0" sz="6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line.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If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can't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describe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it</a:t>
            </a:r>
            <a:r>
              <a:rPr dirty="0" sz="6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in one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line,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probably</a:t>
            </a:r>
            <a:r>
              <a:rPr dirty="0" sz="6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1A1E39"/>
                </a:solidFill>
                <a:latin typeface="Calibri"/>
                <a:cs typeface="Calibri"/>
              </a:rPr>
              <a:t>committed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too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much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at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once.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8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01365"/>
            <a:ext cx="4218940" cy="51371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AT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.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Not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everything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in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your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folder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belongs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on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GitHub.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8973" y="615657"/>
            <a:ext cx="2322830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21590">
              <a:lnSpc>
                <a:spcPct val="110400"/>
              </a:lnSpc>
              <a:spcBef>
                <a:spcPts val="10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.gitignore</a:t>
            </a:r>
            <a:r>
              <a:rPr dirty="0" sz="800" spc="-29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tells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which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skip.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Get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right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1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project,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30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when your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repo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endParaRPr sz="8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500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MB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junk.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0273" y="973190"/>
            <a:ext cx="3608704" cy="3384550"/>
            <a:chOff x="510273" y="973190"/>
            <a:chExt cx="3608704" cy="3384550"/>
          </a:xfrm>
        </p:grpSpPr>
        <p:sp>
          <p:nvSpPr>
            <p:cNvPr id="6" name="object 6"/>
            <p:cNvSpPr/>
            <p:nvPr/>
          </p:nvSpPr>
          <p:spPr>
            <a:xfrm>
              <a:off x="514438" y="987122"/>
              <a:ext cx="3600450" cy="3355975"/>
            </a:xfrm>
            <a:custGeom>
              <a:avLst/>
              <a:gdLst/>
              <a:ahLst/>
              <a:cxnLst/>
              <a:rect l="l" t="t" r="r" b="b"/>
              <a:pathLst>
                <a:path w="3600450" h="3355975">
                  <a:moveTo>
                    <a:pt x="3447719" y="0"/>
                  </a:moveTo>
                  <a:lnTo>
                    <a:pt x="152285" y="0"/>
                  </a:lnTo>
                  <a:lnTo>
                    <a:pt x="131548" y="1333"/>
                  </a:lnTo>
                  <a:lnTo>
                    <a:pt x="132131" y="1333"/>
                  </a:lnTo>
                  <a:lnTo>
                    <a:pt x="112953" y="5086"/>
                  </a:lnTo>
                  <a:lnTo>
                    <a:pt x="76327" y="20154"/>
                  </a:lnTo>
                  <a:lnTo>
                    <a:pt x="44564" y="44642"/>
                  </a:lnTo>
                  <a:lnTo>
                    <a:pt x="20523" y="75958"/>
                  </a:lnTo>
                  <a:lnTo>
                    <a:pt x="5256" y="112952"/>
                  </a:lnTo>
                  <a:lnTo>
                    <a:pt x="0" y="152285"/>
                  </a:lnTo>
                  <a:lnTo>
                    <a:pt x="0" y="3203638"/>
                  </a:lnTo>
                  <a:lnTo>
                    <a:pt x="1254" y="3223152"/>
                  </a:lnTo>
                  <a:lnTo>
                    <a:pt x="1277" y="3223508"/>
                  </a:lnTo>
                  <a:lnTo>
                    <a:pt x="5024" y="3242654"/>
                  </a:lnTo>
                  <a:lnTo>
                    <a:pt x="5086" y="3242970"/>
                  </a:lnTo>
                  <a:lnTo>
                    <a:pt x="11321" y="3261549"/>
                  </a:lnTo>
                  <a:lnTo>
                    <a:pt x="11390" y="3261756"/>
                  </a:lnTo>
                  <a:lnTo>
                    <a:pt x="20154" y="3279597"/>
                  </a:lnTo>
                  <a:lnTo>
                    <a:pt x="44551" y="3311280"/>
                  </a:lnTo>
                  <a:lnTo>
                    <a:pt x="75958" y="3335401"/>
                  </a:lnTo>
                  <a:lnTo>
                    <a:pt x="112907" y="3350658"/>
                  </a:lnTo>
                  <a:lnTo>
                    <a:pt x="152285" y="3355924"/>
                  </a:lnTo>
                  <a:lnTo>
                    <a:pt x="3448075" y="3355555"/>
                  </a:lnTo>
                  <a:lnTo>
                    <a:pt x="3487408" y="3350474"/>
                  </a:lnTo>
                  <a:lnTo>
                    <a:pt x="3524046" y="3335401"/>
                  </a:lnTo>
                  <a:lnTo>
                    <a:pt x="3555719" y="3311009"/>
                  </a:lnTo>
                  <a:lnTo>
                    <a:pt x="3579837" y="3279597"/>
                  </a:lnTo>
                  <a:lnTo>
                    <a:pt x="3594987" y="3242970"/>
                  </a:lnTo>
                  <a:lnTo>
                    <a:pt x="3595095" y="3242654"/>
                  </a:lnTo>
                  <a:lnTo>
                    <a:pt x="3598956" y="3223508"/>
                  </a:lnTo>
                  <a:lnTo>
                    <a:pt x="3599027" y="3223152"/>
                  </a:lnTo>
                  <a:lnTo>
                    <a:pt x="3600337" y="3203638"/>
                  </a:lnTo>
                  <a:lnTo>
                    <a:pt x="3600005" y="152285"/>
                  </a:lnTo>
                  <a:lnTo>
                    <a:pt x="3594917" y="112952"/>
                  </a:lnTo>
                  <a:lnTo>
                    <a:pt x="3579837" y="76314"/>
                  </a:lnTo>
                  <a:lnTo>
                    <a:pt x="3555452" y="44642"/>
                  </a:lnTo>
                  <a:lnTo>
                    <a:pt x="3524046" y="20523"/>
                  </a:lnTo>
                  <a:lnTo>
                    <a:pt x="3487097" y="5265"/>
                  </a:lnTo>
                  <a:lnTo>
                    <a:pt x="3467595" y="1333"/>
                  </a:lnTo>
                  <a:lnTo>
                    <a:pt x="3447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4083" y="987477"/>
              <a:ext cx="3601085" cy="3355975"/>
            </a:xfrm>
            <a:custGeom>
              <a:avLst/>
              <a:gdLst/>
              <a:ahLst/>
              <a:cxnLst/>
              <a:rect l="l" t="t" r="r" b="b"/>
              <a:pathLst>
                <a:path w="3601085" h="3355975">
                  <a:moveTo>
                    <a:pt x="0" y="3606"/>
                  </a:moveTo>
                  <a:lnTo>
                    <a:pt x="3600716" y="3962"/>
                  </a:lnTo>
                </a:path>
                <a:path w="3601085" h="3355975">
                  <a:moveTo>
                    <a:pt x="3597122" y="0"/>
                  </a:moveTo>
                  <a:lnTo>
                    <a:pt x="3597478" y="3355924"/>
                  </a:lnTo>
                </a:path>
                <a:path w="3601085" h="3355975">
                  <a:moveTo>
                    <a:pt x="0" y="3352330"/>
                  </a:moveTo>
                  <a:lnTo>
                    <a:pt x="3600716" y="3352685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28485" y="987477"/>
              <a:ext cx="635" cy="3355975"/>
            </a:xfrm>
            <a:custGeom>
              <a:avLst/>
              <a:gdLst/>
              <a:ahLst/>
              <a:cxnLst/>
              <a:rect l="l" t="t" r="r" b="b"/>
              <a:pathLst>
                <a:path w="634" h="3355975">
                  <a:moveTo>
                    <a:pt x="0" y="0"/>
                  </a:moveTo>
                  <a:lnTo>
                    <a:pt x="355" y="3355924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00" y="1776236"/>
              <a:ext cx="3279140" cy="635"/>
            </a:xfrm>
            <a:custGeom>
              <a:avLst/>
              <a:gdLst/>
              <a:ahLst/>
              <a:cxnLst/>
              <a:rect l="l" t="t" r="r" b="b"/>
              <a:pathLst>
                <a:path w="3279140" h="635">
                  <a:moveTo>
                    <a:pt x="0" y="0"/>
                  </a:moveTo>
                  <a:lnTo>
                    <a:pt x="3278886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326961"/>
              <a:ext cx="228600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39800" y="1332270"/>
            <a:ext cx="13335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50" spc="-365">
                <a:solidFill>
                  <a:srgbClr val="FF6A5A"/>
                </a:solidFill>
                <a:latin typeface="Segoe UI Symbol"/>
                <a:cs typeface="Segoe UI Symbol"/>
              </a:rPr>
              <a:t>⛨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9475" y="1044983"/>
            <a:ext cx="1283335" cy="400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baseline="-10101" sz="1650" spc="165">
                <a:solidFill>
                  <a:srgbClr val="FF6A5A"/>
                </a:solidFill>
                <a:latin typeface="Segoe UI Symbol"/>
                <a:cs typeface="Segoe UI Symbol"/>
              </a:rPr>
              <a:t>?</a:t>
            </a:r>
            <a:r>
              <a:rPr dirty="0" baseline="-10101" sz="1650" spc="442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H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Y</a:t>
            </a:r>
            <a:r>
              <a:rPr dirty="0" sz="800" spc="2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G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N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Calibri"/>
                <a:cs typeface="Calibri"/>
              </a:rPr>
              <a:t>?</a:t>
            </a:r>
            <a:endParaRPr sz="800">
              <a:latin typeface="Calibri"/>
              <a:cs typeface="Calibri"/>
            </a:endParaRPr>
          </a:p>
          <a:p>
            <a:pPr marL="320040">
              <a:lnSpc>
                <a:spcPct val="100000"/>
              </a:lnSpc>
              <a:spcBef>
                <a:spcPts val="635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Secrets</a:t>
            </a:r>
            <a:r>
              <a:rPr dirty="0" sz="800" spc="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and</a:t>
            </a:r>
            <a:r>
              <a:rPr dirty="0" sz="800" spc="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credentials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0074" y="1480682"/>
            <a:ext cx="243204" cy="116205"/>
          </a:xfrm>
          <a:prstGeom prst="rect">
            <a:avLst/>
          </a:prstGeom>
          <a:solidFill>
            <a:srgbClr val="E7E9F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.env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1990" y="1851484"/>
            <a:ext cx="3286760" cy="450215"/>
            <a:chOff x="681990" y="1851484"/>
            <a:chExt cx="3286760" cy="450215"/>
          </a:xfrm>
        </p:grpSpPr>
        <p:sp>
          <p:nvSpPr>
            <p:cNvPr id="15" name="object 15"/>
            <p:cNvSpPr/>
            <p:nvPr/>
          </p:nvSpPr>
          <p:spPr>
            <a:xfrm>
              <a:off x="685800" y="2297165"/>
              <a:ext cx="3279140" cy="635"/>
            </a:xfrm>
            <a:custGeom>
              <a:avLst/>
              <a:gdLst/>
              <a:ahLst/>
              <a:cxnLst/>
              <a:rect l="l" t="t" r="r" b="b"/>
              <a:pathLst>
                <a:path w="3279140" h="635">
                  <a:moveTo>
                    <a:pt x="0" y="0"/>
                  </a:moveTo>
                  <a:lnTo>
                    <a:pt x="3278886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851484"/>
              <a:ext cx="228600" cy="2286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24319" y="1856780"/>
            <a:ext cx="16446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50" spc="55">
                <a:solidFill>
                  <a:srgbClr val="FF6A5A"/>
                </a:solidFill>
                <a:latin typeface="Segoe UI Symbol"/>
                <a:cs typeface="Segoe UI Symbol"/>
              </a:rPr>
              <a:t>▦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9718" y="1451421"/>
            <a:ext cx="2837180" cy="79057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R="5080" indent="264795">
              <a:lnSpc>
                <a:spcPts val="940"/>
              </a:lnSpc>
              <a:spcBef>
                <a:spcPts val="14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files,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API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keys,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database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passwords.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Committing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these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FF6A5A"/>
                </a:solidFill>
                <a:latin typeface="Calibri"/>
                <a:cs typeface="Calibri"/>
              </a:rPr>
              <a:t>#1</a:t>
            </a:r>
            <a:r>
              <a:rPr dirty="0" sz="800" spc="50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Calibri"/>
                <a:cs typeface="Calibri"/>
              </a:rPr>
              <a:t>way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beginners leak secrets publicly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Once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it's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GitHub,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assume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it's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compromised.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Huge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files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that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bloat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the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repo</a:t>
            </a:r>
            <a:endParaRPr sz="800">
              <a:latin typeface="Calibri"/>
              <a:cs typeface="Calibri"/>
            </a:endParaRPr>
          </a:p>
          <a:p>
            <a:pPr marR="46355">
              <a:lnSpc>
                <a:spcPts val="940"/>
              </a:lnSpc>
              <a:spcBef>
                <a:spcPts val="30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Datasets,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model weights, videos,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images. GitHub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has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-1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1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-1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B</a:t>
            </a:r>
            <a:r>
              <a:rPr dirty="0" sz="800" spc="1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05">
                <a:solidFill>
                  <a:srgbClr val="FF6A5A"/>
                </a:solidFill>
                <a:latin typeface="Trebuchet MS"/>
                <a:cs typeface="Trebuchet MS"/>
              </a:rPr>
              <a:t>fi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le </a:t>
            </a:r>
            <a:r>
              <a:rPr dirty="0" sz="800" spc="-55">
                <a:solidFill>
                  <a:srgbClr val="FF6A5A"/>
                </a:solidFill>
                <a:latin typeface="Trebuchet MS"/>
                <a:cs typeface="Trebuchet MS"/>
              </a:rPr>
              <a:t>lim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1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800" spc="-1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Use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LFS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external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storage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for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big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assets.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1990" y="2372044"/>
            <a:ext cx="3286760" cy="454025"/>
            <a:chOff x="681990" y="2372044"/>
            <a:chExt cx="3286760" cy="454025"/>
          </a:xfrm>
        </p:grpSpPr>
        <p:sp>
          <p:nvSpPr>
            <p:cNvPr id="20" name="object 20"/>
            <p:cNvSpPr/>
            <p:nvPr/>
          </p:nvSpPr>
          <p:spPr>
            <a:xfrm>
              <a:off x="685800" y="2821688"/>
              <a:ext cx="3279140" cy="635"/>
            </a:xfrm>
            <a:custGeom>
              <a:avLst/>
              <a:gdLst/>
              <a:ahLst/>
              <a:cxnLst/>
              <a:rect l="l" t="t" r="r" b="b"/>
              <a:pathLst>
                <a:path w="3279140" h="635">
                  <a:moveTo>
                    <a:pt x="0" y="0"/>
                  </a:moveTo>
                  <a:lnTo>
                    <a:pt x="3278886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2372044"/>
              <a:ext cx="228600" cy="2286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8281" y="2377708"/>
            <a:ext cx="15684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50" spc="95">
                <a:solidFill>
                  <a:srgbClr val="FF6A5A"/>
                </a:solidFill>
                <a:latin typeface="Segoe UI Symbol"/>
                <a:cs typeface="Segoe UI Symbol"/>
              </a:rPr>
              <a:t>⚒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00074" y="2525752"/>
            <a:ext cx="2083435" cy="116205"/>
          </a:xfrm>
          <a:custGeom>
            <a:avLst/>
            <a:gdLst/>
            <a:ahLst/>
            <a:cxnLst/>
            <a:rect l="l" t="t" r="r" b="b"/>
            <a:pathLst>
              <a:path w="2083435" h="116205">
                <a:moveTo>
                  <a:pt x="1763280" y="71285"/>
                </a:moveTo>
                <a:lnTo>
                  <a:pt x="1762925" y="28448"/>
                </a:lnTo>
                <a:lnTo>
                  <a:pt x="1762925" y="23406"/>
                </a:lnTo>
                <a:lnTo>
                  <a:pt x="1761845" y="18732"/>
                </a:lnTo>
                <a:lnTo>
                  <a:pt x="1756803" y="10083"/>
                </a:lnTo>
                <a:lnTo>
                  <a:pt x="1753209" y="6489"/>
                </a:lnTo>
                <a:lnTo>
                  <a:pt x="1744560" y="1447"/>
                </a:lnTo>
                <a:lnTo>
                  <a:pt x="1739531" y="12"/>
                </a:lnTo>
                <a:lnTo>
                  <a:pt x="1731606" y="12"/>
                </a:lnTo>
                <a:lnTo>
                  <a:pt x="1186929" y="0"/>
                </a:lnTo>
                <a:lnTo>
                  <a:pt x="1138326" y="12"/>
                </a:lnTo>
                <a:lnTo>
                  <a:pt x="775081" y="0"/>
                </a:lnTo>
                <a:lnTo>
                  <a:pt x="726478" y="12"/>
                </a:lnTo>
                <a:lnTo>
                  <a:pt x="0" y="0"/>
                </a:lnTo>
                <a:lnTo>
                  <a:pt x="0" y="115925"/>
                </a:lnTo>
                <a:lnTo>
                  <a:pt x="726478" y="115925"/>
                </a:lnTo>
                <a:lnTo>
                  <a:pt x="726478" y="99999"/>
                </a:lnTo>
                <a:lnTo>
                  <a:pt x="775081" y="99936"/>
                </a:lnTo>
                <a:lnTo>
                  <a:pt x="775081" y="115925"/>
                </a:lnTo>
                <a:lnTo>
                  <a:pt x="1138326" y="115925"/>
                </a:lnTo>
                <a:lnTo>
                  <a:pt x="1138326" y="99987"/>
                </a:lnTo>
                <a:lnTo>
                  <a:pt x="1186929" y="99949"/>
                </a:lnTo>
                <a:lnTo>
                  <a:pt x="1186929" y="115925"/>
                </a:lnTo>
                <a:lnTo>
                  <a:pt x="1731606" y="115925"/>
                </a:lnTo>
                <a:lnTo>
                  <a:pt x="1731606" y="99745"/>
                </a:lnTo>
                <a:lnTo>
                  <a:pt x="1739887" y="99733"/>
                </a:lnTo>
                <a:lnTo>
                  <a:pt x="1763166" y="76695"/>
                </a:lnTo>
                <a:lnTo>
                  <a:pt x="1763280" y="71285"/>
                </a:lnTo>
                <a:close/>
              </a:path>
              <a:path w="2083435" h="116205">
                <a:moveTo>
                  <a:pt x="2082965" y="0"/>
                </a:moveTo>
                <a:lnTo>
                  <a:pt x="1780565" y="0"/>
                </a:lnTo>
                <a:lnTo>
                  <a:pt x="1780565" y="115925"/>
                </a:lnTo>
                <a:lnTo>
                  <a:pt x="2082965" y="115925"/>
                </a:lnTo>
                <a:lnTo>
                  <a:pt x="2082965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99718" y="2310891"/>
            <a:ext cx="2955290" cy="45212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Generated</a:t>
            </a:r>
            <a:r>
              <a:rPr dirty="0" sz="800" spc="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and</a:t>
            </a:r>
            <a:r>
              <a:rPr dirty="0" sz="800" spc="3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293183"/>
                </a:solidFill>
                <a:latin typeface="Calibri"/>
                <a:cs typeface="Calibri"/>
              </a:rPr>
              <a:t>machine-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specific</a:t>
            </a:r>
            <a:r>
              <a:rPr dirty="0" sz="800" spc="3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files</a:t>
            </a:r>
            <a:endParaRPr sz="800">
              <a:latin typeface="Calibri"/>
              <a:cs typeface="Calibri"/>
            </a:endParaRPr>
          </a:p>
          <a:p>
            <a:pPr marR="5080">
              <a:lnSpc>
                <a:spcPts val="940"/>
              </a:lnSpc>
              <a:spcBef>
                <a:spcPts val="295"/>
              </a:spcBef>
            </a:pPr>
            <a:r>
              <a:rPr dirty="0" u="sng" sz="800" spc="275">
                <a:solidFill>
                  <a:srgbClr val="293183"/>
                </a:solidFill>
                <a:uFill>
                  <a:solidFill>
                    <a:srgbClr val="283082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pycache</a:t>
            </a:r>
            <a:r>
              <a:rPr dirty="0" u="sng" sz="800" spc="275">
                <a:solidFill>
                  <a:srgbClr val="293183"/>
                </a:solidFill>
                <a:uFill>
                  <a:solidFill>
                    <a:srgbClr val="283082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/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,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.venv/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,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.DS_Store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,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*.pyc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These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are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recreated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 machine.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Committing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them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causes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conflicts and noise.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" y="2896922"/>
            <a:ext cx="228600" cy="22860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24319" y="2902218"/>
            <a:ext cx="16446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50" spc="55">
                <a:solidFill>
                  <a:srgbClr val="FF6A5A"/>
                </a:solidFill>
                <a:latin typeface="Segoe UI Symbol"/>
                <a:cs typeface="Segoe UI Symbol"/>
              </a:rPr>
              <a:t>▤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00074" y="3050287"/>
            <a:ext cx="1852930" cy="116205"/>
          </a:xfrm>
          <a:custGeom>
            <a:avLst/>
            <a:gdLst/>
            <a:ahLst/>
            <a:cxnLst/>
            <a:rect l="l" t="t" r="r" b="b"/>
            <a:pathLst>
              <a:path w="1852930" h="116205">
                <a:moveTo>
                  <a:pt x="1852561" y="0"/>
                </a:moveTo>
                <a:lnTo>
                  <a:pt x="1852561" y="0"/>
                </a:lnTo>
                <a:lnTo>
                  <a:pt x="429120" y="0"/>
                </a:lnTo>
                <a:lnTo>
                  <a:pt x="424446" y="1079"/>
                </a:lnTo>
                <a:lnTo>
                  <a:pt x="424078" y="1295"/>
                </a:lnTo>
                <a:lnTo>
                  <a:pt x="424078" y="0"/>
                </a:lnTo>
                <a:lnTo>
                  <a:pt x="0" y="0"/>
                </a:lnTo>
                <a:lnTo>
                  <a:pt x="0" y="115912"/>
                </a:lnTo>
                <a:lnTo>
                  <a:pt x="424078" y="115912"/>
                </a:lnTo>
                <a:lnTo>
                  <a:pt x="424078" y="98628"/>
                </a:lnTo>
                <a:lnTo>
                  <a:pt x="429120" y="100076"/>
                </a:lnTo>
                <a:lnTo>
                  <a:pt x="472325" y="100037"/>
                </a:lnTo>
                <a:lnTo>
                  <a:pt x="472325" y="115912"/>
                </a:lnTo>
                <a:lnTo>
                  <a:pt x="956170" y="115912"/>
                </a:lnTo>
                <a:lnTo>
                  <a:pt x="956170" y="100037"/>
                </a:lnTo>
                <a:lnTo>
                  <a:pt x="1005484" y="100012"/>
                </a:lnTo>
                <a:lnTo>
                  <a:pt x="1005484" y="115912"/>
                </a:lnTo>
                <a:lnTo>
                  <a:pt x="1852561" y="115912"/>
                </a:lnTo>
                <a:lnTo>
                  <a:pt x="1852561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000074" y="2835401"/>
            <a:ext cx="2806700" cy="45212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Personal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notes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and</a:t>
            </a:r>
            <a:r>
              <a:rPr dirty="0" sz="800" spc="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drafts</a:t>
            </a:r>
            <a:endParaRPr sz="800">
              <a:latin typeface="Calibri"/>
              <a:cs typeface="Calibri"/>
            </a:endParaRPr>
          </a:p>
          <a:p>
            <a:pPr marR="5080">
              <a:lnSpc>
                <a:spcPts val="940"/>
              </a:lnSpc>
              <a:spcBef>
                <a:spcPts val="295"/>
              </a:spcBef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TODO.md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,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scratch/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,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notes-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local.md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Keep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these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local.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repo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project,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journal.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225112" y="973190"/>
            <a:ext cx="4408805" cy="3384550"/>
            <a:chOff x="4225112" y="973190"/>
            <a:chExt cx="4408805" cy="3384550"/>
          </a:xfrm>
        </p:grpSpPr>
        <p:sp>
          <p:nvSpPr>
            <p:cNvPr id="30" name="object 30"/>
            <p:cNvSpPr/>
            <p:nvPr/>
          </p:nvSpPr>
          <p:spPr>
            <a:xfrm>
              <a:off x="4228922" y="987122"/>
              <a:ext cx="4401185" cy="3355975"/>
            </a:xfrm>
            <a:custGeom>
              <a:avLst/>
              <a:gdLst/>
              <a:ahLst/>
              <a:cxnLst/>
              <a:rect l="l" t="t" r="r" b="b"/>
              <a:pathLst>
                <a:path w="4401184" h="3355975">
                  <a:moveTo>
                    <a:pt x="4247997" y="0"/>
                  </a:moveTo>
                  <a:lnTo>
                    <a:pt x="152273" y="0"/>
                  </a:lnTo>
                  <a:lnTo>
                    <a:pt x="131541" y="1333"/>
                  </a:lnTo>
                  <a:lnTo>
                    <a:pt x="132123" y="1333"/>
                  </a:lnTo>
                  <a:lnTo>
                    <a:pt x="112945" y="5086"/>
                  </a:lnTo>
                  <a:lnTo>
                    <a:pt x="76314" y="20154"/>
                  </a:lnTo>
                  <a:lnTo>
                    <a:pt x="44557" y="44642"/>
                  </a:lnTo>
                  <a:lnTo>
                    <a:pt x="20523" y="75958"/>
                  </a:lnTo>
                  <a:lnTo>
                    <a:pt x="5256" y="112952"/>
                  </a:lnTo>
                  <a:lnTo>
                    <a:pt x="0" y="152285"/>
                  </a:lnTo>
                  <a:lnTo>
                    <a:pt x="0" y="3203638"/>
                  </a:lnTo>
                  <a:lnTo>
                    <a:pt x="1252" y="3223152"/>
                  </a:lnTo>
                  <a:lnTo>
                    <a:pt x="1275" y="3223508"/>
                  </a:lnTo>
                  <a:lnTo>
                    <a:pt x="5019" y="3242654"/>
                  </a:lnTo>
                  <a:lnTo>
                    <a:pt x="5081" y="3242970"/>
                  </a:lnTo>
                  <a:lnTo>
                    <a:pt x="11315" y="3261549"/>
                  </a:lnTo>
                  <a:lnTo>
                    <a:pt x="11385" y="3261756"/>
                  </a:lnTo>
                  <a:lnTo>
                    <a:pt x="31404" y="3296317"/>
                  </a:lnTo>
                  <a:lnTo>
                    <a:pt x="59443" y="3324352"/>
                  </a:lnTo>
                  <a:lnTo>
                    <a:pt x="94006" y="3344228"/>
                  </a:lnTo>
                  <a:lnTo>
                    <a:pt x="132403" y="3354590"/>
                  </a:lnTo>
                  <a:lnTo>
                    <a:pt x="152273" y="3355924"/>
                  </a:lnTo>
                  <a:lnTo>
                    <a:pt x="4248353" y="3355555"/>
                  </a:lnTo>
                  <a:lnTo>
                    <a:pt x="4287685" y="3350474"/>
                  </a:lnTo>
                  <a:lnTo>
                    <a:pt x="4324311" y="3335401"/>
                  </a:lnTo>
                  <a:lnTo>
                    <a:pt x="4355995" y="3311009"/>
                  </a:lnTo>
                  <a:lnTo>
                    <a:pt x="4380115" y="3279597"/>
                  </a:lnTo>
                  <a:lnTo>
                    <a:pt x="4395265" y="3242970"/>
                  </a:lnTo>
                  <a:lnTo>
                    <a:pt x="4395373" y="3242654"/>
                  </a:lnTo>
                  <a:lnTo>
                    <a:pt x="4399233" y="3223508"/>
                  </a:lnTo>
                  <a:lnTo>
                    <a:pt x="4399305" y="3223152"/>
                  </a:lnTo>
                  <a:lnTo>
                    <a:pt x="4400615" y="3203638"/>
                  </a:lnTo>
                  <a:lnTo>
                    <a:pt x="4400283" y="152285"/>
                  </a:lnTo>
                  <a:lnTo>
                    <a:pt x="4395195" y="112952"/>
                  </a:lnTo>
                  <a:lnTo>
                    <a:pt x="4380115" y="76314"/>
                  </a:lnTo>
                  <a:lnTo>
                    <a:pt x="4355728" y="44642"/>
                  </a:lnTo>
                  <a:lnTo>
                    <a:pt x="4324311" y="20523"/>
                  </a:lnTo>
                  <a:lnTo>
                    <a:pt x="4287373" y="5265"/>
                  </a:lnTo>
                  <a:lnTo>
                    <a:pt x="4267872" y="1333"/>
                  </a:lnTo>
                  <a:lnTo>
                    <a:pt x="4247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228922" y="987477"/>
              <a:ext cx="4401185" cy="3355975"/>
            </a:xfrm>
            <a:custGeom>
              <a:avLst/>
              <a:gdLst/>
              <a:ahLst/>
              <a:cxnLst/>
              <a:rect l="l" t="t" r="r" b="b"/>
              <a:pathLst>
                <a:path w="4401184" h="3355975">
                  <a:moveTo>
                    <a:pt x="0" y="3606"/>
                  </a:moveTo>
                  <a:lnTo>
                    <a:pt x="4400638" y="3962"/>
                  </a:lnTo>
                </a:path>
                <a:path w="4401184" h="3355975">
                  <a:moveTo>
                    <a:pt x="4397032" y="0"/>
                  </a:moveTo>
                  <a:lnTo>
                    <a:pt x="4397400" y="3355924"/>
                  </a:lnTo>
                </a:path>
                <a:path w="4401184" h="3355975">
                  <a:moveTo>
                    <a:pt x="0" y="3352330"/>
                  </a:moveTo>
                  <a:lnTo>
                    <a:pt x="4400638" y="3352685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243324" y="987477"/>
              <a:ext cx="635" cy="3355975"/>
            </a:xfrm>
            <a:custGeom>
              <a:avLst/>
              <a:gdLst/>
              <a:ahLst/>
              <a:cxnLst/>
              <a:rect l="l" t="t" r="r" b="b"/>
              <a:pathLst>
                <a:path w="635" h="3355975">
                  <a:moveTo>
                    <a:pt x="0" y="0"/>
                  </a:moveTo>
                  <a:lnTo>
                    <a:pt x="355" y="3355924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337342" y="996812"/>
            <a:ext cx="1656714" cy="38608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baseline="-7575" sz="1650" spc="165">
                <a:solidFill>
                  <a:srgbClr val="FF6A5A"/>
                </a:solidFill>
                <a:latin typeface="Segoe UI Symbol"/>
                <a:cs typeface="Segoe UI Symbol"/>
              </a:rPr>
              <a:t>▤</a:t>
            </a:r>
            <a:r>
              <a:rPr dirty="0" baseline="-7575" sz="1650" spc="12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sz="600" spc="-2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Y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H</a:t>
            </a:r>
            <a:r>
              <a:rPr dirty="0" sz="600" spc="-2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N</a:t>
            </a:r>
            <a:r>
              <a:rPr dirty="0" sz="600" spc="2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.</a:t>
            </a:r>
            <a:r>
              <a:rPr dirty="0" sz="600" spc="-3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G</a:t>
            </a:r>
            <a:r>
              <a:rPr dirty="0" sz="600" spc="-2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G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N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600" spc="-2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600" spc="2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M</a:t>
            </a:r>
            <a:r>
              <a:rPr dirty="0" sz="600" spc="-2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L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797E94"/>
                </a:solidFill>
                <a:latin typeface="Calibri"/>
                <a:cs typeface="Calibri"/>
              </a:rPr>
              <a:t>AT</a:t>
            </a:r>
            <a:r>
              <a:rPr dirty="0" sz="600" spc="-1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600" spc="-5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endParaRPr sz="600">
              <a:latin typeface="Calibri"/>
              <a:cs typeface="Calibri"/>
            </a:endParaRPr>
          </a:p>
          <a:p>
            <a:pPr marL="48260">
              <a:lnSpc>
                <a:spcPct val="100000"/>
              </a:lnSpc>
              <a:spcBef>
                <a:spcPts val="220"/>
              </a:spcBef>
            </a:pP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Copy</a:t>
            </a:r>
            <a:r>
              <a:rPr dirty="0" sz="8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this</a:t>
            </a:r>
            <a:r>
              <a:rPr dirty="0" sz="8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into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your</a:t>
            </a:r>
            <a:r>
              <a:rPr dirty="0" sz="8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repo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 today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385881" y="1440728"/>
            <a:ext cx="4107815" cy="2795270"/>
          </a:xfrm>
          <a:custGeom>
            <a:avLst/>
            <a:gdLst/>
            <a:ahLst/>
            <a:cxnLst/>
            <a:rect l="l" t="t" r="r" b="b"/>
            <a:pathLst>
              <a:path w="4107815" h="2795270">
                <a:moveTo>
                  <a:pt x="3993121" y="0"/>
                </a:moveTo>
                <a:lnTo>
                  <a:pt x="114122" y="0"/>
                </a:lnTo>
                <a:lnTo>
                  <a:pt x="98411" y="1000"/>
                </a:lnTo>
                <a:lnTo>
                  <a:pt x="99016" y="1000"/>
                </a:lnTo>
                <a:lnTo>
                  <a:pt x="84737" y="3775"/>
                </a:lnTo>
                <a:lnTo>
                  <a:pt x="44638" y="23462"/>
                </a:lnTo>
                <a:lnTo>
                  <a:pt x="15481" y="56870"/>
                </a:lnTo>
                <a:lnTo>
                  <a:pt x="1000" y="99143"/>
                </a:lnTo>
                <a:lnTo>
                  <a:pt x="0" y="114109"/>
                </a:lnTo>
                <a:lnTo>
                  <a:pt x="0" y="2680919"/>
                </a:lnTo>
                <a:lnTo>
                  <a:pt x="931" y="2695522"/>
                </a:lnTo>
                <a:lnTo>
                  <a:pt x="945" y="2695729"/>
                </a:lnTo>
                <a:lnTo>
                  <a:pt x="15112" y="2737789"/>
                </a:lnTo>
                <a:lnTo>
                  <a:pt x="44482" y="2771410"/>
                </a:lnTo>
                <a:lnTo>
                  <a:pt x="84555" y="2791071"/>
                </a:lnTo>
                <a:lnTo>
                  <a:pt x="114122" y="2795028"/>
                </a:lnTo>
                <a:lnTo>
                  <a:pt x="3993476" y="2794673"/>
                </a:lnTo>
                <a:lnTo>
                  <a:pt x="4036798" y="2786225"/>
                </a:lnTo>
                <a:lnTo>
                  <a:pt x="4074210" y="2761375"/>
                </a:lnTo>
                <a:lnTo>
                  <a:pt x="4098711" y="2724401"/>
                </a:lnTo>
                <a:lnTo>
                  <a:pt x="4098790" y="2724240"/>
                </a:lnTo>
                <a:lnTo>
                  <a:pt x="4107574" y="2680919"/>
                </a:lnTo>
                <a:lnTo>
                  <a:pt x="4107599" y="2680550"/>
                </a:lnTo>
                <a:lnTo>
                  <a:pt x="4107243" y="114109"/>
                </a:lnTo>
                <a:lnTo>
                  <a:pt x="4098735" y="70627"/>
                </a:lnTo>
                <a:lnTo>
                  <a:pt x="4073934" y="33386"/>
                </a:lnTo>
                <a:lnTo>
                  <a:pt x="4036808" y="8802"/>
                </a:lnTo>
                <a:lnTo>
                  <a:pt x="4008087" y="1000"/>
                </a:lnTo>
                <a:lnTo>
                  <a:pt x="3993121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488014" y="1571309"/>
            <a:ext cx="187388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5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.gitignore</a:t>
            </a:r>
            <a:r>
              <a:rPr dirty="0" sz="65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65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Python</a:t>
            </a:r>
            <a:r>
              <a:rPr dirty="0" sz="65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project</a:t>
            </a:r>
            <a:r>
              <a:rPr dirty="0" sz="65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spc="-10" i="1">
                <a:solidFill>
                  <a:srgbClr val="8A8FB4"/>
                </a:solidFill>
                <a:latin typeface="Courier New"/>
                <a:cs typeface="Courier New"/>
              </a:rPr>
              <a:t>template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87659" y="1868654"/>
            <a:ext cx="473709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#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 Virtual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environments </a:t>
            </a:r>
            <a:r>
              <a:rPr dirty="0" sz="200" spc="-25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88014" y="1995730"/>
            <a:ext cx="11557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.venv/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87659" y="2123175"/>
            <a:ext cx="10033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venv/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87659" y="2184732"/>
            <a:ext cx="2679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B7E885"/>
                </a:solidFill>
                <a:latin typeface="Courier New"/>
                <a:cs typeface="Courier New"/>
              </a:rPr>
              <a:t>env/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88014" y="2504772"/>
            <a:ext cx="54800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#</a:t>
            </a:r>
            <a:r>
              <a:rPr dirty="0" sz="200" spc="-3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 Python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cache</a:t>
            </a:r>
            <a:r>
              <a:rPr dirty="0" sz="200" spc="-2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and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 compiled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25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494606" y="2672284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4" h="0">
                <a:moveTo>
                  <a:pt x="0" y="0"/>
                </a:moveTo>
                <a:lnTo>
                  <a:pt x="30194" y="0"/>
                </a:lnTo>
              </a:path>
              <a:path w="164464" h="0">
                <a:moveTo>
                  <a:pt x="134037" y="0"/>
                </a:moveTo>
                <a:lnTo>
                  <a:pt x="164232" y="0"/>
                </a:lnTo>
              </a:path>
            </a:pathLst>
          </a:custGeom>
          <a:ln w="3175">
            <a:solidFill>
              <a:srgbClr val="B6E78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511612" y="2631861"/>
            <a:ext cx="17526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>
                <a:solidFill>
                  <a:srgbClr val="B7E885"/>
                </a:solidFill>
                <a:latin typeface="Courier New"/>
                <a:cs typeface="Courier New"/>
              </a:rPr>
              <a:t>pycache</a:t>
            </a:r>
            <a:r>
              <a:rPr dirty="0" sz="200" spc="5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200" spc="-50">
                <a:solidFill>
                  <a:srgbClr val="B7E885"/>
                </a:solidFill>
                <a:latin typeface="Courier New"/>
                <a:cs typeface="Courier New"/>
              </a:rPr>
              <a:t>/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88014" y="2759293"/>
            <a:ext cx="16002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*.py[cod]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475416" y="2886381"/>
            <a:ext cx="17526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*$py.class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87659" y="2948294"/>
            <a:ext cx="2679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B7E885"/>
                </a:solidFill>
                <a:latin typeface="Courier New"/>
                <a:cs typeface="Courier New"/>
              </a:rPr>
              <a:t>*.so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88014" y="3268334"/>
            <a:ext cx="518159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#</a:t>
            </a:r>
            <a:r>
              <a:rPr dirty="0" sz="200" spc="-3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Environment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and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secrets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25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87659" y="3395423"/>
            <a:ext cx="8572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20">
                <a:solidFill>
                  <a:srgbClr val="B7E885"/>
                </a:solidFill>
                <a:latin typeface="Courier New"/>
                <a:cs typeface="Courier New"/>
              </a:rPr>
              <a:t>.env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70743" y="3522855"/>
            <a:ext cx="17526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.env.local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464977" y="3649931"/>
            <a:ext cx="205104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secrets.json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87659" y="3711856"/>
            <a:ext cx="32829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*.key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507721" y="1540804"/>
            <a:ext cx="635" cy="2595245"/>
          </a:xfrm>
          <a:custGeom>
            <a:avLst/>
            <a:gdLst/>
            <a:ahLst/>
            <a:cxnLst/>
            <a:rect l="l" t="t" r="r" b="b"/>
            <a:pathLst>
              <a:path w="634" h="2595245">
                <a:moveTo>
                  <a:pt x="0" y="0"/>
                </a:moveTo>
                <a:lnTo>
                  <a:pt x="355" y="2595232"/>
                </a:lnTo>
              </a:path>
            </a:pathLst>
          </a:custGeom>
          <a:ln w="7199">
            <a:solidFill>
              <a:srgbClr val="E7E9F4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541465" y="1614134"/>
            <a:ext cx="35433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#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 IDE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/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editor </a:t>
            </a:r>
            <a:r>
              <a:rPr dirty="0" sz="200" spc="-25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41820" y="1741222"/>
            <a:ext cx="14541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.vscode/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41820" y="1868654"/>
            <a:ext cx="11557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.idea/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541465" y="1995730"/>
            <a:ext cx="10033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*.swp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41820" y="2057655"/>
            <a:ext cx="5702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.DS_Store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541820" y="2377340"/>
            <a:ext cx="75692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#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 Data and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assets</a:t>
            </a:r>
            <a:r>
              <a:rPr dirty="0" sz="2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(keep these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out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of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Git) </a:t>
            </a:r>
            <a:r>
              <a:rPr dirty="0" sz="200" spc="-25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541465" y="2504772"/>
            <a:ext cx="10033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data/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41465" y="2631861"/>
            <a:ext cx="10033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*.csv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541820" y="2759293"/>
            <a:ext cx="11557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*.xlsx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541465" y="2878516"/>
            <a:ext cx="426720" cy="21717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200" spc="-20">
                <a:solidFill>
                  <a:srgbClr val="B7E885"/>
                </a:solidFill>
                <a:latin typeface="Courier New"/>
                <a:cs typeface="Courier New"/>
              </a:rPr>
              <a:t>*.db</a:t>
            </a: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45">
                <a:solidFill>
                  <a:srgbClr val="B7E885"/>
                </a:solidFill>
                <a:latin typeface="Trebuchet MS"/>
                <a:cs typeface="Trebuchet MS"/>
              </a:rPr>
              <a:t>*</a:t>
            </a:r>
            <a:r>
              <a:rPr dirty="0" sz="800" spc="-9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B7E885"/>
                </a:solidFill>
                <a:latin typeface="Trebuchet MS"/>
                <a:cs typeface="Trebuchet MS"/>
              </a:rPr>
              <a:t>.sq</a:t>
            </a:r>
            <a:r>
              <a:rPr dirty="0" sz="80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l</a:t>
            </a:r>
            <a:r>
              <a:rPr dirty="0" sz="800" spc="-16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B7E885"/>
                </a:solidFill>
                <a:latin typeface="Trebuchet MS"/>
                <a:cs typeface="Trebuchet MS"/>
              </a:rPr>
              <a:t>i</a:t>
            </a:r>
            <a:r>
              <a:rPr dirty="0" sz="800" spc="-16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B7E885"/>
                </a:solidFill>
                <a:latin typeface="Trebuchet MS"/>
                <a:cs typeface="Trebuchet MS"/>
              </a:rPr>
              <a:t>t</a:t>
            </a:r>
            <a:r>
              <a:rPr dirty="0" sz="800" spc="-11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e</a:t>
            </a:r>
            <a:r>
              <a:rPr dirty="0" sz="800" spc="-10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B7E885"/>
                </a:solidFill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541820" y="3268334"/>
            <a:ext cx="50355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#</a:t>
            </a:r>
            <a:r>
              <a:rPr dirty="0" sz="200" spc="-2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 Build</a:t>
            </a:r>
            <a:r>
              <a:rPr dirty="0" sz="2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and</a:t>
            </a:r>
            <a:r>
              <a:rPr dirty="0" sz="2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FF8B7E"/>
                </a:solidFill>
                <a:latin typeface="Courier New"/>
                <a:cs typeface="Courier New"/>
              </a:rPr>
              <a:t>distribution </a:t>
            </a:r>
            <a:r>
              <a:rPr dirty="0" sz="200" spc="-25">
                <a:solidFill>
                  <a:srgbClr val="FF8B7E"/>
                </a:solidFill>
                <a:latin typeface="Courier New"/>
                <a:cs typeface="Courier New"/>
              </a:rPr>
              <a:t>===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41820" y="3395423"/>
            <a:ext cx="11557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build/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541465" y="3522855"/>
            <a:ext cx="10033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dist/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532105" y="3584411"/>
            <a:ext cx="6915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*.egg-info/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514438" y="4414687"/>
            <a:ext cx="8115934" cy="328930"/>
          </a:xfrm>
          <a:custGeom>
            <a:avLst/>
            <a:gdLst/>
            <a:ahLst/>
            <a:cxnLst/>
            <a:rect l="l" t="t" r="r" b="b"/>
            <a:pathLst>
              <a:path w="8115934" h="328929">
                <a:moveTo>
                  <a:pt x="8115452" y="164160"/>
                </a:moveTo>
                <a:lnTo>
                  <a:pt x="8109712" y="121818"/>
                </a:lnTo>
                <a:lnTo>
                  <a:pt x="8093164" y="82080"/>
                </a:lnTo>
                <a:lnTo>
                  <a:pt x="8067141" y="48107"/>
                </a:lnTo>
                <a:lnTo>
                  <a:pt x="8033042" y="21958"/>
                </a:lnTo>
                <a:lnTo>
                  <a:pt x="7993481" y="5588"/>
                </a:lnTo>
                <a:lnTo>
                  <a:pt x="7950962" y="0"/>
                </a:lnTo>
                <a:lnTo>
                  <a:pt x="164515" y="0"/>
                </a:lnTo>
                <a:lnTo>
                  <a:pt x="121805" y="5588"/>
                </a:lnTo>
                <a:lnTo>
                  <a:pt x="82080" y="21958"/>
                </a:lnTo>
                <a:lnTo>
                  <a:pt x="48094" y="47967"/>
                </a:lnTo>
                <a:lnTo>
                  <a:pt x="21958" y="82080"/>
                </a:lnTo>
                <a:lnTo>
                  <a:pt x="5575" y="121640"/>
                </a:lnTo>
                <a:lnTo>
                  <a:pt x="0" y="164160"/>
                </a:lnTo>
                <a:lnTo>
                  <a:pt x="0" y="164515"/>
                </a:lnTo>
                <a:lnTo>
                  <a:pt x="1384" y="185648"/>
                </a:lnTo>
                <a:lnTo>
                  <a:pt x="1397" y="185953"/>
                </a:lnTo>
                <a:lnTo>
                  <a:pt x="12369" y="226987"/>
                </a:lnTo>
                <a:lnTo>
                  <a:pt x="33883" y="264452"/>
                </a:lnTo>
                <a:lnTo>
                  <a:pt x="64071" y="294741"/>
                </a:lnTo>
                <a:lnTo>
                  <a:pt x="101333" y="316230"/>
                </a:lnTo>
                <a:lnTo>
                  <a:pt x="142671" y="327279"/>
                </a:lnTo>
                <a:lnTo>
                  <a:pt x="164160" y="328676"/>
                </a:lnTo>
                <a:lnTo>
                  <a:pt x="7951317" y="328676"/>
                </a:lnTo>
                <a:lnTo>
                  <a:pt x="7971904" y="327279"/>
                </a:lnTo>
                <a:lnTo>
                  <a:pt x="7972463" y="327279"/>
                </a:lnTo>
                <a:lnTo>
                  <a:pt x="8013992" y="315925"/>
                </a:lnTo>
                <a:lnTo>
                  <a:pt x="8051241" y="294436"/>
                </a:lnTo>
                <a:lnTo>
                  <a:pt x="8081531" y="264248"/>
                </a:lnTo>
                <a:lnTo>
                  <a:pt x="8102917" y="227203"/>
                </a:lnTo>
                <a:lnTo>
                  <a:pt x="8109813" y="206908"/>
                </a:lnTo>
                <a:lnTo>
                  <a:pt x="8109890" y="206692"/>
                </a:lnTo>
                <a:lnTo>
                  <a:pt x="8114004" y="185953"/>
                </a:lnTo>
                <a:lnTo>
                  <a:pt x="8114068" y="185648"/>
                </a:lnTo>
                <a:lnTo>
                  <a:pt x="8115452" y="164515"/>
                </a:lnTo>
                <a:lnTo>
                  <a:pt x="8115452" y="16416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701179" y="4527983"/>
            <a:ext cx="249364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20">
                <a:solidFill>
                  <a:srgbClr val="FF6A5A"/>
                </a:solidFill>
                <a:latin typeface="Calibri"/>
                <a:cs typeface="Calibri"/>
              </a:rPr>
              <a:t>IF</a:t>
            </a:r>
            <a:r>
              <a:rPr dirty="0" sz="650" spc="12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 spc="20">
                <a:solidFill>
                  <a:srgbClr val="FF6A5A"/>
                </a:solidFill>
                <a:latin typeface="Calibri"/>
                <a:cs typeface="Calibri"/>
              </a:rPr>
              <a:t>YOU</a:t>
            </a:r>
            <a:r>
              <a:rPr dirty="0" sz="650" spc="12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 spc="20">
                <a:solidFill>
                  <a:srgbClr val="FF6A5A"/>
                </a:solidFill>
                <a:latin typeface="Calibri"/>
                <a:cs typeface="Calibri"/>
              </a:rPr>
              <a:t>ALREADY</a:t>
            </a:r>
            <a:r>
              <a:rPr dirty="0" sz="650" spc="12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 spc="20">
                <a:solidFill>
                  <a:srgbClr val="FF6A5A"/>
                </a:solidFill>
                <a:latin typeface="Calibri"/>
                <a:cs typeface="Calibri"/>
              </a:rPr>
              <a:t>COMMITTED</a:t>
            </a:r>
            <a:r>
              <a:rPr dirty="0" sz="650" spc="13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 spc="20">
                <a:solidFill>
                  <a:srgbClr val="FF6A5A"/>
                </a:solidFill>
                <a:latin typeface="Calibri"/>
                <a:cs typeface="Calibri"/>
              </a:rPr>
              <a:t>SOMETHING</a:t>
            </a:r>
            <a:r>
              <a:rPr dirty="0" sz="650" spc="12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 spc="20">
                <a:solidFill>
                  <a:srgbClr val="FF6A5A"/>
                </a:solidFill>
                <a:latin typeface="Calibri"/>
                <a:cs typeface="Calibri"/>
              </a:rPr>
              <a:t>YOU</a:t>
            </a:r>
            <a:r>
              <a:rPr dirty="0" sz="650" spc="12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 spc="20">
                <a:solidFill>
                  <a:srgbClr val="FF6A5A"/>
                </a:solidFill>
                <a:latin typeface="Calibri"/>
                <a:cs typeface="Calibri"/>
              </a:rPr>
              <a:t>SHOULDN'T</a:t>
            </a:r>
            <a:r>
              <a:rPr dirty="0" sz="650" spc="13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FF6A5A"/>
                </a:solidFill>
                <a:latin typeface="Calibri"/>
                <a:cs typeface="Calibri"/>
              </a:rPr>
              <a:t>HAVE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416046" y="4533482"/>
            <a:ext cx="4206875" cy="109855"/>
          </a:xfrm>
          <a:custGeom>
            <a:avLst/>
            <a:gdLst/>
            <a:ahLst/>
            <a:cxnLst/>
            <a:rect l="l" t="t" r="r" b="b"/>
            <a:pathLst>
              <a:path w="4206875" h="109854">
                <a:moveTo>
                  <a:pt x="1070635" y="15481"/>
                </a:moveTo>
                <a:lnTo>
                  <a:pt x="1044981" y="15481"/>
                </a:lnTo>
                <a:lnTo>
                  <a:pt x="1041831" y="10083"/>
                </a:lnTo>
                <a:lnTo>
                  <a:pt x="1038237" y="6477"/>
                </a:lnTo>
                <a:lnTo>
                  <a:pt x="1029589" y="1435"/>
                </a:lnTo>
                <a:lnTo>
                  <a:pt x="1024559" y="0"/>
                </a:lnTo>
                <a:lnTo>
                  <a:pt x="23393" y="0"/>
                </a:lnTo>
                <a:lnTo>
                  <a:pt x="18719" y="1079"/>
                </a:lnTo>
                <a:lnTo>
                  <a:pt x="10071" y="6121"/>
                </a:lnTo>
                <a:lnTo>
                  <a:pt x="6477" y="9715"/>
                </a:lnTo>
                <a:lnTo>
                  <a:pt x="3111" y="15481"/>
                </a:lnTo>
                <a:lnTo>
                  <a:pt x="0" y="15481"/>
                </a:lnTo>
                <a:lnTo>
                  <a:pt x="0" y="23393"/>
                </a:lnTo>
                <a:lnTo>
                  <a:pt x="0" y="76682"/>
                </a:lnTo>
                <a:lnTo>
                  <a:pt x="0" y="109804"/>
                </a:lnTo>
                <a:lnTo>
                  <a:pt x="1070635" y="109804"/>
                </a:lnTo>
                <a:lnTo>
                  <a:pt x="1070635" y="15481"/>
                </a:lnTo>
                <a:close/>
              </a:path>
              <a:path w="4206875" h="109854">
                <a:moveTo>
                  <a:pt x="4206595" y="71285"/>
                </a:moveTo>
                <a:lnTo>
                  <a:pt x="4206240" y="28435"/>
                </a:lnTo>
                <a:lnTo>
                  <a:pt x="4206240" y="23393"/>
                </a:lnTo>
                <a:lnTo>
                  <a:pt x="4205147" y="18719"/>
                </a:lnTo>
                <a:lnTo>
                  <a:pt x="4200118" y="10083"/>
                </a:lnTo>
                <a:lnTo>
                  <a:pt x="4196511" y="6477"/>
                </a:lnTo>
                <a:lnTo>
                  <a:pt x="4187875" y="1435"/>
                </a:lnTo>
                <a:lnTo>
                  <a:pt x="4182834" y="0"/>
                </a:lnTo>
                <a:lnTo>
                  <a:pt x="3714470" y="0"/>
                </a:lnTo>
                <a:lnTo>
                  <a:pt x="3691077" y="23393"/>
                </a:lnTo>
                <a:lnTo>
                  <a:pt x="3691077" y="76682"/>
                </a:lnTo>
                <a:lnTo>
                  <a:pt x="3714470" y="100076"/>
                </a:lnTo>
                <a:lnTo>
                  <a:pt x="4183189" y="99720"/>
                </a:lnTo>
                <a:lnTo>
                  <a:pt x="4206481" y="76682"/>
                </a:lnTo>
                <a:lnTo>
                  <a:pt x="4206595" y="712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3416046" y="4548964"/>
            <a:ext cx="1071245" cy="946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70"/>
              </a:lnSpc>
            </a:pPr>
            <a:r>
              <a:rPr dirty="0" sz="65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650" spc="-4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50">
                <a:solidFill>
                  <a:srgbClr val="293183"/>
                </a:solidFill>
                <a:latin typeface="Courier New"/>
                <a:cs typeface="Courier New"/>
              </a:rPr>
              <a:t>rm</a:t>
            </a:r>
            <a:r>
              <a:rPr dirty="0" sz="650" spc="-4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50" spc="-10">
                <a:solidFill>
                  <a:srgbClr val="293183"/>
                </a:solidFill>
                <a:latin typeface="Courier New"/>
                <a:cs typeface="Courier New"/>
              </a:rPr>
              <a:t>--</a:t>
            </a:r>
            <a:r>
              <a:rPr dirty="0" sz="650">
                <a:solidFill>
                  <a:srgbClr val="293183"/>
                </a:solidFill>
                <a:latin typeface="Courier New"/>
                <a:cs typeface="Courier New"/>
              </a:rPr>
              <a:t>cached</a:t>
            </a:r>
            <a:r>
              <a:rPr dirty="0" sz="650" spc="-4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50" spc="-10">
                <a:solidFill>
                  <a:srgbClr val="293183"/>
                </a:solidFill>
                <a:latin typeface="Courier New"/>
                <a:cs typeface="Courier New"/>
              </a:rPr>
              <a:t>&lt;file&gt;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492346" y="4522586"/>
            <a:ext cx="262572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removes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from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 tracking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without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deleting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from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your laptop.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Then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add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65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126198" y="4548964"/>
            <a:ext cx="486409" cy="94615"/>
          </a:xfrm>
          <a:custGeom>
            <a:avLst/>
            <a:gdLst/>
            <a:ahLst/>
            <a:cxnLst/>
            <a:rect l="l" t="t" r="r" b="b"/>
            <a:pathLst>
              <a:path w="486409" h="94614">
                <a:moveTo>
                  <a:pt x="486359" y="0"/>
                </a:moveTo>
                <a:lnTo>
                  <a:pt x="0" y="0"/>
                </a:lnTo>
                <a:lnTo>
                  <a:pt x="0" y="94322"/>
                </a:lnTo>
                <a:lnTo>
                  <a:pt x="486359" y="94322"/>
                </a:lnTo>
                <a:lnTo>
                  <a:pt x="4863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7126198" y="4548964"/>
            <a:ext cx="499109" cy="946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70"/>
              </a:lnSpc>
            </a:pPr>
            <a:r>
              <a:rPr dirty="0" sz="650" spc="-10">
                <a:solidFill>
                  <a:srgbClr val="293183"/>
                </a:solidFill>
                <a:latin typeface="Courier New"/>
                <a:cs typeface="Courier New"/>
              </a:rPr>
              <a:t>.gitignore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618578" y="4522586"/>
            <a:ext cx="438784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650" spc="-3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commit.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9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03240"/>
            <a:ext cx="3868420" cy="50800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34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T</a:t>
            </a:r>
            <a:r>
              <a:rPr dirty="0" sz="800" spc="-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800" spc="-1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FF6A5A"/>
                </a:solidFill>
                <a:latin typeface="Trebuchet MS"/>
                <a:cs typeface="Trebuchet MS"/>
              </a:rPr>
              <a:t>L L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28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3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Five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Git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20" b="1">
                <a:solidFill>
                  <a:srgbClr val="293183"/>
                </a:solidFill>
                <a:latin typeface="Calibri"/>
                <a:cs typeface="Calibri"/>
              </a:rPr>
              <a:t>traps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every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beginner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falls</a:t>
            </a:r>
            <a:r>
              <a:rPr dirty="0" sz="16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into.</a:t>
            </a:r>
            <a:r>
              <a:rPr dirty="0" sz="16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Once.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2341" y="615657"/>
            <a:ext cx="2349500" cy="29527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00"/>
              </a:spcBef>
            </a:pP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will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these.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Best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them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slide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first,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endParaRPr sz="8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recognise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them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own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work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later.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4235" y="982956"/>
            <a:ext cx="2648585" cy="1941195"/>
            <a:chOff x="514235" y="982956"/>
            <a:chExt cx="2648585" cy="1941195"/>
          </a:xfrm>
        </p:grpSpPr>
        <p:sp>
          <p:nvSpPr>
            <p:cNvPr id="6" name="object 6"/>
            <p:cNvSpPr/>
            <p:nvPr/>
          </p:nvSpPr>
          <p:spPr>
            <a:xfrm>
              <a:off x="518045" y="986766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2507030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78"/>
                  </a:lnTo>
                  <a:lnTo>
                    <a:pt x="0" y="133197"/>
                  </a:lnTo>
                  <a:lnTo>
                    <a:pt x="0" y="1799996"/>
                  </a:lnTo>
                  <a:lnTo>
                    <a:pt x="9950" y="1850615"/>
                  </a:lnTo>
                  <a:lnTo>
                    <a:pt x="38876" y="1894135"/>
                  </a:lnTo>
                  <a:lnTo>
                    <a:pt x="82216" y="1923019"/>
                  </a:lnTo>
                  <a:lnTo>
                    <a:pt x="133197" y="1933193"/>
                  </a:lnTo>
                  <a:lnTo>
                    <a:pt x="2507399" y="1932838"/>
                  </a:lnTo>
                  <a:lnTo>
                    <a:pt x="2558223" y="1922813"/>
                  </a:lnTo>
                  <a:lnTo>
                    <a:pt x="2601531" y="1893952"/>
                  </a:lnTo>
                  <a:lnTo>
                    <a:pt x="2630313" y="1850820"/>
                  </a:lnTo>
                  <a:lnTo>
                    <a:pt x="2640573" y="1799996"/>
                  </a:lnTo>
                  <a:lnTo>
                    <a:pt x="2640596" y="1799640"/>
                  </a:lnTo>
                  <a:lnTo>
                    <a:pt x="2640228" y="133197"/>
                  </a:lnTo>
                  <a:lnTo>
                    <a:pt x="2630209" y="82366"/>
                  </a:lnTo>
                  <a:lnTo>
                    <a:pt x="2601352" y="39054"/>
                  </a:lnTo>
                  <a:lnTo>
                    <a:pt x="2558012" y="10174"/>
                  </a:lnTo>
                  <a:lnTo>
                    <a:pt x="2524477" y="1142"/>
                  </a:lnTo>
                  <a:lnTo>
                    <a:pt x="25070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8045" y="986766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0" y="133197"/>
                  </a:moveTo>
                  <a:lnTo>
                    <a:pt x="1140" y="115751"/>
                  </a:lnTo>
                  <a:lnTo>
                    <a:pt x="4540" y="98678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507030" y="0"/>
                  </a:lnTo>
                  <a:lnTo>
                    <a:pt x="2558012" y="10174"/>
                  </a:lnTo>
                  <a:lnTo>
                    <a:pt x="2601352" y="39054"/>
                  </a:lnTo>
                  <a:lnTo>
                    <a:pt x="2630209" y="82366"/>
                  </a:lnTo>
                  <a:lnTo>
                    <a:pt x="2640228" y="133197"/>
                  </a:lnTo>
                  <a:lnTo>
                    <a:pt x="2640596" y="1799640"/>
                  </a:lnTo>
                  <a:lnTo>
                    <a:pt x="2639454" y="1817079"/>
                  </a:lnTo>
                  <a:lnTo>
                    <a:pt x="2636050" y="1834149"/>
                  </a:lnTo>
                  <a:lnTo>
                    <a:pt x="2612970" y="1880870"/>
                  </a:lnTo>
                  <a:lnTo>
                    <a:pt x="2573997" y="1915198"/>
                  </a:lnTo>
                  <a:lnTo>
                    <a:pt x="2524788" y="1931701"/>
                  </a:lnTo>
                  <a:lnTo>
                    <a:pt x="133197" y="1933193"/>
                  </a:lnTo>
                  <a:lnTo>
                    <a:pt x="82216" y="1923019"/>
                  </a:lnTo>
                  <a:lnTo>
                    <a:pt x="38876" y="1894135"/>
                  </a:lnTo>
                  <a:lnTo>
                    <a:pt x="10019" y="1850820"/>
                  </a:lnTo>
                  <a:lnTo>
                    <a:pt x="0" y="1799996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360" y="1076403"/>
              <a:ext cx="214198" cy="21419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60857" y="1118783"/>
            <a:ext cx="146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2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4143" y="1104381"/>
            <a:ext cx="17221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COMMITTING</a:t>
            </a:r>
            <a:r>
              <a:rPr dirty="0" sz="800" spc="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.venv/</a:t>
            </a: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OR</a:t>
            </a: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u="sng" sz="800" spc="250">
                <a:solidFill>
                  <a:srgbClr val="293183"/>
                </a:solidFill>
                <a:uFill>
                  <a:solidFill>
                    <a:srgbClr val="283082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pycache</a:t>
            </a:r>
            <a:r>
              <a:rPr dirty="0" u="sng" sz="800" spc="245">
                <a:solidFill>
                  <a:srgbClr val="293183"/>
                </a:solidFill>
                <a:uFill>
                  <a:solidFill>
                    <a:srgbClr val="283082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800" spc="-50" b="1">
                <a:solidFill>
                  <a:srgbClr val="293183"/>
                </a:solidFill>
                <a:latin typeface="Calibri"/>
                <a:cs typeface="Calibri"/>
              </a:rPr>
              <a:t>/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0636" y="1347116"/>
            <a:ext cx="2434590" cy="1134110"/>
          </a:xfrm>
          <a:custGeom>
            <a:avLst/>
            <a:gdLst/>
            <a:ahLst/>
            <a:cxnLst/>
            <a:rect l="l" t="t" r="r" b="b"/>
            <a:pathLst>
              <a:path w="2434590" h="1134110">
                <a:moveTo>
                  <a:pt x="76682" y="0"/>
                </a:moveTo>
                <a:lnTo>
                  <a:pt x="38519" y="10439"/>
                </a:lnTo>
                <a:lnTo>
                  <a:pt x="10439" y="38163"/>
                </a:lnTo>
                <a:lnTo>
                  <a:pt x="368" y="76326"/>
                </a:lnTo>
                <a:lnTo>
                  <a:pt x="0" y="1057325"/>
                </a:lnTo>
                <a:lnTo>
                  <a:pt x="670" y="1067289"/>
                </a:lnTo>
                <a:lnTo>
                  <a:pt x="15889" y="1103773"/>
                </a:lnTo>
                <a:lnTo>
                  <a:pt x="47112" y="1127875"/>
                </a:lnTo>
                <a:lnTo>
                  <a:pt x="76326" y="1133640"/>
                </a:lnTo>
                <a:lnTo>
                  <a:pt x="2357640" y="1133640"/>
                </a:lnTo>
                <a:lnTo>
                  <a:pt x="2395804" y="1123200"/>
                </a:lnTo>
                <a:lnTo>
                  <a:pt x="2423883" y="1095489"/>
                </a:lnTo>
                <a:lnTo>
                  <a:pt x="2433967" y="1057325"/>
                </a:lnTo>
                <a:lnTo>
                  <a:pt x="2433943" y="76326"/>
                </a:lnTo>
                <a:lnTo>
                  <a:pt x="2423528" y="38531"/>
                </a:lnTo>
                <a:lnTo>
                  <a:pt x="2395804" y="10439"/>
                </a:lnTo>
                <a:lnTo>
                  <a:pt x="2357640" y="368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86777" y="1371708"/>
            <a:ext cx="2243455" cy="854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30"/>
              </a:lnSpc>
              <a:spcBef>
                <a:spcPts val="9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50" spc="-375">
                <a:solidFill>
                  <a:srgbClr val="FF6A5A"/>
                </a:solidFill>
                <a:latin typeface="SimSun-ExtB"/>
                <a:cs typeface="SimSun-ExtB"/>
              </a:rPr>
              <a:t>✕</a:t>
            </a:r>
            <a:r>
              <a:rPr dirty="0" sz="850" spc="235">
                <a:solidFill>
                  <a:srgbClr val="FF6A5A"/>
                </a:solidFill>
                <a:latin typeface="SimSun-ExtB"/>
                <a:cs typeface="SimSun-ExtB"/>
              </a:rPr>
              <a:t> </a:t>
            </a:r>
            <a:r>
              <a:rPr dirty="0" sz="800" i="1">
                <a:solidFill>
                  <a:srgbClr val="FF6A5A"/>
                </a:solidFill>
                <a:latin typeface="Courier New"/>
                <a:cs typeface="Courier New"/>
              </a:rPr>
              <a:t>Bad</a:t>
            </a:r>
            <a:r>
              <a:rPr dirty="0" sz="800" spc="-225" i="1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Arial"/>
                <a:cs typeface="Arial"/>
              </a:rPr>
              <a:t>—</a:t>
            </a:r>
            <a:r>
              <a:rPr dirty="0" sz="8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y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u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800" spc="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8A8FB4"/>
                </a:solidFill>
                <a:latin typeface="Arial"/>
                <a:cs typeface="Arial"/>
              </a:rPr>
              <a:t>re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p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is</a:t>
            </a:r>
            <a:r>
              <a:rPr dirty="0" sz="800" spc="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8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w</a:t>
            </a:r>
            <a:r>
              <a:rPr dirty="0" sz="800" spc="1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800" spc="1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25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B</a:t>
            </a:r>
            <a:r>
              <a:rPr dirty="0" sz="800" spc="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f</a:t>
            </a:r>
            <a:r>
              <a:rPr dirty="0" sz="800" spc="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8A8FB4"/>
                </a:solidFill>
                <a:latin typeface="Arial"/>
                <a:cs typeface="Arial"/>
              </a:rPr>
              <a:t>ju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785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add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Courier New"/>
                <a:cs typeface="Courier New"/>
              </a:rPr>
              <a:t>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79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"stuff"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79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push</a:t>
            </a:r>
            <a:endParaRPr sz="800">
              <a:latin typeface="Courier New"/>
              <a:cs typeface="Courier New"/>
            </a:endParaRPr>
          </a:p>
          <a:p>
            <a:pPr marL="12700" marR="44450">
              <a:lnSpc>
                <a:spcPts val="790"/>
              </a:lnSpc>
              <a:spcBef>
                <a:spcPts val="8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GitHub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repo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huge,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clones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A8FB4"/>
                </a:solidFill>
                <a:latin typeface="Courier New"/>
                <a:cs typeface="Courier New"/>
              </a:rPr>
              <a:t>take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forever,</a:t>
            </a:r>
            <a:endParaRPr sz="800">
              <a:latin typeface="Courier New"/>
              <a:cs typeface="Courier New"/>
            </a:endParaRPr>
          </a:p>
          <a:p>
            <a:pPr marL="12700" marR="226060">
              <a:lnSpc>
                <a:spcPct val="82100"/>
              </a:lnSpc>
              <a:tabLst>
                <a:tab pos="254000" algn="l"/>
              </a:tabLst>
            </a:pP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	merge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conflicts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on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.pyc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files constantly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1004" y="2538363"/>
            <a:ext cx="2433955" cy="292735"/>
            <a:chOff x="621004" y="2538363"/>
            <a:chExt cx="2433955" cy="292735"/>
          </a:xfrm>
        </p:grpSpPr>
        <p:sp>
          <p:nvSpPr>
            <p:cNvPr id="14" name="object 14"/>
            <p:cNvSpPr/>
            <p:nvPr/>
          </p:nvSpPr>
          <p:spPr>
            <a:xfrm>
              <a:off x="621004" y="2538363"/>
              <a:ext cx="2433955" cy="292735"/>
            </a:xfrm>
            <a:custGeom>
              <a:avLst/>
              <a:gdLst/>
              <a:ahLst/>
              <a:cxnLst/>
              <a:rect l="l" t="t" r="r" b="b"/>
              <a:pathLst>
                <a:path w="2433955" h="292735">
                  <a:moveTo>
                    <a:pt x="2366632" y="0"/>
                  </a:moveTo>
                  <a:lnTo>
                    <a:pt x="66598" y="0"/>
                  </a:lnTo>
                  <a:lnTo>
                    <a:pt x="57193" y="596"/>
                  </a:lnTo>
                  <a:lnTo>
                    <a:pt x="57726" y="596"/>
                  </a:lnTo>
                  <a:lnTo>
                    <a:pt x="49499" y="2206"/>
                  </a:lnTo>
                  <a:lnTo>
                    <a:pt x="13781" y="25908"/>
                  </a:lnTo>
                  <a:lnTo>
                    <a:pt x="0" y="66598"/>
                  </a:lnTo>
                  <a:lnTo>
                    <a:pt x="0" y="226072"/>
                  </a:lnTo>
                  <a:lnTo>
                    <a:pt x="521" y="234339"/>
                  </a:lnTo>
                  <a:lnTo>
                    <a:pt x="544" y="234696"/>
                  </a:lnTo>
                  <a:lnTo>
                    <a:pt x="2137" y="242860"/>
                  </a:lnTo>
                  <a:lnTo>
                    <a:pt x="2200" y="243181"/>
                  </a:lnTo>
                  <a:lnTo>
                    <a:pt x="25907" y="278889"/>
                  </a:lnTo>
                  <a:lnTo>
                    <a:pt x="66598" y="292684"/>
                  </a:lnTo>
                  <a:lnTo>
                    <a:pt x="2367000" y="292315"/>
                  </a:lnTo>
                  <a:lnTo>
                    <a:pt x="2407534" y="278539"/>
                  </a:lnTo>
                  <a:lnTo>
                    <a:pt x="2428332" y="251391"/>
                  </a:lnTo>
                  <a:lnTo>
                    <a:pt x="2428434" y="251179"/>
                  </a:lnTo>
                  <a:lnTo>
                    <a:pt x="2431150" y="243181"/>
                  </a:lnTo>
                  <a:lnTo>
                    <a:pt x="2431259" y="242860"/>
                  </a:lnTo>
                  <a:lnTo>
                    <a:pt x="2432930" y="234696"/>
                  </a:lnTo>
                  <a:lnTo>
                    <a:pt x="2433003" y="234339"/>
                  </a:lnTo>
                  <a:lnTo>
                    <a:pt x="2433574" y="226072"/>
                  </a:lnTo>
                  <a:lnTo>
                    <a:pt x="2433599" y="225717"/>
                  </a:lnTo>
                  <a:lnTo>
                    <a:pt x="2433231" y="66598"/>
                  </a:lnTo>
                  <a:lnTo>
                    <a:pt x="2419454" y="26058"/>
                  </a:lnTo>
                  <a:lnTo>
                    <a:pt x="2383775" y="2339"/>
                  </a:lnTo>
                  <a:lnTo>
                    <a:pt x="2375254" y="596"/>
                  </a:lnTo>
                  <a:lnTo>
                    <a:pt x="236663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57961" y="2577238"/>
              <a:ext cx="1536700" cy="116205"/>
            </a:xfrm>
            <a:custGeom>
              <a:avLst/>
              <a:gdLst/>
              <a:ahLst/>
              <a:cxnLst/>
              <a:rect l="l" t="t" r="r" b="b"/>
              <a:pathLst>
                <a:path w="1536700" h="116205">
                  <a:moveTo>
                    <a:pt x="413639" y="0"/>
                  </a:moveTo>
                  <a:lnTo>
                    <a:pt x="50393" y="0"/>
                  </a:lnTo>
                  <a:lnTo>
                    <a:pt x="50393" y="10807"/>
                  </a:lnTo>
                  <a:lnTo>
                    <a:pt x="23393" y="10807"/>
                  </a:lnTo>
                  <a:lnTo>
                    <a:pt x="0" y="34201"/>
                  </a:lnTo>
                  <a:lnTo>
                    <a:pt x="0" y="80289"/>
                  </a:lnTo>
                  <a:lnTo>
                    <a:pt x="23393" y="103682"/>
                  </a:lnTo>
                  <a:lnTo>
                    <a:pt x="50393" y="103644"/>
                  </a:lnTo>
                  <a:lnTo>
                    <a:pt x="50393" y="115925"/>
                  </a:lnTo>
                  <a:lnTo>
                    <a:pt x="413639" y="115925"/>
                  </a:lnTo>
                  <a:lnTo>
                    <a:pt x="413639" y="0"/>
                  </a:lnTo>
                  <a:close/>
                </a:path>
                <a:path w="1536700" h="116205">
                  <a:moveTo>
                    <a:pt x="1536484" y="74879"/>
                  </a:moveTo>
                  <a:lnTo>
                    <a:pt x="1536115" y="39243"/>
                  </a:lnTo>
                  <a:lnTo>
                    <a:pt x="1536115" y="34201"/>
                  </a:lnTo>
                  <a:lnTo>
                    <a:pt x="1535036" y="29527"/>
                  </a:lnTo>
                  <a:lnTo>
                    <a:pt x="1529994" y="20878"/>
                  </a:lnTo>
                  <a:lnTo>
                    <a:pt x="1526400" y="17284"/>
                  </a:lnTo>
                  <a:lnTo>
                    <a:pt x="1517764" y="12242"/>
                  </a:lnTo>
                  <a:lnTo>
                    <a:pt x="1512722" y="10807"/>
                  </a:lnTo>
                  <a:lnTo>
                    <a:pt x="1340281" y="10807"/>
                  </a:lnTo>
                  <a:lnTo>
                    <a:pt x="1340281" y="0"/>
                  </a:lnTo>
                  <a:lnTo>
                    <a:pt x="613803" y="0"/>
                  </a:lnTo>
                  <a:lnTo>
                    <a:pt x="613803" y="10807"/>
                  </a:lnTo>
                  <a:lnTo>
                    <a:pt x="466915" y="10807"/>
                  </a:lnTo>
                  <a:lnTo>
                    <a:pt x="443522" y="34201"/>
                  </a:lnTo>
                  <a:lnTo>
                    <a:pt x="443522" y="80289"/>
                  </a:lnTo>
                  <a:lnTo>
                    <a:pt x="466915" y="103682"/>
                  </a:lnTo>
                  <a:lnTo>
                    <a:pt x="613803" y="103581"/>
                  </a:lnTo>
                  <a:lnTo>
                    <a:pt x="613803" y="115925"/>
                  </a:lnTo>
                  <a:lnTo>
                    <a:pt x="1340281" y="115925"/>
                  </a:lnTo>
                  <a:lnTo>
                    <a:pt x="1340281" y="103479"/>
                  </a:lnTo>
                  <a:lnTo>
                    <a:pt x="1513078" y="103327"/>
                  </a:lnTo>
                  <a:lnTo>
                    <a:pt x="1536369" y="80289"/>
                  </a:lnTo>
                  <a:lnTo>
                    <a:pt x="1536484" y="748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41934" y="2532496"/>
            <a:ext cx="169418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9259" sz="1350" spc="172">
                <a:solidFill>
                  <a:srgbClr val="FF6A5A"/>
                </a:solidFill>
                <a:latin typeface="Segoe UI Symbol"/>
                <a:cs typeface="Segoe UI Symbol"/>
              </a:rPr>
              <a:t>⚒</a:t>
            </a:r>
            <a:r>
              <a:rPr dirty="0" baseline="-9259" sz="1350" spc="30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Add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.venv/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u="sng" sz="800" spc="265">
                <a:solidFill>
                  <a:srgbClr val="293183"/>
                </a:solidFill>
                <a:uFill>
                  <a:solidFill>
                    <a:srgbClr val="283082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pycache</a:t>
            </a:r>
            <a:r>
              <a:rPr dirty="0" u="sng" sz="800" spc="260">
                <a:solidFill>
                  <a:srgbClr val="293183"/>
                </a:solidFill>
                <a:uFill>
                  <a:solidFill>
                    <a:srgbClr val="283082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800" spc="-50">
                <a:solidFill>
                  <a:srgbClr val="293183"/>
                </a:solidFill>
                <a:latin typeface="Courier New"/>
                <a:cs typeface="Courier New"/>
              </a:rPr>
              <a:t>/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29881" y="2678393"/>
            <a:ext cx="606425" cy="116205"/>
          </a:xfrm>
          <a:custGeom>
            <a:avLst/>
            <a:gdLst/>
            <a:ahLst/>
            <a:cxnLst/>
            <a:rect l="l" t="t" r="r" b="b"/>
            <a:pathLst>
              <a:path w="606425" h="116205">
                <a:moveTo>
                  <a:pt x="605878" y="0"/>
                </a:moveTo>
                <a:lnTo>
                  <a:pt x="0" y="0"/>
                </a:lnTo>
                <a:lnTo>
                  <a:pt x="0" y="115925"/>
                </a:lnTo>
                <a:lnTo>
                  <a:pt x="605878" y="115925"/>
                </a:lnTo>
                <a:lnTo>
                  <a:pt x="6058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8456" y="2649133"/>
            <a:ext cx="18370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.gitignore</a:t>
            </a:r>
            <a:r>
              <a:rPr dirty="0" sz="800" spc="-29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BEFORE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your first commit.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47351" y="982956"/>
            <a:ext cx="2648585" cy="1941195"/>
            <a:chOff x="3247351" y="982956"/>
            <a:chExt cx="2648585" cy="1941195"/>
          </a:xfrm>
        </p:grpSpPr>
        <p:sp>
          <p:nvSpPr>
            <p:cNvPr id="20" name="object 20"/>
            <p:cNvSpPr/>
            <p:nvPr/>
          </p:nvSpPr>
          <p:spPr>
            <a:xfrm>
              <a:off x="3251161" y="986766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2507399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1799996"/>
                  </a:lnTo>
                  <a:lnTo>
                    <a:pt x="1116" y="1817079"/>
                  </a:lnTo>
                  <a:lnTo>
                    <a:pt x="1136" y="1817385"/>
                  </a:lnTo>
                  <a:lnTo>
                    <a:pt x="4456" y="1834149"/>
                  </a:lnTo>
                  <a:lnTo>
                    <a:pt x="4500" y="1834372"/>
                  </a:lnTo>
                  <a:lnTo>
                    <a:pt x="27413" y="1881072"/>
                  </a:lnTo>
                  <a:lnTo>
                    <a:pt x="66598" y="1915198"/>
                  </a:lnTo>
                  <a:lnTo>
                    <a:pt x="115756" y="1932051"/>
                  </a:lnTo>
                  <a:lnTo>
                    <a:pt x="133197" y="1933193"/>
                  </a:lnTo>
                  <a:lnTo>
                    <a:pt x="2507754" y="1932838"/>
                  </a:lnTo>
                  <a:lnTo>
                    <a:pt x="2558586" y="1922813"/>
                  </a:lnTo>
                  <a:lnTo>
                    <a:pt x="2601898" y="1893952"/>
                  </a:lnTo>
                  <a:lnTo>
                    <a:pt x="2630680" y="1850820"/>
                  </a:lnTo>
                  <a:lnTo>
                    <a:pt x="2630783" y="1850615"/>
                  </a:lnTo>
                  <a:lnTo>
                    <a:pt x="2636336" y="1834372"/>
                  </a:lnTo>
                  <a:lnTo>
                    <a:pt x="2636412" y="1834149"/>
                  </a:lnTo>
                  <a:lnTo>
                    <a:pt x="2639751" y="1817385"/>
                  </a:lnTo>
                  <a:lnTo>
                    <a:pt x="2639812" y="1817079"/>
                  </a:lnTo>
                  <a:lnTo>
                    <a:pt x="2640929" y="1799996"/>
                  </a:lnTo>
                  <a:lnTo>
                    <a:pt x="2640952" y="1799640"/>
                  </a:lnTo>
                  <a:lnTo>
                    <a:pt x="2640596" y="133197"/>
                  </a:lnTo>
                  <a:lnTo>
                    <a:pt x="2630572" y="82366"/>
                  </a:lnTo>
                  <a:lnTo>
                    <a:pt x="2601720" y="39054"/>
                  </a:lnTo>
                  <a:lnTo>
                    <a:pt x="2558378" y="10174"/>
                  </a:lnTo>
                  <a:lnTo>
                    <a:pt x="2524839" y="1142"/>
                  </a:lnTo>
                  <a:lnTo>
                    <a:pt x="2507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251161" y="986766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0" y="133197"/>
                  </a:moveTo>
                  <a:lnTo>
                    <a:pt x="1142" y="115751"/>
                  </a:lnTo>
                  <a:lnTo>
                    <a:pt x="4545" y="98678"/>
                  </a:lnTo>
                  <a:lnTo>
                    <a:pt x="27615" y="51960"/>
                  </a:lnTo>
                  <a:lnTo>
                    <a:pt x="66598" y="17640"/>
                  </a:lnTo>
                  <a:lnTo>
                    <a:pt x="115808" y="1136"/>
                  </a:lnTo>
                  <a:lnTo>
                    <a:pt x="133197" y="0"/>
                  </a:lnTo>
                  <a:lnTo>
                    <a:pt x="2507399" y="0"/>
                  </a:lnTo>
                  <a:lnTo>
                    <a:pt x="2558378" y="10174"/>
                  </a:lnTo>
                  <a:lnTo>
                    <a:pt x="2601720" y="39054"/>
                  </a:lnTo>
                  <a:lnTo>
                    <a:pt x="2630572" y="82366"/>
                  </a:lnTo>
                  <a:lnTo>
                    <a:pt x="2640596" y="133197"/>
                  </a:lnTo>
                  <a:lnTo>
                    <a:pt x="2640952" y="1799640"/>
                  </a:lnTo>
                  <a:lnTo>
                    <a:pt x="2639812" y="1817079"/>
                  </a:lnTo>
                  <a:lnTo>
                    <a:pt x="2636412" y="1834149"/>
                  </a:lnTo>
                  <a:lnTo>
                    <a:pt x="2613338" y="1880870"/>
                  </a:lnTo>
                  <a:lnTo>
                    <a:pt x="2574353" y="1915198"/>
                  </a:lnTo>
                  <a:lnTo>
                    <a:pt x="2525150" y="1931701"/>
                  </a:lnTo>
                  <a:lnTo>
                    <a:pt x="133197" y="1933193"/>
                  </a:lnTo>
                  <a:lnTo>
                    <a:pt x="82218" y="1923019"/>
                  </a:lnTo>
                  <a:lnTo>
                    <a:pt x="38876" y="1894135"/>
                  </a:lnTo>
                  <a:lnTo>
                    <a:pt x="10024" y="1850820"/>
                  </a:lnTo>
                  <a:lnTo>
                    <a:pt x="0" y="1799996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5200" y="1076403"/>
              <a:ext cx="214198" cy="21419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394697" y="1118783"/>
            <a:ext cx="146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2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7615" y="1114465"/>
            <a:ext cx="15900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10" b="1">
                <a:solidFill>
                  <a:srgbClr val="293183"/>
                </a:solidFill>
                <a:latin typeface="Calibri"/>
                <a:cs typeface="Calibri"/>
              </a:rPr>
              <a:t>COMMITTING</a:t>
            </a:r>
            <a:r>
              <a:rPr dirty="0" sz="700" spc="10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10" b="1">
                <a:solidFill>
                  <a:srgbClr val="293183"/>
                </a:solidFill>
                <a:latin typeface="Calibri"/>
                <a:cs typeface="Calibri"/>
              </a:rPr>
              <a:t>SECRETS</a:t>
            </a:r>
            <a:r>
              <a:rPr dirty="0" sz="700" spc="10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10" b="1">
                <a:solidFill>
                  <a:srgbClr val="293183"/>
                </a:solidFill>
                <a:latin typeface="Calibri"/>
                <a:cs typeface="Calibri"/>
              </a:rPr>
              <a:t>(.env,</a:t>
            </a:r>
            <a:r>
              <a:rPr dirty="0" sz="700" spc="11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10" b="1">
                <a:solidFill>
                  <a:srgbClr val="293183"/>
                </a:solidFill>
                <a:latin typeface="Calibri"/>
                <a:cs typeface="Calibri"/>
              </a:rPr>
              <a:t>API</a:t>
            </a:r>
            <a:r>
              <a:rPr dirty="0" sz="700" spc="11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 b="1">
                <a:solidFill>
                  <a:srgbClr val="293183"/>
                </a:solidFill>
                <a:latin typeface="Calibri"/>
                <a:cs typeface="Calibri"/>
              </a:rPr>
              <a:t>KEYS)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54476" y="1347116"/>
            <a:ext cx="2434590" cy="1134110"/>
          </a:xfrm>
          <a:custGeom>
            <a:avLst/>
            <a:gdLst/>
            <a:ahLst/>
            <a:cxnLst/>
            <a:rect l="l" t="t" r="r" b="b"/>
            <a:pathLst>
              <a:path w="2434590" h="1134110">
                <a:moveTo>
                  <a:pt x="76682" y="0"/>
                </a:moveTo>
                <a:lnTo>
                  <a:pt x="38519" y="10439"/>
                </a:lnTo>
                <a:lnTo>
                  <a:pt x="10439" y="38163"/>
                </a:lnTo>
                <a:lnTo>
                  <a:pt x="368" y="76326"/>
                </a:lnTo>
                <a:lnTo>
                  <a:pt x="0" y="1057325"/>
                </a:lnTo>
                <a:lnTo>
                  <a:pt x="670" y="1067289"/>
                </a:lnTo>
                <a:lnTo>
                  <a:pt x="15889" y="1103773"/>
                </a:lnTo>
                <a:lnTo>
                  <a:pt x="47112" y="1127875"/>
                </a:lnTo>
                <a:lnTo>
                  <a:pt x="76326" y="1133640"/>
                </a:lnTo>
                <a:lnTo>
                  <a:pt x="2357640" y="1133640"/>
                </a:lnTo>
                <a:lnTo>
                  <a:pt x="2395804" y="1123200"/>
                </a:lnTo>
                <a:lnTo>
                  <a:pt x="2423883" y="1095489"/>
                </a:lnTo>
                <a:lnTo>
                  <a:pt x="2433967" y="1057325"/>
                </a:lnTo>
                <a:lnTo>
                  <a:pt x="2433943" y="76326"/>
                </a:lnTo>
                <a:lnTo>
                  <a:pt x="2423528" y="38531"/>
                </a:lnTo>
                <a:lnTo>
                  <a:pt x="2395804" y="10439"/>
                </a:lnTo>
                <a:lnTo>
                  <a:pt x="2357640" y="368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420617" y="1371708"/>
            <a:ext cx="2264410" cy="854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30"/>
              </a:lnSpc>
              <a:spcBef>
                <a:spcPts val="9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50" spc="-375">
                <a:solidFill>
                  <a:srgbClr val="FF6A5A"/>
                </a:solidFill>
                <a:latin typeface="SimSun-ExtB"/>
                <a:cs typeface="SimSun-ExtB"/>
              </a:rPr>
              <a:t>✕</a:t>
            </a:r>
            <a:r>
              <a:rPr dirty="0" sz="850" spc="240">
                <a:solidFill>
                  <a:srgbClr val="FF6A5A"/>
                </a:solidFill>
                <a:latin typeface="SimSun-ExtB"/>
                <a:cs typeface="SimSun-ExtB"/>
              </a:rPr>
              <a:t> </a:t>
            </a:r>
            <a:r>
              <a:rPr dirty="0" sz="800" i="1">
                <a:solidFill>
                  <a:srgbClr val="FF6A5A"/>
                </a:solidFill>
                <a:latin typeface="Courier New"/>
                <a:cs typeface="Courier New"/>
              </a:rPr>
              <a:t>Bad</a:t>
            </a:r>
            <a:r>
              <a:rPr dirty="0" sz="800" spc="5" i="1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your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API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key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now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public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785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add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.env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79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"add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config"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79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push</a:t>
            </a:r>
            <a:endParaRPr sz="800">
              <a:latin typeface="Courier New"/>
              <a:cs typeface="Courier New"/>
            </a:endParaRPr>
          </a:p>
          <a:p>
            <a:pPr marL="12700" marR="307340">
              <a:lnSpc>
                <a:spcPts val="790"/>
              </a:lnSpc>
              <a:spcBef>
                <a:spcPts val="8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Anyone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can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read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your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.env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on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GitHub.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82100"/>
              </a:lnSpc>
              <a:tabLst>
                <a:tab pos="254000" algn="l"/>
              </a:tabLst>
            </a:pP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	Even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if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you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delete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it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later,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A8FB4"/>
                </a:solidFill>
                <a:latin typeface="Courier New"/>
                <a:cs typeface="Courier New"/>
              </a:rPr>
              <a:t>it's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in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history.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54844" y="2538363"/>
            <a:ext cx="2433955" cy="292735"/>
            <a:chOff x="3354844" y="2538363"/>
            <a:chExt cx="2433955" cy="292735"/>
          </a:xfrm>
        </p:grpSpPr>
        <p:sp>
          <p:nvSpPr>
            <p:cNvPr id="28" name="object 28"/>
            <p:cNvSpPr/>
            <p:nvPr/>
          </p:nvSpPr>
          <p:spPr>
            <a:xfrm>
              <a:off x="3354844" y="2538363"/>
              <a:ext cx="2433955" cy="292735"/>
            </a:xfrm>
            <a:custGeom>
              <a:avLst/>
              <a:gdLst/>
              <a:ahLst/>
              <a:cxnLst/>
              <a:rect l="l" t="t" r="r" b="b"/>
              <a:pathLst>
                <a:path w="2433954" h="292735">
                  <a:moveTo>
                    <a:pt x="2366632" y="0"/>
                  </a:moveTo>
                  <a:lnTo>
                    <a:pt x="66598" y="0"/>
                  </a:lnTo>
                  <a:lnTo>
                    <a:pt x="57193" y="596"/>
                  </a:lnTo>
                  <a:lnTo>
                    <a:pt x="57726" y="596"/>
                  </a:lnTo>
                  <a:lnTo>
                    <a:pt x="49499" y="2206"/>
                  </a:lnTo>
                  <a:lnTo>
                    <a:pt x="13781" y="25908"/>
                  </a:lnTo>
                  <a:lnTo>
                    <a:pt x="0" y="66598"/>
                  </a:lnTo>
                  <a:lnTo>
                    <a:pt x="0" y="226072"/>
                  </a:lnTo>
                  <a:lnTo>
                    <a:pt x="521" y="234339"/>
                  </a:lnTo>
                  <a:lnTo>
                    <a:pt x="544" y="234696"/>
                  </a:lnTo>
                  <a:lnTo>
                    <a:pt x="2137" y="242860"/>
                  </a:lnTo>
                  <a:lnTo>
                    <a:pt x="2200" y="243181"/>
                  </a:lnTo>
                  <a:lnTo>
                    <a:pt x="4931" y="251179"/>
                  </a:lnTo>
                  <a:lnTo>
                    <a:pt x="33121" y="283679"/>
                  </a:lnTo>
                  <a:lnTo>
                    <a:pt x="66598" y="292684"/>
                  </a:lnTo>
                  <a:lnTo>
                    <a:pt x="2367000" y="292315"/>
                  </a:lnTo>
                  <a:lnTo>
                    <a:pt x="2407534" y="278539"/>
                  </a:lnTo>
                  <a:lnTo>
                    <a:pt x="2428332" y="251391"/>
                  </a:lnTo>
                  <a:lnTo>
                    <a:pt x="2428434" y="251179"/>
                  </a:lnTo>
                  <a:lnTo>
                    <a:pt x="2431150" y="243181"/>
                  </a:lnTo>
                  <a:lnTo>
                    <a:pt x="2431259" y="242860"/>
                  </a:lnTo>
                  <a:lnTo>
                    <a:pt x="2432930" y="234696"/>
                  </a:lnTo>
                  <a:lnTo>
                    <a:pt x="2433003" y="234339"/>
                  </a:lnTo>
                  <a:lnTo>
                    <a:pt x="2433574" y="226072"/>
                  </a:lnTo>
                  <a:lnTo>
                    <a:pt x="2433599" y="225717"/>
                  </a:lnTo>
                  <a:lnTo>
                    <a:pt x="2433231" y="66598"/>
                  </a:lnTo>
                  <a:lnTo>
                    <a:pt x="2419454" y="26058"/>
                  </a:lnTo>
                  <a:lnTo>
                    <a:pt x="2383775" y="2339"/>
                  </a:lnTo>
                  <a:lnTo>
                    <a:pt x="2375254" y="596"/>
                  </a:lnTo>
                  <a:lnTo>
                    <a:pt x="236663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1801" y="2588046"/>
              <a:ext cx="217805" cy="928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741839" y="2577238"/>
              <a:ext cx="980440" cy="116205"/>
            </a:xfrm>
            <a:custGeom>
              <a:avLst/>
              <a:gdLst/>
              <a:ahLst/>
              <a:cxnLst/>
              <a:rect l="l" t="t" r="r" b="b"/>
              <a:pathLst>
                <a:path w="980439" h="116205">
                  <a:moveTo>
                    <a:pt x="242646" y="0"/>
                  </a:moveTo>
                  <a:lnTo>
                    <a:pt x="0" y="0"/>
                  </a:lnTo>
                  <a:lnTo>
                    <a:pt x="0" y="115925"/>
                  </a:lnTo>
                  <a:lnTo>
                    <a:pt x="242646" y="115925"/>
                  </a:lnTo>
                  <a:lnTo>
                    <a:pt x="242646" y="0"/>
                  </a:lnTo>
                  <a:close/>
                </a:path>
                <a:path w="980439" h="116205">
                  <a:moveTo>
                    <a:pt x="979919" y="0"/>
                  </a:moveTo>
                  <a:lnTo>
                    <a:pt x="374040" y="0"/>
                  </a:lnTo>
                  <a:lnTo>
                    <a:pt x="374040" y="10807"/>
                  </a:lnTo>
                  <a:lnTo>
                    <a:pt x="286562" y="10807"/>
                  </a:lnTo>
                  <a:lnTo>
                    <a:pt x="263156" y="34201"/>
                  </a:lnTo>
                  <a:lnTo>
                    <a:pt x="263156" y="80289"/>
                  </a:lnTo>
                  <a:lnTo>
                    <a:pt x="286562" y="103682"/>
                  </a:lnTo>
                  <a:lnTo>
                    <a:pt x="374040" y="103619"/>
                  </a:lnTo>
                  <a:lnTo>
                    <a:pt x="374040" y="115925"/>
                  </a:lnTo>
                  <a:lnTo>
                    <a:pt x="979919" y="115925"/>
                  </a:lnTo>
                  <a:lnTo>
                    <a:pt x="979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3382975" y="2532496"/>
            <a:ext cx="229743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9259" sz="1350" spc="-315">
                <a:solidFill>
                  <a:srgbClr val="FF6A5A"/>
                </a:solidFill>
                <a:latin typeface="Segoe UI Symbol"/>
                <a:cs typeface="Segoe UI Symbol"/>
              </a:rPr>
              <a:t>⚿</a:t>
            </a:r>
            <a:r>
              <a:rPr dirty="0" baseline="-9259" sz="1350" spc="150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Add</a:t>
            </a:r>
            <a:r>
              <a:rPr dirty="0" sz="800" spc="-3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.env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.gitignore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.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If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already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committed,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41941" y="2649133"/>
            <a:ext cx="20542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rotate</a:t>
            </a:r>
            <a:r>
              <a:rPr dirty="0" sz="800" spc="-2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the</a:t>
            </a:r>
            <a:r>
              <a:rPr dirty="0" sz="8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key</a:t>
            </a:r>
            <a:r>
              <a:rPr dirty="0" sz="800" spc="-2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immediately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assume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it's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leaked.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981547" y="982956"/>
            <a:ext cx="2648585" cy="1941195"/>
            <a:chOff x="5981547" y="982956"/>
            <a:chExt cx="2648585" cy="1941195"/>
          </a:xfrm>
        </p:grpSpPr>
        <p:sp>
          <p:nvSpPr>
            <p:cNvPr id="34" name="object 34"/>
            <p:cNvSpPr/>
            <p:nvPr/>
          </p:nvSpPr>
          <p:spPr>
            <a:xfrm>
              <a:off x="5985357" y="986766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2507043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26" y="51960"/>
                  </a:lnTo>
                  <a:lnTo>
                    <a:pt x="4546" y="98678"/>
                  </a:lnTo>
                  <a:lnTo>
                    <a:pt x="0" y="133197"/>
                  </a:lnTo>
                  <a:lnTo>
                    <a:pt x="0" y="1799996"/>
                  </a:lnTo>
                  <a:lnTo>
                    <a:pt x="1116" y="1817079"/>
                  </a:lnTo>
                  <a:lnTo>
                    <a:pt x="1136" y="1817385"/>
                  </a:lnTo>
                  <a:lnTo>
                    <a:pt x="4456" y="1834149"/>
                  </a:lnTo>
                  <a:lnTo>
                    <a:pt x="4500" y="1834372"/>
                  </a:lnTo>
                  <a:lnTo>
                    <a:pt x="27420" y="1881072"/>
                  </a:lnTo>
                  <a:lnTo>
                    <a:pt x="66598" y="1915198"/>
                  </a:lnTo>
                  <a:lnTo>
                    <a:pt x="115758" y="1932051"/>
                  </a:lnTo>
                  <a:lnTo>
                    <a:pt x="133197" y="1933193"/>
                  </a:lnTo>
                  <a:lnTo>
                    <a:pt x="2507399" y="1932838"/>
                  </a:lnTo>
                  <a:lnTo>
                    <a:pt x="2558230" y="1922813"/>
                  </a:lnTo>
                  <a:lnTo>
                    <a:pt x="2601542" y="1893952"/>
                  </a:lnTo>
                  <a:lnTo>
                    <a:pt x="2630324" y="1850820"/>
                  </a:lnTo>
                  <a:lnTo>
                    <a:pt x="2630427" y="1850615"/>
                  </a:lnTo>
                  <a:lnTo>
                    <a:pt x="2635980" y="1834372"/>
                  </a:lnTo>
                  <a:lnTo>
                    <a:pt x="2636056" y="1834149"/>
                  </a:lnTo>
                  <a:lnTo>
                    <a:pt x="2639395" y="1817385"/>
                  </a:lnTo>
                  <a:lnTo>
                    <a:pt x="2639456" y="1817079"/>
                  </a:lnTo>
                  <a:lnTo>
                    <a:pt x="2640573" y="1799996"/>
                  </a:lnTo>
                  <a:lnTo>
                    <a:pt x="2640596" y="1799640"/>
                  </a:lnTo>
                  <a:lnTo>
                    <a:pt x="2640241" y="133197"/>
                  </a:lnTo>
                  <a:lnTo>
                    <a:pt x="2630216" y="82366"/>
                  </a:lnTo>
                  <a:lnTo>
                    <a:pt x="2601364" y="39054"/>
                  </a:lnTo>
                  <a:lnTo>
                    <a:pt x="2558023" y="10174"/>
                  </a:lnTo>
                  <a:lnTo>
                    <a:pt x="2524484" y="1142"/>
                  </a:lnTo>
                  <a:lnTo>
                    <a:pt x="2507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985357" y="986766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0" y="133197"/>
                  </a:moveTo>
                  <a:lnTo>
                    <a:pt x="1142" y="115751"/>
                  </a:lnTo>
                  <a:lnTo>
                    <a:pt x="4546" y="98678"/>
                  </a:lnTo>
                  <a:lnTo>
                    <a:pt x="27626" y="51960"/>
                  </a:lnTo>
                  <a:lnTo>
                    <a:pt x="66598" y="17640"/>
                  </a:lnTo>
                  <a:lnTo>
                    <a:pt x="115808" y="1136"/>
                  </a:lnTo>
                  <a:lnTo>
                    <a:pt x="133197" y="0"/>
                  </a:lnTo>
                  <a:lnTo>
                    <a:pt x="2507043" y="0"/>
                  </a:lnTo>
                  <a:lnTo>
                    <a:pt x="2558023" y="10174"/>
                  </a:lnTo>
                  <a:lnTo>
                    <a:pt x="2601364" y="39054"/>
                  </a:lnTo>
                  <a:lnTo>
                    <a:pt x="2630216" y="82366"/>
                  </a:lnTo>
                  <a:lnTo>
                    <a:pt x="2640241" y="133197"/>
                  </a:lnTo>
                  <a:lnTo>
                    <a:pt x="2640596" y="1799640"/>
                  </a:lnTo>
                  <a:lnTo>
                    <a:pt x="2639456" y="1817079"/>
                  </a:lnTo>
                  <a:lnTo>
                    <a:pt x="2636056" y="1834149"/>
                  </a:lnTo>
                  <a:lnTo>
                    <a:pt x="2612983" y="1880870"/>
                  </a:lnTo>
                  <a:lnTo>
                    <a:pt x="2573997" y="1915198"/>
                  </a:lnTo>
                  <a:lnTo>
                    <a:pt x="2524795" y="1931701"/>
                  </a:lnTo>
                  <a:lnTo>
                    <a:pt x="133197" y="1933193"/>
                  </a:lnTo>
                  <a:lnTo>
                    <a:pt x="82223" y="1923019"/>
                  </a:lnTo>
                  <a:lnTo>
                    <a:pt x="38885" y="1894135"/>
                  </a:lnTo>
                  <a:lnTo>
                    <a:pt x="10024" y="1850820"/>
                  </a:lnTo>
                  <a:lnTo>
                    <a:pt x="0" y="1799996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8684" y="1076403"/>
              <a:ext cx="214198" cy="214198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128181" y="1118783"/>
            <a:ext cx="146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2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61455" y="1104381"/>
            <a:ext cx="171703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git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push</a:t>
            </a:r>
            <a:r>
              <a:rPr dirty="0" sz="800" spc="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-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-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force</a:t>
            </a:r>
            <a:r>
              <a:rPr dirty="0" sz="800" spc="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ON</a:t>
            </a:r>
            <a:r>
              <a:rPr dirty="0" sz="800" spc="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800" spc="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SHARED</a:t>
            </a:r>
            <a:r>
              <a:rPr dirty="0" sz="800" spc="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BRANCH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087960" y="1347484"/>
            <a:ext cx="2433955" cy="1129030"/>
          </a:xfrm>
          <a:custGeom>
            <a:avLst/>
            <a:gdLst/>
            <a:ahLst/>
            <a:cxnLst/>
            <a:rect l="l" t="t" r="r" b="b"/>
            <a:pathLst>
              <a:path w="2433954" h="1129030">
                <a:moveTo>
                  <a:pt x="76682" y="0"/>
                </a:moveTo>
                <a:lnTo>
                  <a:pt x="38519" y="10439"/>
                </a:lnTo>
                <a:lnTo>
                  <a:pt x="10439" y="38163"/>
                </a:lnTo>
                <a:lnTo>
                  <a:pt x="355" y="76314"/>
                </a:lnTo>
                <a:lnTo>
                  <a:pt x="0" y="1052639"/>
                </a:lnTo>
                <a:lnTo>
                  <a:pt x="658" y="1062601"/>
                </a:lnTo>
                <a:lnTo>
                  <a:pt x="668" y="1062751"/>
                </a:lnTo>
                <a:lnTo>
                  <a:pt x="2625" y="1072392"/>
                </a:lnTo>
                <a:lnTo>
                  <a:pt x="2652" y="1072526"/>
                </a:lnTo>
                <a:lnTo>
                  <a:pt x="22410" y="1106595"/>
                </a:lnTo>
                <a:lnTo>
                  <a:pt x="56567" y="1126347"/>
                </a:lnTo>
                <a:lnTo>
                  <a:pt x="76314" y="1128953"/>
                </a:lnTo>
                <a:lnTo>
                  <a:pt x="2357640" y="1128953"/>
                </a:lnTo>
                <a:lnTo>
                  <a:pt x="2395804" y="1118514"/>
                </a:lnTo>
                <a:lnTo>
                  <a:pt x="2423883" y="1090803"/>
                </a:lnTo>
                <a:lnTo>
                  <a:pt x="2433955" y="1052639"/>
                </a:lnTo>
                <a:lnTo>
                  <a:pt x="2433930" y="76314"/>
                </a:lnTo>
                <a:lnTo>
                  <a:pt x="2423515" y="38519"/>
                </a:lnTo>
                <a:lnTo>
                  <a:pt x="2395804" y="10439"/>
                </a:lnTo>
                <a:lnTo>
                  <a:pt x="2357640" y="355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154102" y="1371339"/>
            <a:ext cx="2229485" cy="95440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5080">
              <a:lnSpc>
                <a:spcPct val="81200"/>
              </a:lnSpc>
              <a:spcBef>
                <a:spcPts val="28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50" spc="-375">
                <a:solidFill>
                  <a:srgbClr val="FF6A5A"/>
                </a:solidFill>
                <a:latin typeface="SimSun-ExtB"/>
                <a:cs typeface="SimSun-ExtB"/>
              </a:rPr>
              <a:t>✕</a:t>
            </a:r>
            <a:r>
              <a:rPr dirty="0" sz="850" spc="240">
                <a:solidFill>
                  <a:srgbClr val="FF6A5A"/>
                </a:solidFill>
                <a:latin typeface="SimSun-ExtB"/>
                <a:cs typeface="SimSun-ExtB"/>
              </a:rPr>
              <a:t> </a:t>
            </a:r>
            <a:r>
              <a:rPr dirty="0" sz="800" i="1">
                <a:solidFill>
                  <a:srgbClr val="FF6A5A"/>
                </a:solidFill>
                <a:latin typeface="Courier New"/>
                <a:cs typeface="Courier New"/>
              </a:rPr>
              <a:t>Bad</a:t>
            </a:r>
            <a:r>
              <a:rPr dirty="0" sz="800" spc="5" i="1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overwrites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your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teammate's commits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7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 push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force origin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main</a:t>
            </a:r>
            <a:endParaRPr sz="800">
              <a:latin typeface="Courier New"/>
              <a:cs typeface="Courier New"/>
            </a:endParaRPr>
          </a:p>
          <a:p>
            <a:pPr marL="12700" marR="151765">
              <a:lnSpc>
                <a:spcPts val="790"/>
              </a:lnSpc>
              <a:spcBef>
                <a:spcPts val="8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If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teammate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pushed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while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you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were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working,</a:t>
            </a:r>
            <a:endParaRPr sz="800">
              <a:latin typeface="Courier New"/>
              <a:cs typeface="Courier New"/>
            </a:endParaRPr>
          </a:p>
          <a:p>
            <a:pPr marL="12700" marR="332740">
              <a:lnSpc>
                <a:spcPct val="82100"/>
              </a:lnSpc>
              <a:tabLst>
                <a:tab pos="254000" algn="l"/>
              </a:tabLst>
            </a:pP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	their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commits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are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GONE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A8FB4"/>
                </a:solidFill>
                <a:latin typeface="Courier New"/>
                <a:cs typeface="Courier New"/>
              </a:rPr>
              <a:t>from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GitHub.</a:t>
            </a:r>
            <a:endParaRPr sz="800">
              <a:latin typeface="Courier New"/>
              <a:cs typeface="Courier New"/>
            </a:endParaRPr>
          </a:p>
          <a:p>
            <a:pPr marL="12700" marR="332740">
              <a:lnSpc>
                <a:spcPct val="82100"/>
              </a:lnSpc>
              <a:tabLst>
                <a:tab pos="254000" algn="l"/>
              </a:tabLst>
            </a:pP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	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Force-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push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only</a:t>
            </a:r>
            <a:r>
              <a:rPr dirty="0" sz="8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on</a:t>
            </a:r>
            <a:r>
              <a:rPr dirty="0" sz="8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your</a:t>
            </a:r>
            <a:r>
              <a:rPr dirty="0" sz="8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own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branches.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088316" y="2533321"/>
            <a:ext cx="2433955" cy="297815"/>
            <a:chOff x="6088316" y="2533321"/>
            <a:chExt cx="2433955" cy="297815"/>
          </a:xfrm>
        </p:grpSpPr>
        <p:sp>
          <p:nvSpPr>
            <p:cNvPr id="42" name="object 42"/>
            <p:cNvSpPr/>
            <p:nvPr/>
          </p:nvSpPr>
          <p:spPr>
            <a:xfrm>
              <a:off x="6088316" y="2533321"/>
              <a:ext cx="2433955" cy="297815"/>
            </a:xfrm>
            <a:custGeom>
              <a:avLst/>
              <a:gdLst/>
              <a:ahLst/>
              <a:cxnLst/>
              <a:rect l="l" t="t" r="r" b="b"/>
              <a:pathLst>
                <a:path w="2433954" h="297814">
                  <a:moveTo>
                    <a:pt x="2366645" y="0"/>
                  </a:moveTo>
                  <a:lnTo>
                    <a:pt x="66598" y="0"/>
                  </a:lnTo>
                  <a:lnTo>
                    <a:pt x="57193" y="596"/>
                  </a:lnTo>
                  <a:lnTo>
                    <a:pt x="57726" y="596"/>
                  </a:lnTo>
                  <a:lnTo>
                    <a:pt x="49499" y="2206"/>
                  </a:lnTo>
                  <a:lnTo>
                    <a:pt x="13787" y="25908"/>
                  </a:lnTo>
                  <a:lnTo>
                    <a:pt x="0" y="66598"/>
                  </a:lnTo>
                  <a:lnTo>
                    <a:pt x="0" y="230758"/>
                  </a:lnTo>
                  <a:lnTo>
                    <a:pt x="533" y="239175"/>
                  </a:lnTo>
                  <a:lnTo>
                    <a:pt x="546" y="239375"/>
                  </a:lnTo>
                  <a:lnTo>
                    <a:pt x="2171" y="247680"/>
                  </a:lnTo>
                  <a:lnTo>
                    <a:pt x="2206" y="247857"/>
                  </a:lnTo>
                  <a:lnTo>
                    <a:pt x="4961" y="255915"/>
                  </a:lnTo>
                  <a:lnTo>
                    <a:pt x="33121" y="288366"/>
                  </a:lnTo>
                  <a:lnTo>
                    <a:pt x="66598" y="297357"/>
                  </a:lnTo>
                  <a:lnTo>
                    <a:pt x="2367000" y="297002"/>
                  </a:lnTo>
                  <a:lnTo>
                    <a:pt x="2407541" y="283220"/>
                  </a:lnTo>
                  <a:lnTo>
                    <a:pt x="2428364" y="256071"/>
                  </a:lnTo>
                  <a:lnTo>
                    <a:pt x="2428439" y="255915"/>
                  </a:lnTo>
                  <a:lnTo>
                    <a:pt x="2431200" y="247857"/>
                  </a:lnTo>
                  <a:lnTo>
                    <a:pt x="2431261" y="247680"/>
                  </a:lnTo>
                  <a:lnTo>
                    <a:pt x="2432962" y="239375"/>
                  </a:lnTo>
                  <a:lnTo>
                    <a:pt x="2433003" y="239175"/>
                  </a:lnTo>
                  <a:lnTo>
                    <a:pt x="2433575" y="230758"/>
                  </a:lnTo>
                  <a:lnTo>
                    <a:pt x="2433599" y="230403"/>
                  </a:lnTo>
                  <a:lnTo>
                    <a:pt x="2433243" y="66598"/>
                  </a:lnTo>
                  <a:lnTo>
                    <a:pt x="2419462" y="26058"/>
                  </a:lnTo>
                  <a:lnTo>
                    <a:pt x="2383921" y="2339"/>
                  </a:lnTo>
                  <a:lnTo>
                    <a:pt x="2375417" y="596"/>
                  </a:lnTo>
                  <a:lnTo>
                    <a:pt x="2366645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84315" y="2583359"/>
              <a:ext cx="338455" cy="93345"/>
            </a:xfrm>
            <a:custGeom>
              <a:avLst/>
              <a:gdLst/>
              <a:ahLst/>
              <a:cxnLst/>
              <a:rect l="l" t="t" r="r" b="b"/>
              <a:pathLst>
                <a:path w="338454" h="93344">
                  <a:moveTo>
                    <a:pt x="314286" y="0"/>
                  </a:moveTo>
                  <a:lnTo>
                    <a:pt x="23406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89" y="9728"/>
                  </a:lnTo>
                  <a:lnTo>
                    <a:pt x="1447" y="18364"/>
                  </a:lnTo>
                  <a:lnTo>
                    <a:pt x="0" y="23406"/>
                  </a:lnTo>
                  <a:lnTo>
                    <a:pt x="0" y="69481"/>
                  </a:lnTo>
                  <a:lnTo>
                    <a:pt x="23406" y="92887"/>
                  </a:lnTo>
                  <a:lnTo>
                    <a:pt x="314642" y="92519"/>
                  </a:lnTo>
                  <a:lnTo>
                    <a:pt x="338048" y="64084"/>
                  </a:lnTo>
                  <a:lnTo>
                    <a:pt x="337680" y="28447"/>
                  </a:lnTo>
                  <a:lnTo>
                    <a:pt x="337680" y="23406"/>
                  </a:lnTo>
                  <a:lnTo>
                    <a:pt x="336600" y="18719"/>
                  </a:lnTo>
                  <a:lnTo>
                    <a:pt x="331558" y="10083"/>
                  </a:lnTo>
                  <a:lnTo>
                    <a:pt x="327964" y="6476"/>
                  </a:lnTo>
                  <a:lnTo>
                    <a:pt x="319328" y="1447"/>
                  </a:lnTo>
                  <a:lnTo>
                    <a:pt x="314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2523" y="2583359"/>
              <a:ext cx="217792" cy="9288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288481" y="2572209"/>
              <a:ext cx="2164715" cy="210185"/>
            </a:xfrm>
            <a:custGeom>
              <a:avLst/>
              <a:gdLst/>
              <a:ahLst/>
              <a:cxnLst/>
              <a:rect l="l" t="t" r="r" b="b"/>
              <a:pathLst>
                <a:path w="2164715" h="210185">
                  <a:moveTo>
                    <a:pt x="2164321" y="181076"/>
                  </a:moveTo>
                  <a:lnTo>
                    <a:pt x="2163953" y="39598"/>
                  </a:lnTo>
                  <a:lnTo>
                    <a:pt x="2163953" y="34556"/>
                  </a:lnTo>
                  <a:lnTo>
                    <a:pt x="2162873" y="29870"/>
                  </a:lnTo>
                  <a:lnTo>
                    <a:pt x="2157844" y="21234"/>
                  </a:lnTo>
                  <a:lnTo>
                    <a:pt x="2154237" y="17627"/>
                  </a:lnTo>
                  <a:lnTo>
                    <a:pt x="2145601" y="12598"/>
                  </a:lnTo>
                  <a:lnTo>
                    <a:pt x="2140559" y="11150"/>
                  </a:lnTo>
                  <a:lnTo>
                    <a:pt x="1085761" y="11150"/>
                  </a:lnTo>
                  <a:lnTo>
                    <a:pt x="1085761" y="0"/>
                  </a:lnTo>
                  <a:lnTo>
                    <a:pt x="843114" y="0"/>
                  </a:lnTo>
                  <a:lnTo>
                    <a:pt x="843114" y="11150"/>
                  </a:lnTo>
                  <a:lnTo>
                    <a:pt x="691197" y="11150"/>
                  </a:lnTo>
                  <a:lnTo>
                    <a:pt x="691197" y="0"/>
                  </a:lnTo>
                  <a:lnTo>
                    <a:pt x="267106" y="0"/>
                  </a:lnTo>
                  <a:lnTo>
                    <a:pt x="267106" y="11150"/>
                  </a:lnTo>
                  <a:lnTo>
                    <a:pt x="23393" y="11150"/>
                  </a:lnTo>
                  <a:lnTo>
                    <a:pt x="0" y="34556"/>
                  </a:lnTo>
                  <a:lnTo>
                    <a:pt x="0" y="186474"/>
                  </a:lnTo>
                  <a:lnTo>
                    <a:pt x="23393" y="209867"/>
                  </a:lnTo>
                  <a:lnTo>
                    <a:pt x="2140915" y="209511"/>
                  </a:lnTo>
                  <a:lnTo>
                    <a:pt x="2164207" y="186474"/>
                  </a:lnTo>
                  <a:lnTo>
                    <a:pt x="2164321" y="1810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6109258" y="2527454"/>
            <a:ext cx="230886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9259" sz="1350">
                <a:solidFill>
                  <a:srgbClr val="FF6A5A"/>
                </a:solidFill>
                <a:latin typeface="Segoe UI Symbol"/>
                <a:cs typeface="Segoe UI Symbol"/>
              </a:rPr>
              <a:t>⚠</a:t>
            </a:r>
            <a:r>
              <a:rPr dirty="0" baseline="-9259" sz="1350" spc="60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Never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--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force</a:t>
            </a:r>
            <a:r>
              <a:rPr dirty="0" sz="800" spc="-29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main</a:t>
            </a:r>
            <a:r>
              <a:rPr dirty="0" sz="800" spc="-29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or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shared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branches.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Use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288481" y="2673351"/>
            <a:ext cx="1090295" cy="116205"/>
          </a:xfrm>
          <a:custGeom>
            <a:avLst/>
            <a:gdLst/>
            <a:ahLst/>
            <a:cxnLst/>
            <a:rect l="l" t="t" r="r" b="b"/>
            <a:pathLst>
              <a:path w="1090295" h="116205">
                <a:moveTo>
                  <a:pt x="1089723" y="0"/>
                </a:moveTo>
                <a:lnTo>
                  <a:pt x="0" y="0"/>
                </a:lnTo>
                <a:lnTo>
                  <a:pt x="0" y="115925"/>
                </a:lnTo>
                <a:lnTo>
                  <a:pt x="1089723" y="115925"/>
                </a:lnTo>
                <a:lnTo>
                  <a:pt x="1089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275781" y="2644103"/>
            <a:ext cx="207581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--force-with-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lease</a:t>
            </a:r>
            <a:r>
              <a:rPr dirty="0" sz="800" spc="-26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if</a:t>
            </a:r>
            <a:r>
              <a:rPr dirty="0" sz="800" spc="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sz="800" spc="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must</a:t>
            </a:r>
            <a:r>
              <a:rPr dirty="0" sz="800" spc="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force-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push.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14235" y="3009025"/>
            <a:ext cx="2648585" cy="1941195"/>
            <a:chOff x="514235" y="3009025"/>
            <a:chExt cx="2648585" cy="1941195"/>
          </a:xfrm>
        </p:grpSpPr>
        <p:sp>
          <p:nvSpPr>
            <p:cNvPr id="50" name="object 50"/>
            <p:cNvSpPr/>
            <p:nvPr/>
          </p:nvSpPr>
          <p:spPr>
            <a:xfrm>
              <a:off x="518045" y="3012835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2507030" y="0"/>
                  </a:moveTo>
                  <a:lnTo>
                    <a:pt x="133197" y="0"/>
                  </a:lnTo>
                  <a:lnTo>
                    <a:pt x="115772" y="1142"/>
                  </a:lnTo>
                  <a:lnTo>
                    <a:pt x="66598" y="17640"/>
                  </a:lnTo>
                  <a:lnTo>
                    <a:pt x="27613" y="51973"/>
                  </a:lnTo>
                  <a:lnTo>
                    <a:pt x="4540" y="98691"/>
                  </a:lnTo>
                  <a:lnTo>
                    <a:pt x="0" y="133210"/>
                  </a:lnTo>
                  <a:lnTo>
                    <a:pt x="0" y="1800009"/>
                  </a:lnTo>
                  <a:lnTo>
                    <a:pt x="1114" y="1817087"/>
                  </a:lnTo>
                  <a:lnTo>
                    <a:pt x="1134" y="1817398"/>
                  </a:lnTo>
                  <a:lnTo>
                    <a:pt x="17640" y="1866607"/>
                  </a:lnTo>
                  <a:lnTo>
                    <a:pt x="51960" y="1905591"/>
                  </a:lnTo>
                  <a:lnTo>
                    <a:pt x="98679" y="1928661"/>
                  </a:lnTo>
                  <a:lnTo>
                    <a:pt x="133197" y="1933206"/>
                  </a:lnTo>
                  <a:lnTo>
                    <a:pt x="2507399" y="1932851"/>
                  </a:lnTo>
                  <a:lnTo>
                    <a:pt x="2558223" y="1922826"/>
                  </a:lnTo>
                  <a:lnTo>
                    <a:pt x="2601531" y="1893965"/>
                  </a:lnTo>
                  <a:lnTo>
                    <a:pt x="2630313" y="1850833"/>
                  </a:lnTo>
                  <a:lnTo>
                    <a:pt x="2630416" y="1850627"/>
                  </a:lnTo>
                  <a:lnTo>
                    <a:pt x="2640572" y="1800009"/>
                  </a:lnTo>
                  <a:lnTo>
                    <a:pt x="2640596" y="1799640"/>
                  </a:lnTo>
                  <a:lnTo>
                    <a:pt x="2640228" y="133210"/>
                  </a:lnTo>
                  <a:lnTo>
                    <a:pt x="2630209" y="82378"/>
                  </a:lnTo>
                  <a:lnTo>
                    <a:pt x="2601352" y="39066"/>
                  </a:lnTo>
                  <a:lnTo>
                    <a:pt x="2558012" y="10179"/>
                  </a:lnTo>
                  <a:lnTo>
                    <a:pt x="2524477" y="1142"/>
                  </a:lnTo>
                  <a:lnTo>
                    <a:pt x="25070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18045" y="3012835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0" y="133210"/>
                  </a:moveTo>
                  <a:lnTo>
                    <a:pt x="1140" y="115764"/>
                  </a:lnTo>
                  <a:lnTo>
                    <a:pt x="4540" y="98691"/>
                  </a:lnTo>
                  <a:lnTo>
                    <a:pt x="27613" y="51973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507030" y="0"/>
                  </a:lnTo>
                  <a:lnTo>
                    <a:pt x="2558012" y="10179"/>
                  </a:lnTo>
                  <a:lnTo>
                    <a:pt x="2601352" y="39066"/>
                  </a:lnTo>
                  <a:lnTo>
                    <a:pt x="2630209" y="82378"/>
                  </a:lnTo>
                  <a:lnTo>
                    <a:pt x="2640228" y="133210"/>
                  </a:lnTo>
                  <a:lnTo>
                    <a:pt x="2640596" y="1799640"/>
                  </a:lnTo>
                  <a:lnTo>
                    <a:pt x="2639454" y="1817087"/>
                  </a:lnTo>
                  <a:lnTo>
                    <a:pt x="2636050" y="1834160"/>
                  </a:lnTo>
                  <a:lnTo>
                    <a:pt x="2612970" y="1880883"/>
                  </a:lnTo>
                  <a:lnTo>
                    <a:pt x="2573997" y="1915210"/>
                  </a:lnTo>
                  <a:lnTo>
                    <a:pt x="2524788" y="1931714"/>
                  </a:lnTo>
                  <a:lnTo>
                    <a:pt x="133197" y="1933206"/>
                  </a:lnTo>
                  <a:lnTo>
                    <a:pt x="82216" y="1923032"/>
                  </a:lnTo>
                  <a:lnTo>
                    <a:pt x="38876" y="1894147"/>
                  </a:lnTo>
                  <a:lnTo>
                    <a:pt x="10019" y="1850833"/>
                  </a:lnTo>
                  <a:lnTo>
                    <a:pt x="0" y="1800009"/>
                  </a:lnTo>
                  <a:lnTo>
                    <a:pt x="0" y="133210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360" y="3102485"/>
              <a:ext cx="214198" cy="214198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660857" y="3144852"/>
            <a:ext cx="146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2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94143" y="3130463"/>
            <a:ext cx="11182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BAD</a:t>
            </a: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COMMIT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MESSAGES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20636" y="3373566"/>
            <a:ext cx="2434590" cy="1138555"/>
          </a:xfrm>
          <a:custGeom>
            <a:avLst/>
            <a:gdLst/>
            <a:ahLst/>
            <a:cxnLst/>
            <a:rect l="l" t="t" r="r" b="b"/>
            <a:pathLst>
              <a:path w="2434590" h="1138554">
                <a:moveTo>
                  <a:pt x="76682" y="0"/>
                </a:moveTo>
                <a:lnTo>
                  <a:pt x="38519" y="10439"/>
                </a:lnTo>
                <a:lnTo>
                  <a:pt x="10439" y="38150"/>
                </a:lnTo>
                <a:lnTo>
                  <a:pt x="368" y="76314"/>
                </a:lnTo>
                <a:lnTo>
                  <a:pt x="0" y="1061999"/>
                </a:lnTo>
                <a:lnTo>
                  <a:pt x="670" y="1071960"/>
                </a:lnTo>
                <a:lnTo>
                  <a:pt x="15889" y="1108441"/>
                </a:lnTo>
                <a:lnTo>
                  <a:pt x="47112" y="1132543"/>
                </a:lnTo>
                <a:lnTo>
                  <a:pt x="76326" y="1138313"/>
                </a:lnTo>
                <a:lnTo>
                  <a:pt x="2357640" y="1138313"/>
                </a:lnTo>
                <a:lnTo>
                  <a:pt x="2395804" y="1127874"/>
                </a:lnTo>
                <a:lnTo>
                  <a:pt x="2423883" y="1100150"/>
                </a:lnTo>
                <a:lnTo>
                  <a:pt x="2433967" y="1061999"/>
                </a:lnTo>
                <a:lnTo>
                  <a:pt x="2433943" y="76314"/>
                </a:lnTo>
                <a:lnTo>
                  <a:pt x="2423528" y="38519"/>
                </a:lnTo>
                <a:lnTo>
                  <a:pt x="2395804" y="10439"/>
                </a:lnTo>
                <a:lnTo>
                  <a:pt x="2357640" y="355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86777" y="3387706"/>
            <a:ext cx="1600835" cy="42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890"/>
              </a:lnSpc>
              <a:spcBef>
                <a:spcPts val="9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50" spc="-375">
                <a:solidFill>
                  <a:srgbClr val="FF6A5A"/>
                </a:solidFill>
                <a:latin typeface="SimSun-ExtB"/>
                <a:cs typeface="SimSun-ExtB"/>
              </a:rPr>
              <a:t>✕</a:t>
            </a:r>
            <a:r>
              <a:rPr dirty="0" sz="850" spc="240">
                <a:solidFill>
                  <a:srgbClr val="FF6A5A"/>
                </a:solidFill>
                <a:latin typeface="SimSun-ExtB"/>
                <a:cs typeface="SimSun-ExtB"/>
              </a:rPr>
              <a:t> </a:t>
            </a:r>
            <a:r>
              <a:rPr dirty="0" sz="800" i="1">
                <a:solidFill>
                  <a:srgbClr val="FF6A5A"/>
                </a:solidFill>
                <a:latin typeface="Courier New"/>
                <a:cs typeface="Courier New"/>
              </a:rPr>
              <a:t>Bad</a:t>
            </a:r>
            <a:r>
              <a:rPr dirty="0" sz="800" spc="5" i="1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useless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history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705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"fix"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71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"stuff"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"asdfasdf"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6777" y="3753613"/>
            <a:ext cx="14198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"final"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86777" y="3837705"/>
            <a:ext cx="2266315" cy="6032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 marR="283845">
              <a:lnSpc>
                <a:spcPct val="73100"/>
              </a:lnSpc>
              <a:spcBef>
                <a:spcPts val="37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50" spc="-375">
                <a:solidFill>
                  <a:srgbClr val="B7E885"/>
                </a:solidFill>
                <a:latin typeface="SimSun-ExtB"/>
                <a:cs typeface="SimSun-ExtB"/>
              </a:rPr>
              <a:t>✓</a:t>
            </a:r>
            <a:r>
              <a:rPr dirty="0" sz="850" spc="254">
                <a:solidFill>
                  <a:srgbClr val="B7E885"/>
                </a:solidFill>
                <a:latin typeface="SimSun-ExtB"/>
                <a:cs typeface="SimSun-ExtB"/>
              </a:rPr>
              <a:t> </a:t>
            </a:r>
            <a:r>
              <a:rPr dirty="0" sz="800" i="1">
                <a:solidFill>
                  <a:srgbClr val="B7E885"/>
                </a:solidFill>
                <a:latin typeface="Courier New"/>
                <a:cs typeface="Courier New"/>
              </a:rPr>
              <a:t>Good</a:t>
            </a:r>
            <a:r>
              <a:rPr dirty="0" sz="800" spc="15" i="1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tells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future-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you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A8FB4"/>
                </a:solidFill>
                <a:latin typeface="Courier New"/>
                <a:cs typeface="Courier New"/>
              </a:rPr>
              <a:t>what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happened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738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"Add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email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validation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to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 clean_contacts"</a:t>
            </a:r>
            <a:endParaRPr sz="800">
              <a:latin typeface="Courier New"/>
              <a:cs typeface="Courier New"/>
            </a:endParaRPr>
          </a:p>
          <a:p>
            <a:pPr marL="12700" marR="65405">
              <a:lnSpc>
                <a:spcPct val="738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commit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"Skip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blank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lines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B7E885"/>
                </a:solidFill>
                <a:latin typeface="Courier New"/>
                <a:cs typeface="Courier New"/>
              </a:rPr>
              <a:t>in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contact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 parser"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21004" y="4569119"/>
            <a:ext cx="2433955" cy="288925"/>
          </a:xfrm>
          <a:custGeom>
            <a:avLst/>
            <a:gdLst/>
            <a:ahLst/>
            <a:cxnLst/>
            <a:rect l="l" t="t" r="r" b="b"/>
            <a:pathLst>
              <a:path w="2433955" h="288925">
                <a:moveTo>
                  <a:pt x="2366632" y="0"/>
                </a:moveTo>
                <a:lnTo>
                  <a:pt x="66598" y="0"/>
                </a:lnTo>
                <a:lnTo>
                  <a:pt x="57193" y="596"/>
                </a:lnTo>
                <a:lnTo>
                  <a:pt x="57726" y="596"/>
                </a:lnTo>
                <a:lnTo>
                  <a:pt x="49499" y="2206"/>
                </a:lnTo>
                <a:lnTo>
                  <a:pt x="13781" y="25908"/>
                </a:lnTo>
                <a:lnTo>
                  <a:pt x="0" y="66598"/>
                </a:lnTo>
                <a:lnTo>
                  <a:pt x="0" y="221767"/>
                </a:lnTo>
                <a:lnTo>
                  <a:pt x="531" y="230176"/>
                </a:lnTo>
                <a:lnTo>
                  <a:pt x="544" y="230384"/>
                </a:lnTo>
                <a:lnTo>
                  <a:pt x="2164" y="238682"/>
                </a:lnTo>
                <a:lnTo>
                  <a:pt x="2200" y="238866"/>
                </a:lnTo>
                <a:lnTo>
                  <a:pt x="4949" y="246918"/>
                </a:lnTo>
                <a:lnTo>
                  <a:pt x="5004" y="247079"/>
                </a:lnTo>
                <a:lnTo>
                  <a:pt x="33121" y="279361"/>
                </a:lnTo>
                <a:lnTo>
                  <a:pt x="66598" y="288366"/>
                </a:lnTo>
                <a:lnTo>
                  <a:pt x="2367000" y="287997"/>
                </a:lnTo>
                <a:lnTo>
                  <a:pt x="2407534" y="274221"/>
                </a:lnTo>
                <a:lnTo>
                  <a:pt x="2431196" y="238866"/>
                </a:lnTo>
                <a:lnTo>
                  <a:pt x="2432960" y="230384"/>
                </a:lnTo>
                <a:lnTo>
                  <a:pt x="2433003" y="230176"/>
                </a:lnTo>
                <a:lnTo>
                  <a:pt x="2433574" y="221767"/>
                </a:lnTo>
                <a:lnTo>
                  <a:pt x="2433599" y="221399"/>
                </a:lnTo>
                <a:lnTo>
                  <a:pt x="2433231" y="66598"/>
                </a:lnTo>
                <a:lnTo>
                  <a:pt x="2419454" y="26058"/>
                </a:lnTo>
                <a:lnTo>
                  <a:pt x="2383913" y="2339"/>
                </a:lnTo>
                <a:lnTo>
                  <a:pt x="2375409" y="596"/>
                </a:lnTo>
                <a:lnTo>
                  <a:pt x="2366632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45185" y="4562896"/>
            <a:ext cx="215963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9259" sz="1350" spc="-209">
                <a:solidFill>
                  <a:srgbClr val="FF6A5A"/>
                </a:solidFill>
                <a:latin typeface="Segoe UI Symbol"/>
                <a:cs typeface="Segoe UI Symbol"/>
              </a:rPr>
              <a:t>✎</a:t>
            </a:r>
            <a:r>
              <a:rPr dirty="0" baseline="-9259" sz="1350" spc="104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Imperative mood,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under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50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chars,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describes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08456" y="4679532"/>
            <a:ext cx="14357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30">
                <a:solidFill>
                  <a:srgbClr val="1A1E39"/>
                </a:solidFill>
                <a:latin typeface="Calibri"/>
                <a:cs typeface="Calibri"/>
              </a:rPr>
              <a:t>WHY.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"Add</a:t>
            </a:r>
            <a:r>
              <a:rPr dirty="0" sz="800" spc="-2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X"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not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"changed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stuff."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247351" y="3009025"/>
            <a:ext cx="2648585" cy="1941195"/>
            <a:chOff x="3247351" y="3009025"/>
            <a:chExt cx="2648585" cy="1941195"/>
          </a:xfrm>
        </p:grpSpPr>
        <p:sp>
          <p:nvSpPr>
            <p:cNvPr id="63" name="object 63"/>
            <p:cNvSpPr/>
            <p:nvPr/>
          </p:nvSpPr>
          <p:spPr>
            <a:xfrm>
              <a:off x="3251161" y="3012835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2507399" y="0"/>
                  </a:moveTo>
                  <a:lnTo>
                    <a:pt x="133197" y="0"/>
                  </a:lnTo>
                  <a:lnTo>
                    <a:pt x="115779" y="1142"/>
                  </a:lnTo>
                  <a:lnTo>
                    <a:pt x="66598" y="17640"/>
                  </a:lnTo>
                  <a:lnTo>
                    <a:pt x="27615" y="51973"/>
                  </a:lnTo>
                  <a:lnTo>
                    <a:pt x="4545" y="98691"/>
                  </a:lnTo>
                  <a:lnTo>
                    <a:pt x="0" y="133210"/>
                  </a:lnTo>
                  <a:lnTo>
                    <a:pt x="0" y="1800009"/>
                  </a:lnTo>
                  <a:lnTo>
                    <a:pt x="1116" y="1817087"/>
                  </a:lnTo>
                  <a:lnTo>
                    <a:pt x="1136" y="1817398"/>
                  </a:lnTo>
                  <a:lnTo>
                    <a:pt x="4456" y="1834160"/>
                  </a:lnTo>
                  <a:lnTo>
                    <a:pt x="4500" y="1834384"/>
                  </a:lnTo>
                  <a:lnTo>
                    <a:pt x="9955" y="1850627"/>
                  </a:lnTo>
                  <a:lnTo>
                    <a:pt x="10024" y="1850833"/>
                  </a:lnTo>
                  <a:lnTo>
                    <a:pt x="17640" y="1866607"/>
                  </a:lnTo>
                  <a:lnTo>
                    <a:pt x="51960" y="1905591"/>
                  </a:lnTo>
                  <a:lnTo>
                    <a:pt x="98683" y="1928661"/>
                  </a:lnTo>
                  <a:lnTo>
                    <a:pt x="133197" y="1933206"/>
                  </a:lnTo>
                  <a:lnTo>
                    <a:pt x="2507754" y="1932851"/>
                  </a:lnTo>
                  <a:lnTo>
                    <a:pt x="2558586" y="1922826"/>
                  </a:lnTo>
                  <a:lnTo>
                    <a:pt x="2601898" y="1893965"/>
                  </a:lnTo>
                  <a:lnTo>
                    <a:pt x="2630680" y="1850833"/>
                  </a:lnTo>
                  <a:lnTo>
                    <a:pt x="2640928" y="1800009"/>
                  </a:lnTo>
                  <a:lnTo>
                    <a:pt x="2640952" y="1799640"/>
                  </a:lnTo>
                  <a:lnTo>
                    <a:pt x="2640596" y="133210"/>
                  </a:lnTo>
                  <a:lnTo>
                    <a:pt x="2630572" y="82378"/>
                  </a:lnTo>
                  <a:lnTo>
                    <a:pt x="2601720" y="39066"/>
                  </a:lnTo>
                  <a:lnTo>
                    <a:pt x="2558378" y="10179"/>
                  </a:lnTo>
                  <a:lnTo>
                    <a:pt x="2524839" y="1142"/>
                  </a:lnTo>
                  <a:lnTo>
                    <a:pt x="2507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251161" y="3012835"/>
              <a:ext cx="2640965" cy="1933575"/>
            </a:xfrm>
            <a:custGeom>
              <a:avLst/>
              <a:gdLst/>
              <a:ahLst/>
              <a:cxnLst/>
              <a:rect l="l" t="t" r="r" b="b"/>
              <a:pathLst>
                <a:path w="2640965" h="1933575">
                  <a:moveTo>
                    <a:pt x="0" y="133210"/>
                  </a:moveTo>
                  <a:lnTo>
                    <a:pt x="1142" y="115764"/>
                  </a:lnTo>
                  <a:lnTo>
                    <a:pt x="4545" y="98691"/>
                  </a:lnTo>
                  <a:lnTo>
                    <a:pt x="27615" y="51973"/>
                  </a:lnTo>
                  <a:lnTo>
                    <a:pt x="66598" y="17640"/>
                  </a:lnTo>
                  <a:lnTo>
                    <a:pt x="115808" y="1136"/>
                  </a:lnTo>
                  <a:lnTo>
                    <a:pt x="133197" y="0"/>
                  </a:lnTo>
                  <a:lnTo>
                    <a:pt x="2507399" y="0"/>
                  </a:lnTo>
                  <a:lnTo>
                    <a:pt x="2558378" y="10179"/>
                  </a:lnTo>
                  <a:lnTo>
                    <a:pt x="2601720" y="39066"/>
                  </a:lnTo>
                  <a:lnTo>
                    <a:pt x="2630572" y="82378"/>
                  </a:lnTo>
                  <a:lnTo>
                    <a:pt x="2640596" y="133210"/>
                  </a:lnTo>
                  <a:lnTo>
                    <a:pt x="2640952" y="1799640"/>
                  </a:lnTo>
                  <a:lnTo>
                    <a:pt x="2639812" y="1817087"/>
                  </a:lnTo>
                  <a:lnTo>
                    <a:pt x="2636412" y="1834160"/>
                  </a:lnTo>
                  <a:lnTo>
                    <a:pt x="2613338" y="1880883"/>
                  </a:lnTo>
                  <a:lnTo>
                    <a:pt x="2574353" y="1915210"/>
                  </a:lnTo>
                  <a:lnTo>
                    <a:pt x="2525150" y="1931714"/>
                  </a:lnTo>
                  <a:lnTo>
                    <a:pt x="133197" y="1933206"/>
                  </a:lnTo>
                  <a:lnTo>
                    <a:pt x="82218" y="1923032"/>
                  </a:lnTo>
                  <a:lnTo>
                    <a:pt x="38876" y="1894147"/>
                  </a:lnTo>
                  <a:lnTo>
                    <a:pt x="10024" y="1850833"/>
                  </a:lnTo>
                  <a:lnTo>
                    <a:pt x="0" y="1800009"/>
                  </a:lnTo>
                  <a:lnTo>
                    <a:pt x="0" y="133210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200" y="3102485"/>
              <a:ext cx="214198" cy="214198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3394697" y="3144852"/>
            <a:ext cx="146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2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627615" y="3140546"/>
            <a:ext cx="175895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b="1">
                <a:solidFill>
                  <a:srgbClr val="293183"/>
                </a:solidFill>
                <a:latin typeface="Calibri"/>
                <a:cs typeface="Calibri"/>
              </a:rPr>
              <a:t>git</a:t>
            </a:r>
            <a:r>
              <a:rPr dirty="0" sz="700" spc="114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93183"/>
                </a:solidFill>
                <a:latin typeface="Calibri"/>
                <a:cs typeface="Calibri"/>
              </a:rPr>
              <a:t>add</a:t>
            </a:r>
            <a:r>
              <a:rPr dirty="0" sz="700" spc="114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93183"/>
                </a:solidFill>
                <a:latin typeface="Calibri"/>
                <a:cs typeface="Calibri"/>
              </a:rPr>
              <a:t>.</a:t>
            </a:r>
            <a:r>
              <a:rPr dirty="0" sz="700" spc="12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93183"/>
                </a:solidFill>
                <a:latin typeface="Calibri"/>
                <a:cs typeface="Calibri"/>
              </a:rPr>
              <a:t>WITHOUT</a:t>
            </a:r>
            <a:r>
              <a:rPr dirty="0" sz="700" spc="114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93183"/>
                </a:solidFill>
                <a:latin typeface="Calibri"/>
                <a:cs typeface="Calibri"/>
              </a:rPr>
              <a:t>CHECKING</a:t>
            </a:r>
            <a:r>
              <a:rPr dirty="0" sz="700" spc="12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93183"/>
                </a:solidFill>
                <a:latin typeface="Calibri"/>
                <a:cs typeface="Calibri"/>
              </a:rPr>
              <a:t>STATUS</a:t>
            </a:r>
            <a:r>
              <a:rPr dirty="0" sz="700" spc="114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293183"/>
                </a:solidFill>
                <a:latin typeface="Calibri"/>
                <a:cs typeface="Calibri"/>
              </a:rPr>
              <a:t>FIRST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354476" y="3373566"/>
            <a:ext cx="2434590" cy="1129030"/>
          </a:xfrm>
          <a:custGeom>
            <a:avLst/>
            <a:gdLst/>
            <a:ahLst/>
            <a:cxnLst/>
            <a:rect l="l" t="t" r="r" b="b"/>
            <a:pathLst>
              <a:path w="2434590" h="1129029">
                <a:moveTo>
                  <a:pt x="76682" y="0"/>
                </a:moveTo>
                <a:lnTo>
                  <a:pt x="38519" y="10439"/>
                </a:lnTo>
                <a:lnTo>
                  <a:pt x="10439" y="38150"/>
                </a:lnTo>
                <a:lnTo>
                  <a:pt x="368" y="76314"/>
                </a:lnTo>
                <a:lnTo>
                  <a:pt x="0" y="1052639"/>
                </a:lnTo>
                <a:lnTo>
                  <a:pt x="660" y="1062601"/>
                </a:lnTo>
                <a:lnTo>
                  <a:pt x="670" y="1062751"/>
                </a:lnTo>
                <a:lnTo>
                  <a:pt x="15889" y="1099076"/>
                </a:lnTo>
                <a:lnTo>
                  <a:pt x="47112" y="1123183"/>
                </a:lnTo>
                <a:lnTo>
                  <a:pt x="76326" y="1128953"/>
                </a:lnTo>
                <a:lnTo>
                  <a:pt x="2357640" y="1128953"/>
                </a:lnTo>
                <a:lnTo>
                  <a:pt x="2395804" y="1118514"/>
                </a:lnTo>
                <a:lnTo>
                  <a:pt x="2423883" y="1090790"/>
                </a:lnTo>
                <a:lnTo>
                  <a:pt x="2433273" y="1062751"/>
                </a:lnTo>
                <a:lnTo>
                  <a:pt x="2433302" y="1062601"/>
                </a:lnTo>
                <a:lnTo>
                  <a:pt x="2433967" y="1052639"/>
                </a:lnTo>
                <a:lnTo>
                  <a:pt x="2433944" y="76314"/>
                </a:lnTo>
                <a:lnTo>
                  <a:pt x="2433297" y="66558"/>
                </a:lnTo>
                <a:lnTo>
                  <a:pt x="2418078" y="30232"/>
                </a:lnTo>
                <a:lnTo>
                  <a:pt x="2386855" y="6125"/>
                </a:lnTo>
                <a:lnTo>
                  <a:pt x="2357640" y="355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3420617" y="3403553"/>
            <a:ext cx="2299970" cy="4978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830"/>
              </a:lnSpc>
              <a:spcBef>
                <a:spcPts val="90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50" spc="-330">
                <a:solidFill>
                  <a:srgbClr val="FF6A5A"/>
                </a:solidFill>
                <a:latin typeface="SimSun-ExtB"/>
                <a:cs typeface="SimSun-ExtB"/>
              </a:rPr>
              <a:t>✕</a:t>
            </a:r>
            <a:r>
              <a:rPr dirty="0" sz="750" spc="195">
                <a:solidFill>
                  <a:srgbClr val="FF6A5A"/>
                </a:solidFill>
                <a:latin typeface="SimSun-ExtB"/>
                <a:cs typeface="SimSun-ExtB"/>
              </a:rPr>
              <a:t> </a:t>
            </a:r>
            <a:r>
              <a:rPr dirty="0" sz="700" i="1">
                <a:solidFill>
                  <a:srgbClr val="FF6A5A"/>
                </a:solidFill>
                <a:latin typeface="Courier New"/>
                <a:cs typeface="Courier New"/>
              </a:rPr>
              <a:t>Bad</a:t>
            </a:r>
            <a:r>
              <a:rPr dirty="0" sz="700" spc="-30" i="1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7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stages</a:t>
            </a:r>
            <a:r>
              <a:rPr dirty="0" sz="7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0" i="1">
                <a:solidFill>
                  <a:srgbClr val="8A8FB4"/>
                </a:solidFill>
                <a:latin typeface="Courier New"/>
                <a:cs typeface="Courier New"/>
              </a:rPr>
              <a:t>everything,</a:t>
            </a:r>
            <a:r>
              <a:rPr dirty="0" sz="7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including</a:t>
            </a:r>
            <a:r>
              <a:rPr dirty="0" sz="7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0" i="1">
                <a:solidFill>
                  <a:srgbClr val="8A8FB4"/>
                </a:solidFill>
                <a:latin typeface="Courier New"/>
                <a:cs typeface="Courier New"/>
              </a:rPr>
              <a:t>junk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705"/>
              </a:lnSpc>
            </a:pP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700" spc="-5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700" spc="-5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add</a:t>
            </a:r>
            <a:r>
              <a:rPr dirty="0" sz="700" spc="-50">
                <a:solidFill>
                  <a:srgbClr val="E7E9F4"/>
                </a:solidFill>
                <a:latin typeface="Courier New"/>
                <a:cs typeface="Courier New"/>
              </a:rPr>
              <a:t> .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710"/>
              </a:lnSpc>
            </a:pP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700" spc="-4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700" spc="-4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commit</a:t>
            </a:r>
            <a:r>
              <a:rPr dirty="0" sz="700" spc="-4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700" spc="-3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"update"</a:t>
            </a:r>
            <a:endParaRPr sz="700">
              <a:latin typeface="Courier New"/>
              <a:cs typeface="Courier New"/>
            </a:endParaRPr>
          </a:p>
          <a:p>
            <a:pPr marL="12700" marR="499109">
              <a:lnSpc>
                <a:spcPts val="710"/>
              </a:lnSpc>
              <a:spcBef>
                <a:spcPts val="65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You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just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committed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debug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0" i="1">
                <a:solidFill>
                  <a:srgbClr val="8A8FB4"/>
                </a:solidFill>
                <a:latin typeface="Courier New"/>
                <a:cs typeface="Courier New"/>
              </a:rPr>
              <a:t>print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statements,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420617" y="3858731"/>
            <a:ext cx="2195195" cy="58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50"/>
              </a:lnSpc>
              <a:spcBef>
                <a:spcPts val="100"/>
              </a:spcBef>
            </a:pP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700" spc="160" i="1">
                <a:solidFill>
                  <a:srgbClr val="8A8FB4"/>
                </a:solidFill>
                <a:latin typeface="Arial"/>
                <a:cs typeface="Arial"/>
              </a:rPr>
              <a:t> 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700" spc="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5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0 </a:t>
            </a:r>
            <a:r>
              <a:rPr dirty="0" sz="700" spc="-120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7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B</a:t>
            </a:r>
            <a:r>
              <a:rPr dirty="0" sz="700" spc="9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7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7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700" spc="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40" i="1">
                <a:solidFill>
                  <a:srgbClr val="8A8FB4"/>
                </a:solidFill>
                <a:latin typeface="Arial"/>
                <a:cs typeface="Arial"/>
              </a:rPr>
              <a:t>fi</a:t>
            </a:r>
            <a:r>
              <a:rPr dirty="0" sz="700" spc="-5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8A8FB4"/>
                </a:solidFill>
                <a:latin typeface="Arial"/>
                <a:cs typeface="Arial"/>
              </a:rPr>
              <a:t>le</a:t>
            </a:r>
            <a:r>
              <a:rPr dirty="0" sz="700" spc="-9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,</a:t>
            </a:r>
            <a:r>
              <a:rPr dirty="0" sz="700" spc="5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7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sz="700" spc="114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0" i="1">
                <a:solidFill>
                  <a:srgbClr val="8A8FB4"/>
                </a:solidFill>
                <a:latin typeface="Arial"/>
                <a:cs typeface="Arial"/>
              </a:rPr>
              <a:t>y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700" spc="-9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u</a:t>
            </a:r>
            <a:r>
              <a:rPr dirty="0" sz="7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700" spc="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35" i="1">
                <a:solidFill>
                  <a:srgbClr val="8A8FB4"/>
                </a:solidFill>
                <a:latin typeface="Arial"/>
                <a:cs typeface="Arial"/>
              </a:rPr>
              <a:t>.e</a:t>
            </a:r>
            <a:r>
              <a:rPr dirty="0" sz="700" spc="-9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v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40"/>
              </a:lnSpc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10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50" spc="-330">
                <a:solidFill>
                  <a:srgbClr val="B7E885"/>
                </a:solidFill>
                <a:latin typeface="SimSun-ExtB"/>
                <a:cs typeface="SimSun-ExtB"/>
              </a:rPr>
              <a:t>✓</a:t>
            </a:r>
            <a:r>
              <a:rPr dirty="0" sz="750" spc="195">
                <a:solidFill>
                  <a:srgbClr val="B7E885"/>
                </a:solidFill>
                <a:latin typeface="SimSun-ExtB"/>
                <a:cs typeface="SimSun-ExtB"/>
              </a:rPr>
              <a:t> </a:t>
            </a:r>
            <a:r>
              <a:rPr dirty="0" sz="700" i="1">
                <a:solidFill>
                  <a:srgbClr val="B7E885"/>
                </a:solidFill>
                <a:latin typeface="Courier New"/>
                <a:cs typeface="Courier New"/>
              </a:rPr>
              <a:t>Good</a:t>
            </a:r>
            <a:r>
              <a:rPr dirty="0" sz="700" spc="-50" i="1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check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first,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stage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selectively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705"/>
              </a:lnSpc>
            </a:pP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700" spc="-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700" spc="-4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status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710"/>
              </a:lnSpc>
            </a:pP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700" spc="-5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700" spc="-5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add</a:t>
            </a:r>
            <a:r>
              <a:rPr dirty="0" sz="700" spc="-5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clean_contacts.py</a:t>
            </a:r>
            <a:endParaRPr sz="700">
              <a:latin typeface="Courier New"/>
              <a:cs typeface="Courier New"/>
            </a:endParaRPr>
          </a:p>
          <a:p>
            <a:pPr marL="12700" marR="131445">
              <a:lnSpc>
                <a:spcPts val="710"/>
              </a:lnSpc>
              <a:spcBef>
                <a:spcPts val="65"/>
              </a:spcBef>
            </a:pP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700" spc="-6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git</a:t>
            </a:r>
            <a:r>
              <a:rPr dirty="0" sz="700" spc="-6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commit</a:t>
            </a:r>
            <a:r>
              <a:rPr dirty="0" sz="700" spc="-6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m</a:t>
            </a:r>
            <a:r>
              <a:rPr dirty="0" sz="700" spc="-5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7E885"/>
                </a:solidFill>
                <a:latin typeface="Courier New"/>
                <a:cs typeface="Courier New"/>
              </a:rPr>
              <a:t>"Fix</a:t>
            </a:r>
            <a:r>
              <a:rPr dirty="0" sz="7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7E885"/>
                </a:solidFill>
                <a:latin typeface="Courier New"/>
                <a:cs typeface="Courier New"/>
              </a:rPr>
              <a:t>tuple</a:t>
            </a:r>
            <a:r>
              <a:rPr dirty="0" sz="7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unpacking</a:t>
            </a:r>
            <a:r>
              <a:rPr dirty="0" sz="700" spc="-6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B7E885"/>
                </a:solidFill>
                <a:latin typeface="Courier New"/>
                <a:cs typeface="Courier New"/>
              </a:rPr>
              <a:t>in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clean_contacts"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354844" y="4559759"/>
            <a:ext cx="2433955" cy="297815"/>
            <a:chOff x="3354844" y="4559759"/>
            <a:chExt cx="2433955" cy="297815"/>
          </a:xfrm>
        </p:grpSpPr>
        <p:sp>
          <p:nvSpPr>
            <p:cNvPr id="72" name="object 72"/>
            <p:cNvSpPr/>
            <p:nvPr/>
          </p:nvSpPr>
          <p:spPr>
            <a:xfrm>
              <a:off x="3354844" y="4559759"/>
              <a:ext cx="2433955" cy="297815"/>
            </a:xfrm>
            <a:custGeom>
              <a:avLst/>
              <a:gdLst/>
              <a:ahLst/>
              <a:cxnLst/>
              <a:rect l="l" t="t" r="r" b="b"/>
              <a:pathLst>
                <a:path w="2433954" h="297814">
                  <a:moveTo>
                    <a:pt x="2366632" y="0"/>
                  </a:moveTo>
                  <a:lnTo>
                    <a:pt x="66598" y="0"/>
                  </a:lnTo>
                  <a:lnTo>
                    <a:pt x="57193" y="596"/>
                  </a:lnTo>
                  <a:lnTo>
                    <a:pt x="57726" y="596"/>
                  </a:lnTo>
                  <a:lnTo>
                    <a:pt x="49499" y="2206"/>
                  </a:lnTo>
                  <a:lnTo>
                    <a:pt x="13781" y="25908"/>
                  </a:lnTo>
                  <a:lnTo>
                    <a:pt x="0" y="66598"/>
                  </a:lnTo>
                  <a:lnTo>
                    <a:pt x="0" y="230759"/>
                  </a:lnTo>
                  <a:lnTo>
                    <a:pt x="531" y="239175"/>
                  </a:lnTo>
                  <a:lnTo>
                    <a:pt x="544" y="239375"/>
                  </a:lnTo>
                  <a:lnTo>
                    <a:pt x="2165" y="247680"/>
                  </a:lnTo>
                  <a:lnTo>
                    <a:pt x="2200" y="247857"/>
                  </a:lnTo>
                  <a:lnTo>
                    <a:pt x="4951" y="255915"/>
                  </a:lnTo>
                  <a:lnTo>
                    <a:pt x="33121" y="288366"/>
                  </a:lnTo>
                  <a:lnTo>
                    <a:pt x="66598" y="297357"/>
                  </a:lnTo>
                  <a:lnTo>
                    <a:pt x="2367000" y="297002"/>
                  </a:lnTo>
                  <a:lnTo>
                    <a:pt x="2407534" y="283220"/>
                  </a:lnTo>
                  <a:lnTo>
                    <a:pt x="2431198" y="247857"/>
                  </a:lnTo>
                  <a:lnTo>
                    <a:pt x="2432962" y="239375"/>
                  </a:lnTo>
                  <a:lnTo>
                    <a:pt x="2433003" y="239175"/>
                  </a:lnTo>
                  <a:lnTo>
                    <a:pt x="2433575" y="230759"/>
                  </a:lnTo>
                  <a:lnTo>
                    <a:pt x="2433599" y="230403"/>
                  </a:lnTo>
                  <a:lnTo>
                    <a:pt x="2433231" y="66598"/>
                  </a:lnTo>
                  <a:lnTo>
                    <a:pt x="2419454" y="26058"/>
                  </a:lnTo>
                  <a:lnTo>
                    <a:pt x="2383913" y="2339"/>
                  </a:lnTo>
                  <a:lnTo>
                    <a:pt x="2375409" y="596"/>
                  </a:lnTo>
                  <a:lnTo>
                    <a:pt x="236663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554641" y="4598633"/>
              <a:ext cx="2124075" cy="209550"/>
            </a:xfrm>
            <a:custGeom>
              <a:avLst/>
              <a:gdLst/>
              <a:ahLst/>
              <a:cxnLst/>
              <a:rect l="l" t="t" r="r" b="b"/>
              <a:pathLst>
                <a:path w="2124075" h="209550">
                  <a:moveTo>
                    <a:pt x="2123998" y="180733"/>
                  </a:moveTo>
                  <a:lnTo>
                    <a:pt x="2123643" y="39243"/>
                  </a:lnTo>
                  <a:lnTo>
                    <a:pt x="2123643" y="34213"/>
                  </a:lnTo>
                  <a:lnTo>
                    <a:pt x="2122563" y="29527"/>
                  </a:lnTo>
                  <a:lnTo>
                    <a:pt x="2117521" y="20891"/>
                  </a:lnTo>
                  <a:lnTo>
                    <a:pt x="2113915" y="17284"/>
                  </a:lnTo>
                  <a:lnTo>
                    <a:pt x="2105279" y="12242"/>
                  </a:lnTo>
                  <a:lnTo>
                    <a:pt x="2100237" y="10807"/>
                  </a:lnTo>
                  <a:lnTo>
                    <a:pt x="1648079" y="10807"/>
                  </a:lnTo>
                  <a:lnTo>
                    <a:pt x="1648079" y="0"/>
                  </a:lnTo>
                  <a:lnTo>
                    <a:pt x="1224000" y="0"/>
                  </a:lnTo>
                  <a:lnTo>
                    <a:pt x="1224000" y="10807"/>
                  </a:lnTo>
                  <a:lnTo>
                    <a:pt x="934199" y="10807"/>
                  </a:lnTo>
                  <a:lnTo>
                    <a:pt x="911161" y="10807"/>
                  </a:lnTo>
                  <a:lnTo>
                    <a:pt x="911161" y="0"/>
                  </a:lnTo>
                  <a:lnTo>
                    <a:pt x="305282" y="0"/>
                  </a:lnTo>
                  <a:lnTo>
                    <a:pt x="305282" y="10807"/>
                  </a:lnTo>
                  <a:lnTo>
                    <a:pt x="246964" y="10807"/>
                  </a:lnTo>
                  <a:lnTo>
                    <a:pt x="23393" y="10807"/>
                  </a:lnTo>
                  <a:lnTo>
                    <a:pt x="0" y="34213"/>
                  </a:lnTo>
                  <a:lnTo>
                    <a:pt x="0" y="186131"/>
                  </a:lnTo>
                  <a:lnTo>
                    <a:pt x="23393" y="209524"/>
                  </a:lnTo>
                  <a:lnTo>
                    <a:pt x="2100592" y="209169"/>
                  </a:lnTo>
                  <a:lnTo>
                    <a:pt x="2123884" y="186131"/>
                  </a:lnTo>
                  <a:lnTo>
                    <a:pt x="2123998" y="1807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3401898" y="4569373"/>
            <a:ext cx="20847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SzPct val="112500"/>
              <a:buFont typeface="Segoe UI Symbol"/>
              <a:buChar char="◉"/>
              <a:tabLst>
                <a:tab pos="152400" algn="l"/>
              </a:tabLst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Always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status</a:t>
            </a:r>
            <a:r>
              <a:rPr dirty="0" sz="800" spc="-29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before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add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Stage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254843" y="4699802"/>
            <a:ext cx="544830" cy="116205"/>
          </a:xfrm>
          <a:custGeom>
            <a:avLst/>
            <a:gdLst/>
            <a:ahLst/>
            <a:cxnLst/>
            <a:rect l="l" t="t" r="r" b="b"/>
            <a:pathLst>
              <a:path w="544829" h="116204">
                <a:moveTo>
                  <a:pt x="544677" y="0"/>
                </a:moveTo>
                <a:lnTo>
                  <a:pt x="0" y="0"/>
                </a:lnTo>
                <a:lnTo>
                  <a:pt x="0" y="115925"/>
                </a:lnTo>
                <a:lnTo>
                  <a:pt x="544677" y="115925"/>
                </a:lnTo>
                <a:lnTo>
                  <a:pt x="5446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3541941" y="4670541"/>
            <a:ext cx="12706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specific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files,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not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add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Courier New"/>
                <a:cs typeface="Courier New"/>
              </a:rPr>
              <a:t>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981763" y="3009241"/>
            <a:ext cx="2647950" cy="1940560"/>
          </a:xfrm>
          <a:custGeom>
            <a:avLst/>
            <a:gdLst/>
            <a:ahLst/>
            <a:cxnLst/>
            <a:rect l="l" t="t" r="r" b="b"/>
            <a:pathLst>
              <a:path w="2647950" h="1940560">
                <a:moveTo>
                  <a:pt x="2514231" y="0"/>
                </a:moveTo>
                <a:lnTo>
                  <a:pt x="133197" y="0"/>
                </a:lnTo>
                <a:lnTo>
                  <a:pt x="115775" y="1142"/>
                </a:lnTo>
                <a:lnTo>
                  <a:pt x="66598" y="17640"/>
                </a:lnTo>
                <a:lnTo>
                  <a:pt x="27613" y="51960"/>
                </a:lnTo>
                <a:lnTo>
                  <a:pt x="4545" y="98688"/>
                </a:lnTo>
                <a:lnTo>
                  <a:pt x="0" y="133197"/>
                </a:lnTo>
                <a:lnTo>
                  <a:pt x="0" y="1807197"/>
                </a:lnTo>
                <a:lnTo>
                  <a:pt x="1116" y="1824282"/>
                </a:lnTo>
                <a:lnTo>
                  <a:pt x="1136" y="1824593"/>
                </a:lnTo>
                <a:lnTo>
                  <a:pt x="4455" y="1841355"/>
                </a:lnTo>
                <a:lnTo>
                  <a:pt x="4500" y="1841582"/>
                </a:lnTo>
                <a:lnTo>
                  <a:pt x="9954" y="1857821"/>
                </a:lnTo>
                <a:lnTo>
                  <a:pt x="38876" y="1901340"/>
                </a:lnTo>
                <a:lnTo>
                  <a:pt x="82216" y="1930225"/>
                </a:lnTo>
                <a:lnTo>
                  <a:pt x="133197" y="1940394"/>
                </a:lnTo>
                <a:lnTo>
                  <a:pt x="2514600" y="1940039"/>
                </a:lnTo>
                <a:lnTo>
                  <a:pt x="2565424" y="1930014"/>
                </a:lnTo>
                <a:lnTo>
                  <a:pt x="2608738" y="1901163"/>
                </a:lnTo>
                <a:lnTo>
                  <a:pt x="2637519" y="1858028"/>
                </a:lnTo>
                <a:lnTo>
                  <a:pt x="2643174" y="1841582"/>
                </a:lnTo>
                <a:lnTo>
                  <a:pt x="2643252" y="1841355"/>
                </a:lnTo>
                <a:lnTo>
                  <a:pt x="2646593" y="1824593"/>
                </a:lnTo>
                <a:lnTo>
                  <a:pt x="2646655" y="1824282"/>
                </a:lnTo>
                <a:lnTo>
                  <a:pt x="2647774" y="1807197"/>
                </a:lnTo>
                <a:lnTo>
                  <a:pt x="2647797" y="1806841"/>
                </a:lnTo>
                <a:lnTo>
                  <a:pt x="2647442" y="133197"/>
                </a:lnTo>
                <a:lnTo>
                  <a:pt x="2637417" y="82373"/>
                </a:lnTo>
                <a:lnTo>
                  <a:pt x="2608554" y="39058"/>
                </a:lnTo>
                <a:lnTo>
                  <a:pt x="2565213" y="10174"/>
                </a:lnTo>
                <a:lnTo>
                  <a:pt x="2531677" y="1142"/>
                </a:lnTo>
                <a:lnTo>
                  <a:pt x="251423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0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6073203" y="3099957"/>
            <a:ext cx="899160" cy="911860"/>
            <a:chOff x="6073203" y="3099957"/>
            <a:chExt cx="899160" cy="911860"/>
          </a:xfrm>
        </p:grpSpPr>
        <p:sp>
          <p:nvSpPr>
            <p:cNvPr id="81" name="object 81"/>
            <p:cNvSpPr/>
            <p:nvPr/>
          </p:nvSpPr>
          <p:spPr>
            <a:xfrm>
              <a:off x="6073203" y="3099957"/>
              <a:ext cx="899160" cy="184150"/>
            </a:xfrm>
            <a:custGeom>
              <a:avLst/>
              <a:gdLst/>
              <a:ahLst/>
              <a:cxnLst/>
              <a:rect l="l" t="t" r="r" b="b"/>
              <a:pathLst>
                <a:path w="899159" h="184150">
                  <a:moveTo>
                    <a:pt x="806754" y="0"/>
                  </a:moveTo>
                  <a:lnTo>
                    <a:pt x="92151" y="0"/>
                  </a:lnTo>
                  <a:lnTo>
                    <a:pt x="79290" y="798"/>
                  </a:lnTo>
                  <a:lnTo>
                    <a:pt x="79835" y="798"/>
                  </a:lnTo>
                  <a:lnTo>
                    <a:pt x="68308" y="3016"/>
                  </a:lnTo>
                  <a:lnTo>
                    <a:pt x="26997" y="26690"/>
                  </a:lnTo>
                  <a:lnTo>
                    <a:pt x="3149" y="67954"/>
                  </a:lnTo>
                  <a:lnTo>
                    <a:pt x="0" y="91808"/>
                  </a:lnTo>
                  <a:lnTo>
                    <a:pt x="0" y="92163"/>
                  </a:lnTo>
                  <a:lnTo>
                    <a:pt x="12242" y="137883"/>
                  </a:lnTo>
                  <a:lnTo>
                    <a:pt x="45720" y="171729"/>
                  </a:lnTo>
                  <a:lnTo>
                    <a:pt x="91795" y="183959"/>
                  </a:lnTo>
                  <a:lnTo>
                    <a:pt x="807110" y="183959"/>
                  </a:lnTo>
                  <a:lnTo>
                    <a:pt x="852830" y="171361"/>
                  </a:lnTo>
                  <a:lnTo>
                    <a:pt x="886675" y="137883"/>
                  </a:lnTo>
                  <a:lnTo>
                    <a:pt x="898895" y="92163"/>
                  </a:lnTo>
                  <a:lnTo>
                    <a:pt x="898894" y="91808"/>
                  </a:lnTo>
                  <a:lnTo>
                    <a:pt x="886320" y="46088"/>
                  </a:lnTo>
                  <a:lnTo>
                    <a:pt x="852830" y="12242"/>
                  </a:lnTo>
                  <a:lnTo>
                    <a:pt x="818817" y="798"/>
                  </a:lnTo>
                  <a:lnTo>
                    <a:pt x="806754" y="0"/>
                  </a:lnTo>
                  <a:close/>
                </a:path>
              </a:pathLst>
            </a:custGeom>
            <a:solidFill>
              <a:srgbClr val="FFFFFF">
                <a:alpha val="1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5517" y="3740037"/>
              <a:ext cx="114477" cy="11449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5517" y="3896996"/>
              <a:ext cx="114477" cy="114490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6046457" y="3042338"/>
            <a:ext cx="2019935" cy="98044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800" b="1">
                <a:solidFill>
                  <a:srgbClr val="FFFFFF"/>
                </a:solidFill>
                <a:latin typeface="Yu Gothic"/>
                <a:cs typeface="Yu Gothic"/>
              </a:rPr>
              <a:t>★</a:t>
            </a:r>
            <a:r>
              <a:rPr dirty="0" sz="800" spc="110" b="1">
                <a:solidFill>
                  <a:srgbClr val="FFFFFF"/>
                </a:solidFill>
                <a:latin typeface="Yu Gothic"/>
                <a:cs typeface="Yu Gothic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dirty="0" sz="8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8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800" spc="1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TA</a:t>
            </a:r>
            <a:r>
              <a:rPr dirty="0" sz="8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dirty="0" sz="8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Calibri"/>
                <a:cs typeface="Calibri"/>
              </a:rPr>
              <a:t>EAWAY</a:t>
            </a:r>
            <a:endParaRPr sz="80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690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dirty="0" sz="10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habits</a:t>
            </a:r>
            <a:r>
              <a:rPr dirty="0" sz="10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prevent</a:t>
            </a:r>
            <a:r>
              <a:rPr dirty="0" sz="10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0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five</a:t>
            </a:r>
            <a:r>
              <a:rPr dirty="0" sz="10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traps.</a:t>
            </a:r>
            <a:endParaRPr sz="100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610"/>
              </a:spcBef>
            </a:pPr>
            <a:r>
              <a:rPr dirty="0" sz="650" spc="-1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dirty="0" sz="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dirty="0" sz="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Calibri"/>
                <a:cs typeface="Calibri"/>
              </a:rPr>
              <a:t>preventable</a:t>
            </a:r>
            <a:r>
              <a:rPr dirty="0" sz="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dirty="0" sz="6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Calibri"/>
                <a:cs typeface="Calibri"/>
              </a:rPr>
              <a:t>habits:</a:t>
            </a:r>
            <a:endParaRPr sz="650">
              <a:latin typeface="Calibri"/>
              <a:cs typeface="Calibri"/>
            </a:endParaRPr>
          </a:p>
          <a:p>
            <a:pPr marL="211454" indent="-128270">
              <a:lnSpc>
                <a:spcPct val="100000"/>
              </a:lnSpc>
              <a:spcBef>
                <a:spcPts val="545"/>
              </a:spcBef>
              <a:buClr>
                <a:srgbClr val="FF6A5A"/>
              </a:buClr>
              <a:buFont typeface="Arial Black"/>
              <a:buAutoNum type="arabicPlain"/>
              <a:tabLst>
                <a:tab pos="211454" algn="l"/>
              </a:tabLst>
            </a:pPr>
            <a:r>
              <a:rPr dirty="0" baseline="3472" sz="1200" spc="-30">
                <a:solidFill>
                  <a:srgbClr val="FFFFFF"/>
                </a:solidFill>
                <a:latin typeface="Calibri"/>
                <a:cs typeface="Calibri"/>
              </a:rPr>
              <a:t>Always</a:t>
            </a:r>
            <a:r>
              <a:rPr dirty="0" baseline="3472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dirty="0" baseline="3472" sz="1200" spc="7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FFFFFF"/>
                </a:solidFill>
                <a:latin typeface="Courier New"/>
                <a:cs typeface="Courier New"/>
              </a:rPr>
              <a:t>git</a:t>
            </a:r>
            <a:r>
              <a:rPr dirty="0" baseline="3472" sz="1200" spc="7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baseline="3472" sz="1200">
                <a:solidFill>
                  <a:srgbClr val="FFFFFF"/>
                </a:solidFill>
                <a:latin typeface="Courier New"/>
                <a:cs typeface="Courier New"/>
              </a:rPr>
              <a:t>status</a:t>
            </a:r>
            <a:r>
              <a:rPr dirty="0" baseline="3472" sz="1200" spc="-434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baseline="3472" sz="1200" spc="-30">
                <a:solidFill>
                  <a:srgbClr val="FFFFFF"/>
                </a:solidFill>
                <a:latin typeface="Calibri"/>
                <a:cs typeface="Calibri"/>
              </a:rPr>
              <a:t>before</a:t>
            </a:r>
            <a:r>
              <a:rPr dirty="0" baseline="3472" sz="1200" spc="-7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FFFFFF"/>
                </a:solidFill>
                <a:latin typeface="Calibri"/>
                <a:cs typeface="Calibri"/>
              </a:rPr>
              <a:t>staging.</a:t>
            </a:r>
            <a:endParaRPr baseline="3472" sz="1200">
              <a:latin typeface="Calibri"/>
              <a:cs typeface="Calibri"/>
            </a:endParaRPr>
          </a:p>
          <a:p>
            <a:pPr marL="211454" indent="-128270">
              <a:lnSpc>
                <a:spcPct val="100000"/>
              </a:lnSpc>
              <a:spcBef>
                <a:spcPts val="275"/>
              </a:spcBef>
              <a:buClr>
                <a:srgbClr val="FF6A5A"/>
              </a:buClr>
              <a:buFont typeface="Arial Black"/>
              <a:buAutoNum type="arabicPlain"/>
              <a:tabLst>
                <a:tab pos="211454" algn="l"/>
              </a:tabLst>
            </a:pPr>
            <a:r>
              <a:rPr dirty="0" baseline="3472" sz="1200" spc="-15">
                <a:solidFill>
                  <a:srgbClr val="FFFFFF"/>
                </a:solidFill>
                <a:latin typeface="Calibri"/>
                <a:cs typeface="Calibri"/>
              </a:rPr>
              <a:t>Keep</a:t>
            </a:r>
            <a:r>
              <a:rPr dirty="0" baseline="3472" sz="1200" spc="-52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dirty="0" baseline="3472" sz="1200" spc="-4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FFFFFF"/>
                </a:solidFill>
                <a:latin typeface="Courier New"/>
                <a:cs typeface="Courier New"/>
              </a:rPr>
              <a:t>.gitignore</a:t>
            </a:r>
            <a:r>
              <a:rPr dirty="0" baseline="3472" sz="1200" spc="-442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baseline="3472" sz="120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dirty="0" baseline="3472" sz="1200" spc="-37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baseline="3472" sz="1200" spc="-37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3472" sz="1200" spc="-30">
                <a:solidFill>
                  <a:srgbClr val="FFFFFF"/>
                </a:solidFill>
                <a:latin typeface="Calibri"/>
                <a:cs typeface="Calibri"/>
              </a:rPr>
              <a:t>date.</a:t>
            </a:r>
            <a:endParaRPr baseline="3472"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13735" y="-484299"/>
            <a:ext cx="3801110" cy="414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0" spc="-5765">
                <a:solidFill>
                  <a:srgbClr val="F3EEE1"/>
                </a:solidFill>
                <a:latin typeface="Arial Black"/>
                <a:cs typeface="Arial Black"/>
              </a:rPr>
              <a:t>0</a:t>
            </a:r>
            <a:r>
              <a:rPr dirty="0" sz="27000" spc="-3904">
                <a:solidFill>
                  <a:srgbClr val="F3EEE1"/>
                </a:solidFill>
                <a:latin typeface="Arial Black"/>
                <a:cs typeface="Arial Black"/>
              </a:rPr>
              <a:t> </a:t>
            </a:r>
            <a:r>
              <a:rPr dirty="0" sz="27000" spc="-5815">
                <a:solidFill>
                  <a:srgbClr val="F3EEE1"/>
                </a:solidFill>
                <a:latin typeface="Arial Black"/>
                <a:cs typeface="Arial Black"/>
              </a:rPr>
              <a:t>2</a:t>
            </a:r>
            <a:endParaRPr sz="270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1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505" y="836894"/>
            <a:ext cx="24180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45">
                <a:solidFill>
                  <a:srgbClr val="797E94"/>
                </a:solidFill>
                <a:latin typeface="Arial Black"/>
                <a:cs typeface="Arial Black"/>
              </a:rPr>
              <a:t>P</a:t>
            </a:r>
            <a:r>
              <a:rPr dirty="0" sz="800" spc="-4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797E94"/>
                </a:solidFill>
                <a:latin typeface="Arial Black"/>
                <a:cs typeface="Arial Black"/>
              </a:rPr>
              <a:t>A</a:t>
            </a:r>
            <a:r>
              <a:rPr dirty="0" sz="800" spc="3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797E94"/>
                </a:solidFill>
                <a:latin typeface="Arial Black"/>
                <a:cs typeface="Arial Black"/>
              </a:rPr>
              <a:t>R</a:t>
            </a:r>
            <a:r>
              <a:rPr dirty="0" sz="800" spc="-1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797E94"/>
                </a:solidFill>
                <a:latin typeface="Arial Black"/>
                <a:cs typeface="Arial Black"/>
              </a:rPr>
              <a:t>T</a:t>
            </a:r>
            <a:r>
              <a:rPr dirty="0" sz="800" spc="20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797E94"/>
                </a:solidFill>
                <a:latin typeface="Arial Black"/>
                <a:cs typeface="Arial Black"/>
              </a:rPr>
              <a:t>2</a:t>
            </a:r>
            <a:r>
              <a:rPr dirty="0" sz="800" spc="229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60">
                <a:solidFill>
                  <a:srgbClr val="797E94"/>
                </a:solidFill>
                <a:latin typeface="Arial Black"/>
                <a:cs typeface="Arial Black"/>
              </a:rPr>
              <a:t>O</a:t>
            </a:r>
            <a:r>
              <a:rPr dirty="0" sz="800" spc="5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797E94"/>
                </a:solidFill>
                <a:latin typeface="Arial Black"/>
                <a:cs typeface="Arial Black"/>
              </a:rPr>
              <a:t>F</a:t>
            </a:r>
            <a:r>
              <a:rPr dirty="0" sz="800" spc="36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797E94"/>
                </a:solidFill>
                <a:latin typeface="Arial Black"/>
                <a:cs typeface="Arial Black"/>
              </a:rPr>
              <a:t>3</a:t>
            </a:r>
            <a:r>
              <a:rPr dirty="0" sz="800" spc="434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797E94"/>
                </a:solidFill>
                <a:latin typeface="Arial Black"/>
                <a:cs typeface="Arial Black"/>
              </a:rPr>
              <a:t>·</a:t>
            </a:r>
            <a:r>
              <a:rPr dirty="0" sz="800" spc="36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215">
                <a:solidFill>
                  <a:srgbClr val="797E94"/>
                </a:solidFill>
                <a:latin typeface="Arial Black"/>
                <a:cs typeface="Arial Black"/>
              </a:rPr>
              <a:t>M</a:t>
            </a:r>
            <a:r>
              <a:rPr dirty="0" sz="800" spc="12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797E94"/>
                </a:solidFill>
                <a:latin typeface="Arial Black"/>
                <a:cs typeface="Arial Black"/>
              </a:rPr>
              <a:t>E</a:t>
            </a:r>
            <a:r>
              <a:rPr dirty="0" sz="800" spc="-1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797E94"/>
                </a:solidFill>
                <a:latin typeface="Arial Black"/>
                <a:cs typeface="Arial Black"/>
              </a:rPr>
              <a:t>R</a:t>
            </a:r>
            <a:r>
              <a:rPr dirty="0" sz="800" spc="2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60">
                <a:solidFill>
                  <a:srgbClr val="797E94"/>
                </a:solidFill>
                <a:latin typeface="Arial Black"/>
                <a:cs typeface="Arial Black"/>
              </a:rPr>
              <a:t>G</a:t>
            </a:r>
            <a:r>
              <a:rPr dirty="0" sz="800" spc="3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797E94"/>
                </a:solidFill>
                <a:latin typeface="Arial Black"/>
                <a:cs typeface="Arial Black"/>
              </a:rPr>
              <a:t>E</a:t>
            </a:r>
            <a:r>
              <a:rPr dirty="0" sz="800" spc="35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797E94"/>
                </a:solidFill>
                <a:latin typeface="Arial Black"/>
                <a:cs typeface="Arial Black"/>
              </a:rPr>
              <a:t>C</a:t>
            </a:r>
            <a:r>
              <a:rPr dirty="0" sz="800" spc="-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60">
                <a:solidFill>
                  <a:srgbClr val="797E94"/>
                </a:solidFill>
                <a:latin typeface="Arial Black"/>
                <a:cs typeface="Arial Black"/>
              </a:rPr>
              <a:t>O</a:t>
            </a:r>
            <a:r>
              <a:rPr dirty="0" sz="800" spc="5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797E94"/>
                </a:solidFill>
                <a:latin typeface="Arial Black"/>
                <a:cs typeface="Arial Black"/>
              </a:rPr>
              <a:t>N</a:t>
            </a:r>
            <a:r>
              <a:rPr dirty="0" sz="800" spc="8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797E94"/>
                </a:solidFill>
                <a:latin typeface="Arial Black"/>
                <a:cs typeface="Arial Black"/>
              </a:rPr>
              <a:t>F</a:t>
            </a:r>
            <a:r>
              <a:rPr dirty="0" sz="800" spc="3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797E94"/>
                </a:solidFill>
                <a:latin typeface="Arial Black"/>
                <a:cs typeface="Arial Black"/>
              </a:rPr>
              <a:t>L</a:t>
            </a:r>
            <a:r>
              <a:rPr dirty="0" sz="800" spc="-1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797E94"/>
                </a:solidFill>
                <a:latin typeface="Arial Black"/>
                <a:cs typeface="Arial Black"/>
              </a:rPr>
              <a:t>I</a:t>
            </a:r>
            <a:r>
              <a:rPr dirty="0" sz="800" spc="-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797E94"/>
                </a:solidFill>
                <a:latin typeface="Arial Black"/>
                <a:cs typeface="Arial Black"/>
              </a:rPr>
              <a:t>C</a:t>
            </a:r>
            <a:r>
              <a:rPr dirty="0" sz="80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180">
                <a:solidFill>
                  <a:srgbClr val="797E94"/>
                </a:solidFill>
                <a:latin typeface="Arial Black"/>
                <a:cs typeface="Arial Black"/>
              </a:rPr>
              <a:t>T</a:t>
            </a:r>
            <a:r>
              <a:rPr dirty="0" sz="800" spc="25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Arial Black"/>
                <a:cs typeface="Arial Black"/>
              </a:rPr>
              <a:t>S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220" y="871463"/>
            <a:ext cx="7943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1155">
                <a:solidFill>
                  <a:srgbClr val="FF6A5A"/>
                </a:solidFill>
                <a:latin typeface="Arial Black"/>
                <a:cs typeface="Arial Black"/>
              </a:rPr>
              <a:t>0</a:t>
            </a:r>
            <a:r>
              <a:rPr dirty="0" sz="5400" spc="-67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5400" spc="-1205">
                <a:solidFill>
                  <a:srgbClr val="FF6A5A"/>
                </a:solidFill>
                <a:latin typeface="Arial Black"/>
                <a:cs typeface="Arial Black"/>
              </a:rPr>
              <a:t>2</a:t>
            </a:r>
            <a:endParaRPr sz="5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2819" y="1086372"/>
            <a:ext cx="726440" cy="694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400">
                <a:solidFill>
                  <a:srgbClr val="FF8B7E"/>
                </a:solidFill>
                <a:latin typeface="Calibri"/>
                <a:cs typeface="Calibri"/>
              </a:rPr>
              <a:t>/</a:t>
            </a:r>
            <a:r>
              <a:rPr dirty="0" sz="3350">
                <a:solidFill>
                  <a:srgbClr val="FF8B7E"/>
                </a:solidFill>
                <a:latin typeface="Trebuchet MS"/>
                <a:cs typeface="Trebuchet MS"/>
              </a:rPr>
              <a:t>0</a:t>
            </a:r>
            <a:r>
              <a:rPr dirty="0" sz="3350" spc="-525">
                <a:solidFill>
                  <a:srgbClr val="FF8B7E"/>
                </a:solidFill>
                <a:latin typeface="Trebuchet MS"/>
                <a:cs typeface="Trebuchet MS"/>
              </a:rPr>
              <a:t> </a:t>
            </a:r>
            <a:r>
              <a:rPr dirty="0" sz="3350" spc="-155">
                <a:solidFill>
                  <a:srgbClr val="FF8B7E"/>
                </a:solidFill>
                <a:latin typeface="Trebuchet MS"/>
                <a:cs typeface="Trebuchet MS"/>
              </a:rPr>
              <a:t>3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8205" y="1985405"/>
            <a:ext cx="457200" cy="21590"/>
          </a:xfrm>
          <a:custGeom>
            <a:avLst/>
            <a:gdLst/>
            <a:ahLst/>
            <a:cxnLst/>
            <a:rect l="l" t="t" r="r" b="b"/>
            <a:pathLst>
              <a:path w="457200" h="21589">
                <a:moveTo>
                  <a:pt x="448195" y="0"/>
                </a:moveTo>
                <a:lnTo>
                  <a:pt x="8991" y="0"/>
                </a:lnTo>
                <a:lnTo>
                  <a:pt x="7188" y="355"/>
                </a:lnTo>
                <a:lnTo>
                  <a:pt x="3594" y="2514"/>
                </a:lnTo>
                <a:lnTo>
                  <a:pt x="2514" y="3594"/>
                </a:lnTo>
                <a:lnTo>
                  <a:pt x="355" y="7200"/>
                </a:lnTo>
                <a:lnTo>
                  <a:pt x="0" y="8991"/>
                </a:lnTo>
                <a:lnTo>
                  <a:pt x="0" y="10794"/>
                </a:lnTo>
                <a:lnTo>
                  <a:pt x="0" y="12598"/>
                </a:lnTo>
                <a:lnTo>
                  <a:pt x="8991" y="21589"/>
                </a:lnTo>
                <a:lnTo>
                  <a:pt x="448195" y="21589"/>
                </a:lnTo>
                <a:lnTo>
                  <a:pt x="457200" y="12598"/>
                </a:lnTo>
                <a:lnTo>
                  <a:pt x="457200" y="8991"/>
                </a:lnTo>
                <a:lnTo>
                  <a:pt x="456831" y="7200"/>
                </a:lnTo>
                <a:lnTo>
                  <a:pt x="454672" y="3594"/>
                </a:lnTo>
                <a:lnTo>
                  <a:pt x="453593" y="2514"/>
                </a:lnTo>
                <a:lnTo>
                  <a:pt x="449999" y="355"/>
                </a:lnTo>
                <a:lnTo>
                  <a:pt x="448195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5505" y="2078179"/>
            <a:ext cx="43732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85" b="1">
                <a:solidFill>
                  <a:srgbClr val="293183"/>
                </a:solidFill>
                <a:latin typeface="Calibri"/>
                <a:cs typeface="Calibri"/>
              </a:rPr>
              <a:t>When</a:t>
            </a:r>
            <a:r>
              <a:rPr dirty="0" sz="3600" spc="-1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3600" spc="-100" b="1">
                <a:solidFill>
                  <a:srgbClr val="293183"/>
                </a:solidFill>
                <a:latin typeface="Calibri"/>
                <a:cs typeface="Calibri"/>
              </a:rPr>
              <a:t>two</a:t>
            </a:r>
            <a:r>
              <a:rPr dirty="0" sz="3600" spc="-1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3600" spc="-100" b="1">
                <a:solidFill>
                  <a:srgbClr val="293183"/>
                </a:solidFill>
                <a:latin typeface="Calibri"/>
                <a:cs typeface="Calibri"/>
              </a:rPr>
              <a:t>people</a:t>
            </a:r>
            <a:r>
              <a:rPr dirty="0" sz="3600" spc="-1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3600" spc="-40" b="1">
                <a:solidFill>
                  <a:srgbClr val="293183"/>
                </a:solidFill>
                <a:latin typeface="Calibri"/>
                <a:cs typeface="Calibri"/>
              </a:rPr>
              <a:t>touch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505" y="2553743"/>
            <a:ext cx="24485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80" b="1">
                <a:solidFill>
                  <a:srgbClr val="293183"/>
                </a:solidFill>
                <a:latin typeface="Calibri"/>
                <a:cs typeface="Calibri"/>
              </a:rPr>
              <a:t>the</a:t>
            </a:r>
            <a:r>
              <a:rPr dirty="0" sz="3600" spc="-1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3600" spc="-80" b="1">
                <a:solidFill>
                  <a:srgbClr val="293183"/>
                </a:solidFill>
                <a:latin typeface="Calibri"/>
                <a:cs typeface="Calibri"/>
              </a:rPr>
              <a:t>same</a:t>
            </a:r>
            <a:r>
              <a:rPr dirty="0" sz="3600" spc="-1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3600" spc="-50" b="1">
                <a:solidFill>
                  <a:srgbClr val="293183"/>
                </a:solidFill>
                <a:latin typeface="Calibri"/>
                <a:cs typeface="Calibri"/>
              </a:rPr>
              <a:t>file.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505" y="3306142"/>
            <a:ext cx="6255385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moment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12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stops</a:t>
            </a:r>
            <a:r>
              <a:rPr dirty="0" sz="12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being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magic</a:t>
            </a:r>
            <a:r>
              <a:rPr dirty="0" sz="12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becomes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tool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actually</a:t>
            </a:r>
            <a:r>
              <a:rPr dirty="0" sz="12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understand.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Two</a:t>
            </a:r>
            <a:r>
              <a:rPr dirty="0" sz="12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94E69"/>
                </a:solidFill>
                <a:latin typeface="Calibri"/>
                <a:cs typeface="Calibri"/>
              </a:rPr>
              <a:t>demos,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5505" y="3541943"/>
            <a:ext cx="1837055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escalating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from easy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to </a:t>
            </a:r>
            <a:r>
              <a:rPr dirty="0" sz="1200" spc="-10">
                <a:solidFill>
                  <a:srgbClr val="494E69"/>
                </a:solidFill>
                <a:latin typeface="Calibri"/>
                <a:cs typeface="Calibri"/>
              </a:rPr>
              <a:t>hard.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8345" y="4014509"/>
            <a:ext cx="1981835" cy="286385"/>
            <a:chOff x="628345" y="4014509"/>
            <a:chExt cx="1981835" cy="286385"/>
          </a:xfrm>
        </p:grpSpPr>
        <p:sp>
          <p:nvSpPr>
            <p:cNvPr id="14" name="object 14"/>
            <p:cNvSpPr/>
            <p:nvPr/>
          </p:nvSpPr>
          <p:spPr>
            <a:xfrm>
              <a:off x="632155" y="4018319"/>
              <a:ext cx="1974214" cy="278765"/>
            </a:xfrm>
            <a:custGeom>
              <a:avLst/>
              <a:gdLst/>
              <a:ahLst/>
              <a:cxnLst/>
              <a:rect l="l" t="t" r="r" b="b"/>
              <a:pathLst>
                <a:path w="1974214" h="278764">
                  <a:moveTo>
                    <a:pt x="1834565" y="0"/>
                  </a:moveTo>
                  <a:lnTo>
                    <a:pt x="139319" y="0"/>
                  </a:lnTo>
                  <a:lnTo>
                    <a:pt x="121070" y="1203"/>
                  </a:lnTo>
                  <a:lnTo>
                    <a:pt x="69481" y="18719"/>
                  </a:lnTo>
                  <a:lnTo>
                    <a:pt x="28880" y="54613"/>
                  </a:lnTo>
                  <a:lnTo>
                    <a:pt x="4773" y="103230"/>
                  </a:lnTo>
                  <a:lnTo>
                    <a:pt x="0" y="139318"/>
                  </a:lnTo>
                  <a:lnTo>
                    <a:pt x="1205" y="157574"/>
                  </a:lnTo>
                  <a:lnTo>
                    <a:pt x="18719" y="209156"/>
                  </a:lnTo>
                  <a:lnTo>
                    <a:pt x="54618" y="249764"/>
                  </a:lnTo>
                  <a:lnTo>
                    <a:pt x="103236" y="273869"/>
                  </a:lnTo>
                  <a:lnTo>
                    <a:pt x="139319" y="278637"/>
                  </a:lnTo>
                  <a:lnTo>
                    <a:pt x="1834565" y="278637"/>
                  </a:lnTo>
                  <a:lnTo>
                    <a:pt x="1887974" y="268008"/>
                  </a:lnTo>
                  <a:lnTo>
                    <a:pt x="1933022" y="237785"/>
                  </a:lnTo>
                  <a:lnTo>
                    <a:pt x="1963254" y="192729"/>
                  </a:lnTo>
                  <a:lnTo>
                    <a:pt x="1973884" y="139318"/>
                  </a:lnTo>
                  <a:lnTo>
                    <a:pt x="1972681" y="121074"/>
                  </a:lnTo>
                  <a:lnTo>
                    <a:pt x="1955164" y="69837"/>
                  </a:lnTo>
                  <a:lnTo>
                    <a:pt x="1919421" y="28885"/>
                  </a:lnTo>
                  <a:lnTo>
                    <a:pt x="1870698" y="4768"/>
                  </a:lnTo>
                  <a:lnTo>
                    <a:pt x="18345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32155" y="4018319"/>
              <a:ext cx="1974214" cy="278765"/>
            </a:xfrm>
            <a:custGeom>
              <a:avLst/>
              <a:gdLst/>
              <a:ahLst/>
              <a:cxnLst/>
              <a:rect l="l" t="t" r="r" b="b"/>
              <a:pathLst>
                <a:path w="1974214" h="278764">
                  <a:moveTo>
                    <a:pt x="0" y="139318"/>
                  </a:moveTo>
                  <a:lnTo>
                    <a:pt x="1205" y="121074"/>
                  </a:lnTo>
                  <a:lnTo>
                    <a:pt x="4773" y="103230"/>
                  </a:lnTo>
                  <a:lnTo>
                    <a:pt x="28880" y="54613"/>
                  </a:lnTo>
                  <a:lnTo>
                    <a:pt x="69481" y="18719"/>
                  </a:lnTo>
                  <a:lnTo>
                    <a:pt x="121070" y="1203"/>
                  </a:lnTo>
                  <a:lnTo>
                    <a:pt x="139319" y="0"/>
                  </a:lnTo>
                  <a:lnTo>
                    <a:pt x="1834565" y="0"/>
                  </a:lnTo>
                  <a:lnTo>
                    <a:pt x="1887974" y="10629"/>
                  </a:lnTo>
                  <a:lnTo>
                    <a:pt x="1933022" y="40906"/>
                  </a:lnTo>
                  <a:lnTo>
                    <a:pt x="1963254" y="86060"/>
                  </a:lnTo>
                  <a:lnTo>
                    <a:pt x="1973884" y="139318"/>
                  </a:lnTo>
                  <a:lnTo>
                    <a:pt x="1972681" y="157574"/>
                  </a:lnTo>
                  <a:lnTo>
                    <a:pt x="1969115" y="175456"/>
                  </a:lnTo>
                  <a:lnTo>
                    <a:pt x="1945004" y="224181"/>
                  </a:lnTo>
                  <a:lnTo>
                    <a:pt x="1904403" y="259918"/>
                  </a:lnTo>
                  <a:lnTo>
                    <a:pt x="1852816" y="277434"/>
                  </a:lnTo>
                  <a:lnTo>
                    <a:pt x="1834565" y="278637"/>
                  </a:lnTo>
                  <a:lnTo>
                    <a:pt x="139319" y="278637"/>
                  </a:lnTo>
                  <a:lnTo>
                    <a:pt x="86071" y="268008"/>
                  </a:lnTo>
                  <a:lnTo>
                    <a:pt x="40908" y="237785"/>
                  </a:lnTo>
                  <a:lnTo>
                    <a:pt x="10635" y="192729"/>
                  </a:lnTo>
                  <a:lnTo>
                    <a:pt x="1205" y="157574"/>
                  </a:lnTo>
                  <a:lnTo>
                    <a:pt x="0" y="139318"/>
                  </a:lnTo>
                  <a:close/>
                </a:path>
              </a:pathLst>
            </a:custGeom>
            <a:ln w="71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49884" y="4079165"/>
              <a:ext cx="158115" cy="158115"/>
            </a:xfrm>
            <a:custGeom>
              <a:avLst/>
              <a:gdLst/>
              <a:ahLst/>
              <a:cxnLst/>
              <a:rect l="l" t="t" r="r" b="b"/>
              <a:pathLst>
                <a:path w="158115" h="158114">
                  <a:moveTo>
                    <a:pt x="57594" y="0"/>
                  </a:moveTo>
                  <a:lnTo>
                    <a:pt x="17003" y="16692"/>
                  </a:lnTo>
                  <a:lnTo>
                    <a:pt x="355" y="57238"/>
                  </a:lnTo>
                  <a:lnTo>
                    <a:pt x="0" y="100431"/>
                  </a:lnTo>
                  <a:lnTo>
                    <a:pt x="471" y="107920"/>
                  </a:lnTo>
                  <a:lnTo>
                    <a:pt x="22388" y="145939"/>
                  </a:lnTo>
                  <a:lnTo>
                    <a:pt x="57238" y="157670"/>
                  </a:lnTo>
                  <a:lnTo>
                    <a:pt x="100431" y="157670"/>
                  </a:lnTo>
                  <a:lnTo>
                    <a:pt x="140972" y="141022"/>
                  </a:lnTo>
                  <a:lnTo>
                    <a:pt x="153347" y="122353"/>
                  </a:lnTo>
                  <a:lnTo>
                    <a:pt x="153421" y="122203"/>
                  </a:lnTo>
                  <a:lnTo>
                    <a:pt x="155767" y="115238"/>
                  </a:lnTo>
                  <a:lnTo>
                    <a:pt x="157197" y="107920"/>
                  </a:lnTo>
                  <a:lnTo>
                    <a:pt x="157670" y="100431"/>
                  </a:lnTo>
                  <a:lnTo>
                    <a:pt x="157648" y="57238"/>
                  </a:lnTo>
                  <a:lnTo>
                    <a:pt x="140977" y="17003"/>
                  </a:lnTo>
                  <a:lnTo>
                    <a:pt x="102273" y="471"/>
                  </a:lnTo>
                  <a:lnTo>
                    <a:pt x="114415" y="471"/>
                  </a:lnTo>
                  <a:lnTo>
                    <a:pt x="57594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65860" y="4178416"/>
            <a:ext cx="197866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D</a:t>
            </a:r>
            <a:r>
              <a:rPr dirty="0" sz="650" spc="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650" spc="-4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65">
                <a:solidFill>
                  <a:srgbClr val="FF6A5A"/>
                </a:solidFill>
                <a:latin typeface="Arial Black"/>
                <a:cs typeface="Arial Black"/>
              </a:rPr>
              <a:t>M</a:t>
            </a:r>
            <a:r>
              <a:rPr dirty="0" sz="650" spc="7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O</a:t>
            </a:r>
            <a:r>
              <a:rPr dirty="0" sz="650" spc="1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1</a:t>
            </a:r>
            <a:r>
              <a:rPr dirty="0" sz="650" spc="14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·</a:t>
            </a:r>
            <a:r>
              <a:rPr dirty="0" sz="650" spc="2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FF6A5A"/>
                </a:solidFill>
                <a:latin typeface="Arial Black"/>
                <a:cs typeface="Arial Black"/>
              </a:rPr>
              <a:t>D</a:t>
            </a:r>
            <a:r>
              <a:rPr dirty="0" sz="650" spc="2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I</a:t>
            </a:r>
            <a:r>
              <a:rPr dirty="0" sz="650" spc="-4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F</a:t>
            </a:r>
            <a:r>
              <a:rPr dirty="0" sz="650" spc="-1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F</a:t>
            </a:r>
            <a:r>
              <a:rPr dirty="0" sz="650" spc="-1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650" spc="-4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R</a:t>
            </a:r>
            <a:r>
              <a:rPr dirty="0" sz="650" spc="-1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650" spc="-4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55">
                <a:solidFill>
                  <a:srgbClr val="FF6A5A"/>
                </a:solidFill>
                <a:latin typeface="Arial Black"/>
                <a:cs typeface="Arial Black"/>
              </a:rPr>
              <a:t>N</a:t>
            </a:r>
            <a:r>
              <a:rPr dirty="0" sz="650" spc="2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T</a:t>
            </a:r>
            <a:r>
              <a:rPr dirty="0" sz="650" spc="25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L</a:t>
            </a:r>
            <a:r>
              <a:rPr dirty="0" sz="650" spc="-4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I</a:t>
            </a:r>
            <a:r>
              <a:rPr dirty="0" sz="650" spc="-4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55">
                <a:solidFill>
                  <a:srgbClr val="FF6A5A"/>
                </a:solidFill>
                <a:latin typeface="Arial Black"/>
                <a:cs typeface="Arial Black"/>
              </a:rPr>
              <a:t>N</a:t>
            </a:r>
            <a:r>
              <a:rPr dirty="0" sz="650" spc="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650" spc="-4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S</a:t>
            </a:r>
            <a:r>
              <a:rPr dirty="0" sz="650" spc="25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75">
                <a:solidFill>
                  <a:srgbClr val="FF6A5A"/>
                </a:solidFill>
                <a:latin typeface="Arial Black"/>
                <a:cs typeface="Arial Black"/>
              </a:rPr>
              <a:t>(</a:t>
            </a:r>
            <a:r>
              <a:rPr dirty="0" sz="650" spc="-1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650" spc="-4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A</a:t>
            </a:r>
            <a:r>
              <a:rPr dirty="0" sz="650" spc="-1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4">
                <a:solidFill>
                  <a:srgbClr val="FF6A5A"/>
                </a:solidFill>
                <a:latin typeface="Arial Black"/>
                <a:cs typeface="Arial Black"/>
              </a:rPr>
              <a:t>S</a:t>
            </a:r>
            <a:r>
              <a:rPr dirty="0" sz="650" spc="-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35">
                <a:solidFill>
                  <a:srgbClr val="FF6A5A"/>
                </a:solidFill>
                <a:latin typeface="Arial Black"/>
                <a:cs typeface="Arial Black"/>
              </a:rPr>
              <a:t>Y</a:t>
            </a:r>
            <a:r>
              <a:rPr dirty="0" sz="650" spc="-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50">
                <a:solidFill>
                  <a:srgbClr val="FF6A5A"/>
                </a:solidFill>
                <a:latin typeface="Arial Black"/>
                <a:cs typeface="Arial Black"/>
              </a:rPr>
              <a:t>)</a:t>
            </a:r>
            <a:endParaRPr sz="650">
              <a:latin typeface="Arial Black"/>
              <a:cs typeface="Arial Black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9884" y="4079165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5" h="158114">
                <a:moveTo>
                  <a:pt x="57594" y="0"/>
                </a:moveTo>
                <a:lnTo>
                  <a:pt x="17003" y="16692"/>
                </a:lnTo>
                <a:lnTo>
                  <a:pt x="355" y="57238"/>
                </a:lnTo>
                <a:lnTo>
                  <a:pt x="0" y="100431"/>
                </a:lnTo>
                <a:lnTo>
                  <a:pt x="471" y="107920"/>
                </a:lnTo>
                <a:lnTo>
                  <a:pt x="22388" y="145939"/>
                </a:lnTo>
                <a:lnTo>
                  <a:pt x="57238" y="157670"/>
                </a:lnTo>
                <a:lnTo>
                  <a:pt x="100431" y="157670"/>
                </a:lnTo>
                <a:lnTo>
                  <a:pt x="140972" y="141022"/>
                </a:lnTo>
                <a:lnTo>
                  <a:pt x="153347" y="122353"/>
                </a:lnTo>
                <a:lnTo>
                  <a:pt x="153421" y="122203"/>
                </a:lnTo>
                <a:lnTo>
                  <a:pt x="155767" y="115238"/>
                </a:lnTo>
                <a:lnTo>
                  <a:pt x="157197" y="107920"/>
                </a:lnTo>
                <a:lnTo>
                  <a:pt x="157670" y="100431"/>
                </a:lnTo>
                <a:lnTo>
                  <a:pt x="157648" y="57238"/>
                </a:lnTo>
                <a:lnTo>
                  <a:pt x="140977" y="17003"/>
                </a:lnTo>
                <a:lnTo>
                  <a:pt x="102273" y="471"/>
                </a:lnTo>
                <a:lnTo>
                  <a:pt x="114415" y="471"/>
                </a:lnTo>
                <a:lnTo>
                  <a:pt x="57594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71294" y="4082658"/>
            <a:ext cx="717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solidFill>
                  <a:srgbClr val="FF6A5A"/>
                </a:solidFill>
                <a:latin typeface="Arial Black"/>
                <a:cs typeface="Arial Black"/>
              </a:rPr>
              <a:t>1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80093" y="4070415"/>
            <a:ext cx="13017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solidFill>
                  <a:srgbClr val="797E94"/>
                </a:solidFill>
                <a:latin typeface="Segoe UI Symbol"/>
                <a:cs typeface="Segoe UI Symbol"/>
              </a:rPr>
              <a:t>→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80512" y="4014509"/>
            <a:ext cx="1734185" cy="286385"/>
            <a:chOff x="2880512" y="4014509"/>
            <a:chExt cx="1734185" cy="286385"/>
          </a:xfrm>
        </p:grpSpPr>
        <p:sp>
          <p:nvSpPr>
            <p:cNvPr id="22" name="object 22"/>
            <p:cNvSpPr/>
            <p:nvPr/>
          </p:nvSpPr>
          <p:spPr>
            <a:xfrm>
              <a:off x="2884322" y="4018319"/>
              <a:ext cx="1726564" cy="278765"/>
            </a:xfrm>
            <a:custGeom>
              <a:avLst/>
              <a:gdLst/>
              <a:ahLst/>
              <a:cxnLst/>
              <a:rect l="l" t="t" r="r" b="b"/>
              <a:pathLst>
                <a:path w="1726564" h="278764">
                  <a:moveTo>
                    <a:pt x="1587233" y="0"/>
                  </a:moveTo>
                  <a:lnTo>
                    <a:pt x="139319" y="0"/>
                  </a:lnTo>
                  <a:lnTo>
                    <a:pt x="121068" y="1203"/>
                  </a:lnTo>
                  <a:lnTo>
                    <a:pt x="69837" y="18719"/>
                  </a:lnTo>
                  <a:lnTo>
                    <a:pt x="28885" y="54613"/>
                  </a:lnTo>
                  <a:lnTo>
                    <a:pt x="4768" y="103230"/>
                  </a:lnTo>
                  <a:lnTo>
                    <a:pt x="0" y="139318"/>
                  </a:lnTo>
                  <a:lnTo>
                    <a:pt x="1203" y="157574"/>
                  </a:lnTo>
                  <a:lnTo>
                    <a:pt x="18719" y="209156"/>
                  </a:lnTo>
                  <a:lnTo>
                    <a:pt x="54613" y="249764"/>
                  </a:lnTo>
                  <a:lnTo>
                    <a:pt x="103225" y="273869"/>
                  </a:lnTo>
                  <a:lnTo>
                    <a:pt x="139319" y="278637"/>
                  </a:lnTo>
                  <a:lnTo>
                    <a:pt x="1587233" y="278637"/>
                  </a:lnTo>
                  <a:lnTo>
                    <a:pt x="1640648" y="268008"/>
                  </a:lnTo>
                  <a:lnTo>
                    <a:pt x="1685701" y="237785"/>
                  </a:lnTo>
                  <a:lnTo>
                    <a:pt x="1715922" y="192729"/>
                  </a:lnTo>
                  <a:lnTo>
                    <a:pt x="1726552" y="139318"/>
                  </a:lnTo>
                  <a:lnTo>
                    <a:pt x="1725348" y="121074"/>
                  </a:lnTo>
                  <a:lnTo>
                    <a:pt x="1707832" y="69837"/>
                  </a:lnTo>
                  <a:lnTo>
                    <a:pt x="1672101" y="28885"/>
                  </a:lnTo>
                  <a:lnTo>
                    <a:pt x="1623372" y="4768"/>
                  </a:lnTo>
                  <a:lnTo>
                    <a:pt x="15872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884322" y="4018319"/>
              <a:ext cx="1726564" cy="278765"/>
            </a:xfrm>
            <a:custGeom>
              <a:avLst/>
              <a:gdLst/>
              <a:ahLst/>
              <a:cxnLst/>
              <a:rect l="l" t="t" r="r" b="b"/>
              <a:pathLst>
                <a:path w="1726564" h="278764">
                  <a:moveTo>
                    <a:pt x="0" y="139318"/>
                  </a:moveTo>
                  <a:lnTo>
                    <a:pt x="1203" y="121074"/>
                  </a:lnTo>
                  <a:lnTo>
                    <a:pt x="4768" y="103230"/>
                  </a:lnTo>
                  <a:lnTo>
                    <a:pt x="28885" y="54613"/>
                  </a:lnTo>
                  <a:lnTo>
                    <a:pt x="69837" y="18719"/>
                  </a:lnTo>
                  <a:lnTo>
                    <a:pt x="121068" y="1203"/>
                  </a:lnTo>
                  <a:lnTo>
                    <a:pt x="139319" y="0"/>
                  </a:lnTo>
                  <a:lnTo>
                    <a:pt x="1587233" y="0"/>
                  </a:lnTo>
                  <a:lnTo>
                    <a:pt x="1640648" y="10629"/>
                  </a:lnTo>
                  <a:lnTo>
                    <a:pt x="1685701" y="40906"/>
                  </a:lnTo>
                  <a:lnTo>
                    <a:pt x="1715922" y="86060"/>
                  </a:lnTo>
                  <a:lnTo>
                    <a:pt x="1726552" y="139318"/>
                  </a:lnTo>
                  <a:lnTo>
                    <a:pt x="1725348" y="157574"/>
                  </a:lnTo>
                  <a:lnTo>
                    <a:pt x="1721783" y="175456"/>
                  </a:lnTo>
                  <a:lnTo>
                    <a:pt x="1697679" y="224181"/>
                  </a:lnTo>
                  <a:lnTo>
                    <a:pt x="1657083" y="259918"/>
                  </a:lnTo>
                  <a:lnTo>
                    <a:pt x="1605489" y="277434"/>
                  </a:lnTo>
                  <a:lnTo>
                    <a:pt x="1587233" y="278637"/>
                  </a:lnTo>
                  <a:lnTo>
                    <a:pt x="139319" y="278637"/>
                  </a:lnTo>
                  <a:lnTo>
                    <a:pt x="86058" y="268008"/>
                  </a:lnTo>
                  <a:lnTo>
                    <a:pt x="40906" y="237785"/>
                  </a:lnTo>
                  <a:lnTo>
                    <a:pt x="10629" y="192729"/>
                  </a:lnTo>
                  <a:lnTo>
                    <a:pt x="1203" y="157574"/>
                  </a:lnTo>
                  <a:lnTo>
                    <a:pt x="0" y="139318"/>
                  </a:lnTo>
                  <a:close/>
                </a:path>
              </a:pathLst>
            </a:custGeom>
            <a:ln w="71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02394" y="4079165"/>
              <a:ext cx="158115" cy="158115"/>
            </a:xfrm>
            <a:custGeom>
              <a:avLst/>
              <a:gdLst/>
              <a:ahLst/>
              <a:cxnLst/>
              <a:rect l="l" t="t" r="r" b="b"/>
              <a:pathLst>
                <a:path w="158114" h="158114">
                  <a:moveTo>
                    <a:pt x="57607" y="0"/>
                  </a:moveTo>
                  <a:lnTo>
                    <a:pt x="17016" y="16692"/>
                  </a:lnTo>
                  <a:lnTo>
                    <a:pt x="368" y="57238"/>
                  </a:lnTo>
                  <a:lnTo>
                    <a:pt x="0" y="100431"/>
                  </a:lnTo>
                  <a:lnTo>
                    <a:pt x="473" y="107920"/>
                  </a:lnTo>
                  <a:lnTo>
                    <a:pt x="11648" y="135281"/>
                  </a:lnTo>
                  <a:lnTo>
                    <a:pt x="11749" y="135431"/>
                  </a:lnTo>
                  <a:lnTo>
                    <a:pt x="49766" y="157198"/>
                  </a:lnTo>
                  <a:lnTo>
                    <a:pt x="57251" y="157670"/>
                  </a:lnTo>
                  <a:lnTo>
                    <a:pt x="100444" y="157670"/>
                  </a:lnTo>
                  <a:lnTo>
                    <a:pt x="140984" y="141022"/>
                  </a:lnTo>
                  <a:lnTo>
                    <a:pt x="153360" y="122353"/>
                  </a:lnTo>
                  <a:lnTo>
                    <a:pt x="153434" y="122203"/>
                  </a:lnTo>
                  <a:lnTo>
                    <a:pt x="155780" y="115238"/>
                  </a:lnTo>
                  <a:lnTo>
                    <a:pt x="157210" y="107920"/>
                  </a:lnTo>
                  <a:lnTo>
                    <a:pt x="157683" y="100431"/>
                  </a:lnTo>
                  <a:lnTo>
                    <a:pt x="157660" y="57238"/>
                  </a:lnTo>
                  <a:lnTo>
                    <a:pt x="140989" y="17003"/>
                  </a:lnTo>
                  <a:lnTo>
                    <a:pt x="102285" y="471"/>
                  </a:lnTo>
                  <a:lnTo>
                    <a:pt x="114428" y="471"/>
                  </a:lnTo>
                  <a:lnTo>
                    <a:pt x="57607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318383" y="4178416"/>
            <a:ext cx="162179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D</a:t>
            </a:r>
            <a:r>
              <a:rPr dirty="0" sz="650" spc="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650" spc="-4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65">
                <a:solidFill>
                  <a:srgbClr val="FF6A5A"/>
                </a:solidFill>
                <a:latin typeface="Arial Black"/>
                <a:cs typeface="Arial Black"/>
              </a:rPr>
              <a:t>M</a:t>
            </a:r>
            <a:r>
              <a:rPr dirty="0" sz="650" spc="7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O</a:t>
            </a:r>
            <a:r>
              <a:rPr dirty="0" sz="650" spc="1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2</a:t>
            </a:r>
            <a:r>
              <a:rPr dirty="0" sz="650" spc="16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·</a:t>
            </a:r>
            <a:r>
              <a:rPr dirty="0" sz="650" spc="229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4">
                <a:solidFill>
                  <a:srgbClr val="FF6A5A"/>
                </a:solidFill>
                <a:latin typeface="Arial Black"/>
                <a:cs typeface="Arial Black"/>
              </a:rPr>
              <a:t>S</a:t>
            </a:r>
            <a:r>
              <a:rPr dirty="0" sz="650" spc="-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A</a:t>
            </a:r>
            <a:r>
              <a:rPr dirty="0" sz="650" spc="-1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65">
                <a:solidFill>
                  <a:srgbClr val="FF6A5A"/>
                </a:solidFill>
                <a:latin typeface="Arial Black"/>
                <a:cs typeface="Arial Black"/>
              </a:rPr>
              <a:t>M</a:t>
            </a:r>
            <a:r>
              <a:rPr dirty="0" sz="650" spc="7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650" spc="2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L</a:t>
            </a:r>
            <a:r>
              <a:rPr dirty="0" sz="650" spc="-4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I</a:t>
            </a:r>
            <a:r>
              <a:rPr dirty="0" sz="650" spc="-4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55">
                <a:solidFill>
                  <a:srgbClr val="FF6A5A"/>
                </a:solidFill>
                <a:latin typeface="Arial Black"/>
                <a:cs typeface="Arial Black"/>
              </a:rPr>
              <a:t>N</a:t>
            </a:r>
            <a:r>
              <a:rPr dirty="0" sz="650" spc="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650" spc="2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75">
                <a:solidFill>
                  <a:srgbClr val="FF6A5A"/>
                </a:solidFill>
                <a:latin typeface="Arial Black"/>
                <a:cs typeface="Arial Black"/>
              </a:rPr>
              <a:t>(</a:t>
            </a:r>
            <a:r>
              <a:rPr dirty="0" sz="650" spc="-1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55">
                <a:solidFill>
                  <a:srgbClr val="FF6A5A"/>
                </a:solidFill>
                <a:latin typeface="Arial Black"/>
                <a:cs typeface="Arial Black"/>
              </a:rPr>
              <a:t>H</a:t>
            </a:r>
            <a:r>
              <a:rPr dirty="0" sz="650" spc="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A</a:t>
            </a:r>
            <a:r>
              <a:rPr dirty="0" sz="650" spc="-1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05">
                <a:solidFill>
                  <a:srgbClr val="FF6A5A"/>
                </a:solidFill>
                <a:latin typeface="Arial Black"/>
                <a:cs typeface="Arial Black"/>
              </a:rPr>
              <a:t>R</a:t>
            </a:r>
            <a:r>
              <a:rPr dirty="0" sz="650" spc="-1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110">
                <a:solidFill>
                  <a:srgbClr val="FF6A5A"/>
                </a:solidFill>
                <a:latin typeface="Arial Black"/>
                <a:cs typeface="Arial Black"/>
              </a:rPr>
              <a:t>D</a:t>
            </a:r>
            <a:r>
              <a:rPr dirty="0" sz="650" spc="2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650" spc="-50">
                <a:solidFill>
                  <a:srgbClr val="FF6A5A"/>
                </a:solidFill>
                <a:latin typeface="Arial Black"/>
                <a:cs typeface="Arial Black"/>
              </a:rPr>
              <a:t>)</a:t>
            </a:r>
            <a:endParaRPr sz="650">
              <a:latin typeface="Arial Black"/>
              <a:cs typeface="Arial Black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02394" y="4079165"/>
            <a:ext cx="158115" cy="158115"/>
          </a:xfrm>
          <a:custGeom>
            <a:avLst/>
            <a:gdLst/>
            <a:ahLst/>
            <a:cxnLst/>
            <a:rect l="l" t="t" r="r" b="b"/>
            <a:pathLst>
              <a:path w="158114" h="158114">
                <a:moveTo>
                  <a:pt x="57607" y="0"/>
                </a:moveTo>
                <a:lnTo>
                  <a:pt x="17016" y="16692"/>
                </a:lnTo>
                <a:lnTo>
                  <a:pt x="368" y="57238"/>
                </a:lnTo>
                <a:lnTo>
                  <a:pt x="0" y="100431"/>
                </a:lnTo>
                <a:lnTo>
                  <a:pt x="473" y="107920"/>
                </a:lnTo>
                <a:lnTo>
                  <a:pt x="11648" y="135281"/>
                </a:lnTo>
                <a:lnTo>
                  <a:pt x="11749" y="135431"/>
                </a:lnTo>
                <a:lnTo>
                  <a:pt x="49766" y="157198"/>
                </a:lnTo>
                <a:lnTo>
                  <a:pt x="57251" y="157670"/>
                </a:lnTo>
                <a:lnTo>
                  <a:pt x="100444" y="157670"/>
                </a:lnTo>
                <a:lnTo>
                  <a:pt x="140984" y="141022"/>
                </a:lnTo>
                <a:lnTo>
                  <a:pt x="153360" y="122353"/>
                </a:lnTo>
                <a:lnTo>
                  <a:pt x="153434" y="122203"/>
                </a:lnTo>
                <a:lnTo>
                  <a:pt x="155780" y="115238"/>
                </a:lnTo>
                <a:lnTo>
                  <a:pt x="157210" y="107920"/>
                </a:lnTo>
                <a:lnTo>
                  <a:pt x="157683" y="100431"/>
                </a:lnTo>
                <a:lnTo>
                  <a:pt x="157660" y="57238"/>
                </a:lnTo>
                <a:lnTo>
                  <a:pt x="140989" y="17003"/>
                </a:lnTo>
                <a:lnTo>
                  <a:pt x="102285" y="471"/>
                </a:lnTo>
                <a:lnTo>
                  <a:pt x="114428" y="471"/>
                </a:lnTo>
                <a:lnTo>
                  <a:pt x="57607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699979" y="4082658"/>
            <a:ext cx="717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solidFill>
                  <a:srgbClr val="FF6A5A"/>
                </a:solidFill>
                <a:latin typeface="Arial Black"/>
                <a:cs typeface="Arial Black"/>
              </a:rPr>
              <a:t>2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84941" y="4070415"/>
            <a:ext cx="13017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solidFill>
                  <a:srgbClr val="797E94"/>
                </a:solidFill>
                <a:latin typeface="Segoe UI Symbol"/>
                <a:cs typeface="Segoe UI Symbol"/>
              </a:rPr>
              <a:t>→</a:t>
            </a:r>
            <a:endParaRPr sz="95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82674" y="3998883"/>
            <a:ext cx="1338580" cy="318770"/>
            <a:chOff x="4882674" y="3998883"/>
            <a:chExt cx="1338580" cy="318770"/>
          </a:xfrm>
        </p:grpSpPr>
        <p:sp>
          <p:nvSpPr>
            <p:cNvPr id="30" name="object 30"/>
            <p:cNvSpPr/>
            <p:nvPr/>
          </p:nvSpPr>
          <p:spPr>
            <a:xfrm>
              <a:off x="4886274" y="4002483"/>
              <a:ext cx="1330960" cy="311785"/>
            </a:xfrm>
            <a:custGeom>
              <a:avLst/>
              <a:gdLst/>
              <a:ahLst/>
              <a:cxnLst/>
              <a:rect l="l" t="t" r="r" b="b"/>
              <a:pathLst>
                <a:path w="1330960" h="311785">
                  <a:moveTo>
                    <a:pt x="1175042" y="0"/>
                  </a:moveTo>
                  <a:lnTo>
                    <a:pt x="155879" y="0"/>
                  </a:lnTo>
                  <a:lnTo>
                    <a:pt x="134561" y="1338"/>
                  </a:lnTo>
                  <a:lnTo>
                    <a:pt x="135176" y="1338"/>
                  </a:lnTo>
                  <a:lnTo>
                    <a:pt x="115473" y="5127"/>
                  </a:lnTo>
                  <a:lnTo>
                    <a:pt x="77762" y="20523"/>
                  </a:lnTo>
                  <a:lnTo>
                    <a:pt x="45683" y="45361"/>
                  </a:lnTo>
                  <a:lnTo>
                    <a:pt x="20891" y="77762"/>
                  </a:lnTo>
                  <a:lnTo>
                    <a:pt x="5311" y="115152"/>
                  </a:lnTo>
                  <a:lnTo>
                    <a:pt x="0" y="155524"/>
                  </a:lnTo>
                  <a:lnTo>
                    <a:pt x="0" y="155879"/>
                  </a:lnTo>
                  <a:lnTo>
                    <a:pt x="5132" y="195975"/>
                  </a:lnTo>
                  <a:lnTo>
                    <a:pt x="20523" y="233641"/>
                  </a:lnTo>
                  <a:lnTo>
                    <a:pt x="31790" y="250318"/>
                  </a:lnTo>
                  <a:lnTo>
                    <a:pt x="31895" y="250473"/>
                  </a:lnTo>
                  <a:lnTo>
                    <a:pt x="60717" y="279145"/>
                  </a:lnTo>
                  <a:lnTo>
                    <a:pt x="95939" y="299552"/>
                  </a:lnTo>
                  <a:lnTo>
                    <a:pt x="135124" y="310064"/>
                  </a:lnTo>
                  <a:lnTo>
                    <a:pt x="155524" y="311404"/>
                  </a:lnTo>
                  <a:lnTo>
                    <a:pt x="1175410" y="311035"/>
                  </a:lnTo>
                  <a:lnTo>
                    <a:pt x="1215504" y="305908"/>
                  </a:lnTo>
                  <a:lnTo>
                    <a:pt x="1253159" y="290512"/>
                  </a:lnTo>
                  <a:lnTo>
                    <a:pt x="1285197" y="265720"/>
                  </a:lnTo>
                  <a:lnTo>
                    <a:pt x="1310043" y="233273"/>
                  </a:lnTo>
                  <a:lnTo>
                    <a:pt x="1318995" y="215264"/>
                  </a:lnTo>
                  <a:lnTo>
                    <a:pt x="1319075" y="215103"/>
                  </a:lnTo>
                  <a:lnTo>
                    <a:pt x="1329552" y="176079"/>
                  </a:lnTo>
                  <a:lnTo>
                    <a:pt x="1330898" y="155524"/>
                  </a:lnTo>
                  <a:lnTo>
                    <a:pt x="1329583" y="135474"/>
                  </a:lnTo>
                  <a:lnTo>
                    <a:pt x="1319075" y="96145"/>
                  </a:lnTo>
                  <a:lnTo>
                    <a:pt x="1298670" y="60923"/>
                  </a:lnTo>
                  <a:lnTo>
                    <a:pt x="1269848" y="32245"/>
                  </a:lnTo>
                  <a:lnTo>
                    <a:pt x="1234633" y="11846"/>
                  </a:lnTo>
                  <a:lnTo>
                    <a:pt x="1195448" y="1338"/>
                  </a:lnTo>
                  <a:lnTo>
                    <a:pt x="1175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86274" y="4002483"/>
              <a:ext cx="1330960" cy="311785"/>
            </a:xfrm>
            <a:custGeom>
              <a:avLst/>
              <a:gdLst/>
              <a:ahLst/>
              <a:cxnLst/>
              <a:rect l="l" t="t" r="r" b="b"/>
              <a:pathLst>
                <a:path w="1330960" h="311785">
                  <a:moveTo>
                    <a:pt x="0" y="155524"/>
                  </a:moveTo>
                  <a:lnTo>
                    <a:pt x="1339" y="135117"/>
                  </a:lnTo>
                  <a:lnTo>
                    <a:pt x="5311" y="115152"/>
                  </a:lnTo>
                  <a:lnTo>
                    <a:pt x="20891" y="77762"/>
                  </a:lnTo>
                  <a:lnTo>
                    <a:pt x="45683" y="45361"/>
                  </a:lnTo>
                  <a:lnTo>
                    <a:pt x="77762" y="20523"/>
                  </a:lnTo>
                  <a:lnTo>
                    <a:pt x="115473" y="5127"/>
                  </a:lnTo>
                  <a:lnTo>
                    <a:pt x="155879" y="0"/>
                  </a:lnTo>
                  <a:lnTo>
                    <a:pt x="1175042" y="0"/>
                  </a:lnTo>
                  <a:lnTo>
                    <a:pt x="1215413" y="5310"/>
                  </a:lnTo>
                  <a:lnTo>
                    <a:pt x="1252804" y="20878"/>
                  </a:lnTo>
                  <a:lnTo>
                    <a:pt x="1285205" y="45672"/>
                  </a:lnTo>
                  <a:lnTo>
                    <a:pt x="1310043" y="77762"/>
                  </a:lnTo>
                  <a:lnTo>
                    <a:pt x="1325611" y="115473"/>
                  </a:lnTo>
                  <a:lnTo>
                    <a:pt x="1330921" y="155879"/>
                  </a:lnTo>
                  <a:lnTo>
                    <a:pt x="1330921" y="155524"/>
                  </a:lnTo>
                  <a:lnTo>
                    <a:pt x="1329583" y="175923"/>
                  </a:lnTo>
                  <a:lnTo>
                    <a:pt x="1325611" y="195884"/>
                  </a:lnTo>
                  <a:lnTo>
                    <a:pt x="1310043" y="233273"/>
                  </a:lnTo>
                  <a:lnTo>
                    <a:pt x="1285249" y="265674"/>
                  </a:lnTo>
                  <a:lnTo>
                    <a:pt x="1253159" y="290512"/>
                  </a:lnTo>
                  <a:lnTo>
                    <a:pt x="1215504" y="305908"/>
                  </a:lnTo>
                  <a:lnTo>
                    <a:pt x="1175410" y="311035"/>
                  </a:lnTo>
                  <a:lnTo>
                    <a:pt x="155524" y="311404"/>
                  </a:lnTo>
                  <a:lnTo>
                    <a:pt x="115162" y="306092"/>
                  </a:lnTo>
                  <a:lnTo>
                    <a:pt x="77762" y="290512"/>
                  </a:lnTo>
                  <a:lnTo>
                    <a:pt x="45361" y="265720"/>
                  </a:lnTo>
                  <a:lnTo>
                    <a:pt x="20523" y="233641"/>
                  </a:lnTo>
                  <a:lnTo>
                    <a:pt x="5132" y="195975"/>
                  </a:lnTo>
                  <a:lnTo>
                    <a:pt x="0" y="155879"/>
                  </a:lnTo>
                  <a:lnTo>
                    <a:pt x="0" y="155524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007597" y="4079165"/>
              <a:ext cx="158115" cy="158115"/>
            </a:xfrm>
            <a:custGeom>
              <a:avLst/>
              <a:gdLst/>
              <a:ahLst/>
              <a:cxnLst/>
              <a:rect l="l" t="t" r="r" b="b"/>
              <a:pathLst>
                <a:path w="158114" h="158114">
                  <a:moveTo>
                    <a:pt x="157683" y="100431"/>
                  </a:moveTo>
                  <a:lnTo>
                    <a:pt x="157657" y="57238"/>
                  </a:lnTo>
                  <a:lnTo>
                    <a:pt x="140982" y="17005"/>
                  </a:lnTo>
                  <a:lnTo>
                    <a:pt x="102285" y="482"/>
                  </a:lnTo>
                  <a:lnTo>
                    <a:pt x="114427" y="482"/>
                  </a:lnTo>
                  <a:lnTo>
                    <a:pt x="57607" y="0"/>
                  </a:lnTo>
                  <a:lnTo>
                    <a:pt x="50114" y="482"/>
                  </a:lnTo>
                  <a:lnTo>
                    <a:pt x="42799" y="1892"/>
                  </a:lnTo>
                  <a:lnTo>
                    <a:pt x="7924" y="28790"/>
                  </a:lnTo>
                  <a:lnTo>
                    <a:pt x="0" y="100431"/>
                  </a:lnTo>
                  <a:lnTo>
                    <a:pt x="469" y="107924"/>
                  </a:lnTo>
                  <a:lnTo>
                    <a:pt x="1892" y="115239"/>
                  </a:lnTo>
                  <a:lnTo>
                    <a:pt x="4203" y="122212"/>
                  </a:lnTo>
                  <a:lnTo>
                    <a:pt x="4241" y="122364"/>
                  </a:lnTo>
                  <a:lnTo>
                    <a:pt x="35471" y="153428"/>
                  </a:lnTo>
                  <a:lnTo>
                    <a:pt x="57238" y="157670"/>
                  </a:lnTo>
                  <a:lnTo>
                    <a:pt x="100444" y="157670"/>
                  </a:lnTo>
                  <a:lnTo>
                    <a:pt x="140982" y="141033"/>
                  </a:lnTo>
                  <a:lnTo>
                    <a:pt x="153352" y="122364"/>
                  </a:lnTo>
                  <a:lnTo>
                    <a:pt x="153428" y="122212"/>
                  </a:lnTo>
                  <a:lnTo>
                    <a:pt x="155778" y="115239"/>
                  </a:lnTo>
                  <a:lnTo>
                    <a:pt x="157200" y="107924"/>
                  </a:lnTo>
                  <a:lnTo>
                    <a:pt x="157683" y="100431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183695" y="4101733"/>
            <a:ext cx="10750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800" spc="55" b="1">
                <a:solidFill>
                  <a:srgbClr val="293183"/>
                </a:solidFill>
                <a:latin typeface="Calibri"/>
                <a:cs typeface="Calibri"/>
              </a:rPr>
              <a:t>RESO</a:t>
            </a:r>
            <a:r>
              <a:rPr dirty="0" sz="800" spc="-10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85" b="1">
                <a:solidFill>
                  <a:srgbClr val="293183"/>
                </a:solidFill>
                <a:latin typeface="Calibri"/>
                <a:cs typeface="Calibri"/>
              </a:rPr>
              <a:t>L</a:t>
            </a:r>
            <a:r>
              <a:rPr dirty="0" baseline="10416" sz="1200" spc="-277">
                <a:solidFill>
                  <a:srgbClr val="293183"/>
                </a:solidFill>
                <a:latin typeface="Arial Black"/>
                <a:cs typeface="Arial Black"/>
              </a:rPr>
              <a:t>3</a:t>
            </a:r>
            <a:r>
              <a:rPr dirty="0" sz="800" spc="-185" b="1">
                <a:solidFill>
                  <a:srgbClr val="293183"/>
                </a:solidFill>
                <a:latin typeface="Calibri"/>
                <a:cs typeface="Calibri"/>
              </a:rPr>
              <a:t>V</a:t>
            </a:r>
            <a:r>
              <a:rPr dirty="0" sz="800" spc="-9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1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+</a:t>
            </a:r>
            <a:r>
              <a:rPr dirty="0" sz="800" spc="1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COMMIT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961" y="349925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34" y="0"/>
                </a:lnTo>
                <a:lnTo>
                  <a:pt x="21602" y="0"/>
                </a:lnTo>
                <a:lnTo>
                  <a:pt x="17640" y="0"/>
                </a:lnTo>
                <a:lnTo>
                  <a:pt x="14033" y="711"/>
                </a:lnTo>
                <a:lnTo>
                  <a:pt x="0" y="17640"/>
                </a:lnTo>
                <a:lnTo>
                  <a:pt x="0" y="21234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4841"/>
                </a:lnTo>
                <a:lnTo>
                  <a:pt x="42837" y="21234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33"/>
                </a:lnTo>
                <a:lnTo>
                  <a:pt x="39954" y="10795"/>
                </a:lnTo>
                <a:lnTo>
                  <a:pt x="37795" y="7556"/>
                </a:lnTo>
                <a:lnTo>
                  <a:pt x="35280" y="4673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976514" y="259196"/>
            <a:ext cx="790575" cy="224154"/>
          </a:xfrm>
          <a:custGeom>
            <a:avLst/>
            <a:gdLst/>
            <a:ahLst/>
            <a:cxnLst/>
            <a:rect l="l" t="t" r="r" b="b"/>
            <a:pathLst>
              <a:path w="790575" h="224154">
                <a:moveTo>
                  <a:pt x="678243" y="0"/>
                </a:moveTo>
                <a:lnTo>
                  <a:pt x="111963" y="0"/>
                </a:lnTo>
                <a:lnTo>
                  <a:pt x="97266" y="945"/>
                </a:lnTo>
                <a:lnTo>
                  <a:pt x="55803" y="15125"/>
                </a:lnTo>
                <a:lnTo>
                  <a:pt x="23201" y="43827"/>
                </a:lnTo>
                <a:lnTo>
                  <a:pt x="8584" y="69086"/>
                </a:lnTo>
                <a:lnTo>
                  <a:pt x="8508" y="69236"/>
                </a:lnTo>
                <a:lnTo>
                  <a:pt x="3781" y="82984"/>
                </a:lnTo>
                <a:lnTo>
                  <a:pt x="945" y="97271"/>
                </a:lnTo>
                <a:lnTo>
                  <a:pt x="0" y="111963"/>
                </a:lnTo>
                <a:lnTo>
                  <a:pt x="945" y="126662"/>
                </a:lnTo>
                <a:lnTo>
                  <a:pt x="15125" y="168122"/>
                </a:lnTo>
                <a:lnTo>
                  <a:pt x="43677" y="200726"/>
                </a:lnTo>
                <a:lnTo>
                  <a:pt x="82940" y="220144"/>
                </a:lnTo>
                <a:lnTo>
                  <a:pt x="111963" y="223926"/>
                </a:lnTo>
                <a:lnTo>
                  <a:pt x="678243" y="223926"/>
                </a:lnTo>
                <a:lnTo>
                  <a:pt x="721125" y="215418"/>
                </a:lnTo>
                <a:lnTo>
                  <a:pt x="757442" y="191166"/>
                </a:lnTo>
                <a:lnTo>
                  <a:pt x="781698" y="154845"/>
                </a:lnTo>
                <a:lnTo>
                  <a:pt x="790206" y="111963"/>
                </a:lnTo>
                <a:lnTo>
                  <a:pt x="789261" y="97271"/>
                </a:lnTo>
                <a:lnTo>
                  <a:pt x="775080" y="55803"/>
                </a:lnTo>
                <a:lnTo>
                  <a:pt x="746535" y="23207"/>
                </a:lnTo>
                <a:lnTo>
                  <a:pt x="707270" y="3781"/>
                </a:lnTo>
                <a:lnTo>
                  <a:pt x="692942" y="945"/>
                </a:lnTo>
                <a:lnTo>
                  <a:pt x="678243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44256" y="302655"/>
            <a:ext cx="63309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6172" sz="1350">
                <a:solidFill>
                  <a:srgbClr val="494E69"/>
                </a:solidFill>
                <a:latin typeface="Segoe UI Symbol"/>
                <a:cs typeface="Segoe UI Symbol"/>
              </a:rPr>
              <a:t>✦</a:t>
            </a:r>
            <a:r>
              <a:rPr dirty="0" baseline="6172" sz="1350" spc="209">
                <a:solidFill>
                  <a:srgbClr val="494E69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happy</a:t>
            </a:r>
            <a:r>
              <a:rPr dirty="0" sz="650" spc="1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path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905" y="256702"/>
            <a:ext cx="5490845" cy="6864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V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F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T,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AT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PA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54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1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F</a:t>
            </a:r>
            <a:r>
              <a:rPr dirty="0" sz="800" spc="254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Two</a:t>
            </a:r>
            <a:r>
              <a:rPr dirty="0" sz="14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edits.</a:t>
            </a:r>
            <a:r>
              <a:rPr dirty="0" sz="14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20" b="1">
                <a:solidFill>
                  <a:srgbClr val="293183"/>
                </a:solidFill>
                <a:latin typeface="Calibri"/>
                <a:cs typeface="Calibri"/>
              </a:rPr>
              <a:t>Different</a:t>
            </a:r>
            <a:r>
              <a:rPr dirty="0" sz="1450" spc="-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lines.</a:t>
            </a:r>
            <a:r>
              <a:rPr dirty="0" sz="14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Git</a:t>
            </a:r>
            <a:r>
              <a:rPr dirty="0" sz="1450" spc="-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tries</a:t>
            </a:r>
            <a:r>
              <a:rPr dirty="0" sz="14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to</a:t>
            </a:r>
            <a:r>
              <a:rPr dirty="0" sz="14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25" b="1">
                <a:solidFill>
                  <a:srgbClr val="293183"/>
                </a:solidFill>
                <a:latin typeface="Calibri"/>
                <a:cs typeface="Calibri"/>
              </a:rPr>
              <a:t>auto-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merge</a:t>
            </a:r>
            <a:r>
              <a:rPr dirty="0" sz="1450" spc="-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14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and</a:t>
            </a:r>
            <a:r>
              <a:rPr dirty="0" sz="1450" spc="-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sometimes</a:t>
            </a:r>
            <a:r>
              <a:rPr dirty="0" sz="14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fails.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up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deliberately.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Aarav edits line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3,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Priya edits line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7.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Same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file,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different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parts.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Watch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what happens.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9605" y="1014846"/>
            <a:ext cx="4526915" cy="3728720"/>
            <a:chOff x="399605" y="1014846"/>
            <a:chExt cx="4526915" cy="3728720"/>
          </a:xfrm>
        </p:grpSpPr>
        <p:sp>
          <p:nvSpPr>
            <p:cNvPr id="7" name="object 7"/>
            <p:cNvSpPr/>
            <p:nvPr/>
          </p:nvSpPr>
          <p:spPr>
            <a:xfrm>
              <a:off x="399605" y="1014846"/>
              <a:ext cx="4526915" cy="3728720"/>
            </a:xfrm>
            <a:custGeom>
              <a:avLst/>
              <a:gdLst/>
              <a:ahLst/>
              <a:cxnLst/>
              <a:rect l="l" t="t" r="r" b="b"/>
              <a:pathLst>
                <a:path w="4526915" h="3728720">
                  <a:moveTo>
                    <a:pt x="114833" y="0"/>
                  </a:moveTo>
                  <a:lnTo>
                    <a:pt x="70995" y="8808"/>
                  </a:lnTo>
                  <a:lnTo>
                    <a:pt x="33666" y="33743"/>
                  </a:lnTo>
                  <a:lnTo>
                    <a:pt x="9163" y="70788"/>
                  </a:lnTo>
                  <a:lnTo>
                    <a:pt x="355" y="114477"/>
                  </a:lnTo>
                  <a:lnTo>
                    <a:pt x="0" y="3614039"/>
                  </a:lnTo>
                  <a:lnTo>
                    <a:pt x="1000" y="3629054"/>
                  </a:lnTo>
                  <a:lnTo>
                    <a:pt x="3930" y="3643601"/>
                  </a:lnTo>
                  <a:lnTo>
                    <a:pt x="3957" y="3643734"/>
                  </a:lnTo>
                  <a:lnTo>
                    <a:pt x="8751" y="3657726"/>
                  </a:lnTo>
                  <a:lnTo>
                    <a:pt x="8802" y="3657876"/>
                  </a:lnTo>
                  <a:lnTo>
                    <a:pt x="33653" y="3695128"/>
                  </a:lnTo>
                  <a:lnTo>
                    <a:pt x="70788" y="3719708"/>
                  </a:lnTo>
                  <a:lnTo>
                    <a:pt x="114477" y="3728516"/>
                  </a:lnTo>
                  <a:lnTo>
                    <a:pt x="4412157" y="3728516"/>
                  </a:lnTo>
                  <a:lnTo>
                    <a:pt x="4455995" y="3719708"/>
                  </a:lnTo>
                  <a:lnTo>
                    <a:pt x="4493247" y="3694852"/>
                  </a:lnTo>
                  <a:lnTo>
                    <a:pt x="4517753" y="3657876"/>
                  </a:lnTo>
                  <a:lnTo>
                    <a:pt x="4517827" y="3657726"/>
                  </a:lnTo>
                  <a:lnTo>
                    <a:pt x="4522630" y="3643734"/>
                  </a:lnTo>
                  <a:lnTo>
                    <a:pt x="4522676" y="3643601"/>
                  </a:lnTo>
                  <a:lnTo>
                    <a:pt x="4525624" y="3629054"/>
                  </a:lnTo>
                  <a:lnTo>
                    <a:pt x="4526635" y="3614039"/>
                  </a:lnTo>
                  <a:lnTo>
                    <a:pt x="4526611" y="114477"/>
                  </a:lnTo>
                  <a:lnTo>
                    <a:pt x="4525634" y="99817"/>
                  </a:lnTo>
                  <a:lnTo>
                    <a:pt x="4511154" y="57594"/>
                  </a:lnTo>
                  <a:lnTo>
                    <a:pt x="4481789" y="23979"/>
                  </a:lnTo>
                  <a:lnTo>
                    <a:pt x="4441720" y="4314"/>
                  </a:lnTo>
                  <a:lnTo>
                    <a:pt x="4412157" y="355"/>
                  </a:lnTo>
                  <a:lnTo>
                    <a:pt x="114833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292036"/>
              <a:ext cx="4297680" cy="635"/>
            </a:xfrm>
            <a:custGeom>
              <a:avLst/>
              <a:gdLst/>
              <a:ahLst/>
              <a:cxnLst/>
              <a:rect l="l" t="t" r="r" b="b"/>
              <a:pathLst>
                <a:path w="4297680" h="634">
                  <a:moveTo>
                    <a:pt x="0" y="0"/>
                  </a:moveTo>
                  <a:lnTo>
                    <a:pt x="4297680" y="368"/>
                  </a:lnTo>
                </a:path>
              </a:pathLst>
            </a:custGeom>
            <a:ln w="7199">
              <a:solidFill>
                <a:srgbClr val="E7E9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4438" y="1144805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4">
                  <a:moveTo>
                    <a:pt x="33477" y="0"/>
                  </a:moveTo>
                  <a:lnTo>
                    <a:pt x="23761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77" y="9715"/>
                  </a:lnTo>
                  <a:lnTo>
                    <a:pt x="1435" y="18351"/>
                  </a:lnTo>
                  <a:lnTo>
                    <a:pt x="0" y="23393"/>
                  </a:lnTo>
                  <a:lnTo>
                    <a:pt x="0" y="28435"/>
                  </a:lnTo>
                  <a:lnTo>
                    <a:pt x="0" y="33477"/>
                  </a:lnTo>
                  <a:lnTo>
                    <a:pt x="23761" y="57238"/>
                  </a:lnTo>
                  <a:lnTo>
                    <a:pt x="33477" y="57238"/>
                  </a:lnTo>
                  <a:lnTo>
                    <a:pt x="57238" y="33477"/>
                  </a:lnTo>
                  <a:lnTo>
                    <a:pt x="57238" y="23393"/>
                  </a:lnTo>
                  <a:lnTo>
                    <a:pt x="55803" y="18351"/>
                  </a:lnTo>
                  <a:lnTo>
                    <a:pt x="50761" y="9715"/>
                  </a:lnTo>
                  <a:lnTo>
                    <a:pt x="47155" y="6121"/>
                  </a:lnTo>
                  <a:lnTo>
                    <a:pt x="38519" y="1079"/>
                  </a:lnTo>
                  <a:lnTo>
                    <a:pt x="33477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8561" y="1144805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4">
                  <a:moveTo>
                    <a:pt x="33477" y="0"/>
                  </a:moveTo>
                  <a:lnTo>
                    <a:pt x="23761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76" y="9715"/>
                  </a:lnTo>
                  <a:lnTo>
                    <a:pt x="1435" y="18351"/>
                  </a:lnTo>
                  <a:lnTo>
                    <a:pt x="0" y="23393"/>
                  </a:lnTo>
                  <a:lnTo>
                    <a:pt x="0" y="28435"/>
                  </a:lnTo>
                  <a:lnTo>
                    <a:pt x="0" y="33477"/>
                  </a:lnTo>
                  <a:lnTo>
                    <a:pt x="23761" y="57238"/>
                  </a:lnTo>
                  <a:lnTo>
                    <a:pt x="33477" y="57238"/>
                  </a:lnTo>
                  <a:lnTo>
                    <a:pt x="57238" y="33477"/>
                  </a:lnTo>
                  <a:lnTo>
                    <a:pt x="57238" y="23393"/>
                  </a:lnTo>
                  <a:lnTo>
                    <a:pt x="55803" y="18351"/>
                  </a:lnTo>
                  <a:lnTo>
                    <a:pt x="50761" y="9715"/>
                  </a:lnTo>
                  <a:lnTo>
                    <a:pt x="47155" y="6121"/>
                  </a:lnTo>
                  <a:lnTo>
                    <a:pt x="38519" y="1079"/>
                  </a:lnTo>
                  <a:lnTo>
                    <a:pt x="33477" y="0"/>
                  </a:lnTo>
                  <a:close/>
                </a:path>
              </a:pathLst>
            </a:custGeom>
            <a:solidFill>
              <a:srgbClr val="FFD4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43038" y="1144805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4">
                  <a:moveTo>
                    <a:pt x="33477" y="0"/>
                  </a:moveTo>
                  <a:lnTo>
                    <a:pt x="23761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77" y="9715"/>
                  </a:lnTo>
                  <a:lnTo>
                    <a:pt x="1435" y="18351"/>
                  </a:lnTo>
                  <a:lnTo>
                    <a:pt x="0" y="23393"/>
                  </a:lnTo>
                  <a:lnTo>
                    <a:pt x="0" y="28435"/>
                  </a:lnTo>
                  <a:lnTo>
                    <a:pt x="0" y="33477"/>
                  </a:lnTo>
                  <a:lnTo>
                    <a:pt x="23761" y="57238"/>
                  </a:lnTo>
                  <a:lnTo>
                    <a:pt x="33477" y="57238"/>
                  </a:lnTo>
                  <a:lnTo>
                    <a:pt x="57238" y="33477"/>
                  </a:lnTo>
                  <a:lnTo>
                    <a:pt x="57238" y="23393"/>
                  </a:lnTo>
                  <a:lnTo>
                    <a:pt x="55803" y="18351"/>
                  </a:lnTo>
                  <a:lnTo>
                    <a:pt x="50761" y="9715"/>
                  </a:lnTo>
                  <a:lnTo>
                    <a:pt x="47155" y="6121"/>
                  </a:lnTo>
                  <a:lnTo>
                    <a:pt x="38519" y="1079"/>
                  </a:lnTo>
                  <a:lnTo>
                    <a:pt x="33477" y="0"/>
                  </a:lnTo>
                  <a:close/>
                </a:path>
              </a:pathLst>
            </a:custGeom>
            <a:solidFill>
              <a:srgbClr val="B7E8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86942" y="1097180"/>
            <a:ext cx="23545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8B7E"/>
                </a:solidFill>
                <a:latin typeface="Arial Black"/>
                <a:cs typeface="Arial Black"/>
              </a:rPr>
              <a:t>T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FF8B7E"/>
                </a:solidFill>
                <a:latin typeface="Arial Black"/>
                <a:cs typeface="Arial Black"/>
              </a:rPr>
              <a:t>E</a:t>
            </a:r>
            <a:r>
              <a:rPr dirty="0" sz="800" spc="-6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R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210">
                <a:solidFill>
                  <a:srgbClr val="FF8B7E"/>
                </a:solidFill>
                <a:latin typeface="Arial Black"/>
                <a:cs typeface="Arial Black"/>
              </a:rPr>
              <a:t>M</a:t>
            </a:r>
            <a:r>
              <a:rPr dirty="0" sz="800" spc="8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FF8B7E"/>
                </a:solidFill>
                <a:latin typeface="Arial Black"/>
                <a:cs typeface="Arial Black"/>
              </a:rPr>
              <a:t>I</a:t>
            </a:r>
            <a:r>
              <a:rPr dirty="0" sz="800" spc="-5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FF8B7E"/>
                </a:solidFill>
                <a:latin typeface="Arial Black"/>
                <a:cs typeface="Arial Black"/>
              </a:rPr>
              <a:t>N</a:t>
            </a:r>
            <a:r>
              <a:rPr dirty="0" sz="800" spc="2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A</a:t>
            </a:r>
            <a:r>
              <a:rPr dirty="0" sz="800" spc="-2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8B7E"/>
                </a:solidFill>
                <a:latin typeface="Arial Black"/>
                <a:cs typeface="Arial Black"/>
              </a:rPr>
              <a:t>L</a:t>
            </a:r>
            <a:r>
              <a:rPr dirty="0" sz="800" spc="10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8B7E"/>
                </a:solidFill>
                <a:latin typeface="Arial Black"/>
                <a:cs typeface="Arial Black"/>
              </a:rPr>
              <a:t>—</a:t>
            </a:r>
            <a:r>
              <a:rPr dirty="0" sz="800" spc="24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D</a:t>
            </a:r>
            <a:r>
              <a:rPr dirty="0" sz="800" spc="2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A</a:t>
            </a:r>
            <a:r>
              <a:rPr dirty="0" sz="800" spc="-10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95">
                <a:solidFill>
                  <a:srgbClr val="FF8B7E"/>
                </a:solidFill>
                <a:latin typeface="Arial Black"/>
                <a:cs typeface="Arial Black"/>
              </a:rPr>
              <a:t>Y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8B7E"/>
                </a:solidFill>
                <a:latin typeface="Arial Black"/>
                <a:cs typeface="Arial Black"/>
              </a:rPr>
              <a:t>3</a:t>
            </a:r>
            <a:r>
              <a:rPr dirty="0" sz="800" spc="2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FF8B7E"/>
                </a:solidFill>
                <a:latin typeface="Arial Black"/>
                <a:cs typeface="Arial Black"/>
              </a:rPr>
              <a:t>-</a:t>
            </a:r>
            <a:r>
              <a:rPr dirty="0" sz="800" spc="-5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FF8B7E"/>
                </a:solidFill>
                <a:latin typeface="Arial Black"/>
                <a:cs typeface="Arial Black"/>
              </a:rPr>
              <a:t>P</a:t>
            </a:r>
            <a:r>
              <a:rPr dirty="0" sz="800" spc="-2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R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A</a:t>
            </a:r>
            <a:r>
              <a:rPr dirty="0" sz="800" spc="-2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0">
                <a:solidFill>
                  <a:srgbClr val="FF8B7E"/>
                </a:solidFill>
                <a:latin typeface="Arial Black"/>
                <a:cs typeface="Arial Black"/>
              </a:rPr>
              <a:t>C</a:t>
            </a:r>
            <a:r>
              <a:rPr dirty="0" sz="800" spc="-6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8B7E"/>
                </a:solidFill>
                <a:latin typeface="Arial Black"/>
                <a:cs typeface="Arial Black"/>
              </a:rPr>
              <a:t>T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FF8B7E"/>
                </a:solidFill>
                <a:latin typeface="Arial Black"/>
                <a:cs typeface="Arial Black"/>
              </a:rPr>
              <a:t>I</a:t>
            </a:r>
            <a:r>
              <a:rPr dirty="0" sz="800" spc="-5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0">
                <a:solidFill>
                  <a:srgbClr val="FF8B7E"/>
                </a:solidFill>
                <a:latin typeface="Arial Black"/>
                <a:cs typeface="Arial Black"/>
              </a:rPr>
              <a:t>C</a:t>
            </a:r>
            <a:r>
              <a:rPr dirty="0" sz="800" spc="-6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8B7E"/>
                </a:solidFill>
                <a:latin typeface="Arial Black"/>
                <a:cs typeface="Arial Black"/>
              </a:rPr>
              <a:t>E</a:t>
            </a:r>
            <a:r>
              <a:rPr dirty="0" sz="800" spc="28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8B7E"/>
                </a:solidFill>
                <a:latin typeface="Arial Black"/>
                <a:cs typeface="Arial Black"/>
              </a:rPr>
              <a:t>·</a:t>
            </a:r>
            <a:r>
              <a:rPr dirty="0" sz="800" spc="28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8B7E"/>
                </a:solidFill>
                <a:latin typeface="Arial Black"/>
                <a:cs typeface="Arial Black"/>
              </a:rPr>
              <a:t>Z</a:t>
            </a:r>
            <a:r>
              <a:rPr dirty="0" sz="800" spc="1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FF8B7E"/>
                </a:solidFill>
                <a:latin typeface="Arial Black"/>
                <a:cs typeface="Arial Black"/>
              </a:rPr>
              <a:t>S</a:t>
            </a:r>
            <a:r>
              <a:rPr dirty="0" sz="800" spc="-3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FF8B7E"/>
                </a:solidFill>
                <a:latin typeface="Arial Black"/>
                <a:cs typeface="Arial Black"/>
              </a:rPr>
              <a:t>H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1738" y="1420814"/>
            <a:ext cx="74231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SETUP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both students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have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same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README.md: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1738" y="1542493"/>
            <a:ext cx="34734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Lin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1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a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y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Pract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ice</a:t>
            </a:r>
            <a:endParaRPr sz="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1383" y="1664540"/>
            <a:ext cx="22860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Lin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(</a:t>
            </a:r>
            <a:r>
              <a:rPr dirty="0" sz="200" spc="-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b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 la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k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)</a:t>
            </a:r>
            <a:endParaRPr sz="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738" y="1786218"/>
            <a:ext cx="32385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Lin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o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e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re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endParaRPr sz="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1383" y="1907897"/>
            <a:ext cx="22860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Lin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4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(</a:t>
            </a:r>
            <a:r>
              <a:rPr dirty="0" sz="200" spc="-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b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 la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k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)</a:t>
            </a:r>
            <a:endParaRPr sz="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6257" y="2029931"/>
            <a:ext cx="224154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Lin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5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TOD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O:</a:t>
            </a:r>
            <a:endParaRPr sz="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1738" y="2145373"/>
            <a:ext cx="1386840" cy="20891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Lin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6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-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Ad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o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re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o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e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endParaRPr sz="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1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Arial"/>
                <a:cs typeface="Arial"/>
              </a:rPr>
              <a:t>Lin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7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r>
              <a:rPr dirty="0" sz="800" spc="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-</a:t>
            </a:r>
            <a:r>
              <a:rPr dirty="0" sz="800" spc="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5" i="1">
                <a:solidFill>
                  <a:srgbClr val="8A8FB4"/>
                </a:solidFill>
                <a:latin typeface="Arial"/>
                <a:cs typeface="Arial"/>
              </a:rPr>
              <a:t>Ad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sz="800" spc="1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8A8FB4"/>
                </a:solidFill>
                <a:latin typeface="Arial"/>
                <a:cs typeface="Arial"/>
              </a:rPr>
              <a:t>co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c</a:t>
            </a:r>
            <a:r>
              <a:rPr dirty="0" sz="800" spc="-114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8A8FB4"/>
                </a:solidFill>
                <a:latin typeface="Arial"/>
                <a:cs typeface="Arial"/>
              </a:rPr>
              <a:t>in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f</a:t>
            </a:r>
            <a:r>
              <a:rPr dirty="0" sz="800" spc="-1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1738" y="2517014"/>
            <a:ext cx="59309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AARAV edits line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3,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commits, pushes: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1738" y="2638693"/>
            <a:ext cx="65278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Line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3: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Notes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from Day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3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Git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&amp;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GitHub.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1383" y="2760372"/>
            <a:ext cx="412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6225" y="2882419"/>
            <a:ext cx="46672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200" spc="-3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10">
                <a:solidFill>
                  <a:srgbClr val="B7E885"/>
                </a:solidFill>
                <a:latin typeface="Trebuchet MS"/>
                <a:cs typeface="Trebuchet MS"/>
              </a:rPr>
              <a:t>Up</a:t>
            </a:r>
            <a:r>
              <a:rPr dirty="0" sz="200" spc="-30">
                <a:solidFill>
                  <a:srgbClr val="B7E885"/>
                </a:solidFill>
                <a:latin typeface="Trebuchet MS"/>
                <a:cs typeface="Trebuchet MS"/>
              </a:rPr>
              <a:t> d</a:t>
            </a:r>
            <a:r>
              <a:rPr dirty="0" sz="200" spc="-2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10">
                <a:solidFill>
                  <a:srgbClr val="B7E885"/>
                </a:solidFill>
                <a:latin typeface="Trebuchet MS"/>
                <a:cs typeface="Trebuchet MS"/>
              </a:rPr>
              <a:t>a</a:t>
            </a:r>
            <a:r>
              <a:rPr dirty="0" sz="200" spc="-35">
                <a:solidFill>
                  <a:srgbClr val="B7E885"/>
                </a:solidFill>
                <a:latin typeface="Trebuchet MS"/>
                <a:cs typeface="Trebuchet MS"/>
              </a:rPr>
              <a:t> t</a:t>
            </a:r>
            <a:r>
              <a:rPr dirty="0" sz="200" spc="-3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>
                <a:solidFill>
                  <a:srgbClr val="B7E885"/>
                </a:solidFill>
                <a:latin typeface="Trebuchet MS"/>
                <a:cs typeface="Trebuchet MS"/>
              </a:rPr>
              <a:t>e</a:t>
            </a:r>
            <a:r>
              <a:rPr dirty="0" sz="200" spc="3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30">
                <a:solidFill>
                  <a:srgbClr val="B7E885"/>
                </a:solidFill>
                <a:latin typeface="Trebuchet MS"/>
                <a:cs typeface="Trebuchet MS"/>
              </a:rPr>
              <a:t>n o </a:t>
            </a:r>
            <a:r>
              <a:rPr dirty="0" sz="200" spc="-35">
                <a:solidFill>
                  <a:srgbClr val="B7E885"/>
                </a:solidFill>
                <a:latin typeface="Trebuchet MS"/>
                <a:cs typeface="Trebuchet MS"/>
              </a:rPr>
              <a:t>t </a:t>
            </a:r>
            <a:r>
              <a:rPr dirty="0" sz="200" spc="-30">
                <a:solidFill>
                  <a:srgbClr val="B7E885"/>
                </a:solidFill>
                <a:latin typeface="Trebuchet MS"/>
                <a:cs typeface="Trebuchet MS"/>
              </a:rPr>
              <a:t>e</a:t>
            </a:r>
            <a:r>
              <a:rPr dirty="0" sz="200" spc="-3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>
                <a:solidFill>
                  <a:srgbClr val="B7E885"/>
                </a:solidFill>
                <a:latin typeface="Trebuchet MS"/>
                <a:cs typeface="Trebuchet MS"/>
              </a:rPr>
              <a:t>s</a:t>
            </a:r>
            <a:r>
              <a:rPr dirty="0" sz="200" spc="2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25">
                <a:solidFill>
                  <a:srgbClr val="B7E885"/>
                </a:solidFill>
                <a:latin typeface="Trebuchet MS"/>
                <a:cs typeface="Trebuchet MS"/>
              </a:rPr>
              <a:t>lin </a:t>
            </a:r>
            <a:r>
              <a:rPr dirty="0" sz="200">
                <a:solidFill>
                  <a:srgbClr val="B7E885"/>
                </a:solidFill>
                <a:latin typeface="Trebuchet MS"/>
                <a:cs typeface="Trebuchet MS"/>
              </a:rPr>
              <a:t>e</a:t>
            </a:r>
            <a:r>
              <a:rPr dirty="0" sz="200" spc="3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40">
                <a:solidFill>
                  <a:srgbClr val="B7E885"/>
                </a:solidFill>
                <a:latin typeface="Trebuchet MS"/>
                <a:cs typeface="Trebuchet MS"/>
              </a:rPr>
              <a:t>w</a:t>
            </a:r>
            <a:r>
              <a:rPr dirty="0" sz="200" spc="-1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30">
                <a:solidFill>
                  <a:srgbClr val="B7E885"/>
                </a:solidFill>
                <a:latin typeface="Trebuchet MS"/>
                <a:cs typeface="Trebuchet MS"/>
              </a:rPr>
              <a:t>it</a:t>
            </a:r>
            <a:r>
              <a:rPr dirty="0" sz="200" spc="-3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>
                <a:solidFill>
                  <a:srgbClr val="B7E885"/>
                </a:solidFill>
                <a:latin typeface="Trebuchet MS"/>
                <a:cs typeface="Trebuchet MS"/>
              </a:rPr>
              <a:t>h</a:t>
            </a:r>
            <a:r>
              <a:rPr dirty="0" sz="200" spc="3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30">
                <a:solidFill>
                  <a:srgbClr val="B7E885"/>
                </a:solidFill>
                <a:latin typeface="Trebuchet MS"/>
                <a:cs typeface="Trebuchet MS"/>
              </a:rPr>
              <a:t>d</a:t>
            </a:r>
            <a:r>
              <a:rPr dirty="0" sz="200" spc="-2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10">
                <a:solidFill>
                  <a:srgbClr val="B7E885"/>
                </a:solidFill>
                <a:latin typeface="Trebuchet MS"/>
                <a:cs typeface="Trebuchet MS"/>
              </a:rPr>
              <a:t>a</a:t>
            </a:r>
            <a:r>
              <a:rPr dirty="0" sz="200" spc="-3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>
                <a:solidFill>
                  <a:srgbClr val="B7E885"/>
                </a:solidFill>
                <a:latin typeface="Trebuchet MS"/>
                <a:cs typeface="Trebuchet MS"/>
              </a:rPr>
              <a:t>y</a:t>
            </a:r>
            <a:r>
              <a:rPr dirty="0" sz="200" spc="3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>
                <a:solidFill>
                  <a:srgbClr val="B7E885"/>
                </a:solidFill>
                <a:latin typeface="Trebuchet MS"/>
                <a:cs typeface="Trebuchet MS"/>
              </a:rPr>
              <a:t>3</a:t>
            </a:r>
            <a:r>
              <a:rPr dirty="0" sz="200" spc="4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35">
                <a:solidFill>
                  <a:srgbClr val="B7E885"/>
                </a:solidFill>
                <a:latin typeface="Trebuchet MS"/>
                <a:cs typeface="Trebuchet MS"/>
              </a:rPr>
              <a:t>t </a:t>
            </a:r>
            <a:r>
              <a:rPr dirty="0" sz="200" spc="-30">
                <a:solidFill>
                  <a:srgbClr val="B7E885"/>
                </a:solidFill>
                <a:latin typeface="Trebuchet MS"/>
                <a:cs typeface="Trebuchet MS"/>
              </a:rPr>
              <a:t>o p </a:t>
            </a:r>
            <a:r>
              <a:rPr dirty="0" sz="200" spc="-25">
                <a:solidFill>
                  <a:srgbClr val="B7E885"/>
                </a:solidFill>
                <a:latin typeface="Trebuchet MS"/>
                <a:cs typeface="Trebuchet MS"/>
              </a:rPr>
              <a:t>ic</a:t>
            </a:r>
            <a:r>
              <a:rPr dirty="0" sz="200" spc="-4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200" spc="-5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endParaRPr sz="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1383" y="2816176"/>
            <a:ext cx="863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dirty="0" sz="8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1383" y="3247455"/>
            <a:ext cx="69723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PRIYA edits line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7,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commits, tries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to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push: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1383" y="3369502"/>
            <a:ext cx="71247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Line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7: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-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Add contact info (Priya's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version)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1383" y="3491181"/>
            <a:ext cx="412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46581" y="3612860"/>
            <a:ext cx="50355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"Mark</a:t>
            </a:r>
            <a:r>
              <a:rPr dirty="0" sz="200" spc="-1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contact info line </a:t>
            </a:r>
            <a:r>
              <a:rPr dirty="0" sz="200">
                <a:solidFill>
                  <a:srgbClr val="B7E885"/>
                </a:solidFill>
                <a:latin typeface="Courier New"/>
                <a:cs typeface="Courier New"/>
              </a:rPr>
              <a:t>as </a:t>
            </a:r>
            <a:r>
              <a:rPr dirty="0" sz="200" spc="-10">
                <a:solidFill>
                  <a:srgbClr val="B7E885"/>
                </a:solidFill>
                <a:latin typeface="Courier New"/>
                <a:cs typeface="Courier New"/>
              </a:rPr>
              <a:t>mine"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1383" y="3546616"/>
            <a:ext cx="86360" cy="244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1383" y="3855083"/>
            <a:ext cx="673100" cy="584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35">
                <a:solidFill>
                  <a:srgbClr val="8A8FB4"/>
                </a:solidFill>
                <a:latin typeface="SimSun-ExtB"/>
                <a:cs typeface="SimSun-ExtB"/>
              </a:rPr>
              <a:t>✕</a:t>
            </a:r>
            <a:r>
              <a:rPr dirty="0" sz="200" spc="45">
                <a:solidFill>
                  <a:srgbClr val="8A8FB4"/>
                </a:solidFill>
                <a:latin typeface="SimSun-ExtB"/>
                <a:cs typeface="SimSun-ExtB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!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[rejected] main -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&gt;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main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(fetch first)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1738" y="3978251"/>
            <a:ext cx="81661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229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Updates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were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rejected because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remote contains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1738" y="4060700"/>
            <a:ext cx="180721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9390" algn="l"/>
              </a:tabLst>
            </a:pP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	work that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you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do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not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have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locally.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1383" y="4343656"/>
            <a:ext cx="32448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PRIYA pulls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first: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1383" y="4465334"/>
            <a:ext cx="412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1738" y="4587013"/>
            <a:ext cx="41402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Auto-merging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README.md</a:t>
            </a:r>
            <a:endParaRPr sz="20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036553" y="1000914"/>
            <a:ext cx="3710940" cy="3300729"/>
            <a:chOff x="5036553" y="1000914"/>
            <a:chExt cx="3710940" cy="3300729"/>
          </a:xfrm>
        </p:grpSpPr>
        <p:sp>
          <p:nvSpPr>
            <p:cNvPr id="37" name="object 37"/>
            <p:cNvSpPr/>
            <p:nvPr/>
          </p:nvSpPr>
          <p:spPr>
            <a:xfrm>
              <a:off x="5040719" y="1015201"/>
              <a:ext cx="3703320" cy="3272154"/>
            </a:xfrm>
            <a:custGeom>
              <a:avLst/>
              <a:gdLst/>
              <a:ahLst/>
              <a:cxnLst/>
              <a:rect l="l" t="t" r="r" b="b"/>
              <a:pathLst>
                <a:path w="3703320" h="3272154">
                  <a:moveTo>
                    <a:pt x="3569766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3138474"/>
                  </a:lnTo>
                  <a:lnTo>
                    <a:pt x="9953" y="3189100"/>
                  </a:lnTo>
                  <a:lnTo>
                    <a:pt x="38876" y="3232619"/>
                  </a:lnTo>
                  <a:lnTo>
                    <a:pt x="82223" y="3261505"/>
                  </a:lnTo>
                  <a:lnTo>
                    <a:pt x="133197" y="3271685"/>
                  </a:lnTo>
                  <a:lnTo>
                    <a:pt x="3570122" y="3271316"/>
                  </a:lnTo>
                  <a:lnTo>
                    <a:pt x="3620946" y="3261292"/>
                  </a:lnTo>
                  <a:lnTo>
                    <a:pt x="3664261" y="3232440"/>
                  </a:lnTo>
                  <a:lnTo>
                    <a:pt x="3693039" y="3189311"/>
                  </a:lnTo>
                  <a:lnTo>
                    <a:pt x="3693145" y="3189100"/>
                  </a:lnTo>
                  <a:lnTo>
                    <a:pt x="3698698" y="3172861"/>
                  </a:lnTo>
                  <a:lnTo>
                    <a:pt x="3698774" y="3172637"/>
                  </a:lnTo>
                  <a:lnTo>
                    <a:pt x="3702117" y="3155871"/>
                  </a:lnTo>
                  <a:lnTo>
                    <a:pt x="3702177" y="3155565"/>
                  </a:lnTo>
                  <a:lnTo>
                    <a:pt x="3703296" y="3138474"/>
                  </a:lnTo>
                  <a:lnTo>
                    <a:pt x="3703319" y="3138119"/>
                  </a:lnTo>
                  <a:lnTo>
                    <a:pt x="3702964" y="133197"/>
                  </a:lnTo>
                  <a:lnTo>
                    <a:pt x="3692939" y="82373"/>
                  </a:lnTo>
                  <a:lnTo>
                    <a:pt x="3664078" y="39058"/>
                  </a:lnTo>
                  <a:lnTo>
                    <a:pt x="3620741" y="10174"/>
                  </a:lnTo>
                  <a:lnTo>
                    <a:pt x="3587205" y="1142"/>
                  </a:lnTo>
                  <a:lnTo>
                    <a:pt x="35697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040363" y="1015201"/>
              <a:ext cx="3703320" cy="3272154"/>
            </a:xfrm>
            <a:custGeom>
              <a:avLst/>
              <a:gdLst/>
              <a:ahLst/>
              <a:cxnLst/>
              <a:rect l="l" t="t" r="r" b="b"/>
              <a:pathLst>
                <a:path w="3703320" h="3272154">
                  <a:moveTo>
                    <a:pt x="0" y="3594"/>
                  </a:moveTo>
                  <a:lnTo>
                    <a:pt x="3703320" y="3962"/>
                  </a:lnTo>
                </a:path>
                <a:path w="3703320" h="3272154">
                  <a:moveTo>
                    <a:pt x="3699713" y="0"/>
                  </a:moveTo>
                  <a:lnTo>
                    <a:pt x="3700081" y="3271685"/>
                  </a:lnTo>
                </a:path>
                <a:path w="3703320" h="3272154">
                  <a:moveTo>
                    <a:pt x="0" y="3268078"/>
                  </a:moveTo>
                  <a:lnTo>
                    <a:pt x="3703320" y="3268433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054765" y="1015201"/>
              <a:ext cx="635" cy="3272154"/>
            </a:xfrm>
            <a:custGeom>
              <a:avLst/>
              <a:gdLst/>
              <a:ahLst/>
              <a:cxnLst/>
              <a:rect l="l" t="t" r="r" b="b"/>
              <a:pathLst>
                <a:path w="635" h="3272154">
                  <a:moveTo>
                    <a:pt x="0" y="0"/>
                  </a:moveTo>
                  <a:lnTo>
                    <a:pt x="355" y="3271685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197678" y="1333082"/>
              <a:ext cx="3410585" cy="635"/>
            </a:xfrm>
            <a:custGeom>
              <a:avLst/>
              <a:gdLst/>
              <a:ahLst/>
              <a:cxnLst/>
              <a:rect l="l" t="t" r="r" b="b"/>
              <a:pathLst>
                <a:path w="3410584" h="634">
                  <a:moveTo>
                    <a:pt x="0" y="0"/>
                  </a:moveTo>
                  <a:lnTo>
                    <a:pt x="3410280" y="355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197322" y="1121653"/>
            <a:ext cx="1256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W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HAT</a:t>
            </a:r>
            <a:r>
              <a:rPr dirty="0" sz="800" spc="29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JU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ST</a:t>
            </a:r>
            <a:r>
              <a:rPr dirty="0" sz="800" spc="29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H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AP</a:t>
            </a:r>
            <a:r>
              <a:rPr dirty="0" sz="80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P</a:t>
            </a:r>
            <a:r>
              <a:rPr dirty="0" sz="80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N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ED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293183"/>
                </a:solidFill>
                <a:latin typeface="Calibri"/>
                <a:cs typeface="Calibri"/>
              </a:rPr>
              <a:t>?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940878" y="1113487"/>
            <a:ext cx="690245" cy="168275"/>
          </a:xfrm>
          <a:custGeom>
            <a:avLst/>
            <a:gdLst/>
            <a:ahLst/>
            <a:cxnLst/>
            <a:rect l="l" t="t" r="r" b="b"/>
            <a:pathLst>
              <a:path w="690245" h="168275">
                <a:moveTo>
                  <a:pt x="605523" y="0"/>
                </a:moveTo>
                <a:lnTo>
                  <a:pt x="84239" y="0"/>
                </a:lnTo>
                <a:lnTo>
                  <a:pt x="72392" y="729"/>
                </a:lnTo>
                <a:lnTo>
                  <a:pt x="72942" y="729"/>
                </a:lnTo>
                <a:lnTo>
                  <a:pt x="62372" y="2741"/>
                </a:lnTo>
                <a:lnTo>
                  <a:pt x="24615" y="24430"/>
                </a:lnTo>
                <a:lnTo>
                  <a:pt x="2881" y="62137"/>
                </a:lnTo>
                <a:lnTo>
                  <a:pt x="0" y="83870"/>
                </a:lnTo>
                <a:lnTo>
                  <a:pt x="0" y="84239"/>
                </a:lnTo>
                <a:lnTo>
                  <a:pt x="6177" y="116021"/>
                </a:lnTo>
                <a:lnTo>
                  <a:pt x="6231" y="116182"/>
                </a:lnTo>
                <a:lnTo>
                  <a:pt x="11163" y="125996"/>
                </a:lnTo>
                <a:lnTo>
                  <a:pt x="17107" y="135079"/>
                </a:lnTo>
                <a:lnTo>
                  <a:pt x="17209" y="135235"/>
                </a:lnTo>
                <a:lnTo>
                  <a:pt x="51734" y="161739"/>
                </a:lnTo>
                <a:lnTo>
                  <a:pt x="83883" y="168109"/>
                </a:lnTo>
                <a:lnTo>
                  <a:pt x="605878" y="168109"/>
                </a:lnTo>
                <a:lnTo>
                  <a:pt x="647636" y="156591"/>
                </a:lnTo>
                <a:lnTo>
                  <a:pt x="678599" y="125996"/>
                </a:lnTo>
                <a:lnTo>
                  <a:pt x="686819" y="105794"/>
                </a:lnTo>
                <a:lnTo>
                  <a:pt x="686881" y="105610"/>
                </a:lnTo>
                <a:lnTo>
                  <a:pt x="688989" y="95067"/>
                </a:lnTo>
                <a:lnTo>
                  <a:pt x="689030" y="94860"/>
                </a:lnTo>
                <a:lnTo>
                  <a:pt x="689737" y="84239"/>
                </a:lnTo>
                <a:lnTo>
                  <a:pt x="678243" y="42113"/>
                </a:lnTo>
                <a:lnTo>
                  <a:pt x="647636" y="11150"/>
                </a:lnTo>
                <a:lnTo>
                  <a:pt x="616507" y="729"/>
                </a:lnTo>
                <a:lnTo>
                  <a:pt x="605523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931518" y="1116979"/>
            <a:ext cx="7213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Auto-</a:t>
            </a:r>
            <a:r>
              <a:rPr dirty="0" sz="800" spc="50" b="1">
                <a:solidFill>
                  <a:srgbClr val="FF6A5A"/>
                </a:solidFill>
                <a:latin typeface="Calibri"/>
                <a:cs typeface="Calibri"/>
              </a:rPr>
              <a:t>merge</a:t>
            </a:r>
            <a:r>
              <a:rPr dirty="0" sz="800" spc="1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6A5A"/>
                </a:solidFill>
                <a:latin typeface="Yu Gothic"/>
                <a:cs typeface="Yu Gothic"/>
              </a:rPr>
              <a:t>✓</a:t>
            </a:r>
            <a:endParaRPr sz="800">
              <a:latin typeface="Yu Gothic"/>
              <a:cs typeface="Yu Gothic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193868" y="1457644"/>
            <a:ext cx="3418204" cy="258445"/>
            <a:chOff x="5193868" y="1457644"/>
            <a:chExt cx="3418204" cy="258445"/>
          </a:xfrm>
        </p:grpSpPr>
        <p:sp>
          <p:nvSpPr>
            <p:cNvPr id="45" name="object 45"/>
            <p:cNvSpPr/>
            <p:nvPr/>
          </p:nvSpPr>
          <p:spPr>
            <a:xfrm>
              <a:off x="5197678" y="1711796"/>
              <a:ext cx="3410585" cy="635"/>
            </a:xfrm>
            <a:custGeom>
              <a:avLst/>
              <a:gdLst/>
              <a:ahLst/>
              <a:cxnLst/>
              <a:rect l="l" t="t" r="r" b="b"/>
              <a:pathLst>
                <a:path w="3410584" h="635">
                  <a:moveTo>
                    <a:pt x="0" y="0"/>
                  </a:moveTo>
                  <a:lnTo>
                    <a:pt x="3410280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6954" y="1457644"/>
              <a:ext cx="186131" cy="186118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5274716" y="1486333"/>
            <a:ext cx="20910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6690" algn="l"/>
              </a:tabLst>
            </a:pP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baseline="3472" sz="1200" spc="-30" b="1">
                <a:solidFill>
                  <a:srgbClr val="293183"/>
                </a:solidFill>
                <a:latin typeface="Calibri"/>
                <a:cs typeface="Calibri"/>
              </a:rPr>
              <a:t>Aarav </a:t>
            </a:r>
            <a:r>
              <a:rPr dirty="0" baseline="3472" sz="1200" b="1">
                <a:solidFill>
                  <a:srgbClr val="293183"/>
                </a:solidFill>
                <a:latin typeface="Calibri"/>
                <a:cs typeface="Calibri"/>
              </a:rPr>
              <a:t>pushed</a:t>
            </a:r>
            <a:r>
              <a:rPr dirty="0" baseline="3472" sz="1200" spc="-22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spc="-15" b="1">
                <a:solidFill>
                  <a:srgbClr val="293183"/>
                </a:solidFill>
                <a:latin typeface="Calibri"/>
                <a:cs typeface="Calibri"/>
              </a:rPr>
              <a:t>first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his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commit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GitHub.</a:t>
            </a:r>
            <a:endParaRPr baseline="3472" sz="12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193868" y="1779119"/>
            <a:ext cx="3418204" cy="258445"/>
            <a:chOff x="5193868" y="1779119"/>
            <a:chExt cx="3418204" cy="258445"/>
          </a:xfrm>
        </p:grpSpPr>
        <p:sp>
          <p:nvSpPr>
            <p:cNvPr id="49" name="object 49"/>
            <p:cNvSpPr/>
            <p:nvPr/>
          </p:nvSpPr>
          <p:spPr>
            <a:xfrm>
              <a:off x="5197678" y="2033284"/>
              <a:ext cx="3410585" cy="635"/>
            </a:xfrm>
            <a:custGeom>
              <a:avLst/>
              <a:gdLst/>
              <a:ahLst/>
              <a:cxnLst/>
              <a:rect l="l" t="t" r="r" b="b"/>
              <a:pathLst>
                <a:path w="3410584" h="635">
                  <a:moveTo>
                    <a:pt x="0" y="0"/>
                  </a:moveTo>
                  <a:lnTo>
                    <a:pt x="3410280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6954" y="1779119"/>
              <a:ext cx="186131" cy="186118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5274716" y="1807821"/>
            <a:ext cx="24955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6690" algn="l"/>
              </a:tabLst>
            </a:pP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baseline="3472" sz="1200" spc="-15" b="1">
                <a:solidFill>
                  <a:srgbClr val="293183"/>
                </a:solidFill>
                <a:latin typeface="Calibri"/>
                <a:cs typeface="Calibri"/>
              </a:rPr>
              <a:t>Priya</a:t>
            </a:r>
            <a:r>
              <a:rPr dirty="0" baseline="3472" sz="1200" spc="-3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b="1">
                <a:solidFill>
                  <a:srgbClr val="293183"/>
                </a:solidFill>
                <a:latin typeface="Calibri"/>
                <a:cs typeface="Calibri"/>
              </a:rPr>
              <a:t>tried</a:t>
            </a:r>
            <a:r>
              <a:rPr dirty="0" baseline="3472" sz="1200" spc="-37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b="1">
                <a:solidFill>
                  <a:srgbClr val="293183"/>
                </a:solidFill>
                <a:latin typeface="Calibri"/>
                <a:cs typeface="Calibri"/>
              </a:rPr>
              <a:t>to</a:t>
            </a:r>
            <a:r>
              <a:rPr dirty="0" baseline="3472" sz="1200" spc="-3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b="1">
                <a:solidFill>
                  <a:srgbClr val="293183"/>
                </a:solidFill>
                <a:latin typeface="Calibri"/>
                <a:cs typeface="Calibri"/>
              </a:rPr>
              <a:t>push</a:t>
            </a:r>
            <a:r>
              <a:rPr dirty="0" baseline="3472" sz="1200" spc="-22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rejected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because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she's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behind.</a:t>
            </a:r>
            <a:endParaRPr baseline="3472" sz="12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193868" y="2100607"/>
            <a:ext cx="3418204" cy="258445"/>
            <a:chOff x="5193868" y="2100607"/>
            <a:chExt cx="3418204" cy="258445"/>
          </a:xfrm>
        </p:grpSpPr>
        <p:sp>
          <p:nvSpPr>
            <p:cNvPr id="53" name="object 53"/>
            <p:cNvSpPr/>
            <p:nvPr/>
          </p:nvSpPr>
          <p:spPr>
            <a:xfrm>
              <a:off x="5197678" y="2354759"/>
              <a:ext cx="3410585" cy="635"/>
            </a:xfrm>
            <a:custGeom>
              <a:avLst/>
              <a:gdLst/>
              <a:ahLst/>
              <a:cxnLst/>
              <a:rect l="l" t="t" r="r" b="b"/>
              <a:pathLst>
                <a:path w="3410584" h="635">
                  <a:moveTo>
                    <a:pt x="0" y="0"/>
                  </a:moveTo>
                  <a:lnTo>
                    <a:pt x="3410280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6954" y="2100607"/>
              <a:ext cx="186131" cy="186118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274716" y="2140815"/>
            <a:ext cx="2976245" cy="13398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86690" algn="l"/>
              </a:tabLst>
            </a:pP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700" spc="-10" b="1">
                <a:solidFill>
                  <a:srgbClr val="293183"/>
                </a:solidFill>
                <a:latin typeface="Calibri"/>
                <a:cs typeface="Calibri"/>
              </a:rPr>
              <a:t>Priya</a:t>
            </a:r>
            <a:r>
              <a:rPr dirty="0" sz="700" spc="-2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93183"/>
                </a:solidFill>
                <a:latin typeface="Calibri"/>
                <a:cs typeface="Calibri"/>
              </a:rPr>
              <a:t>pulled</a:t>
            </a:r>
            <a:r>
              <a:rPr dirty="0" sz="700" spc="-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auto-merged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two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changes.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Different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lines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=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no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conflict.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96954" y="2422082"/>
            <a:ext cx="186131" cy="186118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5274716" y="2450784"/>
            <a:ext cx="251714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6690" algn="l"/>
              </a:tabLst>
            </a:pP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baseline="3472" sz="1200" spc="-15" b="1">
                <a:solidFill>
                  <a:srgbClr val="293183"/>
                </a:solidFill>
                <a:latin typeface="Calibri"/>
                <a:cs typeface="Calibri"/>
              </a:rPr>
              <a:t>Priya</a:t>
            </a:r>
            <a:r>
              <a:rPr dirty="0" baseline="3472" sz="1200" spc="-22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b="1">
                <a:solidFill>
                  <a:srgbClr val="293183"/>
                </a:solidFill>
                <a:latin typeface="Calibri"/>
                <a:cs typeface="Calibri"/>
              </a:rPr>
              <a:t>pushed</a:t>
            </a:r>
            <a:r>
              <a:rPr dirty="0" baseline="3472" sz="1200" spc="-22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spc="-15" b="1">
                <a:solidFill>
                  <a:srgbClr val="293183"/>
                </a:solidFill>
                <a:latin typeface="Calibri"/>
                <a:cs typeface="Calibri"/>
              </a:rPr>
              <a:t>again</a:t>
            </a:r>
            <a:r>
              <a:rPr dirty="0" baseline="3472" sz="1200" spc="-7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success.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Both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edits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live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GitHub.</a:t>
            </a:r>
            <a:endParaRPr baseline="3472" sz="12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040045" y="4333013"/>
            <a:ext cx="3704590" cy="421640"/>
            <a:chOff x="5040045" y="4333013"/>
            <a:chExt cx="3704590" cy="421640"/>
          </a:xfrm>
        </p:grpSpPr>
        <p:sp>
          <p:nvSpPr>
            <p:cNvPr id="59" name="object 59"/>
            <p:cNvSpPr/>
            <p:nvPr/>
          </p:nvSpPr>
          <p:spPr>
            <a:xfrm>
              <a:off x="5040363" y="4343757"/>
              <a:ext cx="3703954" cy="400050"/>
            </a:xfrm>
            <a:custGeom>
              <a:avLst/>
              <a:gdLst/>
              <a:ahLst/>
              <a:cxnLst/>
              <a:rect l="l" t="t" r="r" b="b"/>
              <a:pathLst>
                <a:path w="3703954" h="400050">
                  <a:moveTo>
                    <a:pt x="95757" y="0"/>
                  </a:moveTo>
                  <a:lnTo>
                    <a:pt x="47878" y="12966"/>
                  </a:lnTo>
                  <a:lnTo>
                    <a:pt x="12953" y="47878"/>
                  </a:lnTo>
                  <a:lnTo>
                    <a:pt x="355" y="95402"/>
                  </a:lnTo>
                  <a:lnTo>
                    <a:pt x="0" y="304203"/>
                  </a:lnTo>
                  <a:lnTo>
                    <a:pt x="848" y="316589"/>
                  </a:lnTo>
                  <a:lnTo>
                    <a:pt x="859" y="316745"/>
                  </a:lnTo>
                  <a:lnTo>
                    <a:pt x="3335" y="328774"/>
                  </a:lnTo>
                  <a:lnTo>
                    <a:pt x="3371" y="328952"/>
                  </a:lnTo>
                  <a:lnTo>
                    <a:pt x="7367" y="340554"/>
                  </a:lnTo>
                  <a:lnTo>
                    <a:pt x="7436" y="340754"/>
                  </a:lnTo>
                  <a:lnTo>
                    <a:pt x="12953" y="352082"/>
                  </a:lnTo>
                  <a:lnTo>
                    <a:pt x="19725" y="362242"/>
                  </a:lnTo>
                  <a:lnTo>
                    <a:pt x="19829" y="362398"/>
                  </a:lnTo>
                  <a:lnTo>
                    <a:pt x="59051" y="392468"/>
                  </a:lnTo>
                  <a:lnTo>
                    <a:pt x="95402" y="399605"/>
                  </a:lnTo>
                  <a:lnTo>
                    <a:pt x="3608273" y="399605"/>
                  </a:lnTo>
                  <a:lnTo>
                    <a:pt x="3619982" y="398801"/>
                  </a:lnTo>
                  <a:lnTo>
                    <a:pt x="3620541" y="398801"/>
                  </a:lnTo>
                  <a:lnTo>
                    <a:pt x="3666470" y="379765"/>
                  </a:lnTo>
                  <a:lnTo>
                    <a:pt x="3696441" y="340754"/>
                  </a:lnTo>
                  <a:lnTo>
                    <a:pt x="3703675" y="304203"/>
                  </a:lnTo>
                  <a:lnTo>
                    <a:pt x="3703650" y="95402"/>
                  </a:lnTo>
                  <a:lnTo>
                    <a:pt x="3690721" y="47878"/>
                  </a:lnTo>
                  <a:lnTo>
                    <a:pt x="3655796" y="12966"/>
                  </a:lnTo>
                  <a:lnTo>
                    <a:pt x="3608273" y="368"/>
                  </a:lnTo>
                  <a:lnTo>
                    <a:pt x="95757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051158" y="4344125"/>
              <a:ext cx="635" cy="399415"/>
            </a:xfrm>
            <a:custGeom>
              <a:avLst/>
              <a:gdLst/>
              <a:ahLst/>
              <a:cxnLst/>
              <a:rect l="l" t="t" r="r" b="b"/>
              <a:pathLst>
                <a:path w="635" h="399414">
                  <a:moveTo>
                    <a:pt x="0" y="0"/>
                  </a:moveTo>
                  <a:lnTo>
                    <a:pt x="355" y="399237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162042" y="4413963"/>
              <a:ext cx="770255" cy="162560"/>
            </a:xfrm>
            <a:custGeom>
              <a:avLst/>
              <a:gdLst/>
              <a:ahLst/>
              <a:cxnLst/>
              <a:rect l="l" t="t" r="r" b="b"/>
              <a:pathLst>
                <a:path w="770254" h="162560">
                  <a:moveTo>
                    <a:pt x="689038" y="0"/>
                  </a:moveTo>
                  <a:lnTo>
                    <a:pt x="81000" y="0"/>
                  </a:lnTo>
                  <a:lnTo>
                    <a:pt x="70496" y="674"/>
                  </a:lnTo>
                  <a:lnTo>
                    <a:pt x="31706" y="16730"/>
                  </a:lnTo>
                  <a:lnTo>
                    <a:pt x="6070" y="50168"/>
                  </a:lnTo>
                  <a:lnTo>
                    <a:pt x="0" y="81000"/>
                  </a:lnTo>
                  <a:lnTo>
                    <a:pt x="674" y="91505"/>
                  </a:lnTo>
                  <a:lnTo>
                    <a:pt x="16730" y="130442"/>
                  </a:lnTo>
                  <a:lnTo>
                    <a:pt x="50168" y="155920"/>
                  </a:lnTo>
                  <a:lnTo>
                    <a:pt x="81000" y="162001"/>
                  </a:lnTo>
                  <a:lnTo>
                    <a:pt x="689038" y="162001"/>
                  </a:lnTo>
                  <a:lnTo>
                    <a:pt x="729716" y="151193"/>
                  </a:lnTo>
                  <a:lnTo>
                    <a:pt x="759244" y="121678"/>
                  </a:lnTo>
                  <a:lnTo>
                    <a:pt x="770039" y="81000"/>
                  </a:lnTo>
                  <a:lnTo>
                    <a:pt x="769363" y="70496"/>
                  </a:lnTo>
                  <a:lnTo>
                    <a:pt x="753314" y="31706"/>
                  </a:lnTo>
                  <a:lnTo>
                    <a:pt x="720019" y="6070"/>
                  </a:lnTo>
                  <a:lnTo>
                    <a:pt x="689038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5223497" y="4431133"/>
            <a:ext cx="6864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95">
                <a:solidFill>
                  <a:srgbClr val="FFFFFF"/>
                </a:solidFill>
                <a:latin typeface="Segoe UI Symbol"/>
                <a:cs typeface="Segoe UI Symbol"/>
              </a:rPr>
              <a:t>⚡</a:t>
            </a:r>
            <a:r>
              <a:rPr dirty="0" baseline="4629" sz="900" spc="142" b="1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dirty="0" baseline="4629" sz="900" spc="247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4629" sz="900" b="1">
                <a:solidFill>
                  <a:srgbClr val="FFFFFF"/>
                </a:solidFill>
                <a:latin typeface="Calibri"/>
                <a:cs typeface="Calibri"/>
              </a:rPr>
              <a:t>TA</a:t>
            </a:r>
            <a:r>
              <a:rPr dirty="0" baseline="4629" sz="900" spc="-89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4629" sz="900" spc="-15" b="1">
                <a:solidFill>
                  <a:srgbClr val="FFFFFF"/>
                </a:solidFill>
                <a:latin typeface="Calibri"/>
                <a:cs typeface="Calibri"/>
              </a:rPr>
              <a:t>KEAWAY</a:t>
            </a:r>
            <a:endParaRPr baseline="4629" sz="90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193963" y="4429800"/>
            <a:ext cx="429895" cy="100330"/>
          </a:xfrm>
          <a:custGeom>
            <a:avLst/>
            <a:gdLst/>
            <a:ahLst/>
            <a:cxnLst/>
            <a:rect l="l" t="t" r="r" b="b"/>
            <a:pathLst>
              <a:path w="429895" h="100329">
                <a:moveTo>
                  <a:pt x="405714" y="0"/>
                </a:moveTo>
                <a:lnTo>
                  <a:pt x="23393" y="0"/>
                </a:lnTo>
                <a:lnTo>
                  <a:pt x="18719" y="1079"/>
                </a:lnTo>
                <a:lnTo>
                  <a:pt x="10071" y="6121"/>
                </a:lnTo>
                <a:lnTo>
                  <a:pt x="6476" y="9728"/>
                </a:lnTo>
                <a:lnTo>
                  <a:pt x="1435" y="18364"/>
                </a:lnTo>
                <a:lnTo>
                  <a:pt x="0" y="23406"/>
                </a:lnTo>
                <a:lnTo>
                  <a:pt x="0" y="76682"/>
                </a:lnTo>
                <a:lnTo>
                  <a:pt x="23393" y="100076"/>
                </a:lnTo>
                <a:lnTo>
                  <a:pt x="406082" y="99720"/>
                </a:lnTo>
                <a:lnTo>
                  <a:pt x="429475" y="71285"/>
                </a:lnTo>
                <a:lnTo>
                  <a:pt x="429120" y="28448"/>
                </a:lnTo>
                <a:lnTo>
                  <a:pt x="429120" y="23406"/>
                </a:lnTo>
                <a:lnTo>
                  <a:pt x="428040" y="18719"/>
                </a:lnTo>
                <a:lnTo>
                  <a:pt x="422998" y="10083"/>
                </a:lnTo>
                <a:lnTo>
                  <a:pt x="419392" y="6477"/>
                </a:lnTo>
                <a:lnTo>
                  <a:pt x="410756" y="1447"/>
                </a:lnTo>
                <a:lnTo>
                  <a:pt x="405714" y="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5990666" y="4400183"/>
            <a:ext cx="24930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Different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lines,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same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file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=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auto-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merges. This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happy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238075" y="4548596"/>
            <a:ext cx="496570" cy="1162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pull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990666" y="4519334"/>
            <a:ext cx="10356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4380" algn="l"/>
              </a:tabLst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path.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	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before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035837" y="4548596"/>
            <a:ext cx="496570" cy="1162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push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530752" y="4519334"/>
            <a:ext cx="104584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8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habit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that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prevents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990666" y="4638499"/>
            <a:ext cx="6165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most</a:t>
            </a:r>
            <a:r>
              <a:rPr dirty="0" sz="800" spc="-4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conflicts.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75983" y="4634741"/>
            <a:ext cx="2373630" cy="39814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Merge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made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by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'ort'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strategy.</a:t>
            </a:r>
            <a:endParaRPr sz="600">
              <a:latin typeface="Courier New"/>
              <a:cs typeface="Courier New"/>
            </a:endParaRPr>
          </a:p>
          <a:p>
            <a:pPr marL="38100">
              <a:lnSpc>
                <a:spcPts val="900"/>
              </a:lnSpc>
              <a:spcBef>
                <a:spcPts val="355"/>
              </a:spcBef>
            </a:pPr>
            <a:r>
              <a:rPr dirty="0" baseline="24305" sz="1200" spc="-359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-24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8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229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baseline="24305" sz="1200" spc="-345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baseline="24305" sz="1200" spc="-209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baseline="24305" sz="1200" spc="-315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-21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baseline="24305" sz="1200" spc="-31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800" spc="-21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baseline="24305" sz="1200" spc="-315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baseline="24305" sz="1200" spc="-112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baseline="24305" sz="1200" spc="-457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800" spc="-305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baseline="24305" sz="1200" spc="-509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-28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baseline="24305" sz="1200" spc="3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r>
              <a:rPr dirty="0" baseline="24305" sz="1200" spc="-750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4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baseline="24305" sz="1200" spc="-217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baseline="24305" sz="1200" spc="1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25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baseline="24305" sz="1200" spc="-487" i="1">
                <a:solidFill>
                  <a:srgbClr val="8A8FB4"/>
                </a:solidFill>
                <a:latin typeface="Arial"/>
                <a:cs typeface="Arial"/>
              </a:rPr>
              <a:t>|</a:t>
            </a:r>
            <a:r>
              <a:rPr dirty="0" baseline="24305" sz="1200" spc="217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baseline="24305" sz="1200" spc="-142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baseline="24305" sz="1200" spc="-1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9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baseline="24305" sz="1200" spc="-284" i="1">
                <a:solidFill>
                  <a:srgbClr val="8A8FB4"/>
                </a:solidFill>
                <a:latin typeface="Arial"/>
                <a:cs typeface="Arial"/>
              </a:rPr>
              <a:t>+</a:t>
            </a:r>
            <a:r>
              <a:rPr dirty="0" baseline="24305" sz="1200" spc="-217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5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baseline="24305" sz="1200" spc="-127" i="1">
                <a:solidFill>
                  <a:srgbClr val="8A8FB4"/>
                </a:solidFill>
                <a:latin typeface="Arial"/>
                <a:cs typeface="Arial"/>
              </a:rPr>
              <a:t>-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  <a:p>
            <a:pPr marL="38100">
              <a:lnSpc>
                <a:spcPts val="660"/>
              </a:lnSpc>
              <a:tabLst>
                <a:tab pos="225425" algn="l"/>
              </a:tabLst>
            </a:pP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	1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file</a:t>
            </a:r>
            <a:r>
              <a:rPr dirty="0" sz="600" spc="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changed,</a:t>
            </a:r>
            <a:r>
              <a:rPr dirty="0" sz="600" spc="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1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insertion(+),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1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deletion(-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)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2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961" y="349925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34" y="0"/>
                </a:lnTo>
                <a:lnTo>
                  <a:pt x="21602" y="0"/>
                </a:lnTo>
                <a:lnTo>
                  <a:pt x="17640" y="0"/>
                </a:lnTo>
                <a:lnTo>
                  <a:pt x="14033" y="711"/>
                </a:lnTo>
                <a:lnTo>
                  <a:pt x="0" y="17640"/>
                </a:lnTo>
                <a:lnTo>
                  <a:pt x="0" y="21234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4841"/>
                </a:lnTo>
                <a:lnTo>
                  <a:pt x="42837" y="21234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33"/>
                </a:lnTo>
                <a:lnTo>
                  <a:pt x="39954" y="10795"/>
                </a:lnTo>
                <a:lnTo>
                  <a:pt x="37795" y="7556"/>
                </a:lnTo>
                <a:lnTo>
                  <a:pt x="35280" y="4673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044560" y="259196"/>
            <a:ext cx="722630" cy="224154"/>
          </a:xfrm>
          <a:custGeom>
            <a:avLst/>
            <a:gdLst/>
            <a:ahLst/>
            <a:cxnLst/>
            <a:rect l="l" t="t" r="r" b="b"/>
            <a:pathLst>
              <a:path w="722629" h="224154">
                <a:moveTo>
                  <a:pt x="610196" y="0"/>
                </a:moveTo>
                <a:lnTo>
                  <a:pt x="111963" y="0"/>
                </a:lnTo>
                <a:lnTo>
                  <a:pt x="97269" y="945"/>
                </a:lnTo>
                <a:lnTo>
                  <a:pt x="56159" y="15125"/>
                </a:lnTo>
                <a:lnTo>
                  <a:pt x="23199" y="43827"/>
                </a:lnTo>
                <a:lnTo>
                  <a:pt x="3779" y="82984"/>
                </a:lnTo>
                <a:lnTo>
                  <a:pt x="0" y="111963"/>
                </a:lnTo>
                <a:lnTo>
                  <a:pt x="945" y="126662"/>
                </a:lnTo>
                <a:lnTo>
                  <a:pt x="15113" y="168122"/>
                </a:lnTo>
                <a:lnTo>
                  <a:pt x="43821" y="200726"/>
                </a:lnTo>
                <a:lnTo>
                  <a:pt x="82980" y="220144"/>
                </a:lnTo>
                <a:lnTo>
                  <a:pt x="111963" y="223926"/>
                </a:lnTo>
                <a:lnTo>
                  <a:pt x="610196" y="223926"/>
                </a:lnTo>
                <a:lnTo>
                  <a:pt x="653079" y="215418"/>
                </a:lnTo>
                <a:lnTo>
                  <a:pt x="689395" y="191166"/>
                </a:lnTo>
                <a:lnTo>
                  <a:pt x="713651" y="154845"/>
                </a:lnTo>
                <a:lnTo>
                  <a:pt x="722160" y="111963"/>
                </a:lnTo>
                <a:lnTo>
                  <a:pt x="721215" y="97271"/>
                </a:lnTo>
                <a:lnTo>
                  <a:pt x="707034" y="55803"/>
                </a:lnTo>
                <a:lnTo>
                  <a:pt x="678488" y="23207"/>
                </a:lnTo>
                <a:lnTo>
                  <a:pt x="639224" y="3781"/>
                </a:lnTo>
                <a:lnTo>
                  <a:pt x="610196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109419" y="302655"/>
            <a:ext cx="56388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6172" sz="1350">
                <a:solidFill>
                  <a:srgbClr val="FF6A5A"/>
                </a:solidFill>
                <a:latin typeface="Segoe UI Symbol"/>
                <a:cs typeface="Segoe UI Symbol"/>
              </a:rPr>
              <a:t>⚠</a:t>
            </a:r>
            <a:r>
              <a:rPr dirty="0" baseline="6172" sz="1350" spc="30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650">
                <a:solidFill>
                  <a:srgbClr val="FF6A5A"/>
                </a:solidFill>
                <a:latin typeface="Calibri"/>
                <a:cs typeface="Calibri"/>
              </a:rPr>
              <a:t>hard</a:t>
            </a:r>
            <a:r>
              <a:rPr dirty="0" sz="650" spc="1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FF6A5A"/>
                </a:solidFill>
                <a:latin typeface="Calibri"/>
                <a:cs typeface="Calibri"/>
              </a:rPr>
              <a:t>case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905" y="256702"/>
            <a:ext cx="5155565" cy="6864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V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F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T,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AT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PA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54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2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F</a:t>
            </a:r>
            <a:r>
              <a:rPr dirty="0" sz="800" spc="254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Two</a:t>
            </a:r>
            <a:r>
              <a:rPr dirty="0" sz="145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edits.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Same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line.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Git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cannot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decide.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45" b="1">
                <a:solidFill>
                  <a:srgbClr val="293183"/>
                </a:solidFill>
                <a:latin typeface="Calibri"/>
                <a:cs typeface="Calibri"/>
              </a:rPr>
              <a:t>You</a:t>
            </a:r>
            <a:r>
              <a:rPr dirty="0" sz="1450" spc="-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must.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real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merge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conflict.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marks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file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conflict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markers. 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edit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choose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which version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wins,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commit.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9605" y="1014846"/>
            <a:ext cx="4526915" cy="3728720"/>
            <a:chOff x="399605" y="1014846"/>
            <a:chExt cx="4526915" cy="3728720"/>
          </a:xfrm>
        </p:grpSpPr>
        <p:sp>
          <p:nvSpPr>
            <p:cNvPr id="7" name="object 7"/>
            <p:cNvSpPr/>
            <p:nvPr/>
          </p:nvSpPr>
          <p:spPr>
            <a:xfrm>
              <a:off x="399605" y="1014846"/>
              <a:ext cx="4526915" cy="3728720"/>
            </a:xfrm>
            <a:custGeom>
              <a:avLst/>
              <a:gdLst/>
              <a:ahLst/>
              <a:cxnLst/>
              <a:rect l="l" t="t" r="r" b="b"/>
              <a:pathLst>
                <a:path w="4526915" h="3728720">
                  <a:moveTo>
                    <a:pt x="114833" y="0"/>
                  </a:moveTo>
                  <a:lnTo>
                    <a:pt x="70995" y="8808"/>
                  </a:lnTo>
                  <a:lnTo>
                    <a:pt x="33666" y="33743"/>
                  </a:lnTo>
                  <a:lnTo>
                    <a:pt x="9163" y="70788"/>
                  </a:lnTo>
                  <a:lnTo>
                    <a:pt x="355" y="114477"/>
                  </a:lnTo>
                  <a:lnTo>
                    <a:pt x="0" y="3614039"/>
                  </a:lnTo>
                  <a:lnTo>
                    <a:pt x="1000" y="3629054"/>
                  </a:lnTo>
                  <a:lnTo>
                    <a:pt x="3930" y="3643601"/>
                  </a:lnTo>
                  <a:lnTo>
                    <a:pt x="3957" y="3643734"/>
                  </a:lnTo>
                  <a:lnTo>
                    <a:pt x="8751" y="3657726"/>
                  </a:lnTo>
                  <a:lnTo>
                    <a:pt x="8802" y="3657876"/>
                  </a:lnTo>
                  <a:lnTo>
                    <a:pt x="33653" y="3695128"/>
                  </a:lnTo>
                  <a:lnTo>
                    <a:pt x="70788" y="3719708"/>
                  </a:lnTo>
                  <a:lnTo>
                    <a:pt x="114477" y="3728516"/>
                  </a:lnTo>
                  <a:lnTo>
                    <a:pt x="4412157" y="3728516"/>
                  </a:lnTo>
                  <a:lnTo>
                    <a:pt x="4455995" y="3719708"/>
                  </a:lnTo>
                  <a:lnTo>
                    <a:pt x="4493247" y="3694852"/>
                  </a:lnTo>
                  <a:lnTo>
                    <a:pt x="4517753" y="3657876"/>
                  </a:lnTo>
                  <a:lnTo>
                    <a:pt x="4517827" y="3657726"/>
                  </a:lnTo>
                  <a:lnTo>
                    <a:pt x="4522630" y="3643734"/>
                  </a:lnTo>
                  <a:lnTo>
                    <a:pt x="4522676" y="3643601"/>
                  </a:lnTo>
                  <a:lnTo>
                    <a:pt x="4525624" y="3629054"/>
                  </a:lnTo>
                  <a:lnTo>
                    <a:pt x="4526635" y="3614039"/>
                  </a:lnTo>
                  <a:lnTo>
                    <a:pt x="4526611" y="114477"/>
                  </a:lnTo>
                  <a:lnTo>
                    <a:pt x="4525634" y="99817"/>
                  </a:lnTo>
                  <a:lnTo>
                    <a:pt x="4511154" y="57594"/>
                  </a:lnTo>
                  <a:lnTo>
                    <a:pt x="4481789" y="23979"/>
                  </a:lnTo>
                  <a:lnTo>
                    <a:pt x="4441720" y="4314"/>
                  </a:lnTo>
                  <a:lnTo>
                    <a:pt x="4412157" y="355"/>
                  </a:lnTo>
                  <a:lnTo>
                    <a:pt x="114833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292036"/>
              <a:ext cx="4297680" cy="635"/>
            </a:xfrm>
            <a:custGeom>
              <a:avLst/>
              <a:gdLst/>
              <a:ahLst/>
              <a:cxnLst/>
              <a:rect l="l" t="t" r="r" b="b"/>
              <a:pathLst>
                <a:path w="4297680" h="634">
                  <a:moveTo>
                    <a:pt x="0" y="0"/>
                  </a:moveTo>
                  <a:lnTo>
                    <a:pt x="4297680" y="368"/>
                  </a:lnTo>
                </a:path>
              </a:pathLst>
            </a:custGeom>
            <a:ln w="7199">
              <a:solidFill>
                <a:srgbClr val="E7E9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4438" y="1144805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4">
                  <a:moveTo>
                    <a:pt x="33477" y="0"/>
                  </a:moveTo>
                  <a:lnTo>
                    <a:pt x="23761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77" y="9715"/>
                  </a:lnTo>
                  <a:lnTo>
                    <a:pt x="1435" y="18351"/>
                  </a:lnTo>
                  <a:lnTo>
                    <a:pt x="0" y="23393"/>
                  </a:lnTo>
                  <a:lnTo>
                    <a:pt x="0" y="28435"/>
                  </a:lnTo>
                  <a:lnTo>
                    <a:pt x="0" y="33477"/>
                  </a:lnTo>
                  <a:lnTo>
                    <a:pt x="23761" y="57238"/>
                  </a:lnTo>
                  <a:lnTo>
                    <a:pt x="33477" y="57238"/>
                  </a:lnTo>
                  <a:lnTo>
                    <a:pt x="57238" y="33477"/>
                  </a:lnTo>
                  <a:lnTo>
                    <a:pt x="57238" y="23393"/>
                  </a:lnTo>
                  <a:lnTo>
                    <a:pt x="55803" y="18351"/>
                  </a:lnTo>
                  <a:lnTo>
                    <a:pt x="50761" y="9715"/>
                  </a:lnTo>
                  <a:lnTo>
                    <a:pt x="47155" y="6121"/>
                  </a:lnTo>
                  <a:lnTo>
                    <a:pt x="38519" y="1079"/>
                  </a:lnTo>
                  <a:lnTo>
                    <a:pt x="33477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8561" y="1144805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4">
                  <a:moveTo>
                    <a:pt x="33477" y="0"/>
                  </a:moveTo>
                  <a:lnTo>
                    <a:pt x="23761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76" y="9715"/>
                  </a:lnTo>
                  <a:lnTo>
                    <a:pt x="1435" y="18351"/>
                  </a:lnTo>
                  <a:lnTo>
                    <a:pt x="0" y="23393"/>
                  </a:lnTo>
                  <a:lnTo>
                    <a:pt x="0" y="28435"/>
                  </a:lnTo>
                  <a:lnTo>
                    <a:pt x="0" y="33477"/>
                  </a:lnTo>
                  <a:lnTo>
                    <a:pt x="23761" y="57238"/>
                  </a:lnTo>
                  <a:lnTo>
                    <a:pt x="33477" y="57238"/>
                  </a:lnTo>
                  <a:lnTo>
                    <a:pt x="57238" y="33477"/>
                  </a:lnTo>
                  <a:lnTo>
                    <a:pt x="57238" y="23393"/>
                  </a:lnTo>
                  <a:lnTo>
                    <a:pt x="55803" y="18351"/>
                  </a:lnTo>
                  <a:lnTo>
                    <a:pt x="50761" y="9715"/>
                  </a:lnTo>
                  <a:lnTo>
                    <a:pt x="47155" y="6121"/>
                  </a:lnTo>
                  <a:lnTo>
                    <a:pt x="38519" y="1079"/>
                  </a:lnTo>
                  <a:lnTo>
                    <a:pt x="33477" y="0"/>
                  </a:lnTo>
                  <a:close/>
                </a:path>
              </a:pathLst>
            </a:custGeom>
            <a:solidFill>
              <a:srgbClr val="FFD4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43038" y="1144805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4">
                  <a:moveTo>
                    <a:pt x="33477" y="0"/>
                  </a:moveTo>
                  <a:lnTo>
                    <a:pt x="23761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77" y="9715"/>
                  </a:lnTo>
                  <a:lnTo>
                    <a:pt x="1435" y="18351"/>
                  </a:lnTo>
                  <a:lnTo>
                    <a:pt x="0" y="23393"/>
                  </a:lnTo>
                  <a:lnTo>
                    <a:pt x="0" y="28435"/>
                  </a:lnTo>
                  <a:lnTo>
                    <a:pt x="0" y="33477"/>
                  </a:lnTo>
                  <a:lnTo>
                    <a:pt x="23761" y="57238"/>
                  </a:lnTo>
                  <a:lnTo>
                    <a:pt x="33477" y="57238"/>
                  </a:lnTo>
                  <a:lnTo>
                    <a:pt x="57238" y="33477"/>
                  </a:lnTo>
                  <a:lnTo>
                    <a:pt x="57238" y="23393"/>
                  </a:lnTo>
                  <a:lnTo>
                    <a:pt x="55803" y="18351"/>
                  </a:lnTo>
                  <a:lnTo>
                    <a:pt x="50761" y="9715"/>
                  </a:lnTo>
                  <a:lnTo>
                    <a:pt x="47155" y="6121"/>
                  </a:lnTo>
                  <a:lnTo>
                    <a:pt x="38519" y="1079"/>
                  </a:lnTo>
                  <a:lnTo>
                    <a:pt x="33477" y="0"/>
                  </a:lnTo>
                  <a:close/>
                </a:path>
              </a:pathLst>
            </a:custGeom>
            <a:solidFill>
              <a:srgbClr val="B7E8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86942" y="1097180"/>
            <a:ext cx="16579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80" b="1">
                <a:solidFill>
                  <a:srgbClr val="FF8B7E"/>
                </a:solidFill>
                <a:latin typeface="Calibri"/>
                <a:cs typeface="Calibri"/>
              </a:rPr>
              <a:t>TERMINAL</a:t>
            </a:r>
            <a:r>
              <a:rPr dirty="0" sz="800" spc="210" b="1">
                <a:solidFill>
                  <a:srgbClr val="FF8B7E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8B7E"/>
                </a:solidFill>
                <a:latin typeface="Calibri"/>
                <a:cs typeface="Calibri"/>
              </a:rPr>
              <a:t>+</a:t>
            </a:r>
            <a:r>
              <a:rPr dirty="0" sz="800" spc="210" b="1">
                <a:solidFill>
                  <a:srgbClr val="FF8B7E"/>
                </a:solidFill>
                <a:latin typeface="Calibri"/>
                <a:cs typeface="Calibri"/>
              </a:rPr>
              <a:t> </a:t>
            </a:r>
            <a:r>
              <a:rPr dirty="0" sz="800" spc="75" b="1">
                <a:solidFill>
                  <a:srgbClr val="FF8B7E"/>
                </a:solidFill>
                <a:latin typeface="Calibri"/>
                <a:cs typeface="Calibri"/>
              </a:rPr>
              <a:t>README.</a:t>
            </a:r>
            <a:r>
              <a:rPr dirty="0" sz="800" spc="-80" b="1">
                <a:solidFill>
                  <a:srgbClr val="FF8B7E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8B7E"/>
                </a:solidFill>
                <a:latin typeface="Calibri"/>
                <a:cs typeface="Calibri"/>
              </a:rPr>
              <a:t>MD</a:t>
            </a:r>
            <a:r>
              <a:rPr dirty="0" sz="800" spc="215" b="1">
                <a:solidFill>
                  <a:srgbClr val="FF8B7E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8B7E"/>
                </a:solidFill>
                <a:latin typeface="Calibri"/>
                <a:cs typeface="Calibri"/>
              </a:rPr>
              <a:t>·</a:t>
            </a:r>
            <a:r>
              <a:rPr dirty="0" sz="800" spc="210" b="1">
                <a:solidFill>
                  <a:srgbClr val="FF8B7E"/>
                </a:solidFill>
                <a:latin typeface="Calibri"/>
                <a:cs typeface="Calibri"/>
              </a:rPr>
              <a:t> </a:t>
            </a:r>
            <a:r>
              <a:rPr dirty="0" sz="800" spc="35" b="1">
                <a:solidFill>
                  <a:srgbClr val="FF8B7E"/>
                </a:solidFill>
                <a:latin typeface="Calibri"/>
                <a:cs typeface="Calibri"/>
              </a:rPr>
              <a:t>ZSH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1383" y="1411982"/>
            <a:ext cx="1241425" cy="2006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SETUP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same README.md, line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3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says:</a:t>
            </a:r>
            <a:endParaRPr sz="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1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Arial"/>
                <a:cs typeface="Arial"/>
              </a:rPr>
              <a:t>Lin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r>
              <a:rPr dirty="0" sz="800" spc="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10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 e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800" spc="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8A8FB4"/>
                </a:solidFill>
                <a:latin typeface="Arial"/>
                <a:cs typeface="Arial"/>
              </a:rPr>
              <a:t>re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1738" y="1765340"/>
            <a:ext cx="36258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5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ARAV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ch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an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e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lin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o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endParaRPr sz="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1383" y="1876739"/>
            <a:ext cx="1296670" cy="2006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15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o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e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f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rom</a:t>
            </a:r>
            <a:r>
              <a:rPr dirty="0" sz="200" spc="5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a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y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200" spc="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—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Git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&amp;</a:t>
            </a:r>
            <a:r>
              <a:rPr dirty="0" sz="200" spc="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Git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u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b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endParaRPr sz="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Commits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and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pushes.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738" y="2230096"/>
            <a:ext cx="34861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4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PRIYA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ch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an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lin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o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endParaRPr sz="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1383" y="2346022"/>
            <a:ext cx="38227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1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5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y</a:t>
            </a:r>
            <a:r>
              <a:rPr dirty="0" sz="200" spc="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p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e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200" spc="-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son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l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a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y</a:t>
            </a:r>
            <a:r>
              <a:rPr dirty="0" sz="200" spc="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o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e 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endParaRPr sz="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1738" y="2462290"/>
            <a:ext cx="62293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Commits,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tries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to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push, gets rejected.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9425" y="2510893"/>
            <a:ext cx="8724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Priya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pulls: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1383" y="2810778"/>
            <a:ext cx="412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1383" y="2927059"/>
            <a:ext cx="41402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Auto-merging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README.md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1738" y="3043341"/>
            <a:ext cx="78676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CONFLICT (content): Merge conflict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in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README.md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1738" y="3155111"/>
            <a:ext cx="2056130" cy="433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Automatic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merge failed;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fix conflicts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25" i="1">
                <a:solidFill>
                  <a:srgbClr val="8A8FB4"/>
                </a:solidFill>
                <a:latin typeface="Courier New"/>
                <a:cs typeface="Courier New"/>
              </a:rPr>
              <a:t>and</a:t>
            </a:r>
            <a:endParaRPr sz="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54000" algn="l"/>
              </a:tabLst>
            </a:pP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	commit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result.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Priya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opens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README.md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in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VS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Code.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She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sees: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0677" y="3685326"/>
            <a:ext cx="918844" cy="561975"/>
          </a:xfrm>
          <a:custGeom>
            <a:avLst/>
            <a:gdLst/>
            <a:ahLst/>
            <a:cxnLst/>
            <a:rect l="l" t="t" r="r" b="b"/>
            <a:pathLst>
              <a:path w="918844" h="561975">
                <a:moveTo>
                  <a:pt x="376199" y="313918"/>
                </a:moveTo>
                <a:lnTo>
                  <a:pt x="376110" y="248399"/>
                </a:lnTo>
                <a:lnTo>
                  <a:pt x="366483" y="235432"/>
                </a:lnTo>
                <a:lnTo>
                  <a:pt x="363601" y="233641"/>
                </a:lnTo>
                <a:lnTo>
                  <a:pt x="360362" y="232918"/>
                </a:lnTo>
                <a:lnTo>
                  <a:pt x="25565" y="232549"/>
                </a:lnTo>
                <a:lnTo>
                  <a:pt x="22326" y="233273"/>
                </a:lnTo>
                <a:lnTo>
                  <a:pt x="19088" y="235077"/>
                </a:lnTo>
                <a:lnTo>
                  <a:pt x="16205" y="236880"/>
                </a:lnTo>
                <a:lnTo>
                  <a:pt x="14046" y="239039"/>
                </a:lnTo>
                <a:lnTo>
                  <a:pt x="12242" y="242277"/>
                </a:lnTo>
                <a:lnTo>
                  <a:pt x="10439" y="245160"/>
                </a:lnTo>
                <a:lnTo>
                  <a:pt x="9728" y="248399"/>
                </a:lnTo>
                <a:lnTo>
                  <a:pt x="9728" y="251637"/>
                </a:lnTo>
                <a:lnTo>
                  <a:pt x="9359" y="310680"/>
                </a:lnTo>
                <a:lnTo>
                  <a:pt x="9359" y="313918"/>
                </a:lnTo>
                <a:lnTo>
                  <a:pt x="10083" y="317157"/>
                </a:lnTo>
                <a:lnTo>
                  <a:pt x="11887" y="320395"/>
                </a:lnTo>
                <a:lnTo>
                  <a:pt x="13677" y="323278"/>
                </a:lnTo>
                <a:lnTo>
                  <a:pt x="15836" y="325437"/>
                </a:lnTo>
                <a:lnTo>
                  <a:pt x="19088" y="327240"/>
                </a:lnTo>
                <a:lnTo>
                  <a:pt x="21958" y="329031"/>
                </a:lnTo>
                <a:lnTo>
                  <a:pt x="25196" y="329755"/>
                </a:lnTo>
                <a:lnTo>
                  <a:pt x="360362" y="329755"/>
                </a:lnTo>
                <a:lnTo>
                  <a:pt x="373684" y="320040"/>
                </a:lnTo>
                <a:lnTo>
                  <a:pt x="375488" y="317157"/>
                </a:lnTo>
                <a:lnTo>
                  <a:pt x="376199" y="313918"/>
                </a:lnTo>
                <a:close/>
              </a:path>
              <a:path w="918844" h="561975">
                <a:moveTo>
                  <a:pt x="606958" y="81356"/>
                </a:moveTo>
                <a:lnTo>
                  <a:pt x="606869" y="15836"/>
                </a:lnTo>
                <a:lnTo>
                  <a:pt x="597242" y="2870"/>
                </a:lnTo>
                <a:lnTo>
                  <a:pt x="594360" y="1079"/>
                </a:lnTo>
                <a:lnTo>
                  <a:pt x="591121" y="355"/>
                </a:lnTo>
                <a:lnTo>
                  <a:pt x="16560" y="0"/>
                </a:lnTo>
                <a:lnTo>
                  <a:pt x="13322" y="711"/>
                </a:lnTo>
                <a:lnTo>
                  <a:pt x="10083" y="2514"/>
                </a:lnTo>
                <a:lnTo>
                  <a:pt x="7200" y="4318"/>
                </a:lnTo>
                <a:lnTo>
                  <a:pt x="5041" y="6477"/>
                </a:lnTo>
                <a:lnTo>
                  <a:pt x="3238" y="9715"/>
                </a:lnTo>
                <a:lnTo>
                  <a:pt x="1447" y="12598"/>
                </a:lnTo>
                <a:lnTo>
                  <a:pt x="723" y="15836"/>
                </a:lnTo>
                <a:lnTo>
                  <a:pt x="723" y="19075"/>
                </a:lnTo>
                <a:lnTo>
                  <a:pt x="368" y="78117"/>
                </a:lnTo>
                <a:lnTo>
                  <a:pt x="368" y="81356"/>
                </a:lnTo>
                <a:lnTo>
                  <a:pt x="1079" y="84594"/>
                </a:lnTo>
                <a:lnTo>
                  <a:pt x="2882" y="87833"/>
                </a:lnTo>
                <a:lnTo>
                  <a:pt x="4686" y="90716"/>
                </a:lnTo>
                <a:lnTo>
                  <a:pt x="6845" y="92875"/>
                </a:lnTo>
                <a:lnTo>
                  <a:pt x="10083" y="94678"/>
                </a:lnTo>
                <a:lnTo>
                  <a:pt x="12966" y="96481"/>
                </a:lnTo>
                <a:lnTo>
                  <a:pt x="16205" y="97193"/>
                </a:lnTo>
                <a:lnTo>
                  <a:pt x="591121" y="97193"/>
                </a:lnTo>
                <a:lnTo>
                  <a:pt x="604443" y="87477"/>
                </a:lnTo>
                <a:lnTo>
                  <a:pt x="606247" y="84594"/>
                </a:lnTo>
                <a:lnTo>
                  <a:pt x="606958" y="81356"/>
                </a:lnTo>
                <a:close/>
              </a:path>
              <a:path w="918844" h="561975">
                <a:moveTo>
                  <a:pt x="918362" y="546112"/>
                </a:moveTo>
                <a:lnTo>
                  <a:pt x="918273" y="480593"/>
                </a:lnTo>
                <a:lnTo>
                  <a:pt x="908646" y="467639"/>
                </a:lnTo>
                <a:lnTo>
                  <a:pt x="905764" y="465836"/>
                </a:lnTo>
                <a:lnTo>
                  <a:pt x="902525" y="465112"/>
                </a:lnTo>
                <a:lnTo>
                  <a:pt x="16205" y="464756"/>
                </a:lnTo>
                <a:lnTo>
                  <a:pt x="12966" y="465480"/>
                </a:lnTo>
                <a:lnTo>
                  <a:pt x="9728" y="467271"/>
                </a:lnTo>
                <a:lnTo>
                  <a:pt x="6845" y="469074"/>
                </a:lnTo>
                <a:lnTo>
                  <a:pt x="4686" y="471233"/>
                </a:lnTo>
                <a:lnTo>
                  <a:pt x="2882" y="474472"/>
                </a:lnTo>
                <a:lnTo>
                  <a:pt x="1079" y="477354"/>
                </a:lnTo>
                <a:lnTo>
                  <a:pt x="368" y="480593"/>
                </a:lnTo>
                <a:lnTo>
                  <a:pt x="368" y="483831"/>
                </a:lnTo>
                <a:lnTo>
                  <a:pt x="0" y="542874"/>
                </a:lnTo>
                <a:lnTo>
                  <a:pt x="0" y="546112"/>
                </a:lnTo>
                <a:lnTo>
                  <a:pt x="723" y="549351"/>
                </a:lnTo>
                <a:lnTo>
                  <a:pt x="2527" y="552589"/>
                </a:lnTo>
                <a:lnTo>
                  <a:pt x="4318" y="555472"/>
                </a:lnTo>
                <a:lnTo>
                  <a:pt x="6477" y="557631"/>
                </a:lnTo>
                <a:lnTo>
                  <a:pt x="9728" y="559435"/>
                </a:lnTo>
                <a:lnTo>
                  <a:pt x="12598" y="561238"/>
                </a:lnTo>
                <a:lnTo>
                  <a:pt x="15836" y="561949"/>
                </a:lnTo>
                <a:lnTo>
                  <a:pt x="902525" y="561949"/>
                </a:lnTo>
                <a:lnTo>
                  <a:pt x="915847" y="552234"/>
                </a:lnTo>
                <a:lnTo>
                  <a:pt x="917638" y="549351"/>
                </a:lnTo>
                <a:lnTo>
                  <a:pt x="918362" y="546112"/>
                </a:lnTo>
                <a:close/>
              </a:path>
            </a:pathLst>
          </a:custGeom>
          <a:solidFill>
            <a:srgbClr val="FF6A5A">
              <a:alpha val="11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2064" y="3660738"/>
            <a:ext cx="1175385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ourier New"/>
                <a:cs typeface="Courier New"/>
              </a:rPr>
              <a:t>&lt;&lt;&lt;&lt;&lt;&lt;&lt;</a:t>
            </a:r>
            <a:r>
              <a:rPr dirty="0" sz="800" spc="-10" b="1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 spc="-20" b="1">
                <a:solidFill>
                  <a:srgbClr val="FF6A5A"/>
                </a:solidFill>
                <a:latin typeface="Courier New"/>
                <a:cs typeface="Courier New"/>
              </a:rPr>
              <a:t>HEAD</a:t>
            </a:r>
            <a:endParaRPr sz="800">
              <a:latin typeface="Courier New"/>
              <a:cs typeface="Courier New"/>
            </a:endParaRPr>
          </a:p>
          <a:p>
            <a:pPr marL="108585">
              <a:lnSpc>
                <a:spcPct val="100000"/>
              </a:lnSpc>
              <a:spcBef>
                <a:spcPts val="865"/>
              </a:spcBef>
            </a:pPr>
            <a:r>
              <a:rPr dirty="0" sz="800" spc="-10" b="1">
                <a:solidFill>
                  <a:srgbClr val="FF6A5A"/>
                </a:solidFill>
                <a:latin typeface="Courier New"/>
                <a:cs typeface="Courier New"/>
              </a:rPr>
              <a:t>=======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800" b="1">
                <a:solidFill>
                  <a:srgbClr val="FF6A5A"/>
                </a:solidFill>
                <a:latin typeface="Courier New"/>
                <a:cs typeface="Courier New"/>
              </a:rPr>
              <a:t>&gt;&gt;&gt;&gt;&gt;&gt;&gt;</a:t>
            </a:r>
            <a:r>
              <a:rPr dirty="0" sz="800" spc="-10" b="1">
                <a:solidFill>
                  <a:srgbClr val="FF6A5A"/>
                </a:solidFill>
                <a:latin typeface="Courier New"/>
                <a:cs typeface="Courier New"/>
              </a:rPr>
              <a:t> origin/main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1738" y="4437610"/>
            <a:ext cx="74231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She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edits the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file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to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keep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BOTH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(or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pick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one):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1738" y="4516465"/>
            <a:ext cx="28682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Line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3: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Notes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from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Day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3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Git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&amp;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GitHub.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(Priya's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annotation)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1738" y="4749027"/>
            <a:ext cx="137922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Then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she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stages,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commits,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5" i="1">
                <a:solidFill>
                  <a:srgbClr val="8A8FB4"/>
                </a:solidFill>
                <a:latin typeface="Courier New"/>
                <a:cs typeface="Courier New"/>
              </a:rPr>
              <a:t>pu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54791" y="4749027"/>
            <a:ext cx="2520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shes: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1383" y="4834701"/>
            <a:ext cx="86360" cy="263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40"/>
              </a:lnSpc>
              <a:spcBef>
                <a:spcPts val="100"/>
              </a:spcBef>
            </a:pPr>
            <a:r>
              <a:rPr dirty="0" sz="8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940"/>
              </a:lnSpc>
            </a:pPr>
            <a:r>
              <a:rPr dirty="0" sz="8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12024" y="4981221"/>
            <a:ext cx="322897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"Resolve</a:t>
            </a:r>
            <a:r>
              <a:rPr dirty="0" sz="600" spc="-4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conflict</a:t>
            </a:r>
            <a:r>
              <a:rPr dirty="0" sz="600" spc="-4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on</a:t>
            </a:r>
            <a:r>
              <a:rPr dirty="0" sz="600" spc="-4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notes</a:t>
            </a:r>
            <a:r>
              <a:rPr dirty="0" sz="600" spc="-4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line</a:t>
            </a:r>
            <a:r>
              <a:rPr dirty="0" sz="600" spc="-4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—</a:t>
            </a:r>
            <a:r>
              <a:rPr dirty="0" sz="600" spc="-4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keep</a:t>
            </a:r>
            <a:r>
              <a:rPr dirty="0" sz="600" spc="-4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Aarav's</a:t>
            </a:r>
            <a:r>
              <a:rPr dirty="0" sz="600" spc="-4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version</a:t>
            </a:r>
            <a:r>
              <a:rPr dirty="0" sz="600" spc="-4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with</a:t>
            </a:r>
            <a:r>
              <a:rPr dirty="0" sz="600" spc="-4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annotation"</a:t>
            </a:r>
            <a:endParaRPr sz="6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036553" y="1000914"/>
            <a:ext cx="3710940" cy="3173730"/>
            <a:chOff x="5036553" y="1000914"/>
            <a:chExt cx="3710940" cy="3173730"/>
          </a:xfrm>
        </p:grpSpPr>
        <p:sp>
          <p:nvSpPr>
            <p:cNvPr id="33" name="object 33"/>
            <p:cNvSpPr/>
            <p:nvPr/>
          </p:nvSpPr>
          <p:spPr>
            <a:xfrm>
              <a:off x="5040719" y="1015557"/>
              <a:ext cx="3703320" cy="3145155"/>
            </a:xfrm>
            <a:custGeom>
              <a:avLst/>
              <a:gdLst/>
              <a:ahLst/>
              <a:cxnLst/>
              <a:rect l="l" t="t" r="r" b="b"/>
              <a:pathLst>
                <a:path w="3703320" h="3145154">
                  <a:moveTo>
                    <a:pt x="3569766" y="0"/>
                  </a:moveTo>
                  <a:lnTo>
                    <a:pt x="133197" y="0"/>
                  </a:lnTo>
                  <a:lnTo>
                    <a:pt x="115779" y="1142"/>
                  </a:lnTo>
                  <a:lnTo>
                    <a:pt x="66598" y="17640"/>
                  </a:lnTo>
                  <a:lnTo>
                    <a:pt x="27615" y="51967"/>
                  </a:lnTo>
                  <a:lnTo>
                    <a:pt x="4545" y="98690"/>
                  </a:lnTo>
                  <a:lnTo>
                    <a:pt x="0" y="133210"/>
                  </a:lnTo>
                  <a:lnTo>
                    <a:pt x="0" y="3011398"/>
                  </a:lnTo>
                  <a:lnTo>
                    <a:pt x="9953" y="3062024"/>
                  </a:lnTo>
                  <a:lnTo>
                    <a:pt x="38876" y="3105543"/>
                  </a:lnTo>
                  <a:lnTo>
                    <a:pt x="82223" y="3134429"/>
                  </a:lnTo>
                  <a:lnTo>
                    <a:pt x="133197" y="3144608"/>
                  </a:lnTo>
                  <a:lnTo>
                    <a:pt x="3570122" y="3144240"/>
                  </a:lnTo>
                  <a:lnTo>
                    <a:pt x="3620946" y="3134216"/>
                  </a:lnTo>
                  <a:lnTo>
                    <a:pt x="3664261" y="3105364"/>
                  </a:lnTo>
                  <a:lnTo>
                    <a:pt x="3693039" y="3062235"/>
                  </a:lnTo>
                  <a:lnTo>
                    <a:pt x="3702117" y="3028795"/>
                  </a:lnTo>
                  <a:lnTo>
                    <a:pt x="3702177" y="3028489"/>
                  </a:lnTo>
                  <a:lnTo>
                    <a:pt x="3703296" y="3011398"/>
                  </a:lnTo>
                  <a:lnTo>
                    <a:pt x="3703319" y="3011042"/>
                  </a:lnTo>
                  <a:lnTo>
                    <a:pt x="3702964" y="133210"/>
                  </a:lnTo>
                  <a:lnTo>
                    <a:pt x="3692939" y="82373"/>
                  </a:lnTo>
                  <a:lnTo>
                    <a:pt x="3664078" y="39065"/>
                  </a:lnTo>
                  <a:lnTo>
                    <a:pt x="3620741" y="10179"/>
                  </a:lnTo>
                  <a:lnTo>
                    <a:pt x="3587205" y="1142"/>
                  </a:lnTo>
                  <a:lnTo>
                    <a:pt x="35697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040363" y="1015201"/>
              <a:ext cx="3703320" cy="3145155"/>
            </a:xfrm>
            <a:custGeom>
              <a:avLst/>
              <a:gdLst/>
              <a:ahLst/>
              <a:cxnLst/>
              <a:rect l="l" t="t" r="r" b="b"/>
              <a:pathLst>
                <a:path w="3703320" h="3145154">
                  <a:moveTo>
                    <a:pt x="0" y="3594"/>
                  </a:moveTo>
                  <a:lnTo>
                    <a:pt x="3703320" y="3962"/>
                  </a:lnTo>
                </a:path>
                <a:path w="3703320" h="3145154">
                  <a:moveTo>
                    <a:pt x="3699713" y="0"/>
                  </a:moveTo>
                  <a:lnTo>
                    <a:pt x="3700081" y="3144596"/>
                  </a:lnTo>
                </a:path>
                <a:path w="3703320" h="3145154">
                  <a:moveTo>
                    <a:pt x="0" y="3141002"/>
                  </a:moveTo>
                  <a:lnTo>
                    <a:pt x="3703320" y="3141357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054765" y="1015201"/>
              <a:ext cx="635" cy="3145155"/>
            </a:xfrm>
            <a:custGeom>
              <a:avLst/>
              <a:gdLst/>
              <a:ahLst/>
              <a:cxnLst/>
              <a:rect l="l" t="t" r="r" b="b"/>
              <a:pathLst>
                <a:path w="635" h="3145154">
                  <a:moveTo>
                    <a:pt x="0" y="0"/>
                  </a:moveTo>
                  <a:lnTo>
                    <a:pt x="355" y="3144596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197678" y="1333082"/>
              <a:ext cx="3410585" cy="635"/>
            </a:xfrm>
            <a:custGeom>
              <a:avLst/>
              <a:gdLst/>
              <a:ahLst/>
              <a:cxnLst/>
              <a:rect l="l" t="t" r="r" b="b"/>
              <a:pathLst>
                <a:path w="3410584" h="634">
                  <a:moveTo>
                    <a:pt x="0" y="0"/>
                  </a:moveTo>
                  <a:lnTo>
                    <a:pt x="3410280" y="355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197678" y="1121653"/>
            <a:ext cx="18453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HOW</a:t>
            </a:r>
            <a:r>
              <a:rPr dirty="0" sz="800" spc="24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10" b="1">
                <a:solidFill>
                  <a:srgbClr val="FF6A5A"/>
                </a:solidFill>
                <a:latin typeface="Calibri"/>
                <a:cs typeface="Calibri"/>
              </a:rPr>
              <a:t>TO</a:t>
            </a:r>
            <a:r>
              <a:rPr dirty="0" sz="800" spc="24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REA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10" b="1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24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10" b="1">
                <a:solidFill>
                  <a:srgbClr val="FF6A5A"/>
                </a:solidFill>
                <a:latin typeface="Calibri"/>
                <a:cs typeface="Calibri"/>
              </a:rPr>
              <a:t>CO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10" b="1">
                <a:solidFill>
                  <a:srgbClr val="FF6A5A"/>
                </a:solidFill>
                <a:latin typeface="Calibri"/>
                <a:cs typeface="Calibri"/>
              </a:rPr>
              <a:t>FL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10" b="1">
                <a:solidFill>
                  <a:srgbClr val="FF6A5A"/>
                </a:solidFill>
                <a:latin typeface="Calibri"/>
                <a:cs typeface="Calibri"/>
              </a:rPr>
              <a:t>IC</a:t>
            </a:r>
            <a:r>
              <a:rPr dirty="0" sz="800" spc="-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1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4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10" b="1">
                <a:solidFill>
                  <a:srgbClr val="FF6A5A"/>
                </a:solidFill>
                <a:latin typeface="Calibri"/>
                <a:cs typeface="Calibri"/>
              </a:rPr>
              <a:t>MA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K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35" b="1">
                <a:solidFill>
                  <a:srgbClr val="FF6A5A"/>
                </a:solidFill>
                <a:latin typeface="Calibri"/>
                <a:cs typeface="Calibri"/>
              </a:rPr>
              <a:t>ERS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104682" y="1113487"/>
            <a:ext cx="523240" cy="168275"/>
          </a:xfrm>
          <a:custGeom>
            <a:avLst/>
            <a:gdLst/>
            <a:ahLst/>
            <a:cxnLst/>
            <a:rect l="l" t="t" r="r" b="b"/>
            <a:pathLst>
              <a:path w="523240" h="168275">
                <a:moveTo>
                  <a:pt x="438480" y="0"/>
                </a:moveTo>
                <a:lnTo>
                  <a:pt x="84239" y="0"/>
                </a:lnTo>
                <a:lnTo>
                  <a:pt x="72390" y="729"/>
                </a:lnTo>
                <a:lnTo>
                  <a:pt x="72940" y="729"/>
                </a:lnTo>
                <a:lnTo>
                  <a:pt x="62366" y="2741"/>
                </a:lnTo>
                <a:lnTo>
                  <a:pt x="24614" y="24430"/>
                </a:lnTo>
                <a:lnTo>
                  <a:pt x="2881" y="62137"/>
                </a:lnTo>
                <a:lnTo>
                  <a:pt x="0" y="83870"/>
                </a:lnTo>
                <a:lnTo>
                  <a:pt x="0" y="84239"/>
                </a:lnTo>
                <a:lnTo>
                  <a:pt x="11163" y="125996"/>
                </a:lnTo>
                <a:lnTo>
                  <a:pt x="41757" y="156959"/>
                </a:lnTo>
                <a:lnTo>
                  <a:pt x="83883" y="168109"/>
                </a:lnTo>
                <a:lnTo>
                  <a:pt x="438835" y="168109"/>
                </a:lnTo>
                <a:lnTo>
                  <a:pt x="480593" y="156591"/>
                </a:lnTo>
                <a:lnTo>
                  <a:pt x="511555" y="125996"/>
                </a:lnTo>
                <a:lnTo>
                  <a:pt x="519776" y="105794"/>
                </a:lnTo>
                <a:lnTo>
                  <a:pt x="519837" y="105610"/>
                </a:lnTo>
                <a:lnTo>
                  <a:pt x="521946" y="95067"/>
                </a:lnTo>
                <a:lnTo>
                  <a:pt x="521987" y="94860"/>
                </a:lnTo>
                <a:lnTo>
                  <a:pt x="522694" y="84239"/>
                </a:lnTo>
                <a:lnTo>
                  <a:pt x="511200" y="42113"/>
                </a:lnTo>
                <a:lnTo>
                  <a:pt x="480593" y="11150"/>
                </a:lnTo>
                <a:lnTo>
                  <a:pt x="449464" y="729"/>
                </a:lnTo>
                <a:lnTo>
                  <a:pt x="438480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042757" y="1116979"/>
            <a:ext cx="6438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Arial Black"/>
                <a:cs typeface="Arial Black"/>
              </a:rPr>
              <a:t>4</a:t>
            </a:r>
            <a:r>
              <a:rPr dirty="0" sz="800" spc="18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225">
                <a:solidFill>
                  <a:srgbClr val="293183"/>
                </a:solidFill>
                <a:latin typeface="Arial Black"/>
                <a:cs typeface="Arial Black"/>
              </a:rPr>
              <a:t>m</a:t>
            </a:r>
            <a:r>
              <a:rPr dirty="0" sz="800" spc="5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sz="800" spc="-2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05">
                <a:solidFill>
                  <a:srgbClr val="293183"/>
                </a:solidFill>
                <a:latin typeface="Arial Black"/>
                <a:cs typeface="Arial Black"/>
              </a:rPr>
              <a:t>r</a:t>
            </a:r>
            <a:r>
              <a:rPr dirty="0" sz="800" spc="-6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293183"/>
                </a:solidFill>
                <a:latin typeface="Arial Black"/>
                <a:cs typeface="Arial Black"/>
              </a:rPr>
              <a:t>k</a:t>
            </a:r>
            <a:r>
              <a:rPr dirty="0" sz="800" spc="-5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293183"/>
                </a:solidFill>
                <a:latin typeface="Arial Black"/>
                <a:cs typeface="Arial Black"/>
              </a:rPr>
              <a:t>e</a:t>
            </a:r>
            <a:r>
              <a:rPr dirty="0" sz="800" spc="-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00">
                <a:solidFill>
                  <a:srgbClr val="293183"/>
                </a:solidFill>
                <a:latin typeface="Arial Black"/>
                <a:cs typeface="Arial Black"/>
              </a:rPr>
              <a:t>r</a:t>
            </a:r>
            <a:r>
              <a:rPr dirty="0" sz="800" spc="-6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Arial Black"/>
                <a:cs typeface="Arial Black"/>
              </a:rPr>
              <a:t>s</a:t>
            </a:r>
            <a:endParaRPr sz="800">
              <a:latin typeface="Arial Black"/>
              <a:cs typeface="Arial Black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193868" y="1457644"/>
            <a:ext cx="3418204" cy="353695"/>
            <a:chOff x="5193868" y="1457644"/>
            <a:chExt cx="3418204" cy="353695"/>
          </a:xfrm>
        </p:grpSpPr>
        <p:sp>
          <p:nvSpPr>
            <p:cNvPr id="41" name="object 41"/>
            <p:cNvSpPr/>
            <p:nvPr/>
          </p:nvSpPr>
          <p:spPr>
            <a:xfrm>
              <a:off x="5197678" y="1806843"/>
              <a:ext cx="3410585" cy="635"/>
            </a:xfrm>
            <a:custGeom>
              <a:avLst/>
              <a:gdLst/>
              <a:ahLst/>
              <a:cxnLst/>
              <a:rect l="l" t="t" r="r" b="b"/>
              <a:pathLst>
                <a:path w="3410584" h="635">
                  <a:moveTo>
                    <a:pt x="0" y="0"/>
                  </a:moveTo>
                  <a:lnTo>
                    <a:pt x="3410280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6954" y="1457644"/>
              <a:ext cx="186131" cy="18611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461914" y="1500837"/>
              <a:ext cx="3088640" cy="245110"/>
            </a:xfrm>
            <a:custGeom>
              <a:avLst/>
              <a:gdLst/>
              <a:ahLst/>
              <a:cxnLst/>
              <a:rect l="l" t="t" r="r" b="b"/>
              <a:pathLst>
                <a:path w="3088640" h="245110">
                  <a:moveTo>
                    <a:pt x="601205" y="128879"/>
                  </a:moveTo>
                  <a:lnTo>
                    <a:pt x="177126" y="128879"/>
                  </a:lnTo>
                  <a:lnTo>
                    <a:pt x="177126" y="244805"/>
                  </a:lnTo>
                  <a:lnTo>
                    <a:pt x="601205" y="244805"/>
                  </a:lnTo>
                  <a:lnTo>
                    <a:pt x="601205" y="128879"/>
                  </a:lnTo>
                  <a:close/>
                </a:path>
                <a:path w="3088640" h="245110">
                  <a:moveTo>
                    <a:pt x="726478" y="4686"/>
                  </a:moveTo>
                  <a:lnTo>
                    <a:pt x="602792" y="4686"/>
                  </a:lnTo>
                  <a:lnTo>
                    <a:pt x="597242" y="1447"/>
                  </a:lnTo>
                  <a:lnTo>
                    <a:pt x="592201" y="0"/>
                  </a:lnTo>
                  <a:lnTo>
                    <a:pt x="23406" y="0"/>
                  </a:lnTo>
                  <a:lnTo>
                    <a:pt x="18719" y="1079"/>
                  </a:lnTo>
                  <a:lnTo>
                    <a:pt x="12534" y="4686"/>
                  </a:lnTo>
                  <a:lnTo>
                    <a:pt x="0" y="4686"/>
                  </a:lnTo>
                  <a:lnTo>
                    <a:pt x="0" y="23406"/>
                  </a:lnTo>
                  <a:lnTo>
                    <a:pt x="0" y="76682"/>
                  </a:lnTo>
                  <a:lnTo>
                    <a:pt x="0" y="120599"/>
                  </a:lnTo>
                  <a:lnTo>
                    <a:pt x="726478" y="120599"/>
                  </a:lnTo>
                  <a:lnTo>
                    <a:pt x="726478" y="4686"/>
                  </a:lnTo>
                  <a:close/>
                </a:path>
                <a:path w="3088640" h="245110">
                  <a:moveTo>
                    <a:pt x="3088081" y="71285"/>
                  </a:moveTo>
                  <a:lnTo>
                    <a:pt x="3087725" y="28448"/>
                  </a:lnTo>
                  <a:lnTo>
                    <a:pt x="3087725" y="23406"/>
                  </a:lnTo>
                  <a:lnTo>
                    <a:pt x="3086646" y="18719"/>
                  </a:lnTo>
                  <a:lnTo>
                    <a:pt x="3081604" y="10083"/>
                  </a:lnTo>
                  <a:lnTo>
                    <a:pt x="3078010" y="6489"/>
                  </a:lnTo>
                  <a:lnTo>
                    <a:pt x="3069361" y="1447"/>
                  </a:lnTo>
                  <a:lnTo>
                    <a:pt x="3064319" y="0"/>
                  </a:lnTo>
                  <a:lnTo>
                    <a:pt x="2728442" y="0"/>
                  </a:lnTo>
                  <a:lnTo>
                    <a:pt x="2705049" y="23406"/>
                  </a:lnTo>
                  <a:lnTo>
                    <a:pt x="2705049" y="76682"/>
                  </a:lnTo>
                  <a:lnTo>
                    <a:pt x="2728442" y="100088"/>
                  </a:lnTo>
                  <a:lnTo>
                    <a:pt x="3064687" y="99720"/>
                  </a:lnTo>
                  <a:lnTo>
                    <a:pt x="3087979" y="76682"/>
                  </a:lnTo>
                  <a:lnTo>
                    <a:pt x="3088081" y="71285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274716" y="1486333"/>
            <a:ext cx="3216910" cy="26162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86690" marR="5080" indent="-187325">
              <a:lnSpc>
                <a:spcPts val="900"/>
              </a:lnSpc>
              <a:spcBef>
                <a:spcPts val="180"/>
              </a:spcBef>
              <a:tabLst>
                <a:tab pos="186690" algn="l"/>
              </a:tabLst>
            </a:pP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baseline="6944" sz="1200">
                <a:solidFill>
                  <a:srgbClr val="FF6A5A"/>
                </a:solidFill>
                <a:latin typeface="Courier New"/>
                <a:cs typeface="Courier New"/>
              </a:rPr>
              <a:t>&lt;&lt;&lt;&lt;&lt;&lt;&lt;</a:t>
            </a:r>
            <a:r>
              <a:rPr dirty="0" baseline="6944" sz="1200" spc="-37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baseline="6944" sz="1200">
                <a:solidFill>
                  <a:srgbClr val="FF6A5A"/>
                </a:solidFill>
                <a:latin typeface="Courier New"/>
                <a:cs typeface="Courier New"/>
              </a:rPr>
              <a:t>HEAD</a:t>
            </a:r>
            <a:r>
              <a:rPr dirty="0" baseline="6944" sz="1200" spc="-450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Start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of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YOUR local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changes.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Everything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between 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this</a:t>
            </a:r>
            <a:r>
              <a:rPr dirty="0" baseline="6944" sz="1200" spc="7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=======</a:t>
            </a:r>
            <a:r>
              <a:rPr dirty="0" sz="800" spc="-300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what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had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your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laptop.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193868" y="1874166"/>
            <a:ext cx="3418204" cy="258445"/>
            <a:chOff x="5193868" y="1874166"/>
            <a:chExt cx="3418204" cy="258445"/>
          </a:xfrm>
        </p:grpSpPr>
        <p:sp>
          <p:nvSpPr>
            <p:cNvPr id="46" name="object 46"/>
            <p:cNvSpPr/>
            <p:nvPr/>
          </p:nvSpPr>
          <p:spPr>
            <a:xfrm>
              <a:off x="5197678" y="2128318"/>
              <a:ext cx="3410585" cy="635"/>
            </a:xfrm>
            <a:custGeom>
              <a:avLst/>
              <a:gdLst/>
              <a:ahLst/>
              <a:cxnLst/>
              <a:rect l="l" t="t" r="r" b="b"/>
              <a:pathLst>
                <a:path w="3410584" h="635">
                  <a:moveTo>
                    <a:pt x="0" y="0"/>
                  </a:moveTo>
                  <a:lnTo>
                    <a:pt x="3410280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6954" y="1874166"/>
              <a:ext cx="186131" cy="186118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5274716" y="1902855"/>
            <a:ext cx="590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461558" y="1917359"/>
            <a:ext cx="383540" cy="100330"/>
          </a:xfrm>
          <a:custGeom>
            <a:avLst/>
            <a:gdLst/>
            <a:ahLst/>
            <a:cxnLst/>
            <a:rect l="l" t="t" r="r" b="b"/>
            <a:pathLst>
              <a:path w="383539" h="100330">
                <a:moveTo>
                  <a:pt x="359283" y="0"/>
                </a:moveTo>
                <a:lnTo>
                  <a:pt x="23406" y="0"/>
                </a:lnTo>
                <a:lnTo>
                  <a:pt x="18719" y="1079"/>
                </a:lnTo>
                <a:lnTo>
                  <a:pt x="10083" y="6121"/>
                </a:lnTo>
                <a:lnTo>
                  <a:pt x="6476" y="9728"/>
                </a:lnTo>
                <a:lnTo>
                  <a:pt x="1435" y="18364"/>
                </a:lnTo>
                <a:lnTo>
                  <a:pt x="0" y="23406"/>
                </a:lnTo>
                <a:lnTo>
                  <a:pt x="0" y="76682"/>
                </a:lnTo>
                <a:lnTo>
                  <a:pt x="23406" y="100088"/>
                </a:lnTo>
                <a:lnTo>
                  <a:pt x="359638" y="99720"/>
                </a:lnTo>
                <a:lnTo>
                  <a:pt x="383044" y="71285"/>
                </a:lnTo>
                <a:lnTo>
                  <a:pt x="382676" y="28448"/>
                </a:lnTo>
                <a:lnTo>
                  <a:pt x="382676" y="23406"/>
                </a:lnTo>
                <a:lnTo>
                  <a:pt x="381596" y="18719"/>
                </a:lnTo>
                <a:lnTo>
                  <a:pt x="376555" y="10083"/>
                </a:lnTo>
                <a:lnTo>
                  <a:pt x="372960" y="6476"/>
                </a:lnTo>
                <a:lnTo>
                  <a:pt x="364324" y="1447"/>
                </a:lnTo>
                <a:lnTo>
                  <a:pt x="359283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461914" y="1938606"/>
            <a:ext cx="366395" cy="97155"/>
          </a:xfrm>
          <a:prstGeom prst="rect">
            <a:avLst/>
          </a:prstGeom>
          <a:solidFill>
            <a:srgbClr val="F3EE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90"/>
              </a:lnSpc>
            </a:pPr>
            <a:r>
              <a:rPr dirty="0" sz="650" spc="-10">
                <a:solidFill>
                  <a:srgbClr val="FF6A5A"/>
                </a:solidFill>
                <a:latin typeface="Courier New"/>
                <a:cs typeface="Courier New"/>
              </a:rPr>
              <a:t>=======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34507" y="1912215"/>
            <a:ext cx="244094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65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6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divider.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 Above</a:t>
            </a:r>
            <a:r>
              <a:rPr dirty="0" sz="65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is yours, below is</a:t>
            </a:r>
            <a:r>
              <a:rPr dirty="0" sz="6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theirs (what came from</a:t>
            </a:r>
            <a:r>
              <a:rPr dirty="0" sz="6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1A1E39"/>
                </a:solidFill>
                <a:latin typeface="Calibri"/>
                <a:cs typeface="Calibri"/>
              </a:rPr>
              <a:t>GitHub).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193868" y="2195641"/>
            <a:ext cx="3418204" cy="688340"/>
            <a:chOff x="5193868" y="2195641"/>
            <a:chExt cx="3418204" cy="688340"/>
          </a:xfrm>
        </p:grpSpPr>
        <p:sp>
          <p:nvSpPr>
            <p:cNvPr id="53" name="object 53"/>
            <p:cNvSpPr/>
            <p:nvPr/>
          </p:nvSpPr>
          <p:spPr>
            <a:xfrm>
              <a:off x="5197678" y="2549158"/>
              <a:ext cx="3410585" cy="635"/>
            </a:xfrm>
            <a:custGeom>
              <a:avLst/>
              <a:gdLst/>
              <a:ahLst/>
              <a:cxnLst/>
              <a:rect l="l" t="t" r="r" b="b"/>
              <a:pathLst>
                <a:path w="3410584" h="635">
                  <a:moveTo>
                    <a:pt x="0" y="0"/>
                  </a:moveTo>
                  <a:lnTo>
                    <a:pt x="3410280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6954" y="2195641"/>
              <a:ext cx="186131" cy="18611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461559" y="2238846"/>
              <a:ext cx="1151255" cy="245745"/>
            </a:xfrm>
            <a:custGeom>
              <a:avLst/>
              <a:gdLst/>
              <a:ahLst/>
              <a:cxnLst/>
              <a:rect l="l" t="t" r="r" b="b"/>
              <a:pathLst>
                <a:path w="1151254" h="245744">
                  <a:moveTo>
                    <a:pt x="383044" y="199440"/>
                  </a:moveTo>
                  <a:lnTo>
                    <a:pt x="382676" y="156591"/>
                  </a:lnTo>
                  <a:lnTo>
                    <a:pt x="382676" y="151549"/>
                  </a:lnTo>
                  <a:lnTo>
                    <a:pt x="381596" y="146875"/>
                  </a:lnTo>
                  <a:lnTo>
                    <a:pt x="376555" y="138239"/>
                  </a:lnTo>
                  <a:lnTo>
                    <a:pt x="372960" y="134632"/>
                  </a:lnTo>
                  <a:lnTo>
                    <a:pt x="364324" y="129590"/>
                  </a:lnTo>
                  <a:lnTo>
                    <a:pt x="359283" y="128155"/>
                  </a:lnTo>
                  <a:lnTo>
                    <a:pt x="23406" y="128155"/>
                  </a:lnTo>
                  <a:lnTo>
                    <a:pt x="0" y="151549"/>
                  </a:lnTo>
                  <a:lnTo>
                    <a:pt x="0" y="204838"/>
                  </a:lnTo>
                  <a:lnTo>
                    <a:pt x="23406" y="228231"/>
                  </a:lnTo>
                  <a:lnTo>
                    <a:pt x="359638" y="227876"/>
                  </a:lnTo>
                  <a:lnTo>
                    <a:pt x="382930" y="204838"/>
                  </a:lnTo>
                  <a:lnTo>
                    <a:pt x="383044" y="199440"/>
                  </a:lnTo>
                  <a:close/>
                </a:path>
                <a:path w="1151254" h="245744">
                  <a:moveTo>
                    <a:pt x="807834" y="129235"/>
                  </a:moveTo>
                  <a:lnTo>
                    <a:pt x="383755" y="129235"/>
                  </a:lnTo>
                  <a:lnTo>
                    <a:pt x="383755" y="245160"/>
                  </a:lnTo>
                  <a:lnTo>
                    <a:pt x="807834" y="245160"/>
                  </a:lnTo>
                  <a:lnTo>
                    <a:pt x="807834" y="129235"/>
                  </a:lnTo>
                  <a:close/>
                </a:path>
                <a:path w="1151254" h="245744">
                  <a:moveTo>
                    <a:pt x="1150912" y="5029"/>
                  </a:moveTo>
                  <a:lnTo>
                    <a:pt x="929195" y="5029"/>
                  </a:lnTo>
                  <a:lnTo>
                    <a:pt x="923036" y="1435"/>
                  </a:lnTo>
                  <a:lnTo>
                    <a:pt x="918006" y="0"/>
                  </a:lnTo>
                  <a:lnTo>
                    <a:pt x="23406" y="0"/>
                  </a:lnTo>
                  <a:lnTo>
                    <a:pt x="18719" y="1079"/>
                  </a:lnTo>
                  <a:lnTo>
                    <a:pt x="11950" y="5029"/>
                  </a:lnTo>
                  <a:lnTo>
                    <a:pt x="355" y="5029"/>
                  </a:lnTo>
                  <a:lnTo>
                    <a:pt x="355" y="22148"/>
                  </a:lnTo>
                  <a:lnTo>
                    <a:pt x="0" y="23393"/>
                  </a:lnTo>
                  <a:lnTo>
                    <a:pt x="0" y="76669"/>
                  </a:lnTo>
                  <a:lnTo>
                    <a:pt x="355" y="78219"/>
                  </a:lnTo>
                  <a:lnTo>
                    <a:pt x="355" y="120954"/>
                  </a:lnTo>
                  <a:lnTo>
                    <a:pt x="1150912" y="120954"/>
                  </a:lnTo>
                  <a:lnTo>
                    <a:pt x="1150912" y="5029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6954" y="2616481"/>
              <a:ext cx="186131" cy="18611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687718" y="2783880"/>
              <a:ext cx="1495425" cy="100330"/>
            </a:xfrm>
            <a:custGeom>
              <a:avLst/>
              <a:gdLst/>
              <a:ahLst/>
              <a:cxnLst/>
              <a:rect l="l" t="t" r="r" b="b"/>
              <a:pathLst>
                <a:path w="1495425" h="100330">
                  <a:moveTo>
                    <a:pt x="383044" y="71285"/>
                  </a:moveTo>
                  <a:lnTo>
                    <a:pt x="382676" y="28448"/>
                  </a:lnTo>
                  <a:lnTo>
                    <a:pt x="382676" y="23406"/>
                  </a:lnTo>
                  <a:lnTo>
                    <a:pt x="381596" y="18719"/>
                  </a:lnTo>
                  <a:lnTo>
                    <a:pt x="376567" y="10083"/>
                  </a:lnTo>
                  <a:lnTo>
                    <a:pt x="372960" y="6477"/>
                  </a:lnTo>
                  <a:lnTo>
                    <a:pt x="364324" y="1447"/>
                  </a:lnTo>
                  <a:lnTo>
                    <a:pt x="359283" y="0"/>
                  </a:lnTo>
                  <a:lnTo>
                    <a:pt x="23406" y="0"/>
                  </a:lnTo>
                  <a:lnTo>
                    <a:pt x="0" y="23406"/>
                  </a:lnTo>
                  <a:lnTo>
                    <a:pt x="0" y="76682"/>
                  </a:lnTo>
                  <a:lnTo>
                    <a:pt x="23406" y="100076"/>
                  </a:lnTo>
                  <a:lnTo>
                    <a:pt x="359638" y="99720"/>
                  </a:lnTo>
                  <a:lnTo>
                    <a:pt x="382930" y="76682"/>
                  </a:lnTo>
                  <a:lnTo>
                    <a:pt x="383044" y="71285"/>
                  </a:lnTo>
                  <a:close/>
                </a:path>
                <a:path w="1495425" h="100330">
                  <a:moveTo>
                    <a:pt x="985685" y="71285"/>
                  </a:moveTo>
                  <a:lnTo>
                    <a:pt x="985316" y="28448"/>
                  </a:lnTo>
                  <a:lnTo>
                    <a:pt x="985316" y="23406"/>
                  </a:lnTo>
                  <a:lnTo>
                    <a:pt x="984237" y="18719"/>
                  </a:lnTo>
                  <a:lnTo>
                    <a:pt x="979195" y="10083"/>
                  </a:lnTo>
                  <a:lnTo>
                    <a:pt x="975601" y="6477"/>
                  </a:lnTo>
                  <a:lnTo>
                    <a:pt x="966965" y="1447"/>
                  </a:lnTo>
                  <a:lnTo>
                    <a:pt x="961923" y="0"/>
                  </a:lnTo>
                  <a:lnTo>
                    <a:pt x="486359" y="0"/>
                  </a:lnTo>
                  <a:lnTo>
                    <a:pt x="462965" y="23406"/>
                  </a:lnTo>
                  <a:lnTo>
                    <a:pt x="462965" y="76682"/>
                  </a:lnTo>
                  <a:lnTo>
                    <a:pt x="486359" y="100076"/>
                  </a:lnTo>
                  <a:lnTo>
                    <a:pt x="962279" y="99720"/>
                  </a:lnTo>
                  <a:lnTo>
                    <a:pt x="985570" y="76682"/>
                  </a:lnTo>
                  <a:lnTo>
                    <a:pt x="985685" y="71285"/>
                  </a:lnTo>
                  <a:close/>
                </a:path>
                <a:path w="1495425" h="100330">
                  <a:moveTo>
                    <a:pt x="1495082" y="71285"/>
                  </a:moveTo>
                  <a:lnTo>
                    <a:pt x="1494726" y="28448"/>
                  </a:lnTo>
                  <a:lnTo>
                    <a:pt x="1494726" y="23406"/>
                  </a:lnTo>
                  <a:lnTo>
                    <a:pt x="1493647" y="18719"/>
                  </a:lnTo>
                  <a:lnTo>
                    <a:pt x="1488605" y="10083"/>
                  </a:lnTo>
                  <a:lnTo>
                    <a:pt x="1484998" y="6477"/>
                  </a:lnTo>
                  <a:lnTo>
                    <a:pt x="1476362" y="1447"/>
                  </a:lnTo>
                  <a:lnTo>
                    <a:pt x="1471320" y="0"/>
                  </a:lnTo>
                  <a:lnTo>
                    <a:pt x="1088999" y="0"/>
                  </a:lnTo>
                  <a:lnTo>
                    <a:pt x="1065606" y="23406"/>
                  </a:lnTo>
                  <a:lnTo>
                    <a:pt x="1065606" y="76682"/>
                  </a:lnTo>
                  <a:lnTo>
                    <a:pt x="1088999" y="100076"/>
                  </a:lnTo>
                  <a:lnTo>
                    <a:pt x="1471676" y="99720"/>
                  </a:lnTo>
                  <a:lnTo>
                    <a:pt x="1494980" y="76682"/>
                  </a:lnTo>
                  <a:lnTo>
                    <a:pt x="1495082" y="71285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7483678" y="2788922"/>
            <a:ext cx="424180" cy="116205"/>
          </a:xfrm>
          <a:prstGeom prst="rect">
            <a:avLst/>
          </a:prstGeom>
          <a:solidFill>
            <a:srgbClr val="F3EE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FF6A5A"/>
                </a:solidFill>
                <a:latin typeface="Courier New"/>
                <a:cs typeface="Courier New"/>
              </a:rPr>
              <a:t>add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003882" y="2788922"/>
            <a:ext cx="193675" cy="116205"/>
          </a:xfrm>
          <a:prstGeom prst="rect">
            <a:avLst/>
          </a:prstGeom>
          <a:solidFill>
            <a:srgbClr val="F3EE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 spc="-25">
                <a:solidFill>
                  <a:srgbClr val="FF6A5A"/>
                </a:solidFill>
                <a:latin typeface="Courier New"/>
                <a:cs typeface="Courier New"/>
              </a:rPr>
              <a:t>git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461914" y="2913115"/>
            <a:ext cx="376555" cy="116205"/>
          </a:xfrm>
          <a:prstGeom prst="rect">
            <a:avLst/>
          </a:prstGeom>
          <a:solidFill>
            <a:srgbClr val="F3EE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commit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921641" y="2913115"/>
            <a:ext cx="483870" cy="116205"/>
          </a:xfrm>
          <a:custGeom>
            <a:avLst/>
            <a:gdLst/>
            <a:ahLst/>
            <a:cxnLst/>
            <a:rect l="l" t="t" r="r" b="b"/>
            <a:pathLst>
              <a:path w="483870" h="116205">
                <a:moveTo>
                  <a:pt x="483844" y="0"/>
                </a:moveTo>
                <a:lnTo>
                  <a:pt x="0" y="0"/>
                </a:lnTo>
                <a:lnTo>
                  <a:pt x="0" y="115925"/>
                </a:lnTo>
                <a:lnTo>
                  <a:pt x="483844" y="115925"/>
                </a:lnTo>
                <a:lnTo>
                  <a:pt x="483844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5274716" y="2224343"/>
            <a:ext cx="3270885" cy="8070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86690" marR="137795" indent="-187325">
              <a:lnSpc>
                <a:spcPts val="900"/>
              </a:lnSpc>
              <a:spcBef>
                <a:spcPts val="180"/>
              </a:spcBef>
              <a:buClr>
                <a:srgbClr val="FFFFFF"/>
              </a:buClr>
              <a:buFont typeface="Arial Black"/>
              <a:buAutoNum type="arabicPlain" startAt="3"/>
              <a:tabLst>
                <a:tab pos="186690" algn="l"/>
              </a:tabLst>
            </a:pPr>
            <a:r>
              <a:rPr dirty="0" baseline="6944" sz="1200">
                <a:solidFill>
                  <a:srgbClr val="FF6A5A"/>
                </a:solidFill>
                <a:latin typeface="Courier New"/>
                <a:cs typeface="Courier New"/>
              </a:rPr>
              <a:t>&gt;&gt;&gt;&gt;&gt;&gt;&gt;</a:t>
            </a:r>
            <a:r>
              <a:rPr dirty="0" baseline="6944" sz="1200" spc="-60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baseline="6944" sz="1200">
                <a:solidFill>
                  <a:srgbClr val="FF6A5A"/>
                </a:solidFill>
                <a:latin typeface="Courier New"/>
                <a:cs typeface="Courier New"/>
              </a:rPr>
              <a:t>origin/main</a:t>
            </a:r>
            <a:r>
              <a:rPr dirty="0" baseline="6944" sz="1200" spc="-434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End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of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incoming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changes.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Everything</a:t>
            </a:r>
            <a:r>
              <a:rPr dirty="0" baseline="6944" sz="1200" spc="7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between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=======</a:t>
            </a:r>
            <a:r>
              <a:rPr dirty="0" sz="800" spc="-300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this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what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your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teammate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pushed.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Clr>
                <a:srgbClr val="FFFFFF"/>
              </a:buClr>
              <a:buFont typeface="Arial Black"/>
              <a:buAutoNum type="arabicPlain" startAt="3"/>
            </a:pPr>
            <a:endParaRPr sz="800">
              <a:latin typeface="Calibri"/>
              <a:cs typeface="Calibri"/>
            </a:endParaRPr>
          </a:p>
          <a:p>
            <a:pPr marL="186690" marR="5080" indent="-187325">
              <a:lnSpc>
                <a:spcPts val="900"/>
              </a:lnSpc>
              <a:buClr>
                <a:srgbClr val="FFFFFF"/>
              </a:buClr>
              <a:buFont typeface="Arial Black"/>
              <a:buAutoNum type="arabicPlain" startAt="3"/>
              <a:tabLst>
                <a:tab pos="186690" algn="l"/>
                <a:tab pos="2655570" algn="l"/>
              </a:tabLst>
            </a:pPr>
            <a:r>
              <a:rPr dirty="0" baseline="6944" sz="1200" spc="-15" b="1">
                <a:solidFill>
                  <a:srgbClr val="293183"/>
                </a:solidFill>
                <a:latin typeface="Calibri"/>
                <a:cs typeface="Calibri"/>
              </a:rPr>
              <a:t>RESOLUTION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Edit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file: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delete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markers,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keep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what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1A1E39"/>
                </a:solidFill>
                <a:latin typeface="Calibri"/>
                <a:cs typeface="Calibri"/>
              </a:rPr>
              <a:t>want</a:t>
            </a:r>
            <a:r>
              <a:rPr dirty="0" baseline="6944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6944" sz="1200" spc="-30">
                <a:solidFill>
                  <a:srgbClr val="1A1E39"/>
                </a:solidFill>
                <a:latin typeface="Calibri"/>
                <a:cs typeface="Calibri"/>
              </a:rPr>
              <a:t>(both</a:t>
            </a:r>
            <a:r>
              <a:rPr dirty="0" baseline="6944" sz="1200" spc="7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versions,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one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version,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or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merged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version).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Then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	</a:t>
            </a:r>
            <a:r>
              <a:rPr dirty="0" sz="800" spc="-50">
                <a:solidFill>
                  <a:srgbClr val="1A1E39"/>
                </a:solidFill>
                <a:latin typeface="Calibri"/>
                <a:cs typeface="Calibri"/>
              </a:rPr>
              <a:t>+</a:t>
            </a:r>
            <a:endParaRPr sz="800">
              <a:latin typeface="Calibri"/>
              <a:cs typeface="Calibri"/>
            </a:endParaRPr>
          </a:p>
          <a:p>
            <a:pPr marL="573405">
              <a:lnSpc>
                <a:spcPct val="100000"/>
              </a:lnSpc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+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git</a:t>
            </a: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 push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040045" y="4205924"/>
            <a:ext cx="3704590" cy="548640"/>
            <a:chOff x="5040045" y="4205924"/>
            <a:chExt cx="3704590" cy="548640"/>
          </a:xfrm>
        </p:grpSpPr>
        <p:sp>
          <p:nvSpPr>
            <p:cNvPr id="64" name="object 64"/>
            <p:cNvSpPr/>
            <p:nvPr/>
          </p:nvSpPr>
          <p:spPr>
            <a:xfrm>
              <a:off x="5040363" y="4216325"/>
              <a:ext cx="3703954" cy="527050"/>
            </a:xfrm>
            <a:custGeom>
              <a:avLst/>
              <a:gdLst/>
              <a:ahLst/>
              <a:cxnLst/>
              <a:rect l="l" t="t" r="r" b="b"/>
              <a:pathLst>
                <a:path w="3703954" h="527050">
                  <a:moveTo>
                    <a:pt x="95757" y="0"/>
                  </a:moveTo>
                  <a:lnTo>
                    <a:pt x="47878" y="12953"/>
                  </a:lnTo>
                  <a:lnTo>
                    <a:pt x="12953" y="47878"/>
                  </a:lnTo>
                  <a:lnTo>
                    <a:pt x="355" y="95402"/>
                  </a:lnTo>
                  <a:lnTo>
                    <a:pt x="0" y="431279"/>
                  </a:lnTo>
                  <a:lnTo>
                    <a:pt x="848" y="443665"/>
                  </a:lnTo>
                  <a:lnTo>
                    <a:pt x="19721" y="489313"/>
                  </a:lnTo>
                  <a:lnTo>
                    <a:pt x="59051" y="519534"/>
                  </a:lnTo>
                  <a:lnTo>
                    <a:pt x="95402" y="526681"/>
                  </a:lnTo>
                  <a:lnTo>
                    <a:pt x="3608273" y="526681"/>
                  </a:lnTo>
                  <a:lnTo>
                    <a:pt x="3620011" y="525875"/>
                  </a:lnTo>
                  <a:lnTo>
                    <a:pt x="3620551" y="525875"/>
                  </a:lnTo>
                  <a:lnTo>
                    <a:pt x="3666470" y="506841"/>
                  </a:lnTo>
                  <a:lnTo>
                    <a:pt x="3696438" y="467830"/>
                  </a:lnTo>
                  <a:lnTo>
                    <a:pt x="3700421" y="456028"/>
                  </a:lnTo>
                  <a:lnTo>
                    <a:pt x="3700481" y="455849"/>
                  </a:lnTo>
                  <a:lnTo>
                    <a:pt x="3702840" y="443821"/>
                  </a:lnTo>
                  <a:lnTo>
                    <a:pt x="3702871" y="443665"/>
                  </a:lnTo>
                  <a:lnTo>
                    <a:pt x="3703675" y="431279"/>
                  </a:lnTo>
                  <a:lnTo>
                    <a:pt x="3703651" y="95402"/>
                  </a:lnTo>
                  <a:lnTo>
                    <a:pt x="3690721" y="47878"/>
                  </a:lnTo>
                  <a:lnTo>
                    <a:pt x="3655796" y="12953"/>
                  </a:lnTo>
                  <a:lnTo>
                    <a:pt x="3608273" y="355"/>
                  </a:lnTo>
                  <a:lnTo>
                    <a:pt x="95757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051158" y="4217037"/>
              <a:ext cx="635" cy="526415"/>
            </a:xfrm>
            <a:custGeom>
              <a:avLst/>
              <a:gdLst/>
              <a:ahLst/>
              <a:cxnLst/>
              <a:rect l="l" t="t" r="r" b="b"/>
              <a:pathLst>
                <a:path w="635" h="526414">
                  <a:moveTo>
                    <a:pt x="0" y="0"/>
                  </a:moveTo>
                  <a:lnTo>
                    <a:pt x="355" y="526326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162042" y="4286518"/>
              <a:ext cx="784860" cy="162560"/>
            </a:xfrm>
            <a:custGeom>
              <a:avLst/>
              <a:gdLst/>
              <a:ahLst/>
              <a:cxnLst/>
              <a:rect l="l" t="t" r="r" b="b"/>
              <a:pathLst>
                <a:path w="784860" h="162560">
                  <a:moveTo>
                    <a:pt x="703440" y="0"/>
                  </a:moveTo>
                  <a:lnTo>
                    <a:pt x="81000" y="0"/>
                  </a:lnTo>
                  <a:lnTo>
                    <a:pt x="70490" y="676"/>
                  </a:lnTo>
                  <a:lnTo>
                    <a:pt x="31556" y="16741"/>
                  </a:lnTo>
                  <a:lnTo>
                    <a:pt x="6070" y="50169"/>
                  </a:lnTo>
                  <a:lnTo>
                    <a:pt x="0" y="81000"/>
                  </a:lnTo>
                  <a:lnTo>
                    <a:pt x="674" y="91510"/>
                  </a:lnTo>
                  <a:lnTo>
                    <a:pt x="16724" y="130444"/>
                  </a:lnTo>
                  <a:lnTo>
                    <a:pt x="50018" y="155930"/>
                  </a:lnTo>
                  <a:lnTo>
                    <a:pt x="81000" y="162001"/>
                  </a:lnTo>
                  <a:lnTo>
                    <a:pt x="703440" y="162001"/>
                  </a:lnTo>
                  <a:lnTo>
                    <a:pt x="744118" y="151206"/>
                  </a:lnTo>
                  <a:lnTo>
                    <a:pt x="773633" y="121678"/>
                  </a:lnTo>
                  <a:lnTo>
                    <a:pt x="784440" y="81000"/>
                  </a:lnTo>
                  <a:lnTo>
                    <a:pt x="783764" y="70501"/>
                  </a:lnTo>
                  <a:lnTo>
                    <a:pt x="767705" y="31708"/>
                  </a:lnTo>
                  <a:lnTo>
                    <a:pt x="734420" y="6081"/>
                  </a:lnTo>
                  <a:lnTo>
                    <a:pt x="703440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5216296" y="4304057"/>
            <a:ext cx="7035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Segoe UI Symbol"/>
                <a:cs typeface="Segoe UI Symbol"/>
              </a:rPr>
              <a:t>✦</a:t>
            </a:r>
            <a:r>
              <a:rPr dirty="0" baseline="4629" sz="900" b="1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dirty="0" baseline="4629" sz="900" spc="247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4629" sz="900" spc="82" b="1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baseline="4629" sz="900" spc="247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4629" sz="900" spc="60" b="1">
                <a:solidFill>
                  <a:srgbClr val="FFFFFF"/>
                </a:solidFill>
                <a:latin typeface="Calibri"/>
                <a:cs typeface="Calibri"/>
              </a:rPr>
              <a:t>HELPS</a:t>
            </a:r>
            <a:endParaRPr baseline="4629" sz="900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024600" y="4288321"/>
            <a:ext cx="2584450" cy="264795"/>
          </a:xfrm>
          <a:custGeom>
            <a:avLst/>
            <a:gdLst/>
            <a:ahLst/>
            <a:cxnLst/>
            <a:rect l="l" t="t" r="r" b="b"/>
            <a:pathLst>
              <a:path w="2584450" h="264795">
                <a:moveTo>
                  <a:pt x="453237" y="233273"/>
                </a:moveTo>
                <a:lnTo>
                  <a:pt x="453123" y="163436"/>
                </a:lnTo>
                <a:lnTo>
                  <a:pt x="428396" y="134277"/>
                </a:lnTo>
                <a:lnTo>
                  <a:pt x="31673" y="132118"/>
                </a:lnTo>
                <a:lnTo>
                  <a:pt x="25196" y="133921"/>
                </a:lnTo>
                <a:lnTo>
                  <a:pt x="355" y="163436"/>
                </a:lnTo>
                <a:lnTo>
                  <a:pt x="355" y="170281"/>
                </a:lnTo>
                <a:lnTo>
                  <a:pt x="0" y="226441"/>
                </a:lnTo>
                <a:lnTo>
                  <a:pt x="0" y="233273"/>
                </a:lnTo>
                <a:lnTo>
                  <a:pt x="1803" y="239763"/>
                </a:lnTo>
                <a:lnTo>
                  <a:pt x="31318" y="264604"/>
                </a:lnTo>
                <a:lnTo>
                  <a:pt x="421919" y="264604"/>
                </a:lnTo>
                <a:lnTo>
                  <a:pt x="451434" y="239763"/>
                </a:lnTo>
                <a:lnTo>
                  <a:pt x="453237" y="233273"/>
                </a:lnTo>
                <a:close/>
              </a:path>
              <a:path w="2584450" h="264795">
                <a:moveTo>
                  <a:pt x="1969198" y="101155"/>
                </a:moveTo>
                <a:lnTo>
                  <a:pt x="1969096" y="31318"/>
                </a:lnTo>
                <a:lnTo>
                  <a:pt x="1944357" y="2159"/>
                </a:lnTo>
                <a:lnTo>
                  <a:pt x="1466278" y="0"/>
                </a:lnTo>
                <a:lnTo>
                  <a:pt x="1459801" y="1803"/>
                </a:lnTo>
                <a:lnTo>
                  <a:pt x="1434960" y="31318"/>
                </a:lnTo>
                <a:lnTo>
                  <a:pt x="1434960" y="38163"/>
                </a:lnTo>
                <a:lnTo>
                  <a:pt x="1434604" y="94322"/>
                </a:lnTo>
                <a:lnTo>
                  <a:pt x="1434604" y="101155"/>
                </a:lnTo>
                <a:lnTo>
                  <a:pt x="1436395" y="107645"/>
                </a:lnTo>
                <a:lnTo>
                  <a:pt x="1465922" y="132473"/>
                </a:lnTo>
                <a:lnTo>
                  <a:pt x="1937880" y="132473"/>
                </a:lnTo>
                <a:lnTo>
                  <a:pt x="1967395" y="107645"/>
                </a:lnTo>
                <a:lnTo>
                  <a:pt x="1969198" y="101155"/>
                </a:lnTo>
                <a:close/>
              </a:path>
              <a:path w="2584450" h="264795">
                <a:moveTo>
                  <a:pt x="2584081" y="101155"/>
                </a:moveTo>
                <a:lnTo>
                  <a:pt x="2583980" y="31318"/>
                </a:lnTo>
                <a:lnTo>
                  <a:pt x="2559240" y="2159"/>
                </a:lnTo>
                <a:lnTo>
                  <a:pt x="2033282" y="0"/>
                </a:lnTo>
                <a:lnTo>
                  <a:pt x="2026805" y="1803"/>
                </a:lnTo>
                <a:lnTo>
                  <a:pt x="2001964" y="31318"/>
                </a:lnTo>
                <a:lnTo>
                  <a:pt x="2001964" y="38163"/>
                </a:lnTo>
                <a:lnTo>
                  <a:pt x="2001596" y="94322"/>
                </a:lnTo>
                <a:lnTo>
                  <a:pt x="2001596" y="101155"/>
                </a:lnTo>
                <a:lnTo>
                  <a:pt x="2003399" y="107645"/>
                </a:lnTo>
                <a:lnTo>
                  <a:pt x="2032914" y="132473"/>
                </a:lnTo>
                <a:lnTo>
                  <a:pt x="2552763" y="132473"/>
                </a:lnTo>
                <a:lnTo>
                  <a:pt x="2582278" y="107645"/>
                </a:lnTo>
                <a:lnTo>
                  <a:pt x="2584081" y="101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6005055" y="4273463"/>
            <a:ext cx="17875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When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detects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conflict,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VS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Code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shows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803362" y="4291205"/>
            <a:ext cx="622935" cy="1238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Accept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Current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017755" y="4410356"/>
            <a:ext cx="690880" cy="123825"/>
          </a:xfrm>
          <a:custGeom>
            <a:avLst/>
            <a:gdLst/>
            <a:ahLst/>
            <a:cxnLst/>
            <a:rect l="l" t="t" r="r" b="b"/>
            <a:pathLst>
              <a:path w="690879" h="123825">
                <a:moveTo>
                  <a:pt x="690841" y="0"/>
                </a:moveTo>
                <a:lnTo>
                  <a:pt x="0" y="0"/>
                </a:lnTo>
                <a:lnTo>
                  <a:pt x="0" y="123482"/>
                </a:lnTo>
                <a:lnTo>
                  <a:pt x="690841" y="123482"/>
                </a:lnTo>
                <a:lnTo>
                  <a:pt x="6908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6017755" y="4392614"/>
            <a:ext cx="6915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Accept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Incoming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32714" y="4410356"/>
            <a:ext cx="518159" cy="1238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Accept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 b="1">
                <a:solidFill>
                  <a:srgbClr val="293183"/>
                </a:solidFill>
                <a:latin typeface="Calibri"/>
                <a:cs typeface="Calibri"/>
              </a:rPr>
              <a:t>Both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249231" y="4392614"/>
            <a:ext cx="12928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buttons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above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conflict.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Use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005055" y="4511778"/>
            <a:ext cx="194563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them.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You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don't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have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edit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markers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manually.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01738" y="4808780"/>
            <a:ext cx="14173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D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254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3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3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2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3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961" y="349925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34" y="0"/>
                </a:lnTo>
                <a:lnTo>
                  <a:pt x="21602" y="0"/>
                </a:lnTo>
                <a:lnTo>
                  <a:pt x="17640" y="0"/>
                </a:lnTo>
                <a:lnTo>
                  <a:pt x="14033" y="711"/>
                </a:lnTo>
                <a:lnTo>
                  <a:pt x="0" y="17640"/>
                </a:lnTo>
                <a:lnTo>
                  <a:pt x="0" y="21234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4841"/>
                </a:lnTo>
                <a:lnTo>
                  <a:pt x="42837" y="21234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33"/>
                </a:lnTo>
                <a:lnTo>
                  <a:pt x="39954" y="10795"/>
                </a:lnTo>
                <a:lnTo>
                  <a:pt x="37795" y="7556"/>
                </a:lnTo>
                <a:lnTo>
                  <a:pt x="35280" y="4673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500594" y="259196"/>
            <a:ext cx="1266190" cy="224154"/>
          </a:xfrm>
          <a:custGeom>
            <a:avLst/>
            <a:gdLst/>
            <a:ahLst/>
            <a:cxnLst/>
            <a:rect l="l" t="t" r="r" b="b"/>
            <a:pathLst>
              <a:path w="1266190" h="224154">
                <a:moveTo>
                  <a:pt x="1154163" y="0"/>
                </a:moveTo>
                <a:lnTo>
                  <a:pt x="111963" y="0"/>
                </a:lnTo>
                <a:lnTo>
                  <a:pt x="97271" y="945"/>
                </a:lnTo>
                <a:lnTo>
                  <a:pt x="56159" y="15125"/>
                </a:lnTo>
                <a:lnTo>
                  <a:pt x="23207" y="43827"/>
                </a:lnTo>
                <a:lnTo>
                  <a:pt x="8584" y="69086"/>
                </a:lnTo>
                <a:lnTo>
                  <a:pt x="8508" y="69236"/>
                </a:lnTo>
                <a:lnTo>
                  <a:pt x="3781" y="82984"/>
                </a:lnTo>
                <a:lnTo>
                  <a:pt x="945" y="97271"/>
                </a:lnTo>
                <a:lnTo>
                  <a:pt x="0" y="111963"/>
                </a:lnTo>
                <a:lnTo>
                  <a:pt x="945" y="126662"/>
                </a:lnTo>
                <a:lnTo>
                  <a:pt x="15125" y="168122"/>
                </a:lnTo>
                <a:lnTo>
                  <a:pt x="43827" y="200726"/>
                </a:lnTo>
                <a:lnTo>
                  <a:pt x="82984" y="220144"/>
                </a:lnTo>
                <a:lnTo>
                  <a:pt x="111963" y="223926"/>
                </a:lnTo>
                <a:lnTo>
                  <a:pt x="1154163" y="223926"/>
                </a:lnTo>
                <a:lnTo>
                  <a:pt x="1197045" y="215418"/>
                </a:lnTo>
                <a:lnTo>
                  <a:pt x="1233362" y="191166"/>
                </a:lnTo>
                <a:lnTo>
                  <a:pt x="1257618" y="154845"/>
                </a:lnTo>
                <a:lnTo>
                  <a:pt x="1266126" y="111963"/>
                </a:lnTo>
                <a:lnTo>
                  <a:pt x="1265181" y="97271"/>
                </a:lnTo>
                <a:lnTo>
                  <a:pt x="1251000" y="55803"/>
                </a:lnTo>
                <a:lnTo>
                  <a:pt x="1222455" y="23207"/>
                </a:lnTo>
                <a:lnTo>
                  <a:pt x="1183190" y="3781"/>
                </a:lnTo>
                <a:lnTo>
                  <a:pt x="1168862" y="945"/>
                </a:lnTo>
                <a:lnTo>
                  <a:pt x="1154163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544943" y="302655"/>
            <a:ext cx="112585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6172" sz="1350" spc="127">
                <a:solidFill>
                  <a:srgbClr val="494E69"/>
                </a:solidFill>
                <a:latin typeface="Segoe UI Symbol"/>
                <a:cs typeface="Segoe UI Symbol"/>
              </a:rPr>
              <a:t>☎</a:t>
            </a:r>
            <a:r>
              <a:rPr dirty="0" sz="650" spc="85">
                <a:solidFill>
                  <a:srgbClr val="494E69"/>
                </a:solidFill>
                <a:latin typeface="Calibri"/>
                <a:cs typeface="Calibri"/>
              </a:rPr>
              <a:t>plant</a:t>
            </a:r>
            <a:r>
              <a:rPr dirty="0" sz="650" spc="14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650" spc="1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mental</a:t>
            </a:r>
            <a:r>
              <a:rPr dirty="0" sz="650" spc="1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model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7194" y="563767"/>
            <a:ext cx="454659" cy="188595"/>
          </a:xfrm>
          <a:custGeom>
            <a:avLst/>
            <a:gdLst/>
            <a:ahLst/>
            <a:cxnLst/>
            <a:rect l="l" t="t" r="r" b="b"/>
            <a:pathLst>
              <a:path w="454660" h="188595">
                <a:moveTo>
                  <a:pt x="454329" y="147599"/>
                </a:moveTo>
                <a:lnTo>
                  <a:pt x="454228" y="31318"/>
                </a:lnTo>
                <a:lnTo>
                  <a:pt x="429488" y="2159"/>
                </a:lnTo>
                <a:lnTo>
                  <a:pt x="31686" y="0"/>
                </a:lnTo>
                <a:lnTo>
                  <a:pt x="25209" y="1790"/>
                </a:lnTo>
                <a:lnTo>
                  <a:pt x="19443" y="5029"/>
                </a:lnTo>
                <a:lnTo>
                  <a:pt x="13690" y="8636"/>
                </a:lnTo>
                <a:lnTo>
                  <a:pt x="12128" y="10083"/>
                </a:lnTo>
                <a:lnTo>
                  <a:pt x="5041" y="10083"/>
                </a:lnTo>
                <a:lnTo>
                  <a:pt x="5041" y="19735"/>
                </a:lnTo>
                <a:lnTo>
                  <a:pt x="2171" y="24828"/>
                </a:lnTo>
                <a:lnTo>
                  <a:pt x="368" y="31318"/>
                </a:lnTo>
                <a:lnTo>
                  <a:pt x="368" y="38150"/>
                </a:lnTo>
                <a:lnTo>
                  <a:pt x="0" y="140754"/>
                </a:lnTo>
                <a:lnTo>
                  <a:pt x="0" y="147599"/>
                </a:lnTo>
                <a:lnTo>
                  <a:pt x="1803" y="154076"/>
                </a:lnTo>
                <a:lnTo>
                  <a:pt x="5041" y="159829"/>
                </a:lnTo>
                <a:lnTo>
                  <a:pt x="5041" y="188277"/>
                </a:lnTo>
                <a:lnTo>
                  <a:pt x="374764" y="188277"/>
                </a:lnTo>
                <a:lnTo>
                  <a:pt x="374764" y="178917"/>
                </a:lnTo>
                <a:lnTo>
                  <a:pt x="423011" y="178917"/>
                </a:lnTo>
                <a:lnTo>
                  <a:pt x="452526" y="154076"/>
                </a:lnTo>
                <a:lnTo>
                  <a:pt x="454329" y="147599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6905" y="256702"/>
            <a:ext cx="3384550" cy="49847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V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W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B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450" spc="-45" b="1">
                <a:solidFill>
                  <a:srgbClr val="293183"/>
                </a:solidFill>
                <a:latin typeface="Calibri"/>
                <a:cs typeface="Calibri"/>
              </a:rPr>
              <a:t>Today</a:t>
            </a:r>
            <a:r>
              <a:rPr dirty="0" sz="1450" spc="-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we</a:t>
            </a:r>
            <a:r>
              <a:rPr dirty="0" sz="1450" spc="-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20" b="1">
                <a:solidFill>
                  <a:srgbClr val="293183"/>
                </a:solidFill>
                <a:latin typeface="Calibri"/>
                <a:cs typeface="Calibri"/>
              </a:rPr>
              <a:t>worked</a:t>
            </a:r>
            <a:r>
              <a:rPr dirty="0" sz="1450" spc="-3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on</a:t>
            </a:r>
            <a:r>
              <a:rPr dirty="0" sz="1450" spc="-3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6A5A"/>
                </a:solidFill>
                <a:latin typeface="Courier New"/>
                <a:cs typeface="Courier New"/>
              </a:rPr>
              <a:t>main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.</a:t>
            </a:r>
            <a:r>
              <a:rPr dirty="0" sz="1450" spc="-3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Real</a:t>
            </a:r>
            <a:r>
              <a:rPr dirty="0" sz="1450" spc="-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teams</a:t>
            </a:r>
            <a:r>
              <a:rPr dirty="0" sz="1450" spc="-3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don't.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905" y="798374"/>
            <a:ext cx="590804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Branches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let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build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feature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without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breaking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main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code.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We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won't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deep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today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just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enough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recognise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what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you'll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Phase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4.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6151" y="1003797"/>
            <a:ext cx="4122420" cy="3754120"/>
            <a:chOff x="396151" y="1003797"/>
            <a:chExt cx="4122420" cy="3754120"/>
          </a:xfrm>
        </p:grpSpPr>
        <p:sp>
          <p:nvSpPr>
            <p:cNvPr id="9" name="object 9"/>
            <p:cNvSpPr/>
            <p:nvPr/>
          </p:nvSpPr>
          <p:spPr>
            <a:xfrm>
              <a:off x="399605" y="1018084"/>
              <a:ext cx="4114800" cy="3725545"/>
            </a:xfrm>
            <a:custGeom>
              <a:avLst/>
              <a:gdLst/>
              <a:ahLst/>
              <a:cxnLst/>
              <a:rect l="l" t="t" r="r" b="b"/>
              <a:pathLst>
                <a:path w="4114800" h="3725545">
                  <a:moveTo>
                    <a:pt x="3981234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79"/>
                  </a:lnTo>
                  <a:lnTo>
                    <a:pt x="0" y="133197"/>
                  </a:lnTo>
                  <a:lnTo>
                    <a:pt x="0" y="3592080"/>
                  </a:lnTo>
                  <a:lnTo>
                    <a:pt x="9948" y="3642693"/>
                  </a:lnTo>
                  <a:lnTo>
                    <a:pt x="38876" y="3686219"/>
                  </a:lnTo>
                  <a:lnTo>
                    <a:pt x="82216" y="3715103"/>
                  </a:lnTo>
                  <a:lnTo>
                    <a:pt x="133197" y="3725278"/>
                  </a:lnTo>
                  <a:lnTo>
                    <a:pt x="3981589" y="3724922"/>
                  </a:lnTo>
                  <a:lnTo>
                    <a:pt x="4032421" y="3714898"/>
                  </a:lnTo>
                  <a:lnTo>
                    <a:pt x="4075733" y="3686035"/>
                  </a:lnTo>
                  <a:lnTo>
                    <a:pt x="4104514" y="3642904"/>
                  </a:lnTo>
                  <a:lnTo>
                    <a:pt x="4104620" y="3642693"/>
                  </a:lnTo>
                  <a:lnTo>
                    <a:pt x="4110176" y="3626456"/>
                  </a:lnTo>
                  <a:lnTo>
                    <a:pt x="4110253" y="3626231"/>
                  </a:lnTo>
                  <a:lnTo>
                    <a:pt x="4113595" y="3609469"/>
                  </a:lnTo>
                  <a:lnTo>
                    <a:pt x="4113657" y="3609158"/>
                  </a:lnTo>
                  <a:lnTo>
                    <a:pt x="4114775" y="3592080"/>
                  </a:lnTo>
                  <a:lnTo>
                    <a:pt x="4114800" y="3591712"/>
                  </a:lnTo>
                  <a:lnTo>
                    <a:pt x="4114431" y="133197"/>
                  </a:lnTo>
                  <a:lnTo>
                    <a:pt x="4104407" y="82371"/>
                  </a:lnTo>
                  <a:lnTo>
                    <a:pt x="4075555" y="39054"/>
                  </a:lnTo>
                  <a:lnTo>
                    <a:pt x="4032215" y="10174"/>
                  </a:lnTo>
                  <a:lnTo>
                    <a:pt x="3998680" y="1142"/>
                  </a:lnTo>
                  <a:lnTo>
                    <a:pt x="39812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9961" y="1018084"/>
              <a:ext cx="4114800" cy="3725545"/>
            </a:xfrm>
            <a:custGeom>
              <a:avLst/>
              <a:gdLst/>
              <a:ahLst/>
              <a:cxnLst/>
              <a:rect l="l" t="t" r="r" b="b"/>
              <a:pathLst>
                <a:path w="4114800" h="3725545">
                  <a:moveTo>
                    <a:pt x="0" y="3594"/>
                  </a:moveTo>
                  <a:lnTo>
                    <a:pt x="4114800" y="3962"/>
                  </a:lnTo>
                </a:path>
                <a:path w="4114800" h="3725545">
                  <a:moveTo>
                    <a:pt x="4111193" y="0"/>
                  </a:moveTo>
                  <a:lnTo>
                    <a:pt x="4111561" y="3725278"/>
                  </a:lnTo>
                </a:path>
                <a:path w="4114800" h="3725545">
                  <a:moveTo>
                    <a:pt x="0" y="3721671"/>
                  </a:moveTo>
                  <a:lnTo>
                    <a:pt x="4114800" y="3722039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3994" y="1018084"/>
              <a:ext cx="635" cy="3725545"/>
            </a:xfrm>
            <a:custGeom>
              <a:avLst/>
              <a:gdLst/>
              <a:ahLst/>
              <a:cxnLst/>
              <a:rect l="l" t="t" r="r" b="b"/>
              <a:pathLst>
                <a:path w="634" h="3725545">
                  <a:moveTo>
                    <a:pt x="0" y="0"/>
                  </a:moveTo>
                  <a:lnTo>
                    <a:pt x="368" y="3725278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56920" y="1335965"/>
              <a:ext cx="3822700" cy="635"/>
            </a:xfrm>
            <a:custGeom>
              <a:avLst/>
              <a:gdLst/>
              <a:ahLst/>
              <a:cxnLst/>
              <a:rect l="l" t="t" r="r" b="b"/>
              <a:pathLst>
                <a:path w="3822700" h="634">
                  <a:moveTo>
                    <a:pt x="0" y="0"/>
                  </a:moveTo>
                  <a:lnTo>
                    <a:pt x="3822115" y="355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57276" y="1124536"/>
            <a:ext cx="10795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TH</a:t>
            </a:r>
            <a:r>
              <a:rPr dirty="0" sz="80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22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M</a:t>
            </a:r>
            <a:r>
              <a:rPr dirty="0" sz="80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NTAL</a:t>
            </a:r>
            <a:r>
              <a:rPr dirty="0" sz="800" spc="22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M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O</a:t>
            </a:r>
            <a:r>
              <a:rPr dirty="0" sz="80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D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20" b="1">
                <a:solidFill>
                  <a:srgbClr val="293183"/>
                </a:solidFill>
                <a:latin typeface="Calibri"/>
                <a:cs typeface="Calibri"/>
              </a:rPr>
              <a:t>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88003" y="1116001"/>
            <a:ext cx="510540" cy="168910"/>
          </a:xfrm>
          <a:custGeom>
            <a:avLst/>
            <a:gdLst/>
            <a:ahLst/>
            <a:cxnLst/>
            <a:rect l="l" t="t" r="r" b="b"/>
            <a:pathLst>
              <a:path w="510539" h="168909">
                <a:moveTo>
                  <a:pt x="84239" y="0"/>
                </a:moveTo>
                <a:lnTo>
                  <a:pt x="42113" y="11518"/>
                </a:lnTo>
                <a:lnTo>
                  <a:pt x="11150" y="42125"/>
                </a:lnTo>
                <a:lnTo>
                  <a:pt x="0" y="84239"/>
                </a:lnTo>
                <a:lnTo>
                  <a:pt x="0" y="84594"/>
                </a:lnTo>
                <a:lnTo>
                  <a:pt x="6168" y="116387"/>
                </a:lnTo>
                <a:lnTo>
                  <a:pt x="6220" y="116543"/>
                </a:lnTo>
                <a:lnTo>
                  <a:pt x="32672" y="151112"/>
                </a:lnTo>
                <a:lnTo>
                  <a:pt x="72886" y="167746"/>
                </a:lnTo>
                <a:lnTo>
                  <a:pt x="83870" y="168478"/>
                </a:lnTo>
                <a:lnTo>
                  <a:pt x="426237" y="168122"/>
                </a:lnTo>
                <a:lnTo>
                  <a:pt x="467995" y="156959"/>
                </a:lnTo>
                <a:lnTo>
                  <a:pt x="498957" y="126364"/>
                </a:lnTo>
                <a:lnTo>
                  <a:pt x="503665" y="116543"/>
                </a:lnTo>
                <a:lnTo>
                  <a:pt x="503739" y="116387"/>
                </a:lnTo>
                <a:lnTo>
                  <a:pt x="507179" y="106151"/>
                </a:lnTo>
                <a:lnTo>
                  <a:pt x="507239" y="105973"/>
                </a:lnTo>
                <a:lnTo>
                  <a:pt x="509349" y="95423"/>
                </a:lnTo>
                <a:lnTo>
                  <a:pt x="509389" y="95223"/>
                </a:lnTo>
                <a:lnTo>
                  <a:pt x="510097" y="84594"/>
                </a:lnTo>
                <a:lnTo>
                  <a:pt x="509752" y="84594"/>
                </a:lnTo>
                <a:lnTo>
                  <a:pt x="509072" y="73560"/>
                </a:lnTo>
                <a:lnTo>
                  <a:pt x="492553" y="33235"/>
                </a:lnTo>
                <a:lnTo>
                  <a:pt x="458025" y="6736"/>
                </a:lnTo>
                <a:lnTo>
                  <a:pt x="425881" y="355"/>
                </a:lnTo>
                <a:lnTo>
                  <a:pt x="84239" y="0"/>
                </a:lnTo>
                <a:close/>
              </a:path>
              <a:path w="510539" h="168909">
                <a:moveTo>
                  <a:pt x="510120" y="84239"/>
                </a:moveTo>
                <a:lnTo>
                  <a:pt x="509752" y="84594"/>
                </a:lnTo>
                <a:lnTo>
                  <a:pt x="510097" y="84594"/>
                </a:lnTo>
                <a:lnTo>
                  <a:pt x="510120" y="84239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903840" y="1119862"/>
            <a:ext cx="4889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40" b="1">
                <a:solidFill>
                  <a:srgbClr val="797E94"/>
                </a:solidFill>
                <a:latin typeface="Calibri"/>
                <a:cs typeface="Calibri"/>
              </a:rPr>
              <a:t>DIAGRAM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6564" y="1410844"/>
            <a:ext cx="3822700" cy="1444625"/>
          </a:xfrm>
          <a:custGeom>
            <a:avLst/>
            <a:gdLst/>
            <a:ahLst/>
            <a:cxnLst/>
            <a:rect l="l" t="t" r="r" b="b"/>
            <a:pathLst>
              <a:path w="3822700" h="1444625">
                <a:moveTo>
                  <a:pt x="95757" y="0"/>
                </a:moveTo>
                <a:lnTo>
                  <a:pt x="47879" y="12953"/>
                </a:lnTo>
                <a:lnTo>
                  <a:pt x="12954" y="47878"/>
                </a:lnTo>
                <a:lnTo>
                  <a:pt x="355" y="95402"/>
                </a:lnTo>
                <a:lnTo>
                  <a:pt x="0" y="1348917"/>
                </a:lnTo>
                <a:lnTo>
                  <a:pt x="848" y="1361304"/>
                </a:lnTo>
                <a:lnTo>
                  <a:pt x="859" y="1361460"/>
                </a:lnTo>
                <a:lnTo>
                  <a:pt x="3335" y="1373489"/>
                </a:lnTo>
                <a:lnTo>
                  <a:pt x="3371" y="1373666"/>
                </a:lnTo>
                <a:lnTo>
                  <a:pt x="7367" y="1385268"/>
                </a:lnTo>
                <a:lnTo>
                  <a:pt x="7436" y="1385468"/>
                </a:lnTo>
                <a:lnTo>
                  <a:pt x="37355" y="1424641"/>
                </a:lnTo>
                <a:lnTo>
                  <a:pt x="83004" y="1443516"/>
                </a:lnTo>
                <a:lnTo>
                  <a:pt x="95389" y="1444320"/>
                </a:lnTo>
                <a:lnTo>
                  <a:pt x="3726713" y="1444320"/>
                </a:lnTo>
                <a:lnTo>
                  <a:pt x="3738418" y="1443516"/>
                </a:lnTo>
                <a:lnTo>
                  <a:pt x="3738976" y="1443516"/>
                </a:lnTo>
                <a:lnTo>
                  <a:pt x="3784910" y="1424480"/>
                </a:lnTo>
                <a:lnTo>
                  <a:pt x="3814881" y="1385468"/>
                </a:lnTo>
                <a:lnTo>
                  <a:pt x="3814979" y="1385268"/>
                </a:lnTo>
                <a:lnTo>
                  <a:pt x="3818862" y="1373666"/>
                </a:lnTo>
                <a:lnTo>
                  <a:pt x="3818921" y="1373489"/>
                </a:lnTo>
                <a:lnTo>
                  <a:pt x="3821281" y="1361460"/>
                </a:lnTo>
                <a:lnTo>
                  <a:pt x="3821311" y="1361304"/>
                </a:lnTo>
                <a:lnTo>
                  <a:pt x="3822115" y="1348917"/>
                </a:lnTo>
                <a:lnTo>
                  <a:pt x="3822091" y="95402"/>
                </a:lnTo>
                <a:lnTo>
                  <a:pt x="3809149" y="47878"/>
                </a:lnTo>
                <a:lnTo>
                  <a:pt x="3774236" y="12953"/>
                </a:lnTo>
                <a:lnTo>
                  <a:pt x="3726713" y="355"/>
                </a:lnTo>
                <a:lnTo>
                  <a:pt x="95757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56996" y="1562085"/>
            <a:ext cx="1800860" cy="123444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main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is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the "stable"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branch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always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works</a:t>
            </a: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486409" algn="l"/>
              </a:tabLst>
            </a:pP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main: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	</a:t>
            </a:r>
            <a:r>
              <a:rPr dirty="0" sz="800" b="1">
                <a:solidFill>
                  <a:srgbClr val="FFD47F"/>
                </a:solidFill>
                <a:latin typeface="Courier New"/>
                <a:cs typeface="Courier New"/>
              </a:rPr>
              <a:t>A</a:t>
            </a:r>
            <a:r>
              <a:rPr dirty="0" sz="800" spc="45" b="1">
                <a:solidFill>
                  <a:srgbClr val="FFD47F"/>
                </a:solidFill>
                <a:latin typeface="Courier New"/>
                <a:cs typeface="Courier New"/>
              </a:rPr>
              <a:t>  </a:t>
            </a:r>
            <a:r>
              <a:rPr dirty="0" sz="800" b="1">
                <a:solidFill>
                  <a:srgbClr val="FFD47F"/>
                </a:solidFill>
                <a:latin typeface="Courier New"/>
                <a:cs typeface="Courier New"/>
              </a:rPr>
              <a:t>B</a:t>
            </a:r>
            <a:r>
              <a:rPr dirty="0" sz="800" spc="50" b="1">
                <a:solidFill>
                  <a:srgbClr val="FFD47F"/>
                </a:solidFill>
                <a:latin typeface="Courier New"/>
                <a:cs typeface="Courier New"/>
              </a:rPr>
              <a:t>  </a:t>
            </a:r>
            <a:r>
              <a:rPr dirty="0" sz="800" b="1">
                <a:solidFill>
                  <a:srgbClr val="FFD47F"/>
                </a:solidFill>
                <a:latin typeface="Courier New"/>
                <a:cs typeface="Courier New"/>
              </a:rPr>
              <a:t>C</a:t>
            </a:r>
            <a:r>
              <a:rPr dirty="0" sz="800" spc="50" b="1">
                <a:solidFill>
                  <a:srgbClr val="FFD47F"/>
                </a:solidFill>
                <a:latin typeface="Courier New"/>
                <a:cs typeface="Courier New"/>
              </a:rPr>
              <a:t>  </a:t>
            </a:r>
            <a:r>
              <a:rPr dirty="0" sz="800" b="1">
                <a:solidFill>
                  <a:srgbClr val="FFD47F"/>
                </a:solidFill>
                <a:latin typeface="Courier New"/>
                <a:cs typeface="Courier New"/>
              </a:rPr>
              <a:t>D</a:t>
            </a:r>
            <a:r>
              <a:rPr dirty="0" sz="800" spc="45" b="1">
                <a:solidFill>
                  <a:srgbClr val="FFD47F"/>
                </a:solidFill>
                <a:latin typeface="Courier New"/>
                <a:cs typeface="Courier New"/>
              </a:rPr>
              <a:t>  </a:t>
            </a:r>
            <a:r>
              <a:rPr dirty="0" sz="800" b="1">
                <a:solidFill>
                  <a:srgbClr val="FFD47F"/>
                </a:solidFill>
                <a:latin typeface="Courier New"/>
                <a:cs typeface="Courier New"/>
              </a:rPr>
              <a:t>M</a:t>
            </a:r>
            <a:r>
              <a:rPr dirty="0" sz="800" spc="-190" b="1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(merge)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feature</a:t>
            </a:r>
            <a:r>
              <a:rPr dirty="0" sz="2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branch:</a:t>
            </a:r>
            <a:r>
              <a:rPr dirty="0" sz="200" spc="20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Courier New"/>
                <a:cs typeface="Courier New"/>
              </a:rPr>
              <a:t>/</a:t>
            </a: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924560" algn="l"/>
              </a:tabLst>
            </a:pP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feature: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	</a:t>
            </a:r>
            <a:r>
              <a:rPr dirty="0" sz="800" b="1">
                <a:solidFill>
                  <a:srgbClr val="FFD47F"/>
                </a:solidFill>
                <a:latin typeface="Courier New"/>
                <a:cs typeface="Courier New"/>
              </a:rPr>
              <a:t>X</a:t>
            </a:r>
            <a:r>
              <a:rPr dirty="0" sz="800" spc="45" b="1">
                <a:solidFill>
                  <a:srgbClr val="FFD47F"/>
                </a:solidFill>
                <a:latin typeface="Courier New"/>
                <a:cs typeface="Courier New"/>
              </a:rPr>
              <a:t>  </a:t>
            </a:r>
            <a:r>
              <a:rPr dirty="0" sz="800" b="1">
                <a:solidFill>
                  <a:srgbClr val="FFD47F"/>
                </a:solidFill>
                <a:latin typeface="Courier New"/>
                <a:cs typeface="Courier New"/>
              </a:rPr>
              <a:t>Y</a:t>
            </a:r>
            <a:r>
              <a:rPr dirty="0" sz="800" spc="45" b="1">
                <a:solidFill>
                  <a:srgbClr val="FFD47F"/>
                </a:solidFill>
                <a:latin typeface="Courier New"/>
                <a:cs typeface="Courier New"/>
              </a:rPr>
              <a:t>  </a:t>
            </a:r>
            <a:r>
              <a:rPr dirty="0" sz="800" spc="-50" b="1">
                <a:solidFill>
                  <a:srgbClr val="FFD47F"/>
                </a:solidFill>
                <a:latin typeface="Courier New"/>
                <a:cs typeface="Courier New"/>
              </a:rPr>
              <a:t>Z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X,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Y,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Z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are</a:t>
            </a:r>
            <a:r>
              <a:rPr dirty="0" sz="200" spc="-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commits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on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branch.</a:t>
            </a: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They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don't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affect main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until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you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MERGE.</a:t>
            </a: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If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the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feature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breaks, you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just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abandon the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branch.</a:t>
            </a: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main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stays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clean.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920" y="2976120"/>
            <a:ext cx="214553" cy="21456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69518" y="2979612"/>
            <a:ext cx="2025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235">
                <a:solidFill>
                  <a:srgbClr val="293183"/>
                </a:solidFill>
                <a:latin typeface="Segoe UI Symbol"/>
                <a:cs typeface="Segoe UI Symbol"/>
              </a:rPr>
              <a:t>☎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9960" y="2976488"/>
            <a:ext cx="1696085" cy="139065"/>
          </a:xfrm>
          <a:custGeom>
            <a:avLst/>
            <a:gdLst/>
            <a:ahLst/>
            <a:cxnLst/>
            <a:rect l="l" t="t" r="r" b="b"/>
            <a:pathLst>
              <a:path w="1696085" h="139064">
                <a:moveTo>
                  <a:pt x="1695602" y="18707"/>
                </a:moveTo>
                <a:lnTo>
                  <a:pt x="1493621" y="18707"/>
                </a:lnTo>
                <a:lnTo>
                  <a:pt x="1488605" y="10071"/>
                </a:lnTo>
                <a:lnTo>
                  <a:pt x="1484998" y="6477"/>
                </a:lnTo>
                <a:lnTo>
                  <a:pt x="1476362" y="1435"/>
                </a:lnTo>
                <a:lnTo>
                  <a:pt x="1471320" y="0"/>
                </a:lnTo>
                <a:lnTo>
                  <a:pt x="23406" y="0"/>
                </a:lnTo>
                <a:lnTo>
                  <a:pt x="1333" y="18707"/>
                </a:lnTo>
                <a:lnTo>
                  <a:pt x="0" y="18707"/>
                </a:lnTo>
                <a:lnTo>
                  <a:pt x="0" y="23393"/>
                </a:lnTo>
                <a:lnTo>
                  <a:pt x="0" y="115189"/>
                </a:lnTo>
                <a:lnTo>
                  <a:pt x="0" y="134632"/>
                </a:lnTo>
                <a:lnTo>
                  <a:pt x="14020" y="134632"/>
                </a:lnTo>
                <a:lnTo>
                  <a:pt x="18364" y="137160"/>
                </a:lnTo>
                <a:lnTo>
                  <a:pt x="23406" y="138595"/>
                </a:lnTo>
                <a:lnTo>
                  <a:pt x="1471676" y="138239"/>
                </a:lnTo>
                <a:lnTo>
                  <a:pt x="1476362" y="137160"/>
                </a:lnTo>
                <a:lnTo>
                  <a:pt x="1480680" y="134632"/>
                </a:lnTo>
                <a:lnTo>
                  <a:pt x="1695602" y="134632"/>
                </a:lnTo>
                <a:lnTo>
                  <a:pt x="1695602" y="18707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49960" y="2995195"/>
            <a:ext cx="1696085" cy="116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2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checkout</a:t>
            </a:r>
            <a:r>
              <a:rPr dirty="0" sz="800" spc="2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b</a:t>
            </a:r>
            <a:r>
              <a:rPr dirty="0" sz="800" spc="2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feature-</a:t>
            </a: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name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9960" y="3090140"/>
            <a:ext cx="336422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Creates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new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branch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switches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it.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Your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changes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now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live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branch,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not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3320" y="3214333"/>
            <a:ext cx="38423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96545" algn="l"/>
                <a:tab pos="3829050" algn="l"/>
              </a:tabLst>
            </a:pPr>
            <a:r>
              <a:rPr dirty="0" u="dash" sz="800">
                <a:solidFill>
                  <a:srgbClr val="494E69"/>
                </a:solidFill>
                <a:uFill>
                  <a:solidFill>
                    <a:srgbClr val="E4DEC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dash" sz="800" spc="-10">
                <a:solidFill>
                  <a:srgbClr val="494E69"/>
                </a:solidFill>
                <a:uFill>
                  <a:solidFill>
                    <a:srgbClr val="E4DECF"/>
                  </a:solidFill>
                </a:uFill>
                <a:latin typeface="Calibri"/>
                <a:cs typeface="Calibri"/>
              </a:rPr>
              <a:t>main.</a:t>
            </a:r>
            <a:r>
              <a:rPr dirty="0" u="dash" sz="800">
                <a:solidFill>
                  <a:srgbClr val="494E69"/>
                </a:solidFill>
                <a:uFill>
                  <a:solidFill>
                    <a:srgbClr val="E4DECF"/>
                  </a:solidFill>
                </a:uFill>
                <a:latin typeface="Calibri"/>
                <a:cs typeface="Calibri"/>
              </a:rPr>
              <a:t>	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3110" y="3389047"/>
            <a:ext cx="3830320" cy="349885"/>
            <a:chOff x="553110" y="3389047"/>
            <a:chExt cx="3830320" cy="349885"/>
          </a:xfrm>
        </p:grpSpPr>
        <p:sp>
          <p:nvSpPr>
            <p:cNvPr id="25" name="object 25"/>
            <p:cNvSpPr/>
            <p:nvPr/>
          </p:nvSpPr>
          <p:spPr>
            <a:xfrm>
              <a:off x="556920" y="3734284"/>
              <a:ext cx="3822700" cy="635"/>
            </a:xfrm>
            <a:custGeom>
              <a:avLst/>
              <a:gdLst/>
              <a:ahLst/>
              <a:cxnLst/>
              <a:rect l="l" t="t" r="r" b="b"/>
              <a:pathLst>
                <a:path w="3822700" h="635">
                  <a:moveTo>
                    <a:pt x="0" y="0"/>
                  </a:moveTo>
                  <a:lnTo>
                    <a:pt x="3822115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920" y="3389047"/>
              <a:ext cx="214553" cy="21455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00481" y="3392540"/>
            <a:ext cx="140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49960" y="3389403"/>
            <a:ext cx="1332865" cy="139065"/>
          </a:xfrm>
          <a:custGeom>
            <a:avLst/>
            <a:gdLst/>
            <a:ahLst/>
            <a:cxnLst/>
            <a:rect l="l" t="t" r="r" b="b"/>
            <a:pathLst>
              <a:path w="1332864" h="139064">
                <a:moveTo>
                  <a:pt x="1332357" y="18707"/>
                </a:moveTo>
                <a:lnTo>
                  <a:pt x="1188351" y="18707"/>
                </a:lnTo>
                <a:lnTo>
                  <a:pt x="1183322" y="10083"/>
                </a:lnTo>
                <a:lnTo>
                  <a:pt x="1179715" y="6477"/>
                </a:lnTo>
                <a:lnTo>
                  <a:pt x="1171079" y="1435"/>
                </a:lnTo>
                <a:lnTo>
                  <a:pt x="1166037" y="0"/>
                </a:lnTo>
                <a:lnTo>
                  <a:pt x="23406" y="0"/>
                </a:lnTo>
                <a:lnTo>
                  <a:pt x="1333" y="18707"/>
                </a:lnTo>
                <a:lnTo>
                  <a:pt x="0" y="18707"/>
                </a:lnTo>
                <a:lnTo>
                  <a:pt x="0" y="23393"/>
                </a:lnTo>
                <a:lnTo>
                  <a:pt x="0" y="115201"/>
                </a:lnTo>
                <a:lnTo>
                  <a:pt x="0" y="134632"/>
                </a:lnTo>
                <a:lnTo>
                  <a:pt x="14020" y="134632"/>
                </a:lnTo>
                <a:lnTo>
                  <a:pt x="18364" y="137160"/>
                </a:lnTo>
                <a:lnTo>
                  <a:pt x="23406" y="138595"/>
                </a:lnTo>
                <a:lnTo>
                  <a:pt x="1166406" y="138239"/>
                </a:lnTo>
                <a:lnTo>
                  <a:pt x="1171079" y="137160"/>
                </a:lnTo>
                <a:lnTo>
                  <a:pt x="1175397" y="134632"/>
                </a:lnTo>
                <a:lnTo>
                  <a:pt x="1332357" y="134632"/>
                </a:lnTo>
                <a:lnTo>
                  <a:pt x="1332357" y="18707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49960" y="3408110"/>
            <a:ext cx="1332865" cy="116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3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merge</a:t>
            </a:r>
            <a:r>
              <a:rPr dirty="0" sz="800" spc="3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feature-</a:t>
            </a: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name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9960" y="3503055"/>
            <a:ext cx="32251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Brings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branch's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changes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back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into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main.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where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conflicts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happen.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6920" y="3801962"/>
            <a:ext cx="214553" cy="21455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00481" y="3805455"/>
            <a:ext cx="140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93183"/>
                </a:solidFill>
                <a:latin typeface="Segoe UI Symbol"/>
                <a:cs typeface="Segoe UI Symbol"/>
              </a:rPr>
              <a:t>✕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49604" y="3802318"/>
            <a:ext cx="1575435" cy="139065"/>
          </a:xfrm>
          <a:custGeom>
            <a:avLst/>
            <a:gdLst/>
            <a:ahLst/>
            <a:cxnLst/>
            <a:rect l="l" t="t" r="r" b="b"/>
            <a:pathLst>
              <a:path w="1575435" h="139064">
                <a:moveTo>
                  <a:pt x="1574990" y="19075"/>
                </a:moveTo>
                <a:lnTo>
                  <a:pt x="1391831" y="19075"/>
                </a:lnTo>
                <a:lnTo>
                  <a:pt x="1391754" y="18719"/>
                </a:lnTo>
                <a:lnTo>
                  <a:pt x="1386713" y="10083"/>
                </a:lnTo>
                <a:lnTo>
                  <a:pt x="1383118" y="6489"/>
                </a:lnTo>
                <a:lnTo>
                  <a:pt x="1374470" y="1447"/>
                </a:lnTo>
                <a:lnTo>
                  <a:pt x="1369441" y="0"/>
                </a:lnTo>
                <a:lnTo>
                  <a:pt x="23393" y="0"/>
                </a:lnTo>
                <a:lnTo>
                  <a:pt x="1231" y="19075"/>
                </a:lnTo>
                <a:lnTo>
                  <a:pt x="355" y="19075"/>
                </a:lnTo>
                <a:lnTo>
                  <a:pt x="355" y="22161"/>
                </a:lnTo>
                <a:lnTo>
                  <a:pt x="0" y="23406"/>
                </a:lnTo>
                <a:lnTo>
                  <a:pt x="0" y="115201"/>
                </a:lnTo>
                <a:lnTo>
                  <a:pt x="355" y="116751"/>
                </a:lnTo>
                <a:lnTo>
                  <a:pt x="355" y="135001"/>
                </a:lnTo>
                <a:lnTo>
                  <a:pt x="14643" y="135001"/>
                </a:lnTo>
                <a:lnTo>
                  <a:pt x="18351" y="137160"/>
                </a:lnTo>
                <a:lnTo>
                  <a:pt x="23393" y="138607"/>
                </a:lnTo>
                <a:lnTo>
                  <a:pt x="1369796" y="138239"/>
                </a:lnTo>
                <a:lnTo>
                  <a:pt x="1374470" y="137160"/>
                </a:lnTo>
                <a:lnTo>
                  <a:pt x="1378165" y="135001"/>
                </a:lnTo>
                <a:lnTo>
                  <a:pt x="1574990" y="135001"/>
                </a:lnTo>
                <a:lnTo>
                  <a:pt x="1574990" y="19075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49960" y="3821393"/>
            <a:ext cx="1574800" cy="116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</a:t>
            </a:r>
            <a:r>
              <a:rPr dirty="0" sz="800" spc="2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branch</a:t>
            </a:r>
            <a:r>
              <a:rPr dirty="0" sz="800" spc="2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d</a:t>
            </a:r>
            <a:r>
              <a:rPr dirty="0" sz="800" spc="2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feature-</a:t>
            </a: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name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9960" y="3916339"/>
            <a:ext cx="2907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Deletes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branch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after merging.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Clean-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up.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commits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stay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main.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625073" y="1003797"/>
            <a:ext cx="4122420" cy="3754120"/>
            <a:chOff x="4625073" y="1003797"/>
            <a:chExt cx="4122420" cy="3754120"/>
          </a:xfrm>
        </p:grpSpPr>
        <p:sp>
          <p:nvSpPr>
            <p:cNvPr id="37" name="object 37"/>
            <p:cNvSpPr/>
            <p:nvPr/>
          </p:nvSpPr>
          <p:spPr>
            <a:xfrm>
              <a:off x="4628883" y="1018084"/>
              <a:ext cx="4114800" cy="3725545"/>
            </a:xfrm>
            <a:custGeom>
              <a:avLst/>
              <a:gdLst/>
              <a:ahLst/>
              <a:cxnLst/>
              <a:rect l="l" t="t" r="r" b="b"/>
              <a:pathLst>
                <a:path w="4114800" h="3725545">
                  <a:moveTo>
                    <a:pt x="3981234" y="0"/>
                  </a:moveTo>
                  <a:lnTo>
                    <a:pt x="133197" y="0"/>
                  </a:lnTo>
                  <a:lnTo>
                    <a:pt x="115775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5" y="98679"/>
                  </a:lnTo>
                  <a:lnTo>
                    <a:pt x="0" y="133197"/>
                  </a:lnTo>
                  <a:lnTo>
                    <a:pt x="0" y="3592080"/>
                  </a:lnTo>
                  <a:lnTo>
                    <a:pt x="9953" y="3642693"/>
                  </a:lnTo>
                  <a:lnTo>
                    <a:pt x="38876" y="3686219"/>
                  </a:lnTo>
                  <a:lnTo>
                    <a:pt x="82216" y="3715103"/>
                  </a:lnTo>
                  <a:lnTo>
                    <a:pt x="133197" y="3725278"/>
                  </a:lnTo>
                  <a:lnTo>
                    <a:pt x="3981602" y="3724922"/>
                  </a:lnTo>
                  <a:lnTo>
                    <a:pt x="4032426" y="3714898"/>
                  </a:lnTo>
                  <a:lnTo>
                    <a:pt x="4075734" y="3686035"/>
                  </a:lnTo>
                  <a:lnTo>
                    <a:pt x="4104514" y="3642904"/>
                  </a:lnTo>
                  <a:lnTo>
                    <a:pt x="4113595" y="3609469"/>
                  </a:lnTo>
                  <a:lnTo>
                    <a:pt x="4113657" y="3609158"/>
                  </a:lnTo>
                  <a:lnTo>
                    <a:pt x="4114775" y="3592080"/>
                  </a:lnTo>
                  <a:lnTo>
                    <a:pt x="4114800" y="3591712"/>
                  </a:lnTo>
                  <a:lnTo>
                    <a:pt x="4114431" y="133197"/>
                  </a:lnTo>
                  <a:lnTo>
                    <a:pt x="4104412" y="82371"/>
                  </a:lnTo>
                  <a:lnTo>
                    <a:pt x="4075555" y="39054"/>
                  </a:lnTo>
                  <a:lnTo>
                    <a:pt x="4032215" y="10174"/>
                  </a:lnTo>
                  <a:lnTo>
                    <a:pt x="3998680" y="1142"/>
                  </a:lnTo>
                  <a:lnTo>
                    <a:pt x="39812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628883" y="1018084"/>
              <a:ext cx="4114800" cy="3725545"/>
            </a:xfrm>
            <a:custGeom>
              <a:avLst/>
              <a:gdLst/>
              <a:ahLst/>
              <a:cxnLst/>
              <a:rect l="l" t="t" r="r" b="b"/>
              <a:pathLst>
                <a:path w="4114800" h="3725545">
                  <a:moveTo>
                    <a:pt x="0" y="3594"/>
                  </a:moveTo>
                  <a:lnTo>
                    <a:pt x="4114800" y="3962"/>
                  </a:lnTo>
                </a:path>
                <a:path w="4114800" h="3725545">
                  <a:moveTo>
                    <a:pt x="4111193" y="0"/>
                  </a:moveTo>
                  <a:lnTo>
                    <a:pt x="4111561" y="3725278"/>
                  </a:lnTo>
                </a:path>
                <a:path w="4114800" h="3725545">
                  <a:moveTo>
                    <a:pt x="0" y="3721671"/>
                  </a:moveTo>
                  <a:lnTo>
                    <a:pt x="4114800" y="3722039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643284" y="1018084"/>
              <a:ext cx="635" cy="3725545"/>
            </a:xfrm>
            <a:custGeom>
              <a:avLst/>
              <a:gdLst/>
              <a:ahLst/>
              <a:cxnLst/>
              <a:rect l="l" t="t" r="r" b="b"/>
              <a:pathLst>
                <a:path w="635" h="3725545">
                  <a:moveTo>
                    <a:pt x="0" y="0"/>
                  </a:moveTo>
                  <a:lnTo>
                    <a:pt x="355" y="3725278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786198" y="1335965"/>
              <a:ext cx="3822065" cy="635"/>
            </a:xfrm>
            <a:custGeom>
              <a:avLst/>
              <a:gdLst/>
              <a:ahLst/>
              <a:cxnLst/>
              <a:rect l="l" t="t" r="r" b="b"/>
              <a:pathLst>
                <a:path w="3822065" h="634">
                  <a:moveTo>
                    <a:pt x="0" y="0"/>
                  </a:moveTo>
                  <a:lnTo>
                    <a:pt x="3821760" y="355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786198" y="1124536"/>
            <a:ext cx="20294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6A5A"/>
                </a:solidFill>
                <a:latin typeface="Arial Black"/>
                <a:cs typeface="Arial Black"/>
              </a:rPr>
              <a:t>W</a:t>
            </a:r>
            <a:r>
              <a:rPr dirty="0" sz="800" spc="9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FF6A5A"/>
                </a:solidFill>
                <a:latin typeface="Arial Black"/>
                <a:cs typeface="Arial Black"/>
              </a:rPr>
              <a:t>H</a:t>
            </a:r>
            <a:r>
              <a:rPr dirty="0" sz="800" spc="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6A5A"/>
                </a:solidFill>
                <a:latin typeface="Arial Black"/>
                <a:cs typeface="Arial Black"/>
              </a:rPr>
              <a:t>Y</a:t>
            </a:r>
            <a:r>
              <a:rPr dirty="0" sz="800" spc="1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95">
                <a:solidFill>
                  <a:srgbClr val="FF6A5A"/>
                </a:solidFill>
                <a:latin typeface="Arial Black"/>
                <a:cs typeface="Arial Black"/>
              </a:rPr>
              <a:t>Y</a:t>
            </a:r>
            <a:r>
              <a:rPr dirty="0" sz="800" spc="-5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60">
                <a:solidFill>
                  <a:srgbClr val="FF6A5A"/>
                </a:solidFill>
                <a:latin typeface="Arial Black"/>
                <a:cs typeface="Arial Black"/>
              </a:rPr>
              <a:t>O</a:t>
            </a:r>
            <a:r>
              <a:rPr dirty="0" sz="80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FF6A5A"/>
                </a:solidFill>
                <a:latin typeface="Arial Black"/>
                <a:cs typeface="Arial Black"/>
              </a:rPr>
              <a:t>U</a:t>
            </a:r>
            <a:r>
              <a:rPr dirty="0" sz="800" spc="1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75">
                <a:solidFill>
                  <a:srgbClr val="FF6A5A"/>
                </a:solidFill>
                <a:latin typeface="Arial Black"/>
                <a:cs typeface="Arial Black"/>
              </a:rPr>
              <a:t>'</a:t>
            </a:r>
            <a:r>
              <a:rPr dirty="0" sz="800" spc="-8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FF6A5A"/>
                </a:solidFill>
                <a:latin typeface="Arial Black"/>
                <a:cs typeface="Arial Black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6A5A"/>
                </a:solidFill>
                <a:latin typeface="Arial Black"/>
                <a:cs typeface="Arial Black"/>
              </a:rPr>
              <a:t>L</a:t>
            </a:r>
            <a:r>
              <a:rPr dirty="0" sz="800" spc="114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6A5A"/>
                </a:solidFill>
                <a:latin typeface="Arial Black"/>
                <a:cs typeface="Arial Black"/>
              </a:rPr>
              <a:t>C</a:t>
            </a:r>
            <a:r>
              <a:rPr dirty="0" sz="800" spc="-5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6A5A"/>
                </a:solidFill>
                <a:latin typeface="Arial Black"/>
                <a:cs typeface="Arial Black"/>
              </a:rPr>
              <a:t>A</a:t>
            </a:r>
            <a:r>
              <a:rPr dirty="0" sz="800" spc="-2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6A5A"/>
                </a:solidFill>
                <a:latin typeface="Arial Black"/>
                <a:cs typeface="Arial Black"/>
              </a:rPr>
              <a:t>R</a:t>
            </a:r>
            <a:r>
              <a:rPr dirty="0" sz="800" spc="-2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800" spc="16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FF6A5A"/>
                </a:solidFill>
                <a:latin typeface="Arial Black"/>
                <a:cs typeface="Arial Black"/>
              </a:rPr>
              <a:t>I</a:t>
            </a:r>
            <a:r>
              <a:rPr dirty="0" sz="800" spc="-5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6A5A"/>
                </a:solidFill>
                <a:latin typeface="Arial Black"/>
                <a:cs typeface="Arial Black"/>
              </a:rPr>
              <a:t>N</a:t>
            </a:r>
            <a:r>
              <a:rPr dirty="0" sz="800" spc="3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FF6A5A"/>
                </a:solidFill>
                <a:latin typeface="Arial Black"/>
                <a:cs typeface="Arial Black"/>
              </a:rPr>
              <a:t>P</a:t>
            </a:r>
            <a:r>
              <a:rPr dirty="0" sz="800" spc="-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FF6A5A"/>
                </a:solidFill>
                <a:latin typeface="Arial Black"/>
                <a:cs typeface="Arial Black"/>
              </a:rPr>
              <a:t>H</a:t>
            </a:r>
            <a:r>
              <a:rPr dirty="0" sz="800" spc="2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6A5A"/>
                </a:solidFill>
                <a:latin typeface="Arial Black"/>
                <a:cs typeface="Arial Black"/>
              </a:rPr>
              <a:t>A</a:t>
            </a:r>
            <a:r>
              <a:rPr dirty="0" sz="800" spc="-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FF6A5A"/>
                </a:solidFill>
                <a:latin typeface="Arial Black"/>
                <a:cs typeface="Arial Black"/>
              </a:rPr>
              <a:t>S</a:t>
            </a:r>
            <a:r>
              <a:rPr dirty="0" sz="800" spc="-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800" spc="25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Arial Black"/>
                <a:cs typeface="Arial Black"/>
              </a:rPr>
              <a:t>4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038795" y="1116357"/>
            <a:ext cx="591185" cy="168275"/>
          </a:xfrm>
          <a:custGeom>
            <a:avLst/>
            <a:gdLst/>
            <a:ahLst/>
            <a:cxnLst/>
            <a:rect l="l" t="t" r="r" b="b"/>
            <a:pathLst>
              <a:path w="591184" h="168275">
                <a:moveTo>
                  <a:pt x="506882" y="0"/>
                </a:moveTo>
                <a:lnTo>
                  <a:pt x="84239" y="0"/>
                </a:lnTo>
                <a:lnTo>
                  <a:pt x="72395" y="731"/>
                </a:lnTo>
                <a:lnTo>
                  <a:pt x="72942" y="731"/>
                </a:lnTo>
                <a:lnTo>
                  <a:pt x="62372" y="2747"/>
                </a:lnTo>
                <a:lnTo>
                  <a:pt x="24615" y="24437"/>
                </a:lnTo>
                <a:lnTo>
                  <a:pt x="2881" y="62150"/>
                </a:lnTo>
                <a:lnTo>
                  <a:pt x="0" y="83883"/>
                </a:lnTo>
                <a:lnTo>
                  <a:pt x="0" y="84239"/>
                </a:lnTo>
                <a:lnTo>
                  <a:pt x="669" y="94868"/>
                </a:lnTo>
                <a:lnTo>
                  <a:pt x="681" y="95068"/>
                </a:lnTo>
                <a:lnTo>
                  <a:pt x="2713" y="105617"/>
                </a:lnTo>
                <a:lnTo>
                  <a:pt x="2747" y="105795"/>
                </a:lnTo>
                <a:lnTo>
                  <a:pt x="6178" y="116032"/>
                </a:lnTo>
                <a:lnTo>
                  <a:pt x="6231" y="116187"/>
                </a:lnTo>
                <a:lnTo>
                  <a:pt x="11163" y="126009"/>
                </a:lnTo>
                <a:lnTo>
                  <a:pt x="17108" y="135092"/>
                </a:lnTo>
                <a:lnTo>
                  <a:pt x="17210" y="135247"/>
                </a:lnTo>
                <a:lnTo>
                  <a:pt x="51740" y="161741"/>
                </a:lnTo>
                <a:lnTo>
                  <a:pt x="83883" y="168122"/>
                </a:lnTo>
                <a:lnTo>
                  <a:pt x="507250" y="168122"/>
                </a:lnTo>
                <a:lnTo>
                  <a:pt x="549008" y="156603"/>
                </a:lnTo>
                <a:lnTo>
                  <a:pt x="579970" y="126009"/>
                </a:lnTo>
                <a:lnTo>
                  <a:pt x="588182" y="105795"/>
                </a:lnTo>
                <a:lnTo>
                  <a:pt x="588241" y="105617"/>
                </a:lnTo>
                <a:lnTo>
                  <a:pt x="590350" y="95068"/>
                </a:lnTo>
                <a:lnTo>
                  <a:pt x="590390" y="94868"/>
                </a:lnTo>
                <a:lnTo>
                  <a:pt x="591097" y="84239"/>
                </a:lnTo>
                <a:lnTo>
                  <a:pt x="579602" y="42125"/>
                </a:lnTo>
                <a:lnTo>
                  <a:pt x="549008" y="11163"/>
                </a:lnTo>
                <a:lnTo>
                  <a:pt x="517866" y="731"/>
                </a:lnTo>
                <a:lnTo>
                  <a:pt x="506882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959242" y="1119862"/>
            <a:ext cx="7366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65">
                <a:solidFill>
                  <a:srgbClr val="FF6A5A"/>
                </a:solidFill>
                <a:latin typeface="Arial Black"/>
                <a:cs typeface="Arial Black"/>
              </a:rPr>
              <a:t>D</a:t>
            </a:r>
            <a:r>
              <a:rPr dirty="0" sz="800" spc="-1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6A5A"/>
                </a:solidFill>
                <a:latin typeface="Arial Black"/>
                <a:cs typeface="Arial Black"/>
              </a:rPr>
              <a:t>A</a:t>
            </a:r>
            <a:r>
              <a:rPr dirty="0" sz="800" spc="-1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95">
                <a:solidFill>
                  <a:srgbClr val="FF6A5A"/>
                </a:solidFill>
                <a:latin typeface="Arial Black"/>
                <a:cs typeface="Arial Black"/>
              </a:rPr>
              <a:t>Y</a:t>
            </a:r>
            <a:r>
              <a:rPr dirty="0" sz="800" spc="-5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6A5A"/>
                </a:solidFill>
                <a:latin typeface="Arial Black"/>
                <a:cs typeface="Arial Black"/>
              </a:rPr>
              <a:t>S</a:t>
            </a:r>
            <a:r>
              <a:rPr dirty="0" sz="800" spc="19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6A5A"/>
                </a:solidFill>
                <a:latin typeface="Arial Black"/>
                <a:cs typeface="Arial Black"/>
              </a:rPr>
              <a:t>1</a:t>
            </a:r>
            <a:r>
              <a:rPr dirty="0" sz="800" spc="-1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6A5A"/>
                </a:solidFill>
                <a:latin typeface="Arial Black"/>
                <a:cs typeface="Arial Black"/>
              </a:rPr>
              <a:t>5</a:t>
            </a:r>
            <a:r>
              <a:rPr dirty="0" sz="800" spc="-1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45">
                <a:solidFill>
                  <a:srgbClr val="FF6A5A"/>
                </a:solidFill>
                <a:latin typeface="Arial Black"/>
                <a:cs typeface="Arial Black"/>
              </a:rPr>
              <a:t>–</a:t>
            </a:r>
            <a:r>
              <a:rPr dirty="0" sz="800" spc="-16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6A5A"/>
                </a:solidFill>
                <a:latin typeface="Arial Black"/>
                <a:cs typeface="Arial Black"/>
              </a:rPr>
              <a:t>2</a:t>
            </a:r>
            <a:r>
              <a:rPr dirty="0" sz="800" spc="-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Arial Black"/>
                <a:cs typeface="Arial Black"/>
              </a:rPr>
              <a:t>1</a:t>
            </a:r>
            <a:endParaRPr sz="800">
              <a:latin typeface="Arial Black"/>
              <a:cs typeface="Arial Black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782598" y="1482485"/>
            <a:ext cx="3829050" cy="1887855"/>
            <a:chOff x="4782598" y="1482485"/>
            <a:chExt cx="3829050" cy="1887855"/>
          </a:xfrm>
        </p:grpSpPr>
        <p:sp>
          <p:nvSpPr>
            <p:cNvPr id="45" name="object 45"/>
            <p:cNvSpPr/>
            <p:nvPr/>
          </p:nvSpPr>
          <p:spPr>
            <a:xfrm>
              <a:off x="4786198" y="1811161"/>
              <a:ext cx="3822065" cy="635"/>
            </a:xfrm>
            <a:custGeom>
              <a:avLst/>
              <a:gdLst/>
              <a:ahLst/>
              <a:cxnLst/>
              <a:rect l="l" t="t" r="r" b="b"/>
              <a:pathLst>
                <a:path w="3822065" h="635">
                  <a:moveTo>
                    <a:pt x="0" y="0"/>
                  </a:moveTo>
                  <a:lnTo>
                    <a:pt x="3821760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5842" y="1482485"/>
              <a:ext cx="157683" cy="15767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4123" y="1489318"/>
              <a:ext cx="251993" cy="10728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504396" y="1637997"/>
              <a:ext cx="243204" cy="116205"/>
            </a:xfrm>
            <a:custGeom>
              <a:avLst/>
              <a:gdLst/>
              <a:ahLst/>
              <a:cxnLst/>
              <a:rect l="l" t="t" r="r" b="b"/>
              <a:pathLst>
                <a:path w="243204" h="116205">
                  <a:moveTo>
                    <a:pt x="242646" y="0"/>
                  </a:moveTo>
                  <a:lnTo>
                    <a:pt x="0" y="0"/>
                  </a:lnTo>
                  <a:lnTo>
                    <a:pt x="0" y="115925"/>
                  </a:lnTo>
                  <a:lnTo>
                    <a:pt x="242646" y="115925"/>
                  </a:lnTo>
                  <a:lnTo>
                    <a:pt x="242646" y="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786198" y="2214716"/>
              <a:ext cx="3822065" cy="635"/>
            </a:xfrm>
            <a:custGeom>
              <a:avLst/>
              <a:gdLst/>
              <a:ahLst/>
              <a:cxnLst/>
              <a:rect l="l" t="t" r="r" b="b"/>
              <a:pathLst>
                <a:path w="3822065" h="635">
                  <a:moveTo>
                    <a:pt x="0" y="0"/>
                  </a:moveTo>
                  <a:lnTo>
                    <a:pt x="3821760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5842" y="1886040"/>
              <a:ext cx="157683" cy="157683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021643" y="1893241"/>
              <a:ext cx="3547745" cy="264795"/>
            </a:xfrm>
            <a:custGeom>
              <a:avLst/>
              <a:gdLst/>
              <a:ahLst/>
              <a:cxnLst/>
              <a:rect l="l" t="t" r="r" b="b"/>
              <a:pathLst>
                <a:path w="3547745" h="264794">
                  <a:moveTo>
                    <a:pt x="3547440" y="14389"/>
                  </a:moveTo>
                  <a:lnTo>
                    <a:pt x="3086252" y="14389"/>
                  </a:lnTo>
                  <a:lnTo>
                    <a:pt x="3083750" y="10083"/>
                  </a:lnTo>
                  <a:lnTo>
                    <a:pt x="3080156" y="6477"/>
                  </a:lnTo>
                  <a:lnTo>
                    <a:pt x="3071520" y="1435"/>
                  </a:lnTo>
                  <a:lnTo>
                    <a:pt x="3066478" y="0"/>
                  </a:lnTo>
                  <a:lnTo>
                    <a:pt x="23393" y="0"/>
                  </a:lnTo>
                  <a:lnTo>
                    <a:pt x="0" y="23406"/>
                  </a:lnTo>
                  <a:lnTo>
                    <a:pt x="0" y="148310"/>
                  </a:lnTo>
                  <a:lnTo>
                    <a:pt x="0" y="217805"/>
                  </a:lnTo>
                  <a:lnTo>
                    <a:pt x="0" y="264236"/>
                  </a:lnTo>
                  <a:lnTo>
                    <a:pt x="605866" y="264236"/>
                  </a:lnTo>
                  <a:lnTo>
                    <a:pt x="605866" y="241198"/>
                  </a:lnTo>
                  <a:lnTo>
                    <a:pt x="654113" y="241185"/>
                  </a:lnTo>
                  <a:lnTo>
                    <a:pt x="654113" y="264236"/>
                  </a:lnTo>
                  <a:lnTo>
                    <a:pt x="1623237" y="264236"/>
                  </a:lnTo>
                  <a:lnTo>
                    <a:pt x="1623237" y="241020"/>
                  </a:lnTo>
                  <a:lnTo>
                    <a:pt x="3066834" y="240842"/>
                  </a:lnTo>
                  <a:lnTo>
                    <a:pt x="3090240" y="212394"/>
                  </a:lnTo>
                  <a:lnTo>
                    <a:pt x="3090075" y="130314"/>
                  </a:lnTo>
                  <a:lnTo>
                    <a:pt x="3547440" y="130314"/>
                  </a:lnTo>
                  <a:lnTo>
                    <a:pt x="3547440" y="14389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786198" y="2618284"/>
              <a:ext cx="3822065" cy="635"/>
            </a:xfrm>
            <a:custGeom>
              <a:avLst/>
              <a:gdLst/>
              <a:ahLst/>
              <a:cxnLst/>
              <a:rect l="l" t="t" r="r" b="b"/>
              <a:pathLst>
                <a:path w="3822065" h="635">
                  <a:moveTo>
                    <a:pt x="0" y="0"/>
                  </a:moveTo>
                  <a:lnTo>
                    <a:pt x="3821760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5842" y="2289596"/>
              <a:ext cx="157683" cy="15768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786198" y="3021840"/>
              <a:ext cx="3822065" cy="635"/>
            </a:xfrm>
            <a:custGeom>
              <a:avLst/>
              <a:gdLst/>
              <a:ahLst/>
              <a:cxnLst/>
              <a:rect l="l" t="t" r="r" b="b"/>
              <a:pathLst>
                <a:path w="3822065" h="635">
                  <a:moveTo>
                    <a:pt x="0" y="0"/>
                  </a:moveTo>
                  <a:lnTo>
                    <a:pt x="3821760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5842" y="2693164"/>
              <a:ext cx="157683" cy="15768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785474" y="2700364"/>
              <a:ext cx="3822700" cy="670560"/>
            </a:xfrm>
            <a:custGeom>
              <a:avLst/>
              <a:gdLst/>
              <a:ahLst/>
              <a:cxnLst/>
              <a:rect l="l" t="t" r="r" b="b"/>
              <a:pathLst>
                <a:path w="3822700" h="670560">
                  <a:moveTo>
                    <a:pt x="2374214" y="14389"/>
                  </a:moveTo>
                  <a:lnTo>
                    <a:pt x="2141994" y="14389"/>
                  </a:lnTo>
                  <a:lnTo>
                    <a:pt x="2139480" y="10071"/>
                  </a:lnTo>
                  <a:lnTo>
                    <a:pt x="2135886" y="6477"/>
                  </a:lnTo>
                  <a:lnTo>
                    <a:pt x="2127250" y="1435"/>
                  </a:lnTo>
                  <a:lnTo>
                    <a:pt x="2122208" y="0"/>
                  </a:lnTo>
                  <a:lnTo>
                    <a:pt x="1917725" y="0"/>
                  </a:lnTo>
                  <a:lnTo>
                    <a:pt x="1893963" y="23393"/>
                  </a:lnTo>
                  <a:lnTo>
                    <a:pt x="1893963" y="83515"/>
                  </a:lnTo>
                  <a:lnTo>
                    <a:pt x="1917369" y="107276"/>
                  </a:lnTo>
                  <a:lnTo>
                    <a:pt x="2122208" y="106921"/>
                  </a:lnTo>
                  <a:lnTo>
                    <a:pt x="2127250" y="105841"/>
                  </a:lnTo>
                  <a:lnTo>
                    <a:pt x="2131568" y="103327"/>
                  </a:lnTo>
                  <a:lnTo>
                    <a:pt x="2131568" y="130314"/>
                  </a:lnTo>
                  <a:lnTo>
                    <a:pt x="2374214" y="130314"/>
                  </a:lnTo>
                  <a:lnTo>
                    <a:pt x="2374214" y="14389"/>
                  </a:lnTo>
                  <a:close/>
                </a:path>
                <a:path w="3822700" h="670560">
                  <a:moveTo>
                    <a:pt x="3822128" y="533158"/>
                  </a:moveTo>
                  <a:lnTo>
                    <a:pt x="3811638" y="481063"/>
                  </a:lnTo>
                  <a:lnTo>
                    <a:pt x="3781844" y="436727"/>
                  </a:lnTo>
                  <a:lnTo>
                    <a:pt x="3737610" y="407200"/>
                  </a:lnTo>
                  <a:lnTo>
                    <a:pt x="3685324" y="396722"/>
                  </a:lnTo>
                  <a:lnTo>
                    <a:pt x="136804" y="396354"/>
                  </a:lnTo>
                  <a:lnTo>
                    <a:pt x="119024" y="397560"/>
                  </a:lnTo>
                  <a:lnTo>
                    <a:pt x="68770" y="414718"/>
                  </a:lnTo>
                  <a:lnTo>
                    <a:pt x="28613" y="450011"/>
                  </a:lnTo>
                  <a:lnTo>
                    <a:pt x="5080" y="497751"/>
                  </a:lnTo>
                  <a:lnTo>
                    <a:pt x="368" y="533158"/>
                  </a:lnTo>
                  <a:lnTo>
                    <a:pt x="0" y="533158"/>
                  </a:lnTo>
                  <a:lnTo>
                    <a:pt x="1193" y="551141"/>
                  </a:lnTo>
                  <a:lnTo>
                    <a:pt x="4699" y="568579"/>
                  </a:lnTo>
                  <a:lnTo>
                    <a:pt x="4724" y="568718"/>
                  </a:lnTo>
                  <a:lnTo>
                    <a:pt x="10426" y="585457"/>
                  </a:lnTo>
                  <a:lnTo>
                    <a:pt x="10477" y="585609"/>
                  </a:lnTo>
                  <a:lnTo>
                    <a:pt x="18364" y="601560"/>
                  </a:lnTo>
                  <a:lnTo>
                    <a:pt x="53644" y="641705"/>
                  </a:lnTo>
                  <a:lnTo>
                    <a:pt x="101384" y="665238"/>
                  </a:lnTo>
                  <a:lnTo>
                    <a:pt x="136804" y="669963"/>
                  </a:lnTo>
                  <a:lnTo>
                    <a:pt x="3685679" y="669963"/>
                  </a:lnTo>
                  <a:lnTo>
                    <a:pt x="3737775" y="659485"/>
                  </a:lnTo>
                  <a:lnTo>
                    <a:pt x="3782110" y="629691"/>
                  </a:lnTo>
                  <a:lnTo>
                    <a:pt x="3811574" y="585609"/>
                  </a:lnTo>
                  <a:lnTo>
                    <a:pt x="3817353" y="568718"/>
                  </a:lnTo>
                  <a:lnTo>
                    <a:pt x="3817404" y="568579"/>
                  </a:lnTo>
                  <a:lnTo>
                    <a:pt x="3820909" y="551141"/>
                  </a:lnTo>
                  <a:lnTo>
                    <a:pt x="3822128" y="533158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885918" y="3152522"/>
              <a:ext cx="941069" cy="162560"/>
            </a:xfrm>
            <a:custGeom>
              <a:avLst/>
              <a:gdLst/>
              <a:ahLst/>
              <a:cxnLst/>
              <a:rect l="l" t="t" r="r" b="b"/>
              <a:pathLst>
                <a:path w="941070" h="162560">
                  <a:moveTo>
                    <a:pt x="860043" y="0"/>
                  </a:moveTo>
                  <a:lnTo>
                    <a:pt x="81000" y="0"/>
                  </a:lnTo>
                  <a:lnTo>
                    <a:pt x="70501" y="674"/>
                  </a:lnTo>
                  <a:lnTo>
                    <a:pt x="31706" y="16730"/>
                  </a:lnTo>
                  <a:lnTo>
                    <a:pt x="6081" y="50168"/>
                  </a:lnTo>
                  <a:lnTo>
                    <a:pt x="0" y="81000"/>
                  </a:lnTo>
                  <a:lnTo>
                    <a:pt x="676" y="91505"/>
                  </a:lnTo>
                  <a:lnTo>
                    <a:pt x="16735" y="130444"/>
                  </a:lnTo>
                  <a:lnTo>
                    <a:pt x="50169" y="155920"/>
                  </a:lnTo>
                  <a:lnTo>
                    <a:pt x="81000" y="162001"/>
                  </a:lnTo>
                  <a:lnTo>
                    <a:pt x="860043" y="162001"/>
                  </a:lnTo>
                  <a:lnTo>
                    <a:pt x="900722" y="151193"/>
                  </a:lnTo>
                  <a:lnTo>
                    <a:pt x="930236" y="121678"/>
                  </a:lnTo>
                  <a:lnTo>
                    <a:pt x="941044" y="81000"/>
                  </a:lnTo>
                  <a:lnTo>
                    <a:pt x="940368" y="70496"/>
                  </a:lnTo>
                  <a:lnTo>
                    <a:pt x="924308" y="31706"/>
                  </a:lnTo>
                  <a:lnTo>
                    <a:pt x="891024" y="6070"/>
                  </a:lnTo>
                  <a:lnTo>
                    <a:pt x="860043" y="0"/>
                  </a:lnTo>
                  <a:close/>
                </a:path>
              </a:pathLst>
            </a:custGeom>
            <a:solidFill>
              <a:srgbClr val="494E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587361" y="3185644"/>
              <a:ext cx="245745" cy="109855"/>
            </a:xfrm>
            <a:custGeom>
              <a:avLst/>
              <a:gdLst/>
              <a:ahLst/>
              <a:cxnLst/>
              <a:rect l="l" t="t" r="r" b="b"/>
              <a:pathLst>
                <a:path w="245745" h="109854">
                  <a:moveTo>
                    <a:pt x="245516" y="71272"/>
                  </a:moveTo>
                  <a:lnTo>
                    <a:pt x="245160" y="28435"/>
                  </a:lnTo>
                  <a:lnTo>
                    <a:pt x="245160" y="23393"/>
                  </a:lnTo>
                  <a:lnTo>
                    <a:pt x="244081" y="18719"/>
                  </a:lnTo>
                  <a:lnTo>
                    <a:pt x="239039" y="10071"/>
                  </a:lnTo>
                  <a:lnTo>
                    <a:pt x="235445" y="6477"/>
                  </a:lnTo>
                  <a:lnTo>
                    <a:pt x="226796" y="1435"/>
                  </a:lnTo>
                  <a:lnTo>
                    <a:pt x="221754" y="0"/>
                  </a:lnTo>
                  <a:lnTo>
                    <a:pt x="25565" y="0"/>
                  </a:lnTo>
                  <a:lnTo>
                    <a:pt x="20878" y="1079"/>
                  </a:lnTo>
                  <a:lnTo>
                    <a:pt x="12242" y="6121"/>
                  </a:lnTo>
                  <a:lnTo>
                    <a:pt x="8636" y="9715"/>
                  </a:lnTo>
                  <a:lnTo>
                    <a:pt x="5270" y="15468"/>
                  </a:lnTo>
                  <a:lnTo>
                    <a:pt x="0" y="15468"/>
                  </a:lnTo>
                  <a:lnTo>
                    <a:pt x="0" y="109791"/>
                  </a:lnTo>
                  <a:lnTo>
                    <a:pt x="194398" y="109791"/>
                  </a:lnTo>
                  <a:lnTo>
                    <a:pt x="194398" y="99771"/>
                  </a:lnTo>
                  <a:lnTo>
                    <a:pt x="222123" y="99720"/>
                  </a:lnTo>
                  <a:lnTo>
                    <a:pt x="245402" y="76682"/>
                  </a:lnTo>
                  <a:lnTo>
                    <a:pt x="245516" y="712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4823434" y="1485978"/>
            <a:ext cx="3818890" cy="1817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94310" marR="30480" indent="-169545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Font typeface="Arial Black"/>
              <a:buAutoNum type="arabicPlain"/>
              <a:tabLst>
                <a:tab pos="198120" algn="l"/>
              </a:tabLst>
            </a:pP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209">
                <a:solidFill>
                  <a:srgbClr val="293183"/>
                </a:solidFill>
                <a:latin typeface="Arial Black"/>
                <a:cs typeface="Arial Black"/>
              </a:rPr>
              <a:t>P</a:t>
            </a:r>
            <a:r>
              <a:rPr dirty="0" baseline="6944" sz="1200" spc="-187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09">
                <a:solidFill>
                  <a:srgbClr val="293183"/>
                </a:solidFill>
                <a:latin typeface="Arial Black"/>
                <a:cs typeface="Arial Black"/>
              </a:rPr>
              <a:t>h</a:t>
            </a:r>
            <a:r>
              <a:rPr dirty="0" baseline="6944" sz="1200" spc="-157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0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baseline="6944" sz="1200" spc="-14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195">
                <a:solidFill>
                  <a:srgbClr val="293183"/>
                </a:solidFill>
                <a:latin typeface="Arial Black"/>
                <a:cs typeface="Arial Black"/>
              </a:rPr>
              <a:t>s</a:t>
            </a:r>
            <a:r>
              <a:rPr dirty="0" baseline="6944" sz="1200" spc="-24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0">
                <a:solidFill>
                  <a:srgbClr val="293183"/>
                </a:solidFill>
                <a:latin typeface="Arial Black"/>
                <a:cs typeface="Arial Black"/>
              </a:rPr>
              <a:t>e</a:t>
            </a:r>
            <a:r>
              <a:rPr dirty="0" baseline="6944" sz="1200" spc="254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0">
                <a:solidFill>
                  <a:srgbClr val="293183"/>
                </a:solidFill>
                <a:latin typeface="Arial Black"/>
                <a:cs typeface="Arial Black"/>
              </a:rPr>
              <a:t>4</a:t>
            </a:r>
            <a:r>
              <a:rPr dirty="0" baseline="6944" sz="1200" spc="277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150">
                <a:solidFill>
                  <a:srgbClr val="293183"/>
                </a:solidFill>
                <a:latin typeface="Arial Black"/>
                <a:cs typeface="Arial Black"/>
              </a:rPr>
              <a:t>(</a:t>
            </a:r>
            <a:r>
              <a:rPr dirty="0" baseline="6944" sz="1200" spc="-19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40">
                <a:solidFill>
                  <a:srgbClr val="293183"/>
                </a:solidFill>
                <a:latin typeface="Arial Black"/>
                <a:cs typeface="Arial Black"/>
              </a:rPr>
              <a:t>D</a:t>
            </a:r>
            <a:r>
              <a:rPr dirty="0" baseline="6944" sz="1200" spc="-1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0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baseline="6944" sz="1200" spc="-187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195">
                <a:solidFill>
                  <a:srgbClr val="293183"/>
                </a:solidFill>
                <a:latin typeface="Arial Black"/>
                <a:cs typeface="Arial Black"/>
              </a:rPr>
              <a:t>y</a:t>
            </a:r>
            <a:r>
              <a:rPr dirty="0" baseline="6944" sz="1200" spc="-17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195">
                <a:solidFill>
                  <a:srgbClr val="293183"/>
                </a:solidFill>
                <a:latin typeface="Arial Black"/>
                <a:cs typeface="Arial Black"/>
              </a:rPr>
              <a:t>s</a:t>
            </a:r>
            <a:r>
              <a:rPr dirty="0" baseline="6944" sz="1200" spc="17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0">
                <a:solidFill>
                  <a:srgbClr val="293183"/>
                </a:solidFill>
                <a:latin typeface="Arial Black"/>
                <a:cs typeface="Arial Black"/>
              </a:rPr>
              <a:t>1</a:t>
            </a:r>
            <a:r>
              <a:rPr dirty="0" baseline="6944" sz="1200" spc="-1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0">
                <a:solidFill>
                  <a:srgbClr val="293183"/>
                </a:solidFill>
                <a:latin typeface="Arial Black"/>
                <a:cs typeface="Arial Black"/>
              </a:rPr>
              <a:t>5</a:t>
            </a:r>
            <a:r>
              <a:rPr dirty="0" baseline="6944" sz="1200" spc="-1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2">
                <a:solidFill>
                  <a:srgbClr val="293183"/>
                </a:solidFill>
                <a:latin typeface="Arial Black"/>
                <a:cs typeface="Arial Black"/>
              </a:rPr>
              <a:t>–</a:t>
            </a:r>
            <a:r>
              <a:rPr dirty="0" baseline="6944" sz="1200" spc="-270">
                <a:solidFill>
                  <a:srgbClr val="293183"/>
                </a:solidFill>
                <a:latin typeface="Arial Black"/>
                <a:cs typeface="Arial Black"/>
              </a:rPr>
              <a:t>2</a:t>
            </a:r>
            <a:r>
              <a:rPr dirty="0" baseline="6944" sz="1200" spc="-1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0">
                <a:solidFill>
                  <a:srgbClr val="293183"/>
                </a:solidFill>
                <a:latin typeface="Arial Black"/>
                <a:cs typeface="Arial Black"/>
              </a:rPr>
              <a:t>1</a:t>
            </a:r>
            <a:r>
              <a:rPr dirty="0" baseline="6944" sz="1200" spc="-1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150">
                <a:solidFill>
                  <a:srgbClr val="293183"/>
                </a:solidFill>
                <a:latin typeface="Arial Black"/>
                <a:cs typeface="Arial Black"/>
              </a:rPr>
              <a:t>)</a:t>
            </a:r>
            <a:r>
              <a:rPr dirty="0" baseline="6944" sz="1200" spc="-14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7">
                <a:solidFill>
                  <a:srgbClr val="494E69"/>
                </a:solidFill>
                <a:latin typeface="Calibri"/>
                <a:cs typeface="Calibri"/>
              </a:rPr>
              <a:t>,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your 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group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will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work on a project </a:t>
            </a:r>
            <a:r>
              <a:rPr dirty="0" baseline="6944" sz="1200" spc="-30">
                <a:solidFill>
                  <a:srgbClr val="494E69"/>
                </a:solidFill>
                <a:latin typeface="Calibri"/>
                <a:cs typeface="Calibri"/>
              </a:rPr>
              <a:t>together.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 If 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everyone</a:t>
            </a:r>
            <a:r>
              <a:rPr dirty="0" baseline="6944" sz="1200" spc="-7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7">
                <a:solidFill>
                  <a:srgbClr val="494E69"/>
                </a:solidFill>
                <a:latin typeface="Calibri"/>
                <a:cs typeface="Calibri"/>
              </a:rPr>
              <a:t>	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commits to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main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you'll constantly break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each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other's code.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Clr>
                <a:srgbClr val="FF6A5A"/>
              </a:buClr>
              <a:buFont typeface="Arial Black"/>
              <a:buAutoNum type="arabicPlain"/>
            </a:pPr>
            <a:endParaRPr sz="800">
              <a:latin typeface="Calibri"/>
              <a:cs typeface="Calibri"/>
            </a:endParaRPr>
          </a:p>
          <a:p>
            <a:pPr algn="just" marL="194310" marR="38735" indent="-169545">
              <a:lnSpc>
                <a:spcPct val="105300"/>
              </a:lnSpc>
              <a:spcBef>
                <a:spcPts val="5"/>
              </a:spcBef>
              <a:buClr>
                <a:srgbClr val="FF6A5A"/>
              </a:buClr>
              <a:buFont typeface="Arial Black"/>
              <a:buAutoNum type="arabicPlain"/>
              <a:tabLst>
                <a:tab pos="198120" algn="l"/>
              </a:tabLst>
            </a:pP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pattern: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each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group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member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creates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branch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their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feature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(e.g. </a:t>
            </a:r>
            <a:r>
              <a:rPr dirty="0" baseline="6944" sz="1200" spc="-15">
                <a:solidFill>
                  <a:srgbClr val="FF6A5A"/>
                </a:solidFill>
                <a:latin typeface="Courier New"/>
                <a:cs typeface="Courier New"/>
              </a:rPr>
              <a:t>add-email-</a:t>
            </a:r>
            <a:r>
              <a:rPr dirty="0" baseline="6944" sz="1200" spc="-15">
                <a:solidFill>
                  <a:srgbClr val="FF6A5A"/>
                </a:solidFill>
                <a:latin typeface="Courier New"/>
                <a:cs typeface="Courier New"/>
              </a:rPr>
              <a:t>	</a:t>
            </a: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validation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,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fix-data-</a:t>
            </a: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loading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).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They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build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their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branch,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test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it,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merge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	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main.</a:t>
            </a:r>
            <a:endParaRPr sz="800">
              <a:latin typeface="Calibri"/>
              <a:cs typeface="Calibri"/>
            </a:endParaRPr>
          </a:p>
          <a:p>
            <a:pPr algn="just" marL="194310" marR="93345" indent="-169545">
              <a:lnSpc>
                <a:spcPct val="100000"/>
              </a:lnSpc>
              <a:spcBef>
                <a:spcPts val="195"/>
              </a:spcBef>
              <a:buClr>
                <a:srgbClr val="FF6A5A"/>
              </a:buClr>
              <a:buFont typeface="Arial Black"/>
              <a:buAutoNum type="arabicPlain"/>
              <a:tabLst>
                <a:tab pos="198120" algn="l"/>
              </a:tabLst>
            </a:pP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baseline="6944" sz="1200" spc="-44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called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 b="1">
                <a:solidFill>
                  <a:srgbClr val="293183"/>
                </a:solidFill>
                <a:latin typeface="Calibri"/>
                <a:cs typeface="Calibri"/>
              </a:rPr>
              <a:t>Feature</a:t>
            </a:r>
            <a:r>
              <a:rPr dirty="0" baseline="6944" sz="1200" spc="-22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6944" sz="1200" spc="-15" b="1">
                <a:solidFill>
                  <a:srgbClr val="293183"/>
                </a:solidFill>
                <a:latin typeface="Calibri"/>
                <a:cs typeface="Calibri"/>
              </a:rPr>
              <a:t>Branch</a:t>
            </a:r>
            <a:r>
              <a:rPr dirty="0" baseline="6944" sz="1200" spc="-22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6944" sz="1200" spc="-15" b="1">
                <a:solidFill>
                  <a:srgbClr val="293183"/>
                </a:solidFill>
                <a:latin typeface="Calibri"/>
                <a:cs typeface="Calibri"/>
              </a:rPr>
              <a:t>Workflow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baseline="6944" sz="1200" spc="-37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It's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how</a:t>
            </a:r>
            <a:r>
              <a:rPr dirty="0" baseline="6944" sz="12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real</a:t>
            </a:r>
            <a:r>
              <a:rPr dirty="0" baseline="6944" sz="12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software</a:t>
            </a:r>
            <a:r>
              <a:rPr dirty="0" baseline="6944" sz="12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team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works.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We'll</a:t>
            </a:r>
            <a:r>
              <a:rPr dirty="0" baseline="6944" sz="1200" spc="75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750">
                <a:solidFill>
                  <a:srgbClr val="494E69"/>
                </a:solidFill>
                <a:latin typeface="Calibri"/>
                <a:cs typeface="Calibri"/>
              </a:rPr>
              <a:t>	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practice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from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15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onward.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Clr>
                <a:srgbClr val="FF6A5A"/>
              </a:buClr>
              <a:buFont typeface="Arial Black"/>
              <a:buAutoNum type="arabicPlain"/>
            </a:pPr>
            <a:endParaRPr sz="800">
              <a:latin typeface="Calibri"/>
              <a:cs typeface="Calibri"/>
            </a:endParaRPr>
          </a:p>
          <a:p>
            <a:pPr marL="194310" marR="396240" indent="-169545">
              <a:lnSpc>
                <a:spcPct val="100000"/>
              </a:lnSpc>
              <a:buClr>
                <a:srgbClr val="FF6A5A"/>
              </a:buClr>
              <a:buFont typeface="Arial Black"/>
              <a:buAutoNum type="arabicPlain"/>
              <a:tabLst>
                <a:tab pos="198120" algn="l"/>
              </a:tabLst>
            </a:pP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30">
                <a:solidFill>
                  <a:srgbClr val="494E69"/>
                </a:solidFill>
                <a:latin typeface="Calibri"/>
                <a:cs typeface="Calibri"/>
              </a:rPr>
              <a:t>today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and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next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11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 days,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you'll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work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on </a:t>
            </a:r>
            <a:r>
              <a:rPr dirty="0" baseline="6944" sz="1200">
                <a:solidFill>
                  <a:srgbClr val="FF6A5A"/>
                </a:solidFill>
                <a:latin typeface="Courier New"/>
                <a:cs typeface="Courier New"/>
              </a:rPr>
              <a:t>main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That's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fine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baseline="6944" sz="1200" spc="-15">
                <a:solidFill>
                  <a:srgbClr val="494E69"/>
                </a:solidFill>
                <a:latin typeface="Calibri"/>
                <a:cs typeface="Calibri"/>
              </a:rPr>
              <a:t> you're</a:t>
            </a:r>
            <a:r>
              <a:rPr dirty="0" baseline="6944" sz="1200" spc="-22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-30">
                <a:solidFill>
                  <a:srgbClr val="494E69"/>
                </a:solidFill>
                <a:latin typeface="Calibri"/>
                <a:cs typeface="Calibri"/>
              </a:rPr>
              <a:t>solo.</a:t>
            </a:r>
            <a:r>
              <a:rPr dirty="0" baseline="6944" sz="1200" spc="75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baseline="6944" sz="1200" spc="750">
                <a:solidFill>
                  <a:srgbClr val="494E69"/>
                </a:solidFill>
                <a:latin typeface="Calibri"/>
                <a:cs typeface="Calibri"/>
              </a:rPr>
              <a:t>	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Branching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matters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when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there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are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teammates.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800">
              <a:latin typeface="Calibri"/>
              <a:cs typeface="Calibri"/>
            </a:endParaRPr>
          </a:p>
          <a:p>
            <a:pPr marL="123825">
              <a:lnSpc>
                <a:spcPct val="100000"/>
              </a:lnSpc>
              <a:spcBef>
                <a:spcPts val="5"/>
              </a:spcBef>
            </a:pPr>
            <a:r>
              <a:rPr dirty="0" baseline="-6944" sz="1200" spc="75">
                <a:solidFill>
                  <a:srgbClr val="FFFFFF"/>
                </a:solidFill>
                <a:latin typeface="Segoe UI Symbol"/>
                <a:cs typeface="Segoe UI Symbol"/>
              </a:rPr>
              <a:t>▦</a:t>
            </a:r>
            <a:r>
              <a:rPr dirty="0" baseline="-4629" sz="900" spc="75" b="1">
                <a:solidFill>
                  <a:srgbClr val="FFFFFF"/>
                </a:solidFill>
                <a:latin typeface="Calibri"/>
                <a:cs typeface="Calibri"/>
              </a:rPr>
              <a:t>TODAY</a:t>
            </a:r>
            <a:r>
              <a:rPr dirty="0" baseline="-4629" sz="9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4629" sz="900" b="1">
                <a:solidFill>
                  <a:srgbClr val="FFFFFF"/>
                </a:solidFill>
                <a:latin typeface="Calibri"/>
                <a:cs typeface="Calibri"/>
              </a:rPr>
              <a:t>'</a:t>
            </a:r>
            <a:r>
              <a:rPr dirty="0" baseline="-4629" sz="900" spc="-82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4629" sz="90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baseline="-4629" sz="900" spc="2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4629" sz="900" b="1">
                <a:solidFill>
                  <a:srgbClr val="FFFFFF"/>
                </a:solidFill>
                <a:latin typeface="Calibri"/>
                <a:cs typeface="Calibri"/>
              </a:rPr>
              <a:t>TAKEAWAY</a:t>
            </a:r>
            <a:r>
              <a:rPr dirty="0" baseline="-4629" sz="900" spc="31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Branches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exist.</a:t>
            </a:r>
            <a:r>
              <a:rPr dirty="0" sz="65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You'll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use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them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in</a:t>
            </a:r>
            <a:r>
              <a:rPr dirty="0" sz="65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Phase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4.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now,</a:t>
            </a:r>
            <a:r>
              <a:rPr dirty="0" sz="650" spc="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FF6A5A"/>
                </a:solidFill>
                <a:latin typeface="Courier New"/>
                <a:cs typeface="Courier New"/>
              </a:rPr>
              <a:t>main</a:t>
            </a:r>
            <a:r>
              <a:rPr dirty="0" sz="650" spc="-235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is all</a:t>
            </a:r>
            <a:r>
              <a:rPr dirty="0" sz="65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need.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303653" y="4808780"/>
            <a:ext cx="440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4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961" y="349925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34" y="0"/>
                </a:lnTo>
                <a:lnTo>
                  <a:pt x="21602" y="0"/>
                </a:lnTo>
                <a:lnTo>
                  <a:pt x="17640" y="0"/>
                </a:lnTo>
                <a:lnTo>
                  <a:pt x="14033" y="711"/>
                </a:lnTo>
                <a:lnTo>
                  <a:pt x="0" y="17640"/>
                </a:lnTo>
                <a:lnTo>
                  <a:pt x="0" y="21234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4841"/>
                </a:lnTo>
                <a:lnTo>
                  <a:pt x="42837" y="21234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33"/>
                </a:lnTo>
                <a:lnTo>
                  <a:pt x="39954" y="10795"/>
                </a:lnTo>
                <a:lnTo>
                  <a:pt x="37795" y="7556"/>
                </a:lnTo>
                <a:lnTo>
                  <a:pt x="35280" y="4673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008925" y="259196"/>
            <a:ext cx="757555" cy="224154"/>
          </a:xfrm>
          <a:custGeom>
            <a:avLst/>
            <a:gdLst/>
            <a:ahLst/>
            <a:cxnLst/>
            <a:rect l="l" t="t" r="r" b="b"/>
            <a:pathLst>
              <a:path w="757554" h="224154">
                <a:moveTo>
                  <a:pt x="645477" y="0"/>
                </a:moveTo>
                <a:lnTo>
                  <a:pt x="111950" y="0"/>
                </a:lnTo>
                <a:lnTo>
                  <a:pt x="97253" y="945"/>
                </a:lnTo>
                <a:lnTo>
                  <a:pt x="55791" y="15125"/>
                </a:lnTo>
                <a:lnTo>
                  <a:pt x="23194" y="43827"/>
                </a:lnTo>
                <a:lnTo>
                  <a:pt x="8573" y="69086"/>
                </a:lnTo>
                <a:lnTo>
                  <a:pt x="8497" y="69236"/>
                </a:lnTo>
                <a:lnTo>
                  <a:pt x="3775" y="82984"/>
                </a:lnTo>
                <a:lnTo>
                  <a:pt x="943" y="97271"/>
                </a:lnTo>
                <a:lnTo>
                  <a:pt x="0" y="111963"/>
                </a:lnTo>
                <a:lnTo>
                  <a:pt x="943" y="126662"/>
                </a:lnTo>
                <a:lnTo>
                  <a:pt x="15112" y="168122"/>
                </a:lnTo>
                <a:lnTo>
                  <a:pt x="43666" y="200726"/>
                </a:lnTo>
                <a:lnTo>
                  <a:pt x="82927" y="220144"/>
                </a:lnTo>
                <a:lnTo>
                  <a:pt x="111950" y="223926"/>
                </a:lnTo>
                <a:lnTo>
                  <a:pt x="645477" y="223926"/>
                </a:lnTo>
                <a:lnTo>
                  <a:pt x="688204" y="215418"/>
                </a:lnTo>
                <a:lnTo>
                  <a:pt x="724631" y="191166"/>
                </a:lnTo>
                <a:lnTo>
                  <a:pt x="748932" y="154845"/>
                </a:lnTo>
                <a:lnTo>
                  <a:pt x="757440" y="111963"/>
                </a:lnTo>
                <a:lnTo>
                  <a:pt x="756495" y="97271"/>
                </a:lnTo>
                <a:lnTo>
                  <a:pt x="742314" y="55803"/>
                </a:lnTo>
                <a:lnTo>
                  <a:pt x="713619" y="23207"/>
                </a:lnTo>
                <a:lnTo>
                  <a:pt x="674455" y="3781"/>
                </a:lnTo>
                <a:lnTo>
                  <a:pt x="660169" y="945"/>
                </a:lnTo>
                <a:lnTo>
                  <a:pt x="645477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74138" y="302655"/>
            <a:ext cx="68580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6172" sz="1350" spc="262">
                <a:solidFill>
                  <a:srgbClr val="FF6A5A"/>
                </a:solidFill>
                <a:latin typeface="Segoe UI Symbol"/>
                <a:cs typeface="Segoe UI Symbol"/>
              </a:rPr>
              <a:t>⚑</a:t>
            </a:r>
            <a:r>
              <a:rPr dirty="0" baseline="6172" sz="1350" spc="-165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650" spc="-10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sz="650" spc="-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65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6A5A"/>
                </a:solidFill>
                <a:latin typeface="Trebuchet MS"/>
                <a:cs typeface="Trebuchet MS"/>
              </a:rPr>
              <a:t>y</a:t>
            </a:r>
            <a:r>
              <a:rPr dirty="0" sz="650" spc="1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r>
              <a:rPr dirty="0" sz="65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50" spc="-3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sz="650" spc="-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65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50" spc="-12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65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905" y="256702"/>
            <a:ext cx="5931535" cy="6864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X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2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9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3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3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9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H</a:t>
            </a:r>
            <a:r>
              <a:rPr dirty="0" sz="800" spc="-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2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H</a:t>
            </a:r>
            <a:r>
              <a:rPr dirty="0" sz="800" spc="-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FF6A5A"/>
                </a:solidFill>
                <a:latin typeface="Trebuchet MS"/>
                <a:cs typeface="Trebuchet MS"/>
              </a:rPr>
              <a:t>K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-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Push</a:t>
            </a:r>
            <a:r>
              <a:rPr dirty="0" sz="145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your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Day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2</a:t>
            </a:r>
            <a:r>
              <a:rPr dirty="0" sz="14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work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to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your</a:t>
            </a:r>
            <a:r>
              <a:rPr dirty="0" sz="145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93183"/>
                </a:solidFill>
                <a:latin typeface="Calibri"/>
                <a:cs typeface="Calibri"/>
              </a:rPr>
              <a:t>own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GitHub</a:t>
            </a:r>
            <a:r>
              <a:rPr dirty="0" sz="14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293183"/>
                </a:solidFill>
                <a:latin typeface="Calibri"/>
                <a:cs typeface="Calibri"/>
              </a:rPr>
              <a:t>repo.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today's gate.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student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leaves with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green contribution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square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real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Python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proof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wrote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code worth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saving.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6151" y="1000914"/>
            <a:ext cx="4533900" cy="3757295"/>
            <a:chOff x="396151" y="1000914"/>
            <a:chExt cx="4533900" cy="3757295"/>
          </a:xfrm>
        </p:grpSpPr>
        <p:sp>
          <p:nvSpPr>
            <p:cNvPr id="7" name="object 7"/>
            <p:cNvSpPr/>
            <p:nvPr/>
          </p:nvSpPr>
          <p:spPr>
            <a:xfrm>
              <a:off x="399961" y="1015201"/>
              <a:ext cx="4526280" cy="3728720"/>
            </a:xfrm>
            <a:custGeom>
              <a:avLst/>
              <a:gdLst/>
              <a:ahLst/>
              <a:cxnLst/>
              <a:rect l="l" t="t" r="r" b="b"/>
              <a:pathLst>
                <a:path w="4526280" h="3728720">
                  <a:moveTo>
                    <a:pt x="4392714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3594963"/>
                  </a:lnTo>
                  <a:lnTo>
                    <a:pt x="9953" y="3645576"/>
                  </a:lnTo>
                  <a:lnTo>
                    <a:pt x="38876" y="3689102"/>
                  </a:lnTo>
                  <a:lnTo>
                    <a:pt x="82218" y="3717986"/>
                  </a:lnTo>
                  <a:lnTo>
                    <a:pt x="133197" y="3728161"/>
                  </a:lnTo>
                  <a:lnTo>
                    <a:pt x="4393082" y="3727805"/>
                  </a:lnTo>
                  <a:lnTo>
                    <a:pt x="4443906" y="3717781"/>
                  </a:lnTo>
                  <a:lnTo>
                    <a:pt x="4487221" y="3688918"/>
                  </a:lnTo>
                  <a:lnTo>
                    <a:pt x="4515999" y="3645787"/>
                  </a:lnTo>
                  <a:lnTo>
                    <a:pt x="4516105" y="3645576"/>
                  </a:lnTo>
                  <a:lnTo>
                    <a:pt x="4521657" y="3629339"/>
                  </a:lnTo>
                  <a:lnTo>
                    <a:pt x="4521734" y="3629113"/>
                  </a:lnTo>
                  <a:lnTo>
                    <a:pt x="4525075" y="3612352"/>
                  </a:lnTo>
                  <a:lnTo>
                    <a:pt x="4525137" y="3612041"/>
                  </a:lnTo>
                  <a:lnTo>
                    <a:pt x="4526255" y="3594963"/>
                  </a:lnTo>
                  <a:lnTo>
                    <a:pt x="4526280" y="3594595"/>
                  </a:lnTo>
                  <a:lnTo>
                    <a:pt x="4525924" y="133197"/>
                  </a:lnTo>
                  <a:lnTo>
                    <a:pt x="4515899" y="82373"/>
                  </a:lnTo>
                  <a:lnTo>
                    <a:pt x="4487037" y="39058"/>
                  </a:lnTo>
                  <a:lnTo>
                    <a:pt x="4443695" y="10174"/>
                  </a:lnTo>
                  <a:lnTo>
                    <a:pt x="4410160" y="1142"/>
                  </a:lnTo>
                  <a:lnTo>
                    <a:pt x="43927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9961" y="1015201"/>
              <a:ext cx="4526280" cy="3728720"/>
            </a:xfrm>
            <a:custGeom>
              <a:avLst/>
              <a:gdLst/>
              <a:ahLst/>
              <a:cxnLst/>
              <a:rect l="l" t="t" r="r" b="b"/>
              <a:pathLst>
                <a:path w="4526280" h="3728720">
                  <a:moveTo>
                    <a:pt x="0" y="3594"/>
                  </a:moveTo>
                  <a:lnTo>
                    <a:pt x="4526280" y="3962"/>
                  </a:lnTo>
                </a:path>
                <a:path w="4526280" h="3728720">
                  <a:moveTo>
                    <a:pt x="4522673" y="0"/>
                  </a:moveTo>
                  <a:lnTo>
                    <a:pt x="4523041" y="3728161"/>
                  </a:lnTo>
                </a:path>
                <a:path w="4526280" h="3728720">
                  <a:moveTo>
                    <a:pt x="0" y="3724554"/>
                  </a:moveTo>
                  <a:lnTo>
                    <a:pt x="4526280" y="3724922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3994" y="1015201"/>
              <a:ext cx="635" cy="3728720"/>
            </a:xfrm>
            <a:custGeom>
              <a:avLst/>
              <a:gdLst/>
              <a:ahLst/>
              <a:cxnLst/>
              <a:rect l="l" t="t" r="r" b="b"/>
              <a:pathLst>
                <a:path w="634" h="3728720">
                  <a:moveTo>
                    <a:pt x="0" y="0"/>
                  </a:moveTo>
                  <a:lnTo>
                    <a:pt x="368" y="3728161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6920" y="1333082"/>
              <a:ext cx="4234180" cy="635"/>
            </a:xfrm>
            <a:custGeom>
              <a:avLst/>
              <a:gdLst/>
              <a:ahLst/>
              <a:cxnLst/>
              <a:rect l="l" t="t" r="r" b="b"/>
              <a:pathLst>
                <a:path w="4234180" h="634">
                  <a:moveTo>
                    <a:pt x="0" y="0"/>
                  </a:moveTo>
                  <a:lnTo>
                    <a:pt x="4233595" y="355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56920" y="1121653"/>
            <a:ext cx="49593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TH</a:t>
            </a:r>
            <a:r>
              <a:rPr dirty="0" sz="80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2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TA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25" b="1">
                <a:solidFill>
                  <a:srgbClr val="293183"/>
                </a:solidFill>
                <a:latin typeface="Calibri"/>
                <a:cs typeface="Calibri"/>
              </a:rPr>
              <a:t>SK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69765" y="1113487"/>
            <a:ext cx="332740" cy="168275"/>
          </a:xfrm>
          <a:custGeom>
            <a:avLst/>
            <a:gdLst/>
            <a:ahLst/>
            <a:cxnLst/>
            <a:rect l="l" t="t" r="r" b="b"/>
            <a:pathLst>
              <a:path w="332739" h="168275">
                <a:moveTo>
                  <a:pt x="248399" y="0"/>
                </a:moveTo>
                <a:lnTo>
                  <a:pt x="84239" y="0"/>
                </a:lnTo>
                <a:lnTo>
                  <a:pt x="72385" y="729"/>
                </a:lnTo>
                <a:lnTo>
                  <a:pt x="72934" y="729"/>
                </a:lnTo>
                <a:lnTo>
                  <a:pt x="62361" y="2741"/>
                </a:lnTo>
                <a:lnTo>
                  <a:pt x="24612" y="24430"/>
                </a:lnTo>
                <a:lnTo>
                  <a:pt x="2874" y="62137"/>
                </a:lnTo>
                <a:lnTo>
                  <a:pt x="0" y="83870"/>
                </a:lnTo>
                <a:lnTo>
                  <a:pt x="0" y="84239"/>
                </a:lnTo>
                <a:lnTo>
                  <a:pt x="666" y="94860"/>
                </a:lnTo>
                <a:lnTo>
                  <a:pt x="679" y="95067"/>
                </a:lnTo>
                <a:lnTo>
                  <a:pt x="17097" y="135079"/>
                </a:lnTo>
                <a:lnTo>
                  <a:pt x="51727" y="161739"/>
                </a:lnTo>
                <a:lnTo>
                  <a:pt x="83870" y="168109"/>
                </a:lnTo>
                <a:lnTo>
                  <a:pt x="248754" y="168109"/>
                </a:lnTo>
                <a:lnTo>
                  <a:pt x="290512" y="156591"/>
                </a:lnTo>
                <a:lnTo>
                  <a:pt x="321475" y="125996"/>
                </a:lnTo>
                <a:lnTo>
                  <a:pt x="332613" y="84239"/>
                </a:lnTo>
                <a:lnTo>
                  <a:pt x="332613" y="83870"/>
                </a:lnTo>
                <a:lnTo>
                  <a:pt x="321119" y="42113"/>
                </a:lnTo>
                <a:lnTo>
                  <a:pt x="290512" y="11150"/>
                </a:lnTo>
                <a:lnTo>
                  <a:pt x="259383" y="729"/>
                </a:lnTo>
                <a:lnTo>
                  <a:pt x="248399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509719" y="1116979"/>
            <a:ext cx="2654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25" b="1">
                <a:solidFill>
                  <a:srgbClr val="293183"/>
                </a:solidFill>
                <a:latin typeface="Calibri"/>
                <a:cs typeface="Calibri"/>
              </a:rPr>
              <a:t>SOLO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7276" y="1407962"/>
            <a:ext cx="4233545" cy="351790"/>
            <a:chOff x="557276" y="1407962"/>
            <a:chExt cx="4233545" cy="351790"/>
          </a:xfrm>
        </p:grpSpPr>
        <p:sp>
          <p:nvSpPr>
            <p:cNvPr id="15" name="object 15"/>
            <p:cNvSpPr/>
            <p:nvPr/>
          </p:nvSpPr>
          <p:spPr>
            <a:xfrm>
              <a:off x="557276" y="1407962"/>
              <a:ext cx="4233545" cy="164465"/>
            </a:xfrm>
            <a:custGeom>
              <a:avLst/>
              <a:gdLst/>
              <a:ahLst/>
              <a:cxnLst/>
              <a:rect l="l" t="t" r="r" b="b"/>
              <a:pathLst>
                <a:path w="4233545" h="164465">
                  <a:moveTo>
                    <a:pt x="4151160" y="0"/>
                  </a:moveTo>
                  <a:lnTo>
                    <a:pt x="82080" y="0"/>
                  </a:lnTo>
                  <a:lnTo>
                    <a:pt x="71364" y="731"/>
                  </a:lnTo>
                  <a:lnTo>
                    <a:pt x="32074" y="17096"/>
                  </a:lnTo>
                  <a:lnTo>
                    <a:pt x="6381" y="50742"/>
                  </a:lnTo>
                  <a:lnTo>
                    <a:pt x="0" y="82080"/>
                  </a:lnTo>
                  <a:lnTo>
                    <a:pt x="731" y="92795"/>
                  </a:lnTo>
                  <a:lnTo>
                    <a:pt x="17098" y="132090"/>
                  </a:lnTo>
                  <a:lnTo>
                    <a:pt x="50747" y="157779"/>
                  </a:lnTo>
                  <a:lnTo>
                    <a:pt x="82080" y="164160"/>
                  </a:lnTo>
                  <a:lnTo>
                    <a:pt x="4151160" y="164160"/>
                  </a:lnTo>
                  <a:lnTo>
                    <a:pt x="4192206" y="152996"/>
                  </a:lnTo>
                  <a:lnTo>
                    <a:pt x="4222089" y="123113"/>
                  </a:lnTo>
                  <a:lnTo>
                    <a:pt x="4233240" y="82080"/>
                  </a:lnTo>
                  <a:lnTo>
                    <a:pt x="4232508" y="71364"/>
                  </a:lnTo>
                  <a:lnTo>
                    <a:pt x="4216154" y="32064"/>
                  </a:lnTo>
                  <a:lnTo>
                    <a:pt x="4182503" y="6381"/>
                  </a:lnTo>
                  <a:lnTo>
                    <a:pt x="4151160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13320" y="1643762"/>
              <a:ext cx="3465829" cy="115570"/>
            </a:xfrm>
            <a:custGeom>
              <a:avLst/>
              <a:gdLst/>
              <a:ahLst/>
              <a:cxnLst/>
              <a:rect l="l" t="t" r="r" b="b"/>
              <a:pathLst>
                <a:path w="3465829" h="115569">
                  <a:moveTo>
                    <a:pt x="888834" y="14757"/>
                  </a:moveTo>
                  <a:lnTo>
                    <a:pt x="885075" y="14757"/>
                  </a:lnTo>
                  <a:lnTo>
                    <a:pt x="882357" y="10083"/>
                  </a:lnTo>
                  <a:lnTo>
                    <a:pt x="878763" y="6477"/>
                  </a:lnTo>
                  <a:lnTo>
                    <a:pt x="870115" y="1435"/>
                  </a:lnTo>
                  <a:lnTo>
                    <a:pt x="865073" y="0"/>
                  </a:lnTo>
                  <a:lnTo>
                    <a:pt x="27724" y="0"/>
                  </a:lnTo>
                  <a:lnTo>
                    <a:pt x="22682" y="1079"/>
                  </a:lnTo>
                  <a:lnTo>
                    <a:pt x="14033" y="6121"/>
                  </a:lnTo>
                  <a:lnTo>
                    <a:pt x="10439" y="9715"/>
                  </a:lnTo>
                  <a:lnTo>
                    <a:pt x="7493" y="14757"/>
                  </a:lnTo>
                  <a:lnTo>
                    <a:pt x="0" y="14757"/>
                  </a:lnTo>
                  <a:lnTo>
                    <a:pt x="0" y="115557"/>
                  </a:lnTo>
                  <a:lnTo>
                    <a:pt x="888834" y="115557"/>
                  </a:lnTo>
                  <a:lnTo>
                    <a:pt x="888834" y="83515"/>
                  </a:lnTo>
                  <a:lnTo>
                    <a:pt x="888834" y="78473"/>
                  </a:lnTo>
                  <a:lnTo>
                    <a:pt x="888834" y="14757"/>
                  </a:lnTo>
                  <a:close/>
                </a:path>
                <a:path w="3465829" h="115569">
                  <a:moveTo>
                    <a:pt x="1704238" y="78473"/>
                  </a:moveTo>
                  <a:lnTo>
                    <a:pt x="1703882" y="28435"/>
                  </a:lnTo>
                  <a:lnTo>
                    <a:pt x="1680476" y="0"/>
                  </a:lnTo>
                  <a:lnTo>
                    <a:pt x="1086485" y="0"/>
                  </a:lnTo>
                  <a:lnTo>
                    <a:pt x="1062723" y="23393"/>
                  </a:lnTo>
                  <a:lnTo>
                    <a:pt x="1062723" y="83515"/>
                  </a:lnTo>
                  <a:lnTo>
                    <a:pt x="1086116" y="107276"/>
                  </a:lnTo>
                  <a:lnTo>
                    <a:pt x="1680476" y="106921"/>
                  </a:lnTo>
                  <a:lnTo>
                    <a:pt x="1704238" y="83515"/>
                  </a:lnTo>
                  <a:lnTo>
                    <a:pt x="1704238" y="78473"/>
                  </a:lnTo>
                  <a:close/>
                </a:path>
                <a:path w="3465829" h="115569">
                  <a:moveTo>
                    <a:pt x="3465360" y="78473"/>
                  </a:moveTo>
                  <a:lnTo>
                    <a:pt x="3465004" y="28435"/>
                  </a:lnTo>
                  <a:lnTo>
                    <a:pt x="3441598" y="0"/>
                  </a:lnTo>
                  <a:lnTo>
                    <a:pt x="2799003" y="0"/>
                  </a:lnTo>
                  <a:lnTo>
                    <a:pt x="2775242" y="23393"/>
                  </a:lnTo>
                  <a:lnTo>
                    <a:pt x="2775242" y="83515"/>
                  </a:lnTo>
                  <a:lnTo>
                    <a:pt x="2798635" y="107276"/>
                  </a:lnTo>
                  <a:lnTo>
                    <a:pt x="3441598" y="106921"/>
                  </a:lnTo>
                  <a:lnTo>
                    <a:pt x="3465360" y="83515"/>
                  </a:lnTo>
                  <a:lnTo>
                    <a:pt x="3465360" y="78473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13320" y="1658520"/>
            <a:ext cx="901700" cy="100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20"/>
              </a:lnSpc>
            </a:pPr>
            <a:r>
              <a:rPr dirty="0" sz="700" spc="-20">
                <a:solidFill>
                  <a:srgbClr val="FF6A5A"/>
                </a:solidFill>
                <a:latin typeface="Courier New"/>
                <a:cs typeface="Courier New"/>
              </a:rPr>
              <a:t>clean_contacts.py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76043" y="1658520"/>
            <a:ext cx="628015" cy="100965"/>
          </a:xfrm>
          <a:custGeom>
            <a:avLst/>
            <a:gdLst/>
            <a:ahLst/>
            <a:cxnLst/>
            <a:rect l="l" t="t" r="r" b="b"/>
            <a:pathLst>
              <a:path w="628014" h="100964">
                <a:moveTo>
                  <a:pt x="627481" y="0"/>
                </a:moveTo>
                <a:lnTo>
                  <a:pt x="0" y="0"/>
                </a:lnTo>
                <a:lnTo>
                  <a:pt x="0" y="100799"/>
                </a:lnTo>
                <a:lnTo>
                  <a:pt x="627481" y="100799"/>
                </a:lnTo>
                <a:lnTo>
                  <a:pt x="627481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76043" y="1658520"/>
            <a:ext cx="640715" cy="100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20"/>
              </a:lnSpc>
            </a:pPr>
            <a:r>
              <a:rPr dirty="0" sz="700" spc="-20">
                <a:solidFill>
                  <a:srgbClr val="FF6A5A"/>
                </a:solidFill>
                <a:latin typeface="Courier New"/>
                <a:cs typeface="Courier New"/>
              </a:rPr>
              <a:t>contacts.txt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26154" y="1668959"/>
            <a:ext cx="598805" cy="89535"/>
          </a:xfrm>
          <a:custGeom>
            <a:avLst/>
            <a:gdLst/>
            <a:ahLst/>
            <a:cxnLst/>
            <a:rect l="l" t="t" r="r" b="b"/>
            <a:pathLst>
              <a:path w="598804" h="89535">
                <a:moveTo>
                  <a:pt x="598322" y="0"/>
                </a:moveTo>
                <a:lnTo>
                  <a:pt x="0" y="0"/>
                </a:lnTo>
                <a:lnTo>
                  <a:pt x="0" y="89280"/>
                </a:lnTo>
                <a:lnTo>
                  <a:pt x="598322" y="89280"/>
                </a:lnTo>
                <a:lnTo>
                  <a:pt x="598322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57276" y="1422973"/>
            <a:ext cx="4186554" cy="34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293183"/>
                </a:solidFill>
                <a:latin typeface="Segoe UI Symbol"/>
                <a:cs typeface="Segoe UI Symbol"/>
              </a:rPr>
              <a:t>▤</a:t>
            </a:r>
            <a:r>
              <a:rPr dirty="0" sz="600" spc="-70" b="1">
                <a:solidFill>
                  <a:srgbClr val="293183"/>
                </a:solidFill>
                <a:latin typeface="Calibri"/>
                <a:cs typeface="Calibri"/>
              </a:rPr>
              <a:t>B</a:t>
            </a:r>
            <a:r>
              <a:rPr dirty="0" sz="6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R</a:t>
            </a:r>
            <a:r>
              <a:rPr dirty="0" sz="6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spc="-10" b="1">
                <a:solidFill>
                  <a:srgbClr val="293183"/>
                </a:solidFill>
                <a:latin typeface="Calibri"/>
                <a:cs typeface="Calibri"/>
              </a:rPr>
              <a:t>I</a:t>
            </a:r>
            <a:r>
              <a:rPr dirty="0" sz="60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6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spc="-50" b="1">
                <a:solidFill>
                  <a:srgbClr val="293183"/>
                </a:solidFill>
                <a:latin typeface="Calibri"/>
                <a:cs typeface="Calibri"/>
              </a:rPr>
              <a:t>F</a:t>
            </a:r>
            <a:endParaRPr sz="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tabLst>
                <a:tab pos="1264920" algn="l"/>
                <a:tab pos="2074545" algn="l"/>
              </a:tabLst>
            </a:pPr>
            <a:r>
              <a:rPr dirty="0" sz="700" spc="-30">
                <a:solidFill>
                  <a:srgbClr val="1A1E39"/>
                </a:solidFill>
                <a:latin typeface="Calibri"/>
                <a:cs typeface="Calibri"/>
              </a:rPr>
              <a:t>Take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your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	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	</a:t>
            </a:r>
            <a:r>
              <a:rPr dirty="0" sz="700" spc="-105">
                <a:solidFill>
                  <a:srgbClr val="1A1E39"/>
                </a:solidFill>
                <a:latin typeface="Trebuchet MS"/>
                <a:cs typeface="Trebuchet MS"/>
              </a:rPr>
              <a:t>f</a:t>
            </a:r>
            <a:r>
              <a:rPr dirty="0" sz="700" spc="-13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45">
                <a:solidFill>
                  <a:srgbClr val="1A1E39"/>
                </a:solidFill>
                <a:latin typeface="Trebuchet MS"/>
                <a:cs typeface="Trebuchet MS"/>
              </a:rPr>
              <a:t>ro</a:t>
            </a:r>
            <a:r>
              <a:rPr dirty="0" sz="700" spc="-114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1A1E39"/>
                </a:solidFill>
                <a:latin typeface="Trebuchet MS"/>
                <a:cs typeface="Trebuchet MS"/>
              </a:rPr>
              <a:t>m</a:t>
            </a:r>
            <a:r>
              <a:rPr dirty="0" sz="700" spc="5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20">
                <a:solidFill>
                  <a:srgbClr val="1A1E39"/>
                </a:solidFill>
                <a:latin typeface="Trebuchet MS"/>
                <a:cs typeface="Trebuchet MS"/>
              </a:rPr>
              <a:t>D</a:t>
            </a:r>
            <a:r>
              <a:rPr dirty="0" sz="700" spc="-10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1A1E39"/>
                </a:solidFill>
                <a:latin typeface="Trebuchet MS"/>
                <a:cs typeface="Trebuchet MS"/>
              </a:rPr>
              <a:t>a</a:t>
            </a:r>
            <a:r>
              <a:rPr dirty="0" sz="700" spc="-11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1A1E39"/>
                </a:solidFill>
                <a:latin typeface="Trebuchet MS"/>
                <a:cs typeface="Trebuchet MS"/>
              </a:rPr>
              <a:t>y</a:t>
            </a:r>
            <a:r>
              <a:rPr dirty="0" sz="700" spc="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1A1E39"/>
                </a:solidFill>
                <a:latin typeface="Trebuchet MS"/>
                <a:cs typeface="Trebuchet MS"/>
              </a:rPr>
              <a:t>2</a:t>
            </a:r>
            <a:r>
              <a:rPr dirty="0" sz="700" spc="-9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20">
                <a:solidFill>
                  <a:srgbClr val="1A1E39"/>
                </a:solidFill>
                <a:latin typeface="Trebuchet MS"/>
                <a:cs typeface="Trebuchet MS"/>
              </a:rPr>
              <a:t>.</a:t>
            </a:r>
            <a:r>
              <a:rPr dirty="0" sz="700" spc="-3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40">
                <a:solidFill>
                  <a:srgbClr val="1A1E39"/>
                </a:solidFill>
                <a:latin typeface="Trebuchet MS"/>
                <a:cs typeface="Trebuchet MS"/>
              </a:rPr>
              <a:t>Pu</a:t>
            </a:r>
            <a:r>
              <a:rPr dirty="0" sz="700" spc="-9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Trebuchet MS"/>
                <a:cs typeface="Trebuchet MS"/>
              </a:rPr>
              <a:t>t</a:t>
            </a:r>
            <a:r>
              <a:rPr dirty="0" sz="700" spc="7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125">
                <a:solidFill>
                  <a:srgbClr val="1A1E39"/>
                </a:solidFill>
                <a:latin typeface="Trebuchet MS"/>
                <a:cs typeface="Trebuchet MS"/>
              </a:rPr>
              <a:t>t</a:t>
            </a:r>
            <a:r>
              <a:rPr dirty="0" sz="700" spc="-10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75">
                <a:solidFill>
                  <a:srgbClr val="1A1E39"/>
                </a:solidFill>
                <a:latin typeface="Trebuchet MS"/>
                <a:cs typeface="Trebuchet MS"/>
              </a:rPr>
              <a:t>h</a:t>
            </a:r>
            <a:r>
              <a:rPr dirty="0" sz="700" spc="-9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75">
                <a:solidFill>
                  <a:srgbClr val="1A1E39"/>
                </a:solidFill>
                <a:latin typeface="Trebuchet MS"/>
                <a:cs typeface="Trebuchet MS"/>
              </a:rPr>
              <a:t>e</a:t>
            </a:r>
            <a:r>
              <a:rPr dirty="0" sz="700" spc="-11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1A1E39"/>
                </a:solidFill>
                <a:latin typeface="Trebuchet MS"/>
                <a:cs typeface="Trebuchet MS"/>
              </a:rPr>
              <a:t>m</a:t>
            </a:r>
            <a:r>
              <a:rPr dirty="0" sz="700" spc="15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1A1E39"/>
                </a:solidFill>
                <a:latin typeface="Trebuchet MS"/>
                <a:cs typeface="Trebuchet MS"/>
              </a:rPr>
              <a:t>in</a:t>
            </a:r>
            <a:r>
              <a:rPr dirty="0" sz="700" spc="8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70">
                <a:solidFill>
                  <a:srgbClr val="1A1E39"/>
                </a:solidFill>
                <a:latin typeface="Trebuchet MS"/>
                <a:cs typeface="Trebuchet MS"/>
              </a:rPr>
              <a:t>y</a:t>
            </a:r>
            <a:r>
              <a:rPr dirty="0" sz="700" spc="-9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65">
                <a:solidFill>
                  <a:srgbClr val="1A1E39"/>
                </a:solidFill>
                <a:latin typeface="Trebuchet MS"/>
                <a:cs typeface="Trebuchet MS"/>
              </a:rPr>
              <a:t>o</a:t>
            </a:r>
            <a:r>
              <a:rPr dirty="0" sz="700" spc="-114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75">
                <a:solidFill>
                  <a:srgbClr val="1A1E39"/>
                </a:solidFill>
                <a:latin typeface="Trebuchet MS"/>
                <a:cs typeface="Trebuchet MS"/>
              </a:rPr>
              <a:t>u</a:t>
            </a:r>
            <a:r>
              <a:rPr dirty="0" sz="700" spc="-9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1A1E39"/>
                </a:solidFill>
                <a:latin typeface="Trebuchet MS"/>
                <a:cs typeface="Trebuchet MS"/>
              </a:rPr>
              <a:t>r</a:t>
            </a:r>
            <a:r>
              <a:rPr dirty="0" sz="700" spc="8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75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sz="700" spc="-1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700" spc="-1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70">
                <a:solidFill>
                  <a:srgbClr val="FF6A5A"/>
                </a:solidFill>
                <a:latin typeface="Trebuchet MS"/>
                <a:cs typeface="Trebuchet MS"/>
              </a:rPr>
              <a:t>y</a:t>
            </a:r>
            <a:r>
              <a:rPr dirty="0" sz="700" spc="-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r>
              <a:rPr dirty="0" sz="700" spc="-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30">
                <a:solidFill>
                  <a:srgbClr val="FF6A5A"/>
                </a:solidFill>
                <a:latin typeface="Trebuchet MS"/>
                <a:cs typeface="Trebuchet MS"/>
              </a:rPr>
              <a:t>-</a:t>
            </a:r>
            <a:r>
              <a:rPr dirty="0" sz="700" spc="-75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700" spc="-95">
                <a:solidFill>
                  <a:srgbClr val="FF6A5A"/>
                </a:solidFill>
                <a:latin typeface="Trebuchet MS"/>
                <a:cs typeface="Trebuchet MS"/>
              </a:rPr>
              <a:t> r</a:t>
            </a:r>
            <a:r>
              <a:rPr dirty="0" sz="700" spc="-1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700" spc="-114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7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700" spc="-125">
                <a:solidFill>
                  <a:srgbClr val="FF6A5A"/>
                </a:solidFill>
                <a:latin typeface="Trebuchet MS"/>
                <a:cs typeface="Trebuchet MS"/>
              </a:rPr>
              <a:t> t</a:t>
            </a:r>
            <a:r>
              <a:rPr dirty="0" sz="700" spc="-1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45">
                <a:solidFill>
                  <a:srgbClr val="FF6A5A"/>
                </a:solidFill>
                <a:latin typeface="Trebuchet MS"/>
                <a:cs typeface="Trebuchet MS"/>
              </a:rPr>
              <a:t>ic</a:t>
            </a:r>
            <a:r>
              <a:rPr dirty="0" sz="700" spc="-1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700" spc="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repo.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53110" y="1968629"/>
            <a:ext cx="4241800" cy="382270"/>
            <a:chOff x="553110" y="1968629"/>
            <a:chExt cx="4241800" cy="382270"/>
          </a:xfrm>
        </p:grpSpPr>
        <p:sp>
          <p:nvSpPr>
            <p:cNvPr id="23" name="object 23"/>
            <p:cNvSpPr/>
            <p:nvPr/>
          </p:nvSpPr>
          <p:spPr>
            <a:xfrm>
              <a:off x="556920" y="1972439"/>
              <a:ext cx="4234180" cy="635"/>
            </a:xfrm>
            <a:custGeom>
              <a:avLst/>
              <a:gdLst/>
              <a:ahLst/>
              <a:cxnLst/>
              <a:rect l="l" t="t" r="r" b="b"/>
              <a:pathLst>
                <a:path w="4234180" h="635">
                  <a:moveTo>
                    <a:pt x="0" y="0"/>
                  </a:moveTo>
                  <a:lnTo>
                    <a:pt x="4233595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63434" y="2231277"/>
              <a:ext cx="1938655" cy="120014"/>
            </a:xfrm>
            <a:custGeom>
              <a:avLst/>
              <a:gdLst/>
              <a:ahLst/>
              <a:cxnLst/>
              <a:rect l="l" t="t" r="r" b="b"/>
              <a:pathLst>
                <a:path w="1938655" h="120014">
                  <a:moveTo>
                    <a:pt x="1938604" y="3594"/>
                  </a:moveTo>
                  <a:lnTo>
                    <a:pt x="1463840" y="3594"/>
                  </a:lnTo>
                  <a:lnTo>
                    <a:pt x="1460169" y="1447"/>
                  </a:lnTo>
                  <a:lnTo>
                    <a:pt x="1455127" y="0"/>
                  </a:lnTo>
                  <a:lnTo>
                    <a:pt x="912241" y="0"/>
                  </a:lnTo>
                  <a:lnTo>
                    <a:pt x="907567" y="1079"/>
                  </a:lnTo>
                  <a:lnTo>
                    <a:pt x="903249" y="3594"/>
                  </a:lnTo>
                  <a:lnTo>
                    <a:pt x="797115" y="3594"/>
                  </a:lnTo>
                  <a:lnTo>
                    <a:pt x="793445" y="1447"/>
                  </a:lnTo>
                  <a:lnTo>
                    <a:pt x="788403" y="0"/>
                  </a:lnTo>
                  <a:lnTo>
                    <a:pt x="23406" y="0"/>
                  </a:lnTo>
                  <a:lnTo>
                    <a:pt x="0" y="23406"/>
                  </a:lnTo>
                  <a:lnTo>
                    <a:pt x="0" y="76682"/>
                  </a:lnTo>
                  <a:lnTo>
                    <a:pt x="23406" y="100088"/>
                  </a:lnTo>
                  <a:lnTo>
                    <a:pt x="86042" y="100063"/>
                  </a:lnTo>
                  <a:lnTo>
                    <a:pt x="86042" y="119519"/>
                  </a:lnTo>
                  <a:lnTo>
                    <a:pt x="1114920" y="119519"/>
                  </a:lnTo>
                  <a:lnTo>
                    <a:pt x="1114920" y="99961"/>
                  </a:lnTo>
                  <a:lnTo>
                    <a:pt x="1212126" y="99898"/>
                  </a:lnTo>
                  <a:lnTo>
                    <a:pt x="1212126" y="119519"/>
                  </a:lnTo>
                  <a:lnTo>
                    <a:pt x="1938604" y="119519"/>
                  </a:lnTo>
                  <a:lnTo>
                    <a:pt x="1938604" y="3594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57276" y="1751294"/>
            <a:ext cx="3550285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Commit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them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with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meaningful 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message.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Push to GitHub. 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Verify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files appear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your repo page.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800" spc="70" b="1">
                <a:solidFill>
                  <a:srgbClr val="797E94"/>
                </a:solidFill>
                <a:latin typeface="Calibri"/>
                <a:cs typeface="Calibri"/>
              </a:rPr>
              <a:t>REQUIREMENTS</a:t>
            </a:r>
            <a:endParaRPr sz="800">
              <a:latin typeface="Calibri"/>
              <a:cs typeface="Calibri"/>
            </a:endParaRPr>
          </a:p>
          <a:p>
            <a:pPr marL="155575" indent="-149225">
              <a:lnSpc>
                <a:spcPct val="100000"/>
              </a:lnSpc>
              <a:spcBef>
                <a:spcPts val="690"/>
              </a:spcBef>
              <a:buClr>
                <a:srgbClr val="FF6A5A"/>
              </a:buClr>
              <a:buFont typeface="Yu Gothic"/>
              <a:buChar char="✓"/>
              <a:tabLst>
                <a:tab pos="155575" algn="l"/>
              </a:tabLst>
            </a:pP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Both</a:t>
            </a:r>
            <a:r>
              <a:rPr dirty="0" baseline="3472" sz="1200" spc="-3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files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(</a:t>
            </a:r>
            <a:r>
              <a:rPr dirty="0" baseline="3472" sz="1200">
                <a:solidFill>
                  <a:srgbClr val="FF6A5A"/>
                </a:solidFill>
                <a:latin typeface="Courier New"/>
                <a:cs typeface="Courier New"/>
              </a:rPr>
              <a:t>clean_contacts.py</a:t>
            </a:r>
            <a:r>
              <a:rPr dirty="0" baseline="3472" sz="1200" spc="-442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+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FF6A5A"/>
                </a:solidFill>
                <a:latin typeface="Courier New"/>
                <a:cs typeface="Courier New"/>
              </a:rPr>
              <a:t>contacts.txt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)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are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in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repo</a:t>
            </a:r>
            <a:endParaRPr baseline="3472"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9043" y="2427848"/>
            <a:ext cx="3651250" cy="100330"/>
          </a:xfrm>
          <a:custGeom>
            <a:avLst/>
            <a:gdLst/>
            <a:ahLst/>
            <a:cxnLst/>
            <a:rect l="l" t="t" r="r" b="b"/>
            <a:pathLst>
              <a:path w="3651250" h="100330">
                <a:moveTo>
                  <a:pt x="501116" y="71272"/>
                </a:moveTo>
                <a:lnTo>
                  <a:pt x="500761" y="28435"/>
                </a:lnTo>
                <a:lnTo>
                  <a:pt x="500761" y="23393"/>
                </a:lnTo>
                <a:lnTo>
                  <a:pt x="499681" y="18719"/>
                </a:lnTo>
                <a:lnTo>
                  <a:pt x="494639" y="10071"/>
                </a:lnTo>
                <a:lnTo>
                  <a:pt x="491032" y="6477"/>
                </a:lnTo>
                <a:lnTo>
                  <a:pt x="482396" y="1435"/>
                </a:lnTo>
                <a:lnTo>
                  <a:pt x="477354" y="0"/>
                </a:lnTo>
                <a:lnTo>
                  <a:pt x="23393" y="0"/>
                </a:lnTo>
                <a:lnTo>
                  <a:pt x="0" y="23393"/>
                </a:lnTo>
                <a:lnTo>
                  <a:pt x="0" y="76669"/>
                </a:lnTo>
                <a:lnTo>
                  <a:pt x="23393" y="100076"/>
                </a:lnTo>
                <a:lnTo>
                  <a:pt x="477710" y="99707"/>
                </a:lnTo>
                <a:lnTo>
                  <a:pt x="501015" y="76669"/>
                </a:lnTo>
                <a:lnTo>
                  <a:pt x="501116" y="71272"/>
                </a:lnTo>
                <a:close/>
              </a:path>
              <a:path w="3651250" h="100330">
                <a:moveTo>
                  <a:pt x="2900870" y="71272"/>
                </a:moveTo>
                <a:lnTo>
                  <a:pt x="2900515" y="28435"/>
                </a:lnTo>
                <a:lnTo>
                  <a:pt x="2900515" y="23393"/>
                </a:lnTo>
                <a:lnTo>
                  <a:pt x="2899435" y="18719"/>
                </a:lnTo>
                <a:lnTo>
                  <a:pt x="2894393" y="10071"/>
                </a:lnTo>
                <a:lnTo>
                  <a:pt x="2890799" y="6477"/>
                </a:lnTo>
                <a:lnTo>
                  <a:pt x="2882150" y="1435"/>
                </a:lnTo>
                <a:lnTo>
                  <a:pt x="2877121" y="0"/>
                </a:lnTo>
                <a:lnTo>
                  <a:pt x="2600642" y="0"/>
                </a:lnTo>
                <a:lnTo>
                  <a:pt x="2577236" y="23393"/>
                </a:lnTo>
                <a:lnTo>
                  <a:pt x="2577236" y="76669"/>
                </a:lnTo>
                <a:lnTo>
                  <a:pt x="2600642" y="100076"/>
                </a:lnTo>
                <a:lnTo>
                  <a:pt x="2877477" y="99707"/>
                </a:lnTo>
                <a:lnTo>
                  <a:pt x="2900769" y="76669"/>
                </a:lnTo>
                <a:lnTo>
                  <a:pt x="2900870" y="71272"/>
                </a:lnTo>
                <a:close/>
              </a:path>
              <a:path w="3651250" h="100330">
                <a:moveTo>
                  <a:pt x="3650754" y="71272"/>
                </a:moveTo>
                <a:lnTo>
                  <a:pt x="3650399" y="28435"/>
                </a:lnTo>
                <a:lnTo>
                  <a:pt x="3650399" y="23393"/>
                </a:lnTo>
                <a:lnTo>
                  <a:pt x="3649319" y="18719"/>
                </a:lnTo>
                <a:lnTo>
                  <a:pt x="3644277" y="10071"/>
                </a:lnTo>
                <a:lnTo>
                  <a:pt x="3640671" y="6477"/>
                </a:lnTo>
                <a:lnTo>
                  <a:pt x="3632035" y="1435"/>
                </a:lnTo>
                <a:lnTo>
                  <a:pt x="3626993" y="0"/>
                </a:lnTo>
                <a:lnTo>
                  <a:pt x="3084118" y="0"/>
                </a:lnTo>
                <a:lnTo>
                  <a:pt x="3060712" y="23393"/>
                </a:lnTo>
                <a:lnTo>
                  <a:pt x="3060712" y="76669"/>
                </a:lnTo>
                <a:lnTo>
                  <a:pt x="3084118" y="100076"/>
                </a:lnTo>
                <a:lnTo>
                  <a:pt x="3627361" y="99707"/>
                </a:lnTo>
                <a:lnTo>
                  <a:pt x="3650653" y="76669"/>
                </a:lnTo>
                <a:lnTo>
                  <a:pt x="3650754" y="71272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79754" y="2451241"/>
            <a:ext cx="499109" cy="94615"/>
          </a:xfrm>
          <a:prstGeom prst="rect">
            <a:avLst/>
          </a:prstGeom>
          <a:solidFill>
            <a:srgbClr val="F3EE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70"/>
              </a:lnSpc>
            </a:pPr>
            <a:r>
              <a:rPr dirty="0" sz="650" spc="-10">
                <a:solidFill>
                  <a:srgbClr val="FF6A5A"/>
                </a:solidFill>
                <a:latin typeface="Courier New"/>
                <a:cs typeface="Courier New"/>
              </a:rPr>
              <a:t>.gitignore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4121" y="2429181"/>
            <a:ext cx="276796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49225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SzPct val="123076"/>
              <a:buFont typeface="Yu Gothic"/>
              <a:buChar char="✓"/>
              <a:tabLst>
                <a:tab pos="149225" algn="l"/>
                <a:tab pos="720090" algn="l"/>
              </a:tabLst>
            </a:pPr>
            <a:r>
              <a:rPr dirty="0" baseline="4273" sz="975" spc="-75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	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file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exists (use 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 template from slide 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9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at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 spc="-30">
                <a:solidFill>
                  <a:srgbClr val="1A1E39"/>
                </a:solidFill>
                <a:latin typeface="Calibri"/>
                <a:cs typeface="Calibri"/>
              </a:rPr>
              <a:t>minimum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ignore</a:t>
            </a:r>
            <a:endParaRPr baseline="4273" sz="975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40074" y="2451241"/>
            <a:ext cx="304800" cy="94615"/>
          </a:xfrm>
          <a:prstGeom prst="rect">
            <a:avLst/>
          </a:prstGeom>
          <a:solidFill>
            <a:srgbClr val="F3EE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70"/>
              </a:lnSpc>
            </a:pPr>
            <a:r>
              <a:rPr dirty="0" sz="650" spc="-10">
                <a:solidFill>
                  <a:srgbClr val="FF6A5A"/>
                </a:solidFill>
                <a:latin typeface="Courier New"/>
                <a:cs typeface="Courier New"/>
              </a:rPr>
              <a:t>.venv/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92956" y="2451241"/>
            <a:ext cx="584835" cy="94615"/>
          </a:xfrm>
          <a:custGeom>
            <a:avLst/>
            <a:gdLst/>
            <a:ahLst/>
            <a:cxnLst/>
            <a:rect l="l" t="t" r="r" b="b"/>
            <a:pathLst>
              <a:path w="584835" h="94614">
                <a:moveTo>
                  <a:pt x="584276" y="0"/>
                </a:moveTo>
                <a:lnTo>
                  <a:pt x="0" y="0"/>
                </a:lnTo>
                <a:lnTo>
                  <a:pt x="0" y="94322"/>
                </a:lnTo>
                <a:lnTo>
                  <a:pt x="584276" y="94322"/>
                </a:lnTo>
                <a:lnTo>
                  <a:pt x="584276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650400" y="2424863"/>
            <a:ext cx="76517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65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u="sng" sz="650" spc="200">
                <a:solidFill>
                  <a:srgbClr val="FF6A5A"/>
                </a:solidFill>
                <a:uFill>
                  <a:solidFill>
                    <a:srgbClr val="FE6959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650">
                <a:solidFill>
                  <a:srgbClr val="FF6A5A"/>
                </a:solidFill>
                <a:latin typeface="Courier New"/>
                <a:cs typeface="Courier New"/>
              </a:rPr>
              <a:t>pycache</a:t>
            </a:r>
            <a:r>
              <a:rPr dirty="0" u="sng" sz="650" spc="200">
                <a:solidFill>
                  <a:srgbClr val="FF6A5A"/>
                </a:solidFill>
                <a:uFill>
                  <a:solidFill>
                    <a:srgbClr val="FE6959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650" spc="-25">
                <a:solidFill>
                  <a:srgbClr val="FF6A5A"/>
                </a:solidFill>
                <a:latin typeface="Courier New"/>
                <a:cs typeface="Courier New"/>
              </a:rPr>
              <a:t>/</a:t>
            </a:r>
            <a:r>
              <a:rPr dirty="0" sz="650" spc="-25">
                <a:solidFill>
                  <a:srgbClr val="1A1E39"/>
                </a:solidFill>
                <a:latin typeface="Calibri"/>
                <a:cs typeface="Calibri"/>
              </a:rPr>
              <a:t>)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925281" y="2624037"/>
            <a:ext cx="887730" cy="100330"/>
          </a:xfrm>
          <a:custGeom>
            <a:avLst/>
            <a:gdLst/>
            <a:ahLst/>
            <a:cxnLst/>
            <a:rect l="l" t="t" r="r" b="b"/>
            <a:pathLst>
              <a:path w="887730" h="100330">
                <a:moveTo>
                  <a:pt x="367919" y="71285"/>
                </a:moveTo>
                <a:lnTo>
                  <a:pt x="367563" y="28448"/>
                </a:lnTo>
                <a:lnTo>
                  <a:pt x="367563" y="23406"/>
                </a:lnTo>
                <a:lnTo>
                  <a:pt x="366483" y="18719"/>
                </a:lnTo>
                <a:lnTo>
                  <a:pt x="361442" y="10083"/>
                </a:lnTo>
                <a:lnTo>
                  <a:pt x="357835" y="6489"/>
                </a:lnTo>
                <a:lnTo>
                  <a:pt x="349199" y="1447"/>
                </a:lnTo>
                <a:lnTo>
                  <a:pt x="344157" y="0"/>
                </a:lnTo>
                <a:lnTo>
                  <a:pt x="23393" y="0"/>
                </a:lnTo>
                <a:lnTo>
                  <a:pt x="0" y="23406"/>
                </a:lnTo>
                <a:lnTo>
                  <a:pt x="0" y="76682"/>
                </a:lnTo>
                <a:lnTo>
                  <a:pt x="23393" y="100088"/>
                </a:lnTo>
                <a:lnTo>
                  <a:pt x="344512" y="99720"/>
                </a:lnTo>
                <a:lnTo>
                  <a:pt x="367817" y="76682"/>
                </a:lnTo>
                <a:lnTo>
                  <a:pt x="367919" y="71285"/>
                </a:lnTo>
                <a:close/>
              </a:path>
              <a:path w="887730" h="100330">
                <a:moveTo>
                  <a:pt x="887399" y="71285"/>
                </a:moveTo>
                <a:lnTo>
                  <a:pt x="887044" y="28448"/>
                </a:lnTo>
                <a:lnTo>
                  <a:pt x="887044" y="23406"/>
                </a:lnTo>
                <a:lnTo>
                  <a:pt x="885952" y="18719"/>
                </a:lnTo>
                <a:lnTo>
                  <a:pt x="880922" y="10083"/>
                </a:lnTo>
                <a:lnTo>
                  <a:pt x="877316" y="6489"/>
                </a:lnTo>
                <a:lnTo>
                  <a:pt x="868680" y="1447"/>
                </a:lnTo>
                <a:lnTo>
                  <a:pt x="863638" y="0"/>
                </a:lnTo>
                <a:lnTo>
                  <a:pt x="498233" y="0"/>
                </a:lnTo>
                <a:lnTo>
                  <a:pt x="474840" y="23406"/>
                </a:lnTo>
                <a:lnTo>
                  <a:pt x="474840" y="76682"/>
                </a:lnTo>
                <a:lnTo>
                  <a:pt x="498233" y="100088"/>
                </a:lnTo>
                <a:lnTo>
                  <a:pt x="863993" y="99720"/>
                </a:lnTo>
                <a:lnTo>
                  <a:pt x="887285" y="76682"/>
                </a:lnTo>
                <a:lnTo>
                  <a:pt x="887399" y="71285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221560" y="2628000"/>
            <a:ext cx="424180" cy="116205"/>
          </a:xfrm>
          <a:prstGeom prst="rect">
            <a:avLst/>
          </a:prstGeom>
          <a:solidFill>
            <a:srgbClr val="F3EE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"stuff"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779560" y="2628000"/>
            <a:ext cx="483870" cy="116205"/>
          </a:xfrm>
          <a:custGeom>
            <a:avLst/>
            <a:gdLst/>
            <a:ahLst/>
            <a:cxnLst/>
            <a:rect l="l" t="t" r="r" b="b"/>
            <a:pathLst>
              <a:path w="483870" h="116205">
                <a:moveTo>
                  <a:pt x="483844" y="0"/>
                </a:moveTo>
                <a:lnTo>
                  <a:pt x="0" y="0"/>
                </a:lnTo>
                <a:lnTo>
                  <a:pt x="0" y="115925"/>
                </a:lnTo>
                <a:lnTo>
                  <a:pt x="483844" y="115925"/>
                </a:lnTo>
                <a:lnTo>
                  <a:pt x="483844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64121" y="2606664"/>
            <a:ext cx="27444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49225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Font typeface="Yu Gothic"/>
              <a:buChar char="✓"/>
              <a:tabLst>
                <a:tab pos="149225" algn="l"/>
                <a:tab pos="2103755" algn="l"/>
              </a:tabLst>
            </a:pP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Commit</a:t>
            </a:r>
            <a:r>
              <a:rPr dirty="0" baseline="3472" sz="1200" spc="-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message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 is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descriptive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(NOT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	or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FF6A5A"/>
                </a:solidFill>
                <a:latin typeface="Courier New"/>
                <a:cs typeface="Courier New"/>
              </a:rPr>
              <a:t>"update"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)</a:t>
            </a:r>
            <a:endParaRPr baseline="3472" sz="12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328039" y="2820595"/>
            <a:ext cx="2285365" cy="297180"/>
          </a:xfrm>
          <a:custGeom>
            <a:avLst/>
            <a:gdLst/>
            <a:ahLst/>
            <a:cxnLst/>
            <a:rect l="l" t="t" r="r" b="b"/>
            <a:pathLst>
              <a:path w="2285365" h="297180">
                <a:moveTo>
                  <a:pt x="1993684" y="16205"/>
                </a:moveTo>
                <a:lnTo>
                  <a:pt x="1519872" y="16205"/>
                </a:lnTo>
                <a:lnTo>
                  <a:pt x="1516316" y="10083"/>
                </a:lnTo>
                <a:lnTo>
                  <a:pt x="1512722" y="6489"/>
                </a:lnTo>
                <a:lnTo>
                  <a:pt x="1504086" y="1447"/>
                </a:lnTo>
                <a:lnTo>
                  <a:pt x="1499044" y="0"/>
                </a:lnTo>
                <a:lnTo>
                  <a:pt x="23406" y="0"/>
                </a:lnTo>
                <a:lnTo>
                  <a:pt x="0" y="23406"/>
                </a:lnTo>
                <a:lnTo>
                  <a:pt x="0" y="76682"/>
                </a:lnTo>
                <a:lnTo>
                  <a:pt x="23406" y="100088"/>
                </a:lnTo>
                <a:lnTo>
                  <a:pt x="150837" y="100063"/>
                </a:lnTo>
                <a:lnTo>
                  <a:pt x="150837" y="118084"/>
                </a:lnTo>
                <a:lnTo>
                  <a:pt x="1993684" y="118084"/>
                </a:lnTo>
                <a:lnTo>
                  <a:pt x="1993684" y="16205"/>
                </a:lnTo>
                <a:close/>
              </a:path>
              <a:path w="2285365" h="297180">
                <a:moveTo>
                  <a:pt x="2285276" y="267843"/>
                </a:moveTo>
                <a:lnTo>
                  <a:pt x="2284920" y="225005"/>
                </a:lnTo>
                <a:lnTo>
                  <a:pt x="2284920" y="219964"/>
                </a:lnTo>
                <a:lnTo>
                  <a:pt x="2283841" y="215290"/>
                </a:lnTo>
                <a:lnTo>
                  <a:pt x="2278799" y="206641"/>
                </a:lnTo>
                <a:lnTo>
                  <a:pt x="2275205" y="203047"/>
                </a:lnTo>
                <a:lnTo>
                  <a:pt x="2266556" y="198005"/>
                </a:lnTo>
                <a:lnTo>
                  <a:pt x="2261527" y="196570"/>
                </a:lnTo>
                <a:lnTo>
                  <a:pt x="1185837" y="196570"/>
                </a:lnTo>
                <a:lnTo>
                  <a:pt x="1162443" y="219964"/>
                </a:lnTo>
                <a:lnTo>
                  <a:pt x="1162443" y="273240"/>
                </a:lnTo>
                <a:lnTo>
                  <a:pt x="1185837" y="296646"/>
                </a:lnTo>
                <a:lnTo>
                  <a:pt x="2261882" y="296291"/>
                </a:lnTo>
                <a:lnTo>
                  <a:pt x="2285174" y="273240"/>
                </a:lnTo>
                <a:lnTo>
                  <a:pt x="2285276" y="267843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488323" y="3040559"/>
            <a:ext cx="1169035" cy="94615"/>
          </a:xfrm>
          <a:prstGeom prst="rect">
            <a:avLst/>
          </a:prstGeom>
          <a:solidFill>
            <a:srgbClr val="F3EE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70"/>
              </a:lnSpc>
            </a:pPr>
            <a:r>
              <a:rPr dirty="0" sz="650">
                <a:solidFill>
                  <a:srgbClr val="FF6A5A"/>
                </a:solidFill>
                <a:latin typeface="Courier New"/>
                <a:cs typeface="Courier New"/>
              </a:rPr>
              <a:t>python</a:t>
            </a:r>
            <a:r>
              <a:rPr dirty="0" sz="650" spc="-65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650" spc="-10">
                <a:solidFill>
                  <a:srgbClr val="FF6A5A"/>
                </a:solidFill>
                <a:latin typeface="Courier New"/>
                <a:cs typeface="Courier New"/>
              </a:rPr>
              <a:t>clean_contacts.py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4121" y="2802853"/>
            <a:ext cx="3507740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49225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Font typeface="Yu Gothic"/>
              <a:buChar char="✓"/>
              <a:tabLst>
                <a:tab pos="149225" algn="l"/>
              </a:tabLst>
            </a:pP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Files</a:t>
            </a:r>
            <a:r>
              <a:rPr dirty="0" baseline="3472" sz="1200" spc="-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are</a:t>
            </a:r>
            <a:r>
              <a:rPr dirty="0" baseline="3472" sz="1200" spc="-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visible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 on</a:t>
            </a:r>
            <a:r>
              <a:rPr dirty="0" baseline="3472" sz="1200" spc="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67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baseline="3472" sz="1200" spc="-1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it</a:t>
            </a:r>
            <a:r>
              <a:rPr dirty="0" baseline="3472" sz="1200" spc="-1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h</a:t>
            </a:r>
            <a:r>
              <a:rPr dirty="0" baseline="3472" sz="1200" spc="-15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u</a:t>
            </a:r>
            <a:r>
              <a:rPr dirty="0" baseline="3472" sz="1200" spc="-1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42">
                <a:solidFill>
                  <a:srgbClr val="FF6A5A"/>
                </a:solidFill>
                <a:latin typeface="Trebuchet MS"/>
                <a:cs typeface="Trebuchet MS"/>
              </a:rPr>
              <a:t>b</a:t>
            </a:r>
            <a:r>
              <a:rPr dirty="0" baseline="3472" sz="1200" spc="-1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04">
                <a:solidFill>
                  <a:srgbClr val="FF6A5A"/>
                </a:solidFill>
                <a:latin typeface="Trebuchet MS"/>
                <a:cs typeface="Trebuchet MS"/>
              </a:rPr>
              <a:t>.c</a:t>
            </a:r>
            <a:r>
              <a:rPr dirty="0" baseline="3472" sz="1200" spc="-1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04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baseline="3472" sz="1200" spc="-17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87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baseline="3472" sz="1200" spc="-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382">
                <a:solidFill>
                  <a:srgbClr val="FF6A5A"/>
                </a:solidFill>
                <a:latin typeface="Trebuchet MS"/>
                <a:cs typeface="Trebuchet MS"/>
              </a:rPr>
              <a:t>/</a:t>
            </a:r>
            <a:r>
              <a:rPr dirty="0" baseline="3472" sz="1200" spc="-23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y</a:t>
            </a:r>
            <a:r>
              <a:rPr dirty="0" baseline="3472" sz="1200" spc="-1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04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baseline="3472" sz="1200" spc="-17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u</a:t>
            </a:r>
            <a:r>
              <a:rPr dirty="0" baseline="3472" sz="1200" spc="-1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75">
                <a:solidFill>
                  <a:srgbClr val="FF6A5A"/>
                </a:solidFill>
                <a:latin typeface="Trebuchet MS"/>
                <a:cs typeface="Trebuchet MS"/>
              </a:rPr>
              <a:t>rn</a:t>
            </a:r>
            <a:r>
              <a:rPr dirty="0" baseline="3472" sz="1200" spc="-14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04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baseline="3472" sz="1200" spc="-17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87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baseline="3472" sz="1200" spc="-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baseline="3472" sz="1200" spc="-17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382">
                <a:solidFill>
                  <a:srgbClr val="FF6A5A"/>
                </a:solidFill>
                <a:latin typeface="Trebuchet MS"/>
                <a:cs typeface="Trebuchet MS"/>
              </a:rPr>
              <a:t>/</a:t>
            </a:r>
            <a:r>
              <a:rPr dirty="0" baseline="3472" sz="1200" spc="-24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42">
                <a:solidFill>
                  <a:srgbClr val="FF6A5A"/>
                </a:solidFill>
                <a:latin typeface="Trebuchet MS"/>
                <a:cs typeface="Trebuchet MS"/>
              </a:rPr>
              <a:t>d </a:t>
            </a:r>
            <a:r>
              <a:rPr dirty="0" baseline="3472" sz="1200" spc="-104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baseline="3472" sz="1200" spc="-17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y</a:t>
            </a:r>
            <a:r>
              <a:rPr dirty="0" baseline="3472" sz="1200" spc="-14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04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r>
              <a:rPr dirty="0" baseline="3472" sz="1200" spc="-1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37">
                <a:solidFill>
                  <a:srgbClr val="FF6A5A"/>
                </a:solidFill>
                <a:latin typeface="Trebuchet MS"/>
                <a:cs typeface="Trebuchet MS"/>
              </a:rPr>
              <a:t>-</a:t>
            </a:r>
            <a:r>
              <a:rPr dirty="0" baseline="3472" sz="1200" spc="-142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baseline="3472" sz="1200" spc="-1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57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baseline="3472" sz="1200" spc="-20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04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baseline="3472" sz="1200" spc="-17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baseline="3472" sz="1200" spc="-1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209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baseline="3472" sz="1200" spc="-17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75">
                <a:solidFill>
                  <a:srgbClr val="FF6A5A"/>
                </a:solidFill>
                <a:latin typeface="Trebuchet MS"/>
                <a:cs typeface="Trebuchet MS"/>
              </a:rPr>
              <a:t>ic</a:t>
            </a:r>
            <a:r>
              <a:rPr dirty="0" baseline="3472" sz="1200" spc="-1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75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endParaRPr baseline="3472" sz="1200">
              <a:latin typeface="Trebuchet MS"/>
              <a:cs typeface="Trebuchet MS"/>
            </a:endParaRPr>
          </a:p>
          <a:p>
            <a:pPr marL="149225" indent="-149225">
              <a:lnSpc>
                <a:spcPct val="100000"/>
              </a:lnSpc>
              <a:spcBef>
                <a:spcPts val="735"/>
              </a:spcBef>
              <a:buClr>
                <a:srgbClr val="FF6A5A"/>
              </a:buClr>
              <a:buSzPct val="123076"/>
              <a:buFont typeface="Yu Gothic"/>
              <a:buChar char="✓"/>
              <a:tabLst>
                <a:tab pos="149225" algn="l"/>
                <a:tab pos="3110230" algn="l"/>
              </a:tabLst>
            </a:pPr>
            <a:r>
              <a:rPr dirty="0" baseline="4273" sz="975" spc="-30">
                <a:solidFill>
                  <a:srgbClr val="1A1E39"/>
                </a:solidFill>
                <a:latin typeface="Calibri"/>
                <a:cs typeface="Calibri"/>
              </a:rPr>
              <a:t>You 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can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clone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your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own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repo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baseline="4273" sz="975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fresh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folder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baseline="4273" sz="975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4273" sz="975" spc="-37">
                <a:solidFill>
                  <a:srgbClr val="1A1E39"/>
                </a:solidFill>
                <a:latin typeface="Calibri"/>
                <a:cs typeface="Calibri"/>
              </a:rPr>
              <a:t>run</a:t>
            </a:r>
            <a:r>
              <a:rPr dirty="0" baseline="4273" sz="975">
                <a:solidFill>
                  <a:srgbClr val="1A1E39"/>
                </a:solidFill>
                <a:latin typeface="Calibri"/>
                <a:cs typeface="Calibri"/>
              </a:rPr>
              <a:t>	</a:t>
            </a:r>
            <a:r>
              <a:rPr dirty="0" baseline="4273" sz="975" spc="-15">
                <a:solidFill>
                  <a:srgbClr val="1A1E39"/>
                </a:solidFill>
                <a:latin typeface="Calibri"/>
                <a:cs typeface="Calibri"/>
              </a:rPr>
              <a:t>successfully</a:t>
            </a:r>
            <a:endParaRPr baseline="4273" sz="975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34238" y="3228120"/>
            <a:ext cx="4260215" cy="260350"/>
            <a:chOff x="534238" y="3228120"/>
            <a:chExt cx="4260215" cy="260350"/>
          </a:xfrm>
        </p:grpSpPr>
        <p:sp>
          <p:nvSpPr>
            <p:cNvPr id="40" name="object 40"/>
            <p:cNvSpPr/>
            <p:nvPr/>
          </p:nvSpPr>
          <p:spPr>
            <a:xfrm>
              <a:off x="556920" y="3231720"/>
              <a:ext cx="4234180" cy="635"/>
            </a:xfrm>
            <a:custGeom>
              <a:avLst/>
              <a:gdLst/>
              <a:ahLst/>
              <a:cxnLst/>
              <a:rect l="l" t="t" r="r" b="b"/>
              <a:pathLst>
                <a:path w="4234180" h="635">
                  <a:moveTo>
                    <a:pt x="0" y="0"/>
                  </a:moveTo>
                  <a:lnTo>
                    <a:pt x="4233595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34238" y="3304084"/>
              <a:ext cx="752475" cy="184150"/>
            </a:xfrm>
            <a:custGeom>
              <a:avLst/>
              <a:gdLst/>
              <a:ahLst/>
              <a:cxnLst/>
              <a:rect l="l" t="t" r="r" b="b"/>
              <a:pathLst>
                <a:path w="752475" h="184150">
                  <a:moveTo>
                    <a:pt x="659879" y="0"/>
                  </a:moveTo>
                  <a:lnTo>
                    <a:pt x="92163" y="0"/>
                  </a:lnTo>
                  <a:lnTo>
                    <a:pt x="79295" y="798"/>
                  </a:lnTo>
                  <a:lnTo>
                    <a:pt x="79841" y="798"/>
                  </a:lnTo>
                  <a:lnTo>
                    <a:pt x="68310" y="3016"/>
                  </a:lnTo>
                  <a:lnTo>
                    <a:pt x="27001" y="26681"/>
                  </a:lnTo>
                  <a:lnTo>
                    <a:pt x="3149" y="67948"/>
                  </a:lnTo>
                  <a:lnTo>
                    <a:pt x="0" y="91795"/>
                  </a:lnTo>
                  <a:lnTo>
                    <a:pt x="0" y="92151"/>
                  </a:lnTo>
                  <a:lnTo>
                    <a:pt x="12242" y="137871"/>
                  </a:lnTo>
                  <a:lnTo>
                    <a:pt x="45719" y="171716"/>
                  </a:lnTo>
                  <a:lnTo>
                    <a:pt x="91795" y="183959"/>
                  </a:lnTo>
                  <a:lnTo>
                    <a:pt x="660247" y="183959"/>
                  </a:lnTo>
                  <a:lnTo>
                    <a:pt x="705967" y="171361"/>
                  </a:lnTo>
                  <a:lnTo>
                    <a:pt x="739800" y="137871"/>
                  </a:lnTo>
                  <a:lnTo>
                    <a:pt x="752019" y="92151"/>
                  </a:lnTo>
                  <a:lnTo>
                    <a:pt x="752019" y="91795"/>
                  </a:lnTo>
                  <a:lnTo>
                    <a:pt x="739444" y="46075"/>
                  </a:lnTo>
                  <a:lnTo>
                    <a:pt x="705967" y="12242"/>
                  </a:lnTo>
                  <a:lnTo>
                    <a:pt x="671941" y="798"/>
                  </a:lnTo>
                  <a:lnTo>
                    <a:pt x="659879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557276" y="3301272"/>
            <a:ext cx="4123054" cy="489584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47955" indent="-79375">
              <a:lnSpc>
                <a:spcPct val="100000"/>
              </a:lnSpc>
              <a:spcBef>
                <a:spcPts val="310"/>
              </a:spcBef>
              <a:buSzPct val="116666"/>
              <a:buFont typeface="Segoe UI Symbol"/>
              <a:buChar char="✓"/>
              <a:tabLst>
                <a:tab pos="147955" algn="l"/>
              </a:tabLst>
            </a:pPr>
            <a:r>
              <a:rPr dirty="0" sz="60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600" spc="1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600" spc="1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600" spc="-50" b="1">
                <a:solidFill>
                  <a:srgbClr val="FFFFFF"/>
                </a:solidFill>
                <a:latin typeface="Calibri"/>
                <a:cs typeface="Calibri"/>
              </a:rPr>
              <a:t> D</a:t>
            </a:r>
            <a:endParaRPr sz="600">
              <a:latin typeface="Calibri"/>
              <a:cs typeface="Calibri"/>
            </a:endParaRPr>
          </a:p>
          <a:p>
            <a:pPr marR="5080">
              <a:lnSpc>
                <a:spcPct val="105400"/>
              </a:lnSpc>
              <a:spcBef>
                <a:spcPts val="459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student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has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pushed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least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their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own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repo.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That's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today's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checkpoint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4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Session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Plan's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stated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goal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65">
                <a:solidFill>
                  <a:srgbClr val="293183"/>
                </a:solidFill>
                <a:latin typeface="Arial Black"/>
                <a:cs typeface="Arial Black"/>
              </a:rPr>
              <a:t>D</a:t>
            </a:r>
            <a:r>
              <a:rPr dirty="0" sz="800" spc="-8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sz="800" spc="-1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293183"/>
                </a:solidFill>
                <a:latin typeface="Arial Black"/>
                <a:cs typeface="Arial Black"/>
              </a:rPr>
              <a:t>y</a:t>
            </a:r>
            <a:r>
              <a:rPr dirty="0" sz="800" spc="114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293183"/>
                </a:solidFill>
                <a:latin typeface="Arial Black"/>
                <a:cs typeface="Arial Black"/>
              </a:rPr>
              <a:t>3</a:t>
            </a:r>
            <a:r>
              <a:rPr dirty="0" sz="800" spc="-7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036553" y="1000914"/>
            <a:ext cx="3710940" cy="3757295"/>
            <a:chOff x="5036553" y="1000914"/>
            <a:chExt cx="3710940" cy="3757295"/>
          </a:xfrm>
        </p:grpSpPr>
        <p:sp>
          <p:nvSpPr>
            <p:cNvPr id="44" name="object 44"/>
            <p:cNvSpPr/>
            <p:nvPr/>
          </p:nvSpPr>
          <p:spPr>
            <a:xfrm>
              <a:off x="5040719" y="1015201"/>
              <a:ext cx="3703320" cy="3728720"/>
            </a:xfrm>
            <a:custGeom>
              <a:avLst/>
              <a:gdLst/>
              <a:ahLst/>
              <a:cxnLst/>
              <a:rect l="l" t="t" r="r" b="b"/>
              <a:pathLst>
                <a:path w="3703320" h="3728720">
                  <a:moveTo>
                    <a:pt x="3569766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3594963"/>
                  </a:lnTo>
                  <a:lnTo>
                    <a:pt x="9953" y="3645576"/>
                  </a:lnTo>
                  <a:lnTo>
                    <a:pt x="38876" y="3689102"/>
                  </a:lnTo>
                  <a:lnTo>
                    <a:pt x="82223" y="3717986"/>
                  </a:lnTo>
                  <a:lnTo>
                    <a:pt x="133197" y="3728161"/>
                  </a:lnTo>
                  <a:lnTo>
                    <a:pt x="3570122" y="3727805"/>
                  </a:lnTo>
                  <a:lnTo>
                    <a:pt x="3620946" y="3717781"/>
                  </a:lnTo>
                  <a:lnTo>
                    <a:pt x="3664261" y="3688918"/>
                  </a:lnTo>
                  <a:lnTo>
                    <a:pt x="3693039" y="3645787"/>
                  </a:lnTo>
                  <a:lnTo>
                    <a:pt x="3702115" y="3612352"/>
                  </a:lnTo>
                  <a:lnTo>
                    <a:pt x="3702177" y="3612041"/>
                  </a:lnTo>
                  <a:lnTo>
                    <a:pt x="3703295" y="3594963"/>
                  </a:lnTo>
                  <a:lnTo>
                    <a:pt x="3703319" y="3594595"/>
                  </a:lnTo>
                  <a:lnTo>
                    <a:pt x="3702964" y="133197"/>
                  </a:lnTo>
                  <a:lnTo>
                    <a:pt x="3692939" y="82373"/>
                  </a:lnTo>
                  <a:lnTo>
                    <a:pt x="3664078" y="39058"/>
                  </a:lnTo>
                  <a:lnTo>
                    <a:pt x="3620741" y="10174"/>
                  </a:lnTo>
                  <a:lnTo>
                    <a:pt x="3587205" y="1142"/>
                  </a:lnTo>
                  <a:lnTo>
                    <a:pt x="35697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040363" y="1015201"/>
              <a:ext cx="3703320" cy="3728720"/>
            </a:xfrm>
            <a:custGeom>
              <a:avLst/>
              <a:gdLst/>
              <a:ahLst/>
              <a:cxnLst/>
              <a:rect l="l" t="t" r="r" b="b"/>
              <a:pathLst>
                <a:path w="3703320" h="3728720">
                  <a:moveTo>
                    <a:pt x="0" y="3594"/>
                  </a:moveTo>
                  <a:lnTo>
                    <a:pt x="3703320" y="3962"/>
                  </a:lnTo>
                </a:path>
                <a:path w="3703320" h="3728720">
                  <a:moveTo>
                    <a:pt x="3699713" y="0"/>
                  </a:moveTo>
                  <a:lnTo>
                    <a:pt x="3700081" y="3728161"/>
                  </a:lnTo>
                </a:path>
                <a:path w="3703320" h="3728720">
                  <a:moveTo>
                    <a:pt x="0" y="3724554"/>
                  </a:moveTo>
                  <a:lnTo>
                    <a:pt x="3703320" y="3724922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054765" y="1015201"/>
              <a:ext cx="635" cy="3728720"/>
            </a:xfrm>
            <a:custGeom>
              <a:avLst/>
              <a:gdLst/>
              <a:ahLst/>
              <a:cxnLst/>
              <a:rect l="l" t="t" r="r" b="b"/>
              <a:pathLst>
                <a:path w="635" h="3728720">
                  <a:moveTo>
                    <a:pt x="0" y="0"/>
                  </a:moveTo>
                  <a:lnTo>
                    <a:pt x="355" y="3728161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197678" y="1333082"/>
              <a:ext cx="3410585" cy="635"/>
            </a:xfrm>
            <a:custGeom>
              <a:avLst/>
              <a:gdLst/>
              <a:ahLst/>
              <a:cxnLst/>
              <a:rect l="l" t="t" r="r" b="b"/>
              <a:pathLst>
                <a:path w="3410584" h="634">
                  <a:moveTo>
                    <a:pt x="0" y="0"/>
                  </a:moveTo>
                  <a:lnTo>
                    <a:pt x="3410280" y="355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5184622" y="1121653"/>
            <a:ext cx="87439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65" b="1">
                <a:solidFill>
                  <a:srgbClr val="FF6A5A"/>
                </a:solidFill>
                <a:latin typeface="Calibri"/>
                <a:cs typeface="Calibri"/>
              </a:rPr>
              <a:t>EXP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EC</a:t>
            </a:r>
            <a:r>
              <a:rPr dirty="0" sz="800" spc="-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TE</a:t>
            </a:r>
            <a:r>
              <a:rPr dirty="0" sz="800" spc="-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2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F</a:t>
            </a:r>
            <a:r>
              <a:rPr dirty="0" sz="800" spc="-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30" b="1">
                <a:solidFill>
                  <a:srgbClr val="FF6A5A"/>
                </a:solidFill>
                <a:latin typeface="Calibri"/>
                <a:cs typeface="Calibri"/>
              </a:rPr>
              <a:t>LOW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190001" y="1113487"/>
            <a:ext cx="434340" cy="168275"/>
          </a:xfrm>
          <a:custGeom>
            <a:avLst/>
            <a:gdLst/>
            <a:ahLst/>
            <a:cxnLst/>
            <a:rect l="l" t="t" r="r" b="b"/>
            <a:pathLst>
              <a:path w="434340" h="168275">
                <a:moveTo>
                  <a:pt x="349923" y="0"/>
                </a:moveTo>
                <a:lnTo>
                  <a:pt x="84239" y="0"/>
                </a:lnTo>
                <a:lnTo>
                  <a:pt x="72392" y="729"/>
                </a:lnTo>
                <a:lnTo>
                  <a:pt x="72941" y="729"/>
                </a:lnTo>
                <a:lnTo>
                  <a:pt x="62371" y="2741"/>
                </a:lnTo>
                <a:lnTo>
                  <a:pt x="24614" y="24430"/>
                </a:lnTo>
                <a:lnTo>
                  <a:pt x="2881" y="62137"/>
                </a:lnTo>
                <a:lnTo>
                  <a:pt x="0" y="83870"/>
                </a:lnTo>
                <a:lnTo>
                  <a:pt x="0" y="84239"/>
                </a:lnTo>
                <a:lnTo>
                  <a:pt x="11163" y="125996"/>
                </a:lnTo>
                <a:lnTo>
                  <a:pt x="17107" y="135079"/>
                </a:lnTo>
                <a:lnTo>
                  <a:pt x="17209" y="135235"/>
                </a:lnTo>
                <a:lnTo>
                  <a:pt x="51733" y="161739"/>
                </a:lnTo>
                <a:lnTo>
                  <a:pt x="83883" y="168109"/>
                </a:lnTo>
                <a:lnTo>
                  <a:pt x="349923" y="168109"/>
                </a:lnTo>
                <a:lnTo>
                  <a:pt x="392036" y="156591"/>
                </a:lnTo>
                <a:lnTo>
                  <a:pt x="422998" y="125996"/>
                </a:lnTo>
                <a:lnTo>
                  <a:pt x="431218" y="105794"/>
                </a:lnTo>
                <a:lnTo>
                  <a:pt x="431280" y="105610"/>
                </a:lnTo>
                <a:lnTo>
                  <a:pt x="433389" y="95067"/>
                </a:lnTo>
                <a:lnTo>
                  <a:pt x="433430" y="94860"/>
                </a:lnTo>
                <a:lnTo>
                  <a:pt x="434137" y="84239"/>
                </a:lnTo>
                <a:lnTo>
                  <a:pt x="422643" y="42113"/>
                </a:lnTo>
                <a:lnTo>
                  <a:pt x="392036" y="11150"/>
                </a:lnTo>
                <a:lnTo>
                  <a:pt x="360907" y="729"/>
                </a:lnTo>
                <a:lnTo>
                  <a:pt x="349923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8134463" y="1116979"/>
            <a:ext cx="5264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Arial Black"/>
                <a:cs typeface="Arial Black"/>
              </a:rPr>
              <a:t>6</a:t>
            </a:r>
            <a:r>
              <a:rPr dirty="0" sz="800" spc="17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FF6A5A"/>
                </a:solidFill>
                <a:latin typeface="Arial Black"/>
                <a:cs typeface="Arial Black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6A5A"/>
                </a:solidFill>
                <a:latin typeface="Arial Black"/>
                <a:cs typeface="Arial Black"/>
              </a:rPr>
              <a:t>T</a:t>
            </a:r>
            <a:r>
              <a:rPr dirty="0" sz="800" spc="-5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FF6A5A"/>
                </a:solidFill>
                <a:latin typeface="Arial Black"/>
                <a:cs typeface="Arial Black"/>
              </a:rPr>
              <a:t>E</a:t>
            </a:r>
            <a:r>
              <a:rPr dirty="0" sz="800" spc="-9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FF6A5A"/>
                </a:solidFill>
                <a:latin typeface="Arial Black"/>
                <a:cs typeface="Arial Black"/>
              </a:rPr>
              <a:t>P</a:t>
            </a:r>
            <a:r>
              <a:rPr dirty="0" sz="800" spc="-50">
                <a:solidFill>
                  <a:srgbClr val="FF6A5A"/>
                </a:solidFill>
                <a:latin typeface="Arial Black"/>
                <a:cs typeface="Arial Black"/>
              </a:rPr>
              <a:t> S</a:t>
            </a:r>
            <a:endParaRPr sz="800">
              <a:latin typeface="Arial Black"/>
              <a:cs typeface="Arial Black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196954" y="1407606"/>
            <a:ext cx="3411220" cy="3256915"/>
            <a:chOff x="5196954" y="1407606"/>
            <a:chExt cx="3411220" cy="3256915"/>
          </a:xfrm>
        </p:grpSpPr>
        <p:sp>
          <p:nvSpPr>
            <p:cNvPr id="52" name="object 52"/>
            <p:cNvSpPr/>
            <p:nvPr/>
          </p:nvSpPr>
          <p:spPr>
            <a:xfrm>
              <a:off x="5196954" y="1407606"/>
              <a:ext cx="3411220" cy="3256915"/>
            </a:xfrm>
            <a:custGeom>
              <a:avLst/>
              <a:gdLst/>
              <a:ahLst/>
              <a:cxnLst/>
              <a:rect l="l" t="t" r="r" b="b"/>
              <a:pathLst>
                <a:path w="3411220" h="3256915">
                  <a:moveTo>
                    <a:pt x="114846" y="0"/>
                  </a:moveTo>
                  <a:lnTo>
                    <a:pt x="71008" y="8808"/>
                  </a:lnTo>
                  <a:lnTo>
                    <a:pt x="33678" y="33743"/>
                  </a:lnTo>
                  <a:lnTo>
                    <a:pt x="9176" y="70788"/>
                  </a:lnTo>
                  <a:lnTo>
                    <a:pt x="368" y="114477"/>
                  </a:lnTo>
                  <a:lnTo>
                    <a:pt x="0" y="3142437"/>
                  </a:lnTo>
                  <a:lnTo>
                    <a:pt x="1002" y="3157452"/>
                  </a:lnTo>
                  <a:lnTo>
                    <a:pt x="15481" y="3199676"/>
                  </a:lnTo>
                  <a:lnTo>
                    <a:pt x="44851" y="3233291"/>
                  </a:lnTo>
                  <a:lnTo>
                    <a:pt x="84923" y="3252955"/>
                  </a:lnTo>
                  <a:lnTo>
                    <a:pt x="114490" y="3256915"/>
                  </a:lnTo>
                  <a:lnTo>
                    <a:pt x="3296526" y="3256915"/>
                  </a:lnTo>
                  <a:lnTo>
                    <a:pt x="3340363" y="3248106"/>
                  </a:lnTo>
                  <a:lnTo>
                    <a:pt x="3377615" y="3223255"/>
                  </a:lnTo>
                  <a:lnTo>
                    <a:pt x="3402121" y="3186274"/>
                  </a:lnTo>
                  <a:lnTo>
                    <a:pt x="3411004" y="3142437"/>
                  </a:lnTo>
                  <a:lnTo>
                    <a:pt x="3410980" y="114477"/>
                  </a:lnTo>
                  <a:lnTo>
                    <a:pt x="3402195" y="70995"/>
                  </a:lnTo>
                  <a:lnTo>
                    <a:pt x="3377349" y="33743"/>
                  </a:lnTo>
                  <a:lnTo>
                    <a:pt x="3340213" y="9163"/>
                  </a:lnTo>
                  <a:lnTo>
                    <a:pt x="3296526" y="355"/>
                  </a:lnTo>
                  <a:lnTo>
                    <a:pt x="114846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297754" y="1670763"/>
              <a:ext cx="3210560" cy="635"/>
            </a:xfrm>
            <a:custGeom>
              <a:avLst/>
              <a:gdLst/>
              <a:ahLst/>
              <a:cxnLst/>
              <a:rect l="l" t="t" r="r" b="b"/>
              <a:pathLst>
                <a:path w="3210559" h="635">
                  <a:moveTo>
                    <a:pt x="0" y="0"/>
                  </a:moveTo>
                  <a:lnTo>
                    <a:pt x="3210128" y="355"/>
                  </a:lnTo>
                </a:path>
              </a:pathLst>
            </a:custGeom>
            <a:ln w="7199">
              <a:solidFill>
                <a:srgbClr val="E7E9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297754" y="1523519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4">
                  <a:moveTo>
                    <a:pt x="33489" y="0"/>
                  </a:moveTo>
                  <a:lnTo>
                    <a:pt x="23761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89" y="9728"/>
                  </a:lnTo>
                  <a:lnTo>
                    <a:pt x="1447" y="18364"/>
                  </a:lnTo>
                  <a:lnTo>
                    <a:pt x="0" y="23406"/>
                  </a:lnTo>
                  <a:lnTo>
                    <a:pt x="0" y="28448"/>
                  </a:lnTo>
                  <a:lnTo>
                    <a:pt x="0" y="33477"/>
                  </a:lnTo>
                  <a:lnTo>
                    <a:pt x="23761" y="57238"/>
                  </a:lnTo>
                  <a:lnTo>
                    <a:pt x="33489" y="57238"/>
                  </a:lnTo>
                  <a:lnTo>
                    <a:pt x="57251" y="33477"/>
                  </a:lnTo>
                  <a:lnTo>
                    <a:pt x="57251" y="23406"/>
                  </a:lnTo>
                  <a:lnTo>
                    <a:pt x="55803" y="18364"/>
                  </a:lnTo>
                  <a:lnTo>
                    <a:pt x="50761" y="9728"/>
                  </a:lnTo>
                  <a:lnTo>
                    <a:pt x="47167" y="6121"/>
                  </a:lnTo>
                  <a:lnTo>
                    <a:pt x="38531" y="1079"/>
                  </a:lnTo>
                  <a:lnTo>
                    <a:pt x="33489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412244" y="1523519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4">
                  <a:moveTo>
                    <a:pt x="33477" y="0"/>
                  </a:moveTo>
                  <a:lnTo>
                    <a:pt x="23749" y="0"/>
                  </a:lnTo>
                  <a:lnTo>
                    <a:pt x="18719" y="1079"/>
                  </a:lnTo>
                  <a:lnTo>
                    <a:pt x="10071" y="6121"/>
                  </a:lnTo>
                  <a:lnTo>
                    <a:pt x="6476" y="9728"/>
                  </a:lnTo>
                  <a:lnTo>
                    <a:pt x="1435" y="18364"/>
                  </a:lnTo>
                  <a:lnTo>
                    <a:pt x="0" y="23406"/>
                  </a:lnTo>
                  <a:lnTo>
                    <a:pt x="0" y="28448"/>
                  </a:lnTo>
                  <a:lnTo>
                    <a:pt x="0" y="33477"/>
                  </a:lnTo>
                  <a:lnTo>
                    <a:pt x="23749" y="57238"/>
                  </a:lnTo>
                  <a:lnTo>
                    <a:pt x="33477" y="57238"/>
                  </a:lnTo>
                  <a:lnTo>
                    <a:pt x="57238" y="33477"/>
                  </a:lnTo>
                  <a:lnTo>
                    <a:pt x="57238" y="23406"/>
                  </a:lnTo>
                  <a:lnTo>
                    <a:pt x="55791" y="18364"/>
                  </a:lnTo>
                  <a:lnTo>
                    <a:pt x="50749" y="9728"/>
                  </a:lnTo>
                  <a:lnTo>
                    <a:pt x="47155" y="6121"/>
                  </a:lnTo>
                  <a:lnTo>
                    <a:pt x="38519" y="1079"/>
                  </a:lnTo>
                  <a:lnTo>
                    <a:pt x="33477" y="0"/>
                  </a:lnTo>
                  <a:close/>
                </a:path>
              </a:pathLst>
            </a:custGeom>
            <a:solidFill>
              <a:srgbClr val="FFD4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526354" y="1523519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4">
                  <a:moveTo>
                    <a:pt x="33489" y="0"/>
                  </a:moveTo>
                  <a:lnTo>
                    <a:pt x="23761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89" y="9728"/>
                  </a:lnTo>
                  <a:lnTo>
                    <a:pt x="1447" y="18364"/>
                  </a:lnTo>
                  <a:lnTo>
                    <a:pt x="0" y="23406"/>
                  </a:lnTo>
                  <a:lnTo>
                    <a:pt x="0" y="28448"/>
                  </a:lnTo>
                  <a:lnTo>
                    <a:pt x="0" y="33477"/>
                  </a:lnTo>
                  <a:lnTo>
                    <a:pt x="23761" y="57238"/>
                  </a:lnTo>
                  <a:lnTo>
                    <a:pt x="33489" y="57238"/>
                  </a:lnTo>
                  <a:lnTo>
                    <a:pt x="57251" y="33477"/>
                  </a:lnTo>
                  <a:lnTo>
                    <a:pt x="57251" y="23406"/>
                  </a:lnTo>
                  <a:lnTo>
                    <a:pt x="55803" y="18364"/>
                  </a:lnTo>
                  <a:lnTo>
                    <a:pt x="50761" y="9728"/>
                  </a:lnTo>
                  <a:lnTo>
                    <a:pt x="47167" y="6121"/>
                  </a:lnTo>
                  <a:lnTo>
                    <a:pt x="38531" y="1079"/>
                  </a:lnTo>
                  <a:lnTo>
                    <a:pt x="33489" y="0"/>
                  </a:lnTo>
                  <a:close/>
                </a:path>
              </a:pathLst>
            </a:custGeom>
            <a:solidFill>
              <a:srgbClr val="B7E8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5670626" y="1475894"/>
            <a:ext cx="23545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8B7E"/>
                </a:solidFill>
                <a:latin typeface="Arial Black"/>
                <a:cs typeface="Arial Black"/>
              </a:rPr>
              <a:t>T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FF8B7E"/>
                </a:solidFill>
                <a:latin typeface="Arial Black"/>
                <a:cs typeface="Arial Black"/>
              </a:rPr>
              <a:t>E</a:t>
            </a:r>
            <a:r>
              <a:rPr dirty="0" sz="800" spc="-6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R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210">
                <a:solidFill>
                  <a:srgbClr val="FF8B7E"/>
                </a:solidFill>
                <a:latin typeface="Arial Black"/>
                <a:cs typeface="Arial Black"/>
              </a:rPr>
              <a:t>M</a:t>
            </a:r>
            <a:r>
              <a:rPr dirty="0" sz="800" spc="8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FF8B7E"/>
                </a:solidFill>
                <a:latin typeface="Arial Black"/>
                <a:cs typeface="Arial Black"/>
              </a:rPr>
              <a:t>I</a:t>
            </a:r>
            <a:r>
              <a:rPr dirty="0" sz="800" spc="-5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FF8B7E"/>
                </a:solidFill>
                <a:latin typeface="Arial Black"/>
                <a:cs typeface="Arial Black"/>
              </a:rPr>
              <a:t>N</a:t>
            </a:r>
            <a:r>
              <a:rPr dirty="0" sz="800" spc="2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A</a:t>
            </a:r>
            <a:r>
              <a:rPr dirty="0" sz="800" spc="-2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8B7E"/>
                </a:solidFill>
                <a:latin typeface="Arial Black"/>
                <a:cs typeface="Arial Black"/>
              </a:rPr>
              <a:t>L</a:t>
            </a:r>
            <a:r>
              <a:rPr dirty="0" sz="800" spc="10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8B7E"/>
                </a:solidFill>
                <a:latin typeface="Arial Black"/>
                <a:cs typeface="Arial Black"/>
              </a:rPr>
              <a:t>—</a:t>
            </a:r>
            <a:r>
              <a:rPr dirty="0" sz="800" spc="24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D</a:t>
            </a:r>
            <a:r>
              <a:rPr dirty="0" sz="800" spc="2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A</a:t>
            </a:r>
            <a:r>
              <a:rPr dirty="0" sz="800" spc="-10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95">
                <a:solidFill>
                  <a:srgbClr val="FF8B7E"/>
                </a:solidFill>
                <a:latin typeface="Arial Black"/>
                <a:cs typeface="Arial Black"/>
              </a:rPr>
              <a:t>Y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8B7E"/>
                </a:solidFill>
                <a:latin typeface="Arial Black"/>
                <a:cs typeface="Arial Black"/>
              </a:rPr>
              <a:t>3</a:t>
            </a:r>
            <a:r>
              <a:rPr dirty="0" sz="800" spc="2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FF8B7E"/>
                </a:solidFill>
                <a:latin typeface="Arial Black"/>
                <a:cs typeface="Arial Black"/>
              </a:rPr>
              <a:t>-</a:t>
            </a:r>
            <a:r>
              <a:rPr dirty="0" sz="800" spc="-5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FF8B7E"/>
                </a:solidFill>
                <a:latin typeface="Arial Black"/>
                <a:cs typeface="Arial Black"/>
              </a:rPr>
              <a:t>P</a:t>
            </a:r>
            <a:r>
              <a:rPr dirty="0" sz="800" spc="-2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R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FF8B7E"/>
                </a:solidFill>
                <a:latin typeface="Arial Black"/>
                <a:cs typeface="Arial Black"/>
              </a:rPr>
              <a:t>A</a:t>
            </a:r>
            <a:r>
              <a:rPr dirty="0" sz="800" spc="-2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0">
                <a:solidFill>
                  <a:srgbClr val="FF8B7E"/>
                </a:solidFill>
                <a:latin typeface="Arial Black"/>
                <a:cs typeface="Arial Black"/>
              </a:rPr>
              <a:t>C</a:t>
            </a:r>
            <a:r>
              <a:rPr dirty="0" sz="800" spc="-6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8B7E"/>
                </a:solidFill>
                <a:latin typeface="Arial Black"/>
                <a:cs typeface="Arial Black"/>
              </a:rPr>
              <a:t>T</a:t>
            </a:r>
            <a:r>
              <a:rPr dirty="0" sz="800" spc="-3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FF8B7E"/>
                </a:solidFill>
                <a:latin typeface="Arial Black"/>
                <a:cs typeface="Arial Black"/>
              </a:rPr>
              <a:t>I</a:t>
            </a:r>
            <a:r>
              <a:rPr dirty="0" sz="800" spc="-5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60">
                <a:solidFill>
                  <a:srgbClr val="FF8B7E"/>
                </a:solidFill>
                <a:latin typeface="Arial Black"/>
                <a:cs typeface="Arial Black"/>
              </a:rPr>
              <a:t>C</a:t>
            </a:r>
            <a:r>
              <a:rPr dirty="0" sz="800" spc="-6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8B7E"/>
                </a:solidFill>
                <a:latin typeface="Arial Black"/>
                <a:cs typeface="Arial Black"/>
              </a:rPr>
              <a:t>E</a:t>
            </a:r>
            <a:r>
              <a:rPr dirty="0" sz="800" spc="28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8B7E"/>
                </a:solidFill>
                <a:latin typeface="Arial Black"/>
                <a:cs typeface="Arial Black"/>
              </a:rPr>
              <a:t>·</a:t>
            </a:r>
            <a:r>
              <a:rPr dirty="0" sz="800" spc="28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8B7E"/>
                </a:solidFill>
                <a:latin typeface="Arial Black"/>
                <a:cs typeface="Arial Black"/>
              </a:rPr>
              <a:t>Z</a:t>
            </a:r>
            <a:r>
              <a:rPr dirty="0" sz="800" spc="10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FF8B7E"/>
                </a:solidFill>
                <a:latin typeface="Arial Black"/>
                <a:cs typeface="Arial Black"/>
              </a:rPr>
              <a:t>S</a:t>
            </a:r>
            <a:r>
              <a:rPr dirty="0" sz="800" spc="-35">
                <a:solidFill>
                  <a:srgbClr val="FF8B7E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FF8B7E"/>
                </a:solidFill>
                <a:latin typeface="Arial Black"/>
                <a:cs typeface="Arial Black"/>
              </a:rPr>
              <a:t>H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284698" y="1799541"/>
            <a:ext cx="46291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6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1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Cop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y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a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y</a:t>
            </a:r>
            <a:r>
              <a:rPr dirty="0" sz="200" spc="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fi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 le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in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y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ou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re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p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endParaRPr sz="2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284698" y="1921219"/>
            <a:ext cx="412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284698" y="2042898"/>
            <a:ext cx="412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284698" y="2098702"/>
            <a:ext cx="863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284698" y="2408302"/>
            <a:ext cx="7270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2.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Create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.gitignore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(use slide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9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template)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284698" y="2530337"/>
            <a:ext cx="412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284698" y="2612785"/>
            <a:ext cx="1666239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paste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Python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template,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0" i="1">
                <a:solidFill>
                  <a:srgbClr val="8A8FB4"/>
                </a:solidFill>
                <a:latin typeface="Courier New"/>
                <a:cs typeface="Courier New"/>
              </a:rPr>
              <a:t>save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85054" y="2895373"/>
            <a:ext cx="60769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3.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Check what's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about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to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be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committed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284698" y="3017420"/>
            <a:ext cx="412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285054" y="3139099"/>
            <a:ext cx="74231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 should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see: clean_contacts.py,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contacts.txt,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284698" y="3221534"/>
            <a:ext cx="157289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9390" algn="l"/>
              </a:tabLst>
            </a:pP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	.gitignore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as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untracked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files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285054" y="3504490"/>
            <a:ext cx="30924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5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4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r>
              <a:rPr dirty="0" sz="200" spc="1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St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ag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an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d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com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m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it</a:t>
            </a:r>
            <a:endParaRPr sz="2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284698" y="3626182"/>
            <a:ext cx="4127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284698" y="3681617"/>
            <a:ext cx="863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029540" y="3708617"/>
            <a:ext cx="194818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"Add</a:t>
            </a:r>
            <a:r>
              <a:rPr dirty="0" sz="600" spc="1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Day</a:t>
            </a:r>
            <a:r>
              <a:rPr dirty="0" sz="600" spc="1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2</a:t>
            </a:r>
            <a:r>
              <a:rPr dirty="0" sz="600" spc="2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contact</a:t>
            </a:r>
            <a:r>
              <a:rPr dirty="0" sz="600" spc="1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list</a:t>
            </a:r>
            <a:r>
              <a:rPr dirty="0" sz="600" spc="1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cleaner</a:t>
            </a:r>
            <a:r>
              <a:rPr dirty="0" sz="600" spc="1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exercise"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285054" y="3991573"/>
            <a:ext cx="26543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5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Pu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sh</a:t>
            </a:r>
            <a:r>
              <a:rPr dirty="0" sz="200" spc="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Git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40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u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b</a:t>
            </a:r>
            <a:endParaRPr sz="2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84698" y="4047021"/>
            <a:ext cx="863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284698" y="4356978"/>
            <a:ext cx="80200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2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6.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Verify</a:t>
            </a:r>
            <a:r>
              <a:rPr dirty="0" sz="2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200" spc="-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Courier New"/>
                <a:cs typeface="Courier New"/>
              </a:rPr>
              <a:t>open github.com/yourname/day3-practice</a:t>
            </a:r>
            <a:endParaRPr sz="200">
              <a:latin typeface="Courier New"/>
              <a:cs typeface="Courier New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285054" y="4478656"/>
            <a:ext cx="38290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200" spc="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200" spc="1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y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ou</a:t>
            </a:r>
            <a:r>
              <a:rPr dirty="0" sz="200" spc="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sh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ou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ld</a:t>
            </a:r>
            <a:r>
              <a:rPr dirty="0" sz="200" spc="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see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a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ll</a:t>
            </a:r>
            <a:r>
              <a:rPr dirty="0" sz="200" spc="1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200" spc="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10" i="1">
                <a:solidFill>
                  <a:srgbClr val="8A8FB4"/>
                </a:solidFill>
                <a:latin typeface="Arial"/>
                <a:cs typeface="Arial"/>
              </a:rPr>
              <a:t>fi</a:t>
            </a:r>
            <a:r>
              <a:rPr dirty="0" sz="200" spc="-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20" i="1">
                <a:solidFill>
                  <a:srgbClr val="8A8FB4"/>
                </a:solidFill>
                <a:latin typeface="Arial"/>
                <a:cs typeface="Arial"/>
              </a:rPr>
              <a:t>le</a:t>
            </a:r>
            <a:r>
              <a:rPr dirty="0" sz="200" spc="-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200" spc="-5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endParaRPr sz="2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284698" y="4560737"/>
            <a:ext cx="246316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your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GitHub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profile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has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6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green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square</a:t>
            </a:r>
            <a:r>
              <a:rPr dirty="0" sz="6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for</a:t>
            </a:r>
            <a:r>
              <a:rPr dirty="0" sz="6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today</a:t>
            </a:r>
            <a:endParaRPr sz="600">
              <a:latin typeface="Courier New"/>
              <a:cs typeface="Courier New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040045" y="4789489"/>
            <a:ext cx="3704590" cy="365125"/>
            <a:chOff x="5040045" y="4789489"/>
            <a:chExt cx="3704590" cy="365125"/>
          </a:xfrm>
        </p:grpSpPr>
        <p:sp>
          <p:nvSpPr>
            <p:cNvPr id="79" name="object 79"/>
            <p:cNvSpPr/>
            <p:nvPr/>
          </p:nvSpPr>
          <p:spPr>
            <a:xfrm>
              <a:off x="5040547" y="4800246"/>
              <a:ext cx="3703954" cy="343535"/>
            </a:xfrm>
            <a:custGeom>
              <a:avLst/>
              <a:gdLst/>
              <a:ahLst/>
              <a:cxnLst/>
              <a:rect l="l" t="t" r="r" b="b"/>
              <a:pathLst>
                <a:path w="3703954" h="343535">
                  <a:moveTo>
                    <a:pt x="95573" y="0"/>
                  </a:moveTo>
                  <a:lnTo>
                    <a:pt x="47694" y="12954"/>
                  </a:lnTo>
                  <a:lnTo>
                    <a:pt x="12769" y="47879"/>
                  </a:lnTo>
                  <a:lnTo>
                    <a:pt x="171" y="95389"/>
                  </a:lnTo>
                  <a:lnTo>
                    <a:pt x="0" y="343077"/>
                  </a:lnTo>
                  <a:lnTo>
                    <a:pt x="3703491" y="343077"/>
                  </a:lnTo>
                  <a:lnTo>
                    <a:pt x="3703491" y="95758"/>
                  </a:lnTo>
                  <a:lnTo>
                    <a:pt x="3702631" y="83165"/>
                  </a:lnTo>
                  <a:lnTo>
                    <a:pt x="3683612" y="37560"/>
                  </a:lnTo>
                  <a:lnTo>
                    <a:pt x="3644440" y="7492"/>
                  </a:lnTo>
                  <a:lnTo>
                    <a:pt x="95573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051158" y="4800601"/>
              <a:ext cx="635" cy="342900"/>
            </a:xfrm>
            <a:custGeom>
              <a:avLst/>
              <a:gdLst/>
              <a:ahLst/>
              <a:cxnLst/>
              <a:rect l="l" t="t" r="r" b="b"/>
              <a:pathLst>
                <a:path w="635" h="342900">
                  <a:moveTo>
                    <a:pt x="0" y="0"/>
                  </a:moveTo>
                  <a:lnTo>
                    <a:pt x="173" y="342722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147284" y="4871518"/>
              <a:ext cx="1451610" cy="144780"/>
            </a:xfrm>
            <a:custGeom>
              <a:avLst/>
              <a:gdLst/>
              <a:ahLst/>
              <a:cxnLst/>
              <a:rect l="l" t="t" r="r" b="b"/>
              <a:pathLst>
                <a:path w="1451609" h="144779">
                  <a:moveTo>
                    <a:pt x="1379156" y="0"/>
                  </a:moveTo>
                  <a:lnTo>
                    <a:pt x="72351" y="0"/>
                  </a:lnTo>
                  <a:lnTo>
                    <a:pt x="62931" y="607"/>
                  </a:lnTo>
                  <a:lnTo>
                    <a:pt x="21280" y="21291"/>
                  </a:lnTo>
                  <a:lnTo>
                    <a:pt x="607" y="62943"/>
                  </a:lnTo>
                  <a:lnTo>
                    <a:pt x="0" y="72364"/>
                  </a:lnTo>
                  <a:lnTo>
                    <a:pt x="607" y="81790"/>
                  </a:lnTo>
                  <a:lnTo>
                    <a:pt x="21280" y="123482"/>
                  </a:lnTo>
                  <a:lnTo>
                    <a:pt x="62931" y="144119"/>
                  </a:lnTo>
                  <a:lnTo>
                    <a:pt x="72351" y="144729"/>
                  </a:lnTo>
                  <a:lnTo>
                    <a:pt x="1379156" y="144729"/>
                  </a:lnTo>
                  <a:lnTo>
                    <a:pt x="1423265" y="129680"/>
                  </a:lnTo>
                  <a:lnTo>
                    <a:pt x="1449085" y="91082"/>
                  </a:lnTo>
                  <a:lnTo>
                    <a:pt x="1451521" y="72364"/>
                  </a:lnTo>
                  <a:lnTo>
                    <a:pt x="1450911" y="62943"/>
                  </a:lnTo>
                  <a:lnTo>
                    <a:pt x="1430274" y="21291"/>
                  </a:lnTo>
                  <a:lnTo>
                    <a:pt x="1388582" y="607"/>
                  </a:lnTo>
                  <a:lnTo>
                    <a:pt x="1379156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670433" y="4985996"/>
              <a:ext cx="1976755" cy="157480"/>
            </a:xfrm>
            <a:custGeom>
              <a:avLst/>
              <a:gdLst/>
              <a:ahLst/>
              <a:cxnLst/>
              <a:rect l="l" t="t" r="r" b="b"/>
              <a:pathLst>
                <a:path w="1976754" h="157479">
                  <a:moveTo>
                    <a:pt x="1953005" y="0"/>
                  </a:moveTo>
                  <a:lnTo>
                    <a:pt x="23406" y="0"/>
                  </a:lnTo>
                  <a:lnTo>
                    <a:pt x="18732" y="1079"/>
                  </a:lnTo>
                  <a:lnTo>
                    <a:pt x="10083" y="6121"/>
                  </a:lnTo>
                  <a:lnTo>
                    <a:pt x="6489" y="9728"/>
                  </a:lnTo>
                  <a:lnTo>
                    <a:pt x="1447" y="18364"/>
                  </a:lnTo>
                  <a:lnTo>
                    <a:pt x="0" y="23406"/>
                  </a:lnTo>
                  <a:lnTo>
                    <a:pt x="0" y="157327"/>
                  </a:lnTo>
                  <a:lnTo>
                    <a:pt x="1976579" y="157327"/>
                  </a:lnTo>
                  <a:lnTo>
                    <a:pt x="1976412" y="23406"/>
                  </a:lnTo>
                  <a:lnTo>
                    <a:pt x="1953005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355522" y="4987076"/>
              <a:ext cx="1271270" cy="116205"/>
            </a:xfrm>
            <a:custGeom>
              <a:avLst/>
              <a:gdLst/>
              <a:ahLst/>
              <a:cxnLst/>
              <a:rect l="l" t="t" r="r" b="b"/>
              <a:pathLst>
                <a:path w="1271270" h="116204">
                  <a:moveTo>
                    <a:pt x="1271155" y="0"/>
                  </a:moveTo>
                  <a:lnTo>
                    <a:pt x="0" y="0"/>
                  </a:lnTo>
                  <a:lnTo>
                    <a:pt x="0" y="115925"/>
                  </a:lnTo>
                  <a:lnTo>
                    <a:pt x="1271155" y="115925"/>
                  </a:lnTo>
                  <a:lnTo>
                    <a:pt x="12711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6657733" y="4957815"/>
            <a:ext cx="19812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password.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Go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to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github.com</a:t>
            </a: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→</a:t>
            </a:r>
            <a:r>
              <a:rPr dirty="0" sz="800" spc="-2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Settings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670433" y="5100842"/>
            <a:ext cx="1876425" cy="42545"/>
          </a:xfrm>
          <a:custGeom>
            <a:avLst/>
            <a:gdLst/>
            <a:ahLst/>
            <a:cxnLst/>
            <a:rect l="l" t="t" r="r" b="b"/>
            <a:pathLst>
              <a:path w="1876425" h="42545">
                <a:moveTo>
                  <a:pt x="1875955" y="0"/>
                </a:moveTo>
                <a:lnTo>
                  <a:pt x="0" y="0"/>
                </a:lnTo>
                <a:lnTo>
                  <a:pt x="0" y="42481"/>
                </a:lnTo>
                <a:lnTo>
                  <a:pt x="1875955" y="42481"/>
                </a:lnTo>
                <a:lnTo>
                  <a:pt x="18759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501738" y="4808780"/>
            <a:ext cx="14300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800" spc="2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·</a:t>
            </a:r>
            <a:r>
              <a:rPr dirty="0" sz="800" spc="229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2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800" spc="3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G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I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H</a:t>
            </a:r>
            <a:r>
              <a:rPr dirty="0" sz="800" spc="-1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180457" y="4844061"/>
            <a:ext cx="358965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833" sz="1200">
                <a:solidFill>
                  <a:srgbClr val="FFFFFF"/>
                </a:solidFill>
                <a:latin typeface="Segoe UI Symbol"/>
                <a:cs typeface="Segoe UI Symbol"/>
              </a:rPr>
              <a:t>⚿</a:t>
            </a:r>
            <a:r>
              <a:rPr dirty="0" baseline="-20833" sz="1200" spc="6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baseline="-37037" sz="900" spc="-15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37037" sz="900" spc="-89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37037" sz="900" b="1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dirty="0" baseline="-37037" sz="900" spc="2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37037" sz="900" b="1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baseline="-37037" sz="900" spc="2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37037" sz="900" b="1">
                <a:solidFill>
                  <a:srgbClr val="FFFFFF"/>
                </a:solidFill>
                <a:latin typeface="Calibri"/>
                <a:cs typeface="Calibri"/>
              </a:rPr>
              <a:t>HIT</a:t>
            </a:r>
            <a:r>
              <a:rPr dirty="0" baseline="-37037" sz="900" spc="247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37037" sz="9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baseline="-37037" sz="900" spc="2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37037" sz="900" spc="75" b="1">
                <a:solidFill>
                  <a:srgbClr val="FFFFFF"/>
                </a:solidFill>
                <a:latin typeface="Calibri"/>
                <a:cs typeface="Calibri"/>
              </a:rPr>
              <a:t>PASSWORD</a:t>
            </a:r>
            <a:r>
              <a:rPr dirty="0" baseline="-37037" sz="900" spc="2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37037" sz="900" spc="75" b="1">
                <a:solidFill>
                  <a:srgbClr val="FFFFFF"/>
                </a:solidFill>
                <a:latin typeface="Calibri"/>
                <a:cs typeface="Calibri"/>
              </a:rPr>
              <a:t>PROMP</a:t>
            </a:r>
            <a:r>
              <a:rPr dirty="0" baseline="-37037" sz="900" spc="-89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37037" sz="900" spc="-75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800" spc="-50">
                <a:solidFill>
                  <a:srgbClr val="1A1E39"/>
                </a:solidFill>
                <a:latin typeface="Calibri"/>
                <a:cs typeface="Calibri"/>
              </a:rPr>
              <a:t>GitHub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needs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a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Personal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Access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0" b="1">
                <a:solidFill>
                  <a:srgbClr val="FF6A5A"/>
                </a:solidFill>
                <a:latin typeface="Calibri"/>
                <a:cs typeface="Calibri"/>
              </a:rPr>
              <a:t>Token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80">
                <a:solidFill>
                  <a:srgbClr val="1A1E39"/>
                </a:solidFill>
                <a:latin typeface="Calibri"/>
                <a:cs typeface="Calibri"/>
              </a:rPr>
              <a:t>n</a:t>
            </a:r>
            <a:r>
              <a:rPr dirty="0" baseline="20833" sz="1200" spc="-27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180">
                <a:solidFill>
                  <a:srgbClr val="1A1E39"/>
                </a:solidFill>
                <a:latin typeface="Calibri"/>
                <a:cs typeface="Calibri"/>
              </a:rPr>
              <a:t>o</a:t>
            </a:r>
            <a:r>
              <a:rPr dirty="0" baseline="20833" sz="1200" spc="-270">
                <a:solidFill>
                  <a:srgbClr val="797E94"/>
                </a:solidFill>
                <a:latin typeface="Trebuchet MS"/>
                <a:cs typeface="Trebuchet MS"/>
              </a:rPr>
              <a:t>5</a:t>
            </a:r>
            <a:r>
              <a:rPr dirty="0" sz="800" spc="-180">
                <a:solidFill>
                  <a:srgbClr val="1A1E39"/>
                </a:solidFill>
                <a:latin typeface="Calibri"/>
                <a:cs typeface="Calibri"/>
              </a:rPr>
              <a:t>t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95">
                <a:solidFill>
                  <a:srgbClr val="1A1E39"/>
                </a:solidFill>
                <a:latin typeface="Calibri"/>
                <a:cs typeface="Calibri"/>
              </a:rPr>
              <a:t>yo</a:t>
            </a:r>
            <a:r>
              <a:rPr dirty="0" baseline="20833" sz="1200" spc="-292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baseline="20833" sz="1200" spc="-202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1A1E39"/>
                </a:solidFill>
                <a:latin typeface="Calibri"/>
                <a:cs typeface="Calibri"/>
              </a:rPr>
              <a:t>ur</a:t>
            </a:r>
            <a:r>
              <a:rPr dirty="0" baseline="20833" sz="1200" spc="-179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baseline="20833" sz="1200" spc="3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baseline="20833" sz="1200" spc="-75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endParaRPr baseline="20833"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42444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5196" y="0"/>
                </a:moveTo>
                <a:lnTo>
                  <a:pt x="17640" y="0"/>
                </a:lnTo>
                <a:lnTo>
                  <a:pt x="14046" y="1079"/>
                </a:lnTo>
                <a:lnTo>
                  <a:pt x="0" y="17995"/>
                </a:lnTo>
                <a:lnTo>
                  <a:pt x="0" y="21602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5196"/>
                </a:lnTo>
                <a:lnTo>
                  <a:pt x="42837" y="17995"/>
                </a:lnTo>
                <a:lnTo>
                  <a:pt x="28803" y="1079"/>
                </a:lnTo>
                <a:lnTo>
                  <a:pt x="25196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5861" y="394095"/>
            <a:ext cx="15678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Q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&amp;</a:t>
            </a:r>
            <a:r>
              <a:rPr dirty="0" sz="800" spc="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L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sz="800" spc="3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1 0</a:t>
            </a:r>
            <a:r>
              <a:rPr dirty="0" sz="800" spc="3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1738" y="544222"/>
            <a:ext cx="6649084" cy="3689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50"/>
              <a:t>Phase</a:t>
            </a:r>
            <a:r>
              <a:rPr dirty="0" sz="2250" spc="-70"/>
              <a:t> </a:t>
            </a:r>
            <a:r>
              <a:rPr dirty="0" sz="2250"/>
              <a:t>1</a:t>
            </a:r>
            <a:r>
              <a:rPr dirty="0" sz="2250" spc="-70"/>
              <a:t> </a:t>
            </a:r>
            <a:r>
              <a:rPr dirty="0" sz="2250" spc="-10"/>
              <a:t>is</a:t>
            </a:r>
            <a:r>
              <a:rPr dirty="0" sz="2250" spc="-70"/>
              <a:t> </a:t>
            </a:r>
            <a:r>
              <a:rPr dirty="0" sz="2250" spc="-40"/>
              <a:t>done.</a:t>
            </a:r>
            <a:r>
              <a:rPr dirty="0" sz="2250" spc="-70"/>
              <a:t> </a:t>
            </a:r>
            <a:r>
              <a:rPr dirty="0" sz="2250" spc="-105"/>
              <a:t>You</a:t>
            </a:r>
            <a:r>
              <a:rPr dirty="0" sz="2250" spc="-70"/>
              <a:t> </a:t>
            </a:r>
            <a:r>
              <a:rPr dirty="0" sz="2250" spc="-55"/>
              <a:t>have</a:t>
            </a:r>
            <a:r>
              <a:rPr dirty="0" sz="2250" spc="-70"/>
              <a:t> </a:t>
            </a:r>
            <a:r>
              <a:rPr dirty="0" sz="2250" spc="-50"/>
              <a:t>tools,</a:t>
            </a:r>
            <a:r>
              <a:rPr dirty="0" sz="2250" spc="-70"/>
              <a:t> </a:t>
            </a:r>
            <a:r>
              <a:rPr dirty="0" sz="2250" spc="-40"/>
              <a:t>code,</a:t>
            </a:r>
            <a:r>
              <a:rPr dirty="0" sz="2250" spc="-70"/>
              <a:t> </a:t>
            </a:r>
            <a:r>
              <a:rPr dirty="0" sz="2250" spc="-40"/>
              <a:t>and</a:t>
            </a:r>
            <a:r>
              <a:rPr dirty="0" sz="2250" spc="-70"/>
              <a:t> </a:t>
            </a:r>
            <a:r>
              <a:rPr dirty="0" sz="2250" spc="-50"/>
              <a:t>version</a:t>
            </a:r>
            <a:r>
              <a:rPr dirty="0" sz="2250" spc="-70"/>
              <a:t> </a:t>
            </a:r>
            <a:r>
              <a:rPr dirty="0" sz="2250" spc="-10"/>
              <a:t>control.</a:t>
            </a:r>
            <a:endParaRPr sz="2250"/>
          </a:p>
        </p:txBody>
      </p:sp>
      <p:sp>
        <p:nvSpPr>
          <p:cNvPr id="5" name="object 5"/>
          <p:cNvSpPr txBox="1"/>
          <p:nvPr/>
        </p:nvSpPr>
        <p:spPr>
          <a:xfrm>
            <a:off x="501383" y="978029"/>
            <a:ext cx="503174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Tomorrow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9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start</a:t>
            </a:r>
            <a:r>
              <a:rPr dirty="0" sz="9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93183"/>
                </a:solidFill>
                <a:latin typeface="Calibri"/>
                <a:cs typeface="Calibri"/>
              </a:rPr>
              <a:t>Phase </a:t>
            </a:r>
            <a:r>
              <a:rPr dirty="0" sz="900" b="1">
                <a:solidFill>
                  <a:srgbClr val="293183"/>
                </a:solidFill>
                <a:latin typeface="Calibri"/>
                <a:cs typeface="Calibri"/>
              </a:rPr>
              <a:t>2</a:t>
            </a:r>
            <a:r>
              <a:rPr dirty="0" sz="900" spc="-1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900" spc="-2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93183"/>
                </a:solidFill>
                <a:latin typeface="Calibri"/>
                <a:cs typeface="Calibri"/>
              </a:rPr>
              <a:t>Building</a:t>
            </a:r>
            <a:r>
              <a:rPr dirty="0" sz="900" spc="-1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93183"/>
                </a:solidFill>
                <a:latin typeface="Calibri"/>
                <a:cs typeface="Calibri"/>
              </a:rPr>
              <a:t>Interfaces</a:t>
            </a:r>
            <a:r>
              <a:rPr dirty="0" sz="900" spc="-1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293183"/>
                </a:solidFill>
                <a:latin typeface="Calibri"/>
                <a:cs typeface="Calibri"/>
              </a:rPr>
              <a:t>in</a:t>
            </a:r>
            <a:r>
              <a:rPr dirty="0" sz="900" spc="-1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293183"/>
                </a:solidFill>
                <a:latin typeface="Calibri"/>
                <a:cs typeface="Calibri"/>
              </a:rPr>
              <a:t>Streamlit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9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Your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Python</a:t>
            </a:r>
            <a:r>
              <a:rPr dirty="0" sz="9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becomes</a:t>
            </a:r>
            <a:r>
              <a:rPr dirty="0" sz="9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an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app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 people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 click.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0273" y="1257238"/>
            <a:ext cx="2626995" cy="3900804"/>
            <a:chOff x="510273" y="1257238"/>
            <a:chExt cx="2626995" cy="3900804"/>
          </a:xfrm>
        </p:grpSpPr>
        <p:sp>
          <p:nvSpPr>
            <p:cNvPr id="7" name="object 7"/>
            <p:cNvSpPr/>
            <p:nvPr/>
          </p:nvSpPr>
          <p:spPr>
            <a:xfrm>
              <a:off x="514083" y="1271526"/>
              <a:ext cx="2619375" cy="3872229"/>
            </a:xfrm>
            <a:custGeom>
              <a:avLst/>
              <a:gdLst/>
              <a:ahLst/>
              <a:cxnLst/>
              <a:rect l="l" t="t" r="r" b="b"/>
              <a:pathLst>
                <a:path w="2619375" h="3872229">
                  <a:moveTo>
                    <a:pt x="2485796" y="0"/>
                  </a:moveTo>
                  <a:lnTo>
                    <a:pt x="133197" y="0"/>
                  </a:lnTo>
                  <a:lnTo>
                    <a:pt x="115775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738600"/>
                  </a:lnTo>
                  <a:lnTo>
                    <a:pt x="1116" y="3755678"/>
                  </a:lnTo>
                  <a:lnTo>
                    <a:pt x="1136" y="3755989"/>
                  </a:lnTo>
                  <a:lnTo>
                    <a:pt x="4455" y="3772750"/>
                  </a:lnTo>
                  <a:lnTo>
                    <a:pt x="4500" y="3772976"/>
                  </a:lnTo>
                  <a:lnTo>
                    <a:pt x="9953" y="3789213"/>
                  </a:lnTo>
                  <a:lnTo>
                    <a:pt x="10024" y="3789424"/>
                  </a:lnTo>
                  <a:lnTo>
                    <a:pt x="38876" y="3832734"/>
                  </a:lnTo>
                  <a:lnTo>
                    <a:pt x="82216" y="3861623"/>
                  </a:lnTo>
                  <a:lnTo>
                    <a:pt x="133197" y="3871798"/>
                  </a:lnTo>
                  <a:lnTo>
                    <a:pt x="2486152" y="3871429"/>
                  </a:lnTo>
                  <a:lnTo>
                    <a:pt x="2536983" y="3861416"/>
                  </a:lnTo>
                  <a:lnTo>
                    <a:pt x="2580295" y="3832555"/>
                  </a:lnTo>
                  <a:lnTo>
                    <a:pt x="2609076" y="3789424"/>
                  </a:lnTo>
                  <a:lnTo>
                    <a:pt x="2614738" y="3772976"/>
                  </a:lnTo>
                  <a:lnTo>
                    <a:pt x="2614815" y="3772750"/>
                  </a:lnTo>
                  <a:lnTo>
                    <a:pt x="2618158" y="3755989"/>
                  </a:lnTo>
                  <a:lnTo>
                    <a:pt x="2618220" y="3755678"/>
                  </a:lnTo>
                  <a:lnTo>
                    <a:pt x="2619338" y="3738600"/>
                  </a:lnTo>
                  <a:lnTo>
                    <a:pt x="2619362" y="3738232"/>
                  </a:lnTo>
                  <a:lnTo>
                    <a:pt x="2618994" y="133197"/>
                  </a:lnTo>
                  <a:lnTo>
                    <a:pt x="2608969" y="82371"/>
                  </a:lnTo>
                  <a:lnTo>
                    <a:pt x="2580117" y="39054"/>
                  </a:lnTo>
                  <a:lnTo>
                    <a:pt x="2536777" y="10174"/>
                  </a:lnTo>
                  <a:lnTo>
                    <a:pt x="2503242" y="1142"/>
                  </a:lnTo>
                  <a:lnTo>
                    <a:pt x="2485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271526"/>
              <a:ext cx="2619375" cy="3872229"/>
            </a:xfrm>
            <a:custGeom>
              <a:avLst/>
              <a:gdLst/>
              <a:ahLst/>
              <a:cxnLst/>
              <a:rect l="l" t="t" r="r" b="b"/>
              <a:pathLst>
                <a:path w="2619375" h="3872229">
                  <a:moveTo>
                    <a:pt x="0" y="3594"/>
                  </a:moveTo>
                  <a:lnTo>
                    <a:pt x="2619362" y="3949"/>
                  </a:lnTo>
                </a:path>
                <a:path w="2619375" h="3872229">
                  <a:moveTo>
                    <a:pt x="2615755" y="0"/>
                  </a:moveTo>
                  <a:lnTo>
                    <a:pt x="2616111" y="3871798"/>
                  </a:lnTo>
                </a:path>
                <a:path w="2619375" h="3872229">
                  <a:moveTo>
                    <a:pt x="0" y="3868191"/>
                  </a:moveTo>
                  <a:lnTo>
                    <a:pt x="2619362" y="3868559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8485" y="1271526"/>
              <a:ext cx="635" cy="3872229"/>
            </a:xfrm>
            <a:custGeom>
              <a:avLst/>
              <a:gdLst/>
              <a:ahLst/>
              <a:cxnLst/>
              <a:rect l="l" t="t" r="r" b="b"/>
              <a:pathLst>
                <a:path w="634" h="3872229">
                  <a:moveTo>
                    <a:pt x="0" y="0"/>
                  </a:moveTo>
                  <a:lnTo>
                    <a:pt x="355" y="3871798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90838" y="1397522"/>
              <a:ext cx="511809" cy="184150"/>
            </a:xfrm>
            <a:custGeom>
              <a:avLst/>
              <a:gdLst/>
              <a:ahLst/>
              <a:cxnLst/>
              <a:rect l="l" t="t" r="r" b="b"/>
              <a:pathLst>
                <a:path w="511810" h="184150">
                  <a:moveTo>
                    <a:pt x="419404" y="0"/>
                  </a:moveTo>
                  <a:lnTo>
                    <a:pt x="92163" y="0"/>
                  </a:lnTo>
                  <a:lnTo>
                    <a:pt x="79295" y="798"/>
                  </a:lnTo>
                  <a:lnTo>
                    <a:pt x="79841" y="798"/>
                  </a:lnTo>
                  <a:lnTo>
                    <a:pt x="68310" y="3016"/>
                  </a:lnTo>
                  <a:lnTo>
                    <a:pt x="27001" y="26681"/>
                  </a:lnTo>
                  <a:lnTo>
                    <a:pt x="3149" y="67948"/>
                  </a:lnTo>
                  <a:lnTo>
                    <a:pt x="0" y="91795"/>
                  </a:lnTo>
                  <a:lnTo>
                    <a:pt x="0" y="92163"/>
                  </a:lnTo>
                  <a:lnTo>
                    <a:pt x="738" y="103858"/>
                  </a:lnTo>
                  <a:lnTo>
                    <a:pt x="748" y="104013"/>
                  </a:lnTo>
                  <a:lnTo>
                    <a:pt x="18843" y="147926"/>
                  </a:lnTo>
                  <a:lnTo>
                    <a:pt x="56567" y="176972"/>
                  </a:lnTo>
                  <a:lnTo>
                    <a:pt x="91795" y="183959"/>
                  </a:lnTo>
                  <a:lnTo>
                    <a:pt x="419760" y="183959"/>
                  </a:lnTo>
                  <a:lnTo>
                    <a:pt x="465480" y="171361"/>
                  </a:lnTo>
                  <a:lnTo>
                    <a:pt x="499325" y="137883"/>
                  </a:lnTo>
                  <a:lnTo>
                    <a:pt x="511531" y="92163"/>
                  </a:lnTo>
                  <a:lnTo>
                    <a:pt x="511531" y="91795"/>
                  </a:lnTo>
                  <a:lnTo>
                    <a:pt x="498957" y="46075"/>
                  </a:lnTo>
                  <a:lnTo>
                    <a:pt x="465480" y="12242"/>
                  </a:lnTo>
                  <a:lnTo>
                    <a:pt x="431461" y="798"/>
                  </a:lnTo>
                  <a:lnTo>
                    <a:pt x="419404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71562" y="1685520"/>
              <a:ext cx="1836420" cy="219710"/>
            </a:xfrm>
            <a:custGeom>
              <a:avLst/>
              <a:gdLst/>
              <a:ahLst/>
              <a:cxnLst/>
              <a:rect l="l" t="t" r="r" b="b"/>
              <a:pathLst>
                <a:path w="1836420" h="219710">
                  <a:moveTo>
                    <a:pt x="336600" y="190804"/>
                  </a:moveTo>
                  <a:lnTo>
                    <a:pt x="336232" y="162356"/>
                  </a:lnTo>
                  <a:lnTo>
                    <a:pt x="336232" y="157327"/>
                  </a:lnTo>
                  <a:lnTo>
                    <a:pt x="335153" y="152641"/>
                  </a:lnTo>
                  <a:lnTo>
                    <a:pt x="330111" y="144005"/>
                  </a:lnTo>
                  <a:lnTo>
                    <a:pt x="326517" y="140398"/>
                  </a:lnTo>
                  <a:lnTo>
                    <a:pt x="317881" y="135369"/>
                  </a:lnTo>
                  <a:lnTo>
                    <a:pt x="312839" y="133934"/>
                  </a:lnTo>
                  <a:lnTo>
                    <a:pt x="23393" y="133934"/>
                  </a:lnTo>
                  <a:lnTo>
                    <a:pt x="0" y="157327"/>
                  </a:lnTo>
                  <a:lnTo>
                    <a:pt x="0" y="196215"/>
                  </a:lnTo>
                  <a:lnTo>
                    <a:pt x="23393" y="219595"/>
                  </a:lnTo>
                  <a:lnTo>
                    <a:pt x="313194" y="219240"/>
                  </a:lnTo>
                  <a:lnTo>
                    <a:pt x="336486" y="196215"/>
                  </a:lnTo>
                  <a:lnTo>
                    <a:pt x="336600" y="190804"/>
                  </a:lnTo>
                  <a:close/>
                </a:path>
                <a:path w="1836420" h="219710">
                  <a:moveTo>
                    <a:pt x="1836356" y="56883"/>
                  </a:moveTo>
                  <a:lnTo>
                    <a:pt x="1836000" y="28435"/>
                  </a:lnTo>
                  <a:lnTo>
                    <a:pt x="1836000" y="23406"/>
                  </a:lnTo>
                  <a:lnTo>
                    <a:pt x="1834921" y="18719"/>
                  </a:lnTo>
                  <a:lnTo>
                    <a:pt x="1829879" y="10083"/>
                  </a:lnTo>
                  <a:lnTo>
                    <a:pt x="1826272" y="6477"/>
                  </a:lnTo>
                  <a:lnTo>
                    <a:pt x="1817636" y="1435"/>
                  </a:lnTo>
                  <a:lnTo>
                    <a:pt x="1812594" y="0"/>
                  </a:lnTo>
                  <a:lnTo>
                    <a:pt x="1523161" y="0"/>
                  </a:lnTo>
                  <a:lnTo>
                    <a:pt x="1499755" y="23406"/>
                  </a:lnTo>
                  <a:lnTo>
                    <a:pt x="1499755" y="62280"/>
                  </a:lnTo>
                  <a:lnTo>
                    <a:pt x="1523161" y="85686"/>
                  </a:lnTo>
                  <a:lnTo>
                    <a:pt x="1812963" y="85318"/>
                  </a:lnTo>
                  <a:lnTo>
                    <a:pt x="1836254" y="62280"/>
                  </a:lnTo>
                  <a:lnTo>
                    <a:pt x="1836356" y="56883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8841" y="1819442"/>
              <a:ext cx="243357" cy="85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0438" y="1819442"/>
              <a:ext cx="243357" cy="856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86240" y="1685876"/>
              <a:ext cx="363855" cy="116205"/>
            </a:xfrm>
            <a:custGeom>
              <a:avLst/>
              <a:gdLst/>
              <a:ahLst/>
              <a:cxnLst/>
              <a:rect l="l" t="t" r="r" b="b"/>
              <a:pathLst>
                <a:path w="363855" h="116205">
                  <a:moveTo>
                    <a:pt x="363245" y="0"/>
                  </a:moveTo>
                  <a:lnTo>
                    <a:pt x="0" y="0"/>
                  </a:lnTo>
                  <a:lnTo>
                    <a:pt x="0" y="115925"/>
                  </a:lnTo>
                  <a:lnTo>
                    <a:pt x="363245" y="115925"/>
                  </a:lnTo>
                  <a:lnTo>
                    <a:pt x="363245" y="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73100" y="1413981"/>
            <a:ext cx="2315210" cy="38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6739" algn="l"/>
              </a:tabLst>
            </a:pP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OP</a:t>
            </a:r>
            <a:r>
              <a:rPr dirty="0" sz="800" spc="-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N</a:t>
            </a:r>
            <a:r>
              <a:rPr dirty="0" sz="800" spc="22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TH</a:t>
            </a:r>
            <a:r>
              <a:rPr dirty="0" sz="80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22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F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293183"/>
                </a:solidFill>
                <a:latin typeface="Calibri"/>
                <a:cs typeface="Calibri"/>
              </a:rPr>
              <a:t>LOO</a:t>
            </a:r>
            <a:r>
              <a:rPr dirty="0" sz="80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293183"/>
                </a:solidFill>
                <a:latin typeface="Calibri"/>
                <a:cs typeface="Calibri"/>
              </a:rPr>
              <a:t>R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	</a:t>
            </a:r>
            <a:r>
              <a:rPr dirty="0" baseline="3472" sz="1200" b="1">
                <a:solidFill>
                  <a:srgbClr val="293183"/>
                </a:solidFill>
                <a:latin typeface="Calibri"/>
                <a:cs typeface="Calibri"/>
              </a:rPr>
              <a:t>Ask</a:t>
            </a:r>
            <a:r>
              <a:rPr dirty="0" baseline="3472" sz="1200" spc="427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spc="37" b="1">
                <a:solidFill>
                  <a:srgbClr val="293183"/>
                </a:solidFill>
                <a:latin typeface="Calibri"/>
                <a:cs typeface="Calibri"/>
              </a:rPr>
              <a:t>Now</a:t>
            </a:r>
            <a:endParaRPr baseline="3472" sz="1200">
              <a:latin typeface="Calibri"/>
              <a:cs typeface="Calibri"/>
            </a:endParaRPr>
          </a:p>
          <a:p>
            <a:pPr marL="196850" indent="-170180">
              <a:lnSpc>
                <a:spcPct val="100000"/>
              </a:lnSpc>
              <a:spcBef>
                <a:spcPts val="950"/>
              </a:spcBef>
              <a:buClr>
                <a:srgbClr val="FF6A5A"/>
              </a:buClr>
              <a:buFont typeface="Yu Gothic"/>
              <a:buChar char="✓"/>
              <a:tabLst>
                <a:tab pos="196850" algn="l"/>
              </a:tabLst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"Which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Git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command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still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feels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unclear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status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1562" y="1819797"/>
            <a:ext cx="219710" cy="116205"/>
          </a:xfrm>
          <a:prstGeom prst="rect">
            <a:avLst/>
          </a:prstGeom>
          <a:solidFill>
            <a:srgbClr val="F3EE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 spc="-20">
                <a:solidFill>
                  <a:srgbClr val="FF6A5A"/>
                </a:solidFill>
                <a:latin typeface="Courier New"/>
                <a:cs typeface="Courier New"/>
              </a:rPr>
              <a:t>add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01966" y="1819797"/>
            <a:ext cx="1056005" cy="116205"/>
          </a:xfrm>
          <a:custGeom>
            <a:avLst/>
            <a:gdLst/>
            <a:ahLst/>
            <a:cxnLst/>
            <a:rect l="l" t="t" r="r" b="b"/>
            <a:pathLst>
              <a:path w="1056005" h="116205">
                <a:moveTo>
                  <a:pt x="363245" y="0"/>
                </a:moveTo>
                <a:lnTo>
                  <a:pt x="0" y="0"/>
                </a:lnTo>
                <a:lnTo>
                  <a:pt x="0" y="115925"/>
                </a:lnTo>
                <a:lnTo>
                  <a:pt x="363245" y="115925"/>
                </a:lnTo>
                <a:lnTo>
                  <a:pt x="363245" y="0"/>
                </a:lnTo>
                <a:close/>
              </a:path>
              <a:path w="1056005" h="116205">
                <a:moveTo>
                  <a:pt x="654481" y="0"/>
                </a:moveTo>
                <a:lnTo>
                  <a:pt x="411835" y="0"/>
                </a:lnTo>
                <a:lnTo>
                  <a:pt x="411835" y="115925"/>
                </a:lnTo>
                <a:lnTo>
                  <a:pt x="654481" y="115925"/>
                </a:lnTo>
                <a:lnTo>
                  <a:pt x="654481" y="0"/>
                </a:lnTo>
                <a:close/>
              </a:path>
              <a:path w="1056005" h="116205">
                <a:moveTo>
                  <a:pt x="1055522" y="0"/>
                </a:moveTo>
                <a:lnTo>
                  <a:pt x="812876" y="0"/>
                </a:lnTo>
                <a:lnTo>
                  <a:pt x="812876" y="115925"/>
                </a:lnTo>
                <a:lnTo>
                  <a:pt x="1055522" y="115925"/>
                </a:lnTo>
                <a:lnTo>
                  <a:pt x="1055522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01966" y="1790536"/>
            <a:ext cx="11557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commit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ourier New"/>
                <a:cs typeface="Courier New"/>
              </a:rPr>
              <a:t>push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or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pull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?"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7146" y="2009776"/>
            <a:ext cx="2234565" cy="347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05"/>
              </a:spcBef>
              <a:buClr>
                <a:srgbClr val="FF6A5A"/>
              </a:buClr>
              <a:buSzPct val="114285"/>
              <a:buFont typeface="Yu Gothic"/>
              <a:buChar char="✓"/>
              <a:tabLst>
                <a:tab pos="182880" algn="l"/>
              </a:tabLst>
            </a:pP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"Did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merge conflict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demo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click,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or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does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feel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scary?"</a:t>
            </a:r>
            <a:endParaRPr sz="700">
              <a:latin typeface="Calibri"/>
              <a:cs typeface="Calibri"/>
            </a:endParaRPr>
          </a:p>
          <a:p>
            <a:pPr marL="182880" indent="-170180">
              <a:lnSpc>
                <a:spcPct val="100000"/>
              </a:lnSpc>
              <a:spcBef>
                <a:spcPts val="830"/>
              </a:spcBef>
              <a:buClr>
                <a:srgbClr val="FF6A5A"/>
              </a:buClr>
              <a:buSzPct val="114285"/>
              <a:buFont typeface="Yu Gothic"/>
              <a:buChar char="✓"/>
              <a:tabLst>
                <a:tab pos="182880" algn="l"/>
              </a:tabLst>
            </a:pP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"Anything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from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pitfalls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slide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you've</a:t>
            </a:r>
            <a:r>
              <a:rPr dirty="0" sz="7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already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hit?"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58146" y="1257238"/>
            <a:ext cx="2626995" cy="3900804"/>
            <a:chOff x="3258146" y="1257238"/>
            <a:chExt cx="2626995" cy="3900804"/>
          </a:xfrm>
        </p:grpSpPr>
        <p:sp>
          <p:nvSpPr>
            <p:cNvPr id="21" name="object 21"/>
            <p:cNvSpPr/>
            <p:nvPr/>
          </p:nvSpPr>
          <p:spPr>
            <a:xfrm>
              <a:off x="3261956" y="1271526"/>
              <a:ext cx="2619375" cy="3872229"/>
            </a:xfrm>
            <a:custGeom>
              <a:avLst/>
              <a:gdLst/>
              <a:ahLst/>
              <a:cxnLst/>
              <a:rect l="l" t="t" r="r" b="b"/>
              <a:pathLst>
                <a:path w="2619375" h="3872229">
                  <a:moveTo>
                    <a:pt x="2485809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26" y="51960"/>
                  </a:lnTo>
                  <a:lnTo>
                    <a:pt x="4546" y="98678"/>
                  </a:lnTo>
                  <a:lnTo>
                    <a:pt x="0" y="133197"/>
                  </a:lnTo>
                  <a:lnTo>
                    <a:pt x="0" y="3738600"/>
                  </a:lnTo>
                  <a:lnTo>
                    <a:pt x="9953" y="3789213"/>
                  </a:lnTo>
                  <a:lnTo>
                    <a:pt x="10024" y="3789424"/>
                  </a:lnTo>
                  <a:lnTo>
                    <a:pt x="38885" y="3832734"/>
                  </a:lnTo>
                  <a:lnTo>
                    <a:pt x="82223" y="3861623"/>
                  </a:lnTo>
                  <a:lnTo>
                    <a:pt x="133197" y="3871798"/>
                  </a:lnTo>
                  <a:lnTo>
                    <a:pt x="2486164" y="3871429"/>
                  </a:lnTo>
                  <a:lnTo>
                    <a:pt x="2536988" y="3861416"/>
                  </a:lnTo>
                  <a:lnTo>
                    <a:pt x="2580303" y="3832555"/>
                  </a:lnTo>
                  <a:lnTo>
                    <a:pt x="2609082" y="3789424"/>
                  </a:lnTo>
                  <a:lnTo>
                    <a:pt x="2609187" y="3789213"/>
                  </a:lnTo>
                  <a:lnTo>
                    <a:pt x="2614740" y="3772976"/>
                  </a:lnTo>
                  <a:lnTo>
                    <a:pt x="2614817" y="3772750"/>
                  </a:lnTo>
                  <a:lnTo>
                    <a:pt x="2618158" y="3755989"/>
                  </a:lnTo>
                  <a:lnTo>
                    <a:pt x="2618220" y="3755678"/>
                  </a:lnTo>
                  <a:lnTo>
                    <a:pt x="2619338" y="3738600"/>
                  </a:lnTo>
                  <a:lnTo>
                    <a:pt x="2619362" y="3738232"/>
                  </a:lnTo>
                  <a:lnTo>
                    <a:pt x="2619006" y="133197"/>
                  </a:lnTo>
                  <a:lnTo>
                    <a:pt x="2608982" y="82371"/>
                  </a:lnTo>
                  <a:lnTo>
                    <a:pt x="2580120" y="39054"/>
                  </a:lnTo>
                  <a:lnTo>
                    <a:pt x="2536783" y="10174"/>
                  </a:lnTo>
                  <a:lnTo>
                    <a:pt x="2503248" y="1142"/>
                  </a:lnTo>
                  <a:lnTo>
                    <a:pt x="24858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61956" y="1271526"/>
              <a:ext cx="2619375" cy="3872229"/>
            </a:xfrm>
            <a:custGeom>
              <a:avLst/>
              <a:gdLst/>
              <a:ahLst/>
              <a:cxnLst/>
              <a:rect l="l" t="t" r="r" b="b"/>
              <a:pathLst>
                <a:path w="2619375" h="3872229">
                  <a:moveTo>
                    <a:pt x="0" y="3594"/>
                  </a:moveTo>
                  <a:lnTo>
                    <a:pt x="2619362" y="3949"/>
                  </a:lnTo>
                </a:path>
                <a:path w="2619375" h="3872229">
                  <a:moveTo>
                    <a:pt x="2615768" y="0"/>
                  </a:moveTo>
                  <a:lnTo>
                    <a:pt x="2616123" y="3871798"/>
                  </a:lnTo>
                </a:path>
                <a:path w="2619375" h="3872229">
                  <a:moveTo>
                    <a:pt x="0" y="3868191"/>
                  </a:moveTo>
                  <a:lnTo>
                    <a:pt x="2619362" y="3868559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276358" y="1271526"/>
              <a:ext cx="635" cy="3872229"/>
            </a:xfrm>
            <a:custGeom>
              <a:avLst/>
              <a:gdLst/>
              <a:ahLst/>
              <a:cxnLst/>
              <a:rect l="l" t="t" r="r" b="b"/>
              <a:pathLst>
                <a:path w="635" h="3872229">
                  <a:moveTo>
                    <a:pt x="0" y="0"/>
                  </a:moveTo>
                  <a:lnTo>
                    <a:pt x="355" y="3871798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420617" y="1413981"/>
            <a:ext cx="10579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BE</a:t>
            </a:r>
            <a:r>
              <a:rPr dirty="0" sz="800" spc="-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TW</a:t>
            </a:r>
            <a:r>
              <a:rPr dirty="0" sz="800" spc="-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FF6A5A"/>
                </a:solidFill>
                <a:latin typeface="Calibri"/>
                <a:cs typeface="Calibri"/>
              </a:rPr>
              <a:t>EN</a:t>
            </a:r>
            <a:r>
              <a:rPr dirty="0" sz="800" spc="2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80" b="1">
                <a:solidFill>
                  <a:srgbClr val="FF6A5A"/>
                </a:solidFill>
                <a:latin typeface="Calibri"/>
                <a:cs typeface="Calibri"/>
              </a:rPr>
              <a:t>SESSIO</a:t>
            </a:r>
            <a:r>
              <a:rPr dirty="0" sz="800" spc="-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93639" y="1397522"/>
            <a:ext cx="661035" cy="184150"/>
          </a:xfrm>
          <a:custGeom>
            <a:avLst/>
            <a:gdLst/>
            <a:ahLst/>
            <a:cxnLst/>
            <a:rect l="l" t="t" r="r" b="b"/>
            <a:pathLst>
              <a:path w="661035" h="184150">
                <a:moveTo>
                  <a:pt x="568794" y="0"/>
                </a:moveTo>
                <a:lnTo>
                  <a:pt x="92519" y="0"/>
                </a:lnTo>
                <a:lnTo>
                  <a:pt x="79651" y="798"/>
                </a:lnTo>
                <a:lnTo>
                  <a:pt x="80197" y="798"/>
                </a:lnTo>
                <a:lnTo>
                  <a:pt x="68667" y="3016"/>
                </a:lnTo>
                <a:lnTo>
                  <a:pt x="27358" y="26681"/>
                </a:lnTo>
                <a:lnTo>
                  <a:pt x="3509" y="67948"/>
                </a:lnTo>
                <a:lnTo>
                  <a:pt x="355" y="91795"/>
                </a:lnTo>
                <a:lnTo>
                  <a:pt x="0" y="92163"/>
                </a:lnTo>
                <a:lnTo>
                  <a:pt x="12598" y="137883"/>
                </a:lnTo>
                <a:lnTo>
                  <a:pt x="46075" y="171716"/>
                </a:lnTo>
                <a:lnTo>
                  <a:pt x="92163" y="183959"/>
                </a:lnTo>
                <a:lnTo>
                  <a:pt x="569163" y="183959"/>
                </a:lnTo>
                <a:lnTo>
                  <a:pt x="614883" y="171361"/>
                </a:lnTo>
                <a:lnTo>
                  <a:pt x="648715" y="137883"/>
                </a:lnTo>
                <a:lnTo>
                  <a:pt x="660934" y="92163"/>
                </a:lnTo>
                <a:lnTo>
                  <a:pt x="660934" y="91795"/>
                </a:lnTo>
                <a:lnTo>
                  <a:pt x="648360" y="46075"/>
                </a:lnTo>
                <a:lnTo>
                  <a:pt x="614883" y="12242"/>
                </a:lnTo>
                <a:lnTo>
                  <a:pt x="580857" y="798"/>
                </a:lnTo>
                <a:lnTo>
                  <a:pt x="568794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102174" y="1408216"/>
            <a:ext cx="6419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Get</a:t>
            </a:r>
            <a:r>
              <a:rPr dirty="0" sz="800" spc="29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FF6A5A"/>
                </a:solidFill>
                <a:latin typeface="Calibri"/>
                <a:cs typeface="Calibri"/>
              </a:rPr>
              <a:t>Unstuck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873246" y="1662127"/>
            <a:ext cx="846455" cy="102235"/>
          </a:xfrm>
          <a:custGeom>
            <a:avLst/>
            <a:gdLst/>
            <a:ahLst/>
            <a:cxnLst/>
            <a:rect l="l" t="t" r="r" b="b"/>
            <a:pathLst>
              <a:path w="846454" h="102235">
                <a:moveTo>
                  <a:pt x="845997" y="73075"/>
                </a:moveTo>
                <a:lnTo>
                  <a:pt x="845629" y="37439"/>
                </a:lnTo>
                <a:lnTo>
                  <a:pt x="845629" y="32397"/>
                </a:lnTo>
                <a:lnTo>
                  <a:pt x="844550" y="27711"/>
                </a:lnTo>
                <a:lnTo>
                  <a:pt x="839508" y="19075"/>
                </a:lnTo>
                <a:lnTo>
                  <a:pt x="837006" y="16573"/>
                </a:lnTo>
                <a:lnTo>
                  <a:pt x="837006" y="0"/>
                </a:lnTo>
                <a:lnTo>
                  <a:pt x="0" y="0"/>
                </a:lnTo>
                <a:lnTo>
                  <a:pt x="0" y="100799"/>
                </a:lnTo>
                <a:lnTo>
                  <a:pt x="29349" y="100799"/>
                </a:lnTo>
                <a:lnTo>
                  <a:pt x="33108" y="101879"/>
                </a:lnTo>
                <a:lnTo>
                  <a:pt x="822591" y="101511"/>
                </a:lnTo>
                <a:lnTo>
                  <a:pt x="825677" y="100799"/>
                </a:lnTo>
                <a:lnTo>
                  <a:pt x="837006" y="100799"/>
                </a:lnTo>
                <a:lnTo>
                  <a:pt x="837006" y="94297"/>
                </a:lnTo>
                <a:lnTo>
                  <a:pt x="839508" y="91795"/>
                </a:lnTo>
                <a:lnTo>
                  <a:pt x="844550" y="83159"/>
                </a:lnTo>
                <a:lnTo>
                  <a:pt x="845883" y="78473"/>
                </a:lnTo>
                <a:lnTo>
                  <a:pt x="845997" y="73075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435019" y="1634301"/>
            <a:ext cx="12896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SzPct val="114285"/>
              <a:buFont typeface="Yu Gothic"/>
              <a:buChar char="✓"/>
              <a:tabLst>
                <a:tab pos="182880" algn="l"/>
              </a:tabLst>
            </a:pP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Email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·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FF6A5A"/>
                </a:solidFill>
                <a:latin typeface="Courier New"/>
                <a:cs typeface="Courier New"/>
                <a:hlinkClick r:id="rId4"/>
              </a:rPr>
              <a:t>hello@zlaark.com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06736" y="1776503"/>
            <a:ext cx="2066289" cy="26670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ts val="940"/>
              </a:lnSpc>
              <a:spcBef>
                <a:spcPts val="145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questions,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include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exact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command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error message.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44074" y="2106360"/>
            <a:ext cx="746125" cy="102870"/>
          </a:xfrm>
          <a:custGeom>
            <a:avLst/>
            <a:gdLst/>
            <a:ahLst/>
            <a:cxnLst/>
            <a:rect l="l" t="t" r="r" b="b"/>
            <a:pathLst>
              <a:path w="746125" h="102869">
                <a:moveTo>
                  <a:pt x="745566" y="73444"/>
                </a:moveTo>
                <a:lnTo>
                  <a:pt x="745210" y="37795"/>
                </a:lnTo>
                <a:lnTo>
                  <a:pt x="745210" y="32766"/>
                </a:lnTo>
                <a:lnTo>
                  <a:pt x="744131" y="28079"/>
                </a:lnTo>
                <a:lnTo>
                  <a:pt x="739089" y="19443"/>
                </a:lnTo>
                <a:lnTo>
                  <a:pt x="735482" y="15836"/>
                </a:lnTo>
                <a:lnTo>
                  <a:pt x="732955" y="14376"/>
                </a:lnTo>
                <a:lnTo>
                  <a:pt x="732955" y="0"/>
                </a:lnTo>
                <a:lnTo>
                  <a:pt x="0" y="0"/>
                </a:lnTo>
                <a:lnTo>
                  <a:pt x="0" y="100799"/>
                </a:lnTo>
                <a:lnTo>
                  <a:pt x="24841" y="100799"/>
                </a:lnTo>
                <a:lnTo>
                  <a:pt x="29883" y="102247"/>
                </a:lnTo>
                <a:lnTo>
                  <a:pt x="722160" y="101879"/>
                </a:lnTo>
                <a:lnTo>
                  <a:pt x="726846" y="100799"/>
                </a:lnTo>
                <a:lnTo>
                  <a:pt x="732955" y="100799"/>
                </a:lnTo>
                <a:lnTo>
                  <a:pt x="732955" y="97243"/>
                </a:lnTo>
                <a:lnTo>
                  <a:pt x="735482" y="95758"/>
                </a:lnTo>
                <a:lnTo>
                  <a:pt x="739089" y="92163"/>
                </a:lnTo>
                <a:lnTo>
                  <a:pt x="744131" y="83515"/>
                </a:lnTo>
                <a:lnTo>
                  <a:pt x="745464" y="78841"/>
                </a:lnTo>
                <a:lnTo>
                  <a:pt x="745566" y="73444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435019" y="2078534"/>
            <a:ext cx="115570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SzPct val="114285"/>
              <a:buFont typeface="Yu Gothic"/>
              <a:buChar char="✓"/>
              <a:tabLst>
                <a:tab pos="182880" algn="l"/>
              </a:tabLst>
            </a:pP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Web</a:t>
            </a:r>
            <a:r>
              <a:rPr dirty="0" sz="7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·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FF6A5A"/>
                </a:solidFill>
                <a:latin typeface="Courier New"/>
                <a:cs typeface="Courier New"/>
                <a:hlinkClick r:id="rId5"/>
              </a:rPr>
              <a:t>www.zlaark.com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06381" y="2221092"/>
            <a:ext cx="13404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Program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updates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resources.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35019" y="2403972"/>
            <a:ext cx="1977389" cy="290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SzPct val="114285"/>
              <a:buFont typeface="Yu Gothic"/>
              <a:buChar char="✓"/>
              <a:tabLst>
                <a:tab pos="182880" algn="l"/>
              </a:tabLst>
            </a:pP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In-session</a:t>
            </a:r>
            <a:r>
              <a:rPr dirty="0" sz="7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·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raise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hand</a:t>
            </a:r>
            <a:endParaRPr sz="700">
              <a:latin typeface="Calibri"/>
              <a:cs typeface="Calibri"/>
            </a:endParaRPr>
          </a:p>
          <a:p>
            <a:pPr marL="184150">
              <a:lnSpc>
                <a:spcPct val="100000"/>
              </a:lnSpc>
              <a:spcBef>
                <a:spcPts val="459"/>
              </a:spcBef>
            </a:pP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No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question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too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small.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move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at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room's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 pace.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006388" y="1257238"/>
            <a:ext cx="2626995" cy="3900804"/>
            <a:chOff x="6006388" y="1257238"/>
            <a:chExt cx="2626995" cy="3900804"/>
          </a:xfrm>
        </p:grpSpPr>
        <p:sp>
          <p:nvSpPr>
            <p:cNvPr id="35" name="object 35"/>
            <p:cNvSpPr/>
            <p:nvPr/>
          </p:nvSpPr>
          <p:spPr>
            <a:xfrm>
              <a:off x="6009843" y="1271526"/>
              <a:ext cx="2619375" cy="3872229"/>
            </a:xfrm>
            <a:custGeom>
              <a:avLst/>
              <a:gdLst/>
              <a:ahLst/>
              <a:cxnLst/>
              <a:rect l="l" t="t" r="r" b="b"/>
              <a:pathLst>
                <a:path w="2619375" h="3872229">
                  <a:moveTo>
                    <a:pt x="2485796" y="0"/>
                  </a:moveTo>
                  <a:lnTo>
                    <a:pt x="133197" y="0"/>
                  </a:lnTo>
                  <a:lnTo>
                    <a:pt x="115775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738600"/>
                  </a:lnTo>
                  <a:lnTo>
                    <a:pt x="9953" y="3789213"/>
                  </a:lnTo>
                  <a:lnTo>
                    <a:pt x="10024" y="3789424"/>
                  </a:lnTo>
                  <a:lnTo>
                    <a:pt x="38876" y="3832734"/>
                  </a:lnTo>
                  <a:lnTo>
                    <a:pt x="82216" y="3861623"/>
                  </a:lnTo>
                  <a:lnTo>
                    <a:pt x="133197" y="3871798"/>
                  </a:lnTo>
                  <a:lnTo>
                    <a:pt x="2486152" y="3871429"/>
                  </a:lnTo>
                  <a:lnTo>
                    <a:pt x="2536983" y="3861416"/>
                  </a:lnTo>
                  <a:lnTo>
                    <a:pt x="2580295" y="3832555"/>
                  </a:lnTo>
                  <a:lnTo>
                    <a:pt x="2609076" y="3789424"/>
                  </a:lnTo>
                  <a:lnTo>
                    <a:pt x="2618158" y="3755989"/>
                  </a:lnTo>
                  <a:lnTo>
                    <a:pt x="2618220" y="3755678"/>
                  </a:lnTo>
                  <a:lnTo>
                    <a:pt x="2619338" y="3738600"/>
                  </a:lnTo>
                  <a:lnTo>
                    <a:pt x="2619362" y="3738232"/>
                  </a:lnTo>
                  <a:lnTo>
                    <a:pt x="2618994" y="133197"/>
                  </a:lnTo>
                  <a:lnTo>
                    <a:pt x="2608969" y="82371"/>
                  </a:lnTo>
                  <a:lnTo>
                    <a:pt x="2580117" y="39054"/>
                  </a:lnTo>
                  <a:lnTo>
                    <a:pt x="2536777" y="10174"/>
                  </a:lnTo>
                  <a:lnTo>
                    <a:pt x="2503242" y="1142"/>
                  </a:lnTo>
                  <a:lnTo>
                    <a:pt x="2485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010198" y="1271526"/>
              <a:ext cx="2619375" cy="3872229"/>
            </a:xfrm>
            <a:custGeom>
              <a:avLst/>
              <a:gdLst/>
              <a:ahLst/>
              <a:cxnLst/>
              <a:rect l="l" t="t" r="r" b="b"/>
              <a:pathLst>
                <a:path w="2619375" h="3872229">
                  <a:moveTo>
                    <a:pt x="0" y="3594"/>
                  </a:moveTo>
                  <a:lnTo>
                    <a:pt x="2619362" y="3949"/>
                  </a:lnTo>
                </a:path>
                <a:path w="2619375" h="3872229">
                  <a:moveTo>
                    <a:pt x="2615755" y="0"/>
                  </a:moveTo>
                  <a:lnTo>
                    <a:pt x="2616123" y="3871798"/>
                  </a:lnTo>
                </a:path>
                <a:path w="2619375" h="3872229">
                  <a:moveTo>
                    <a:pt x="0" y="3868191"/>
                  </a:moveTo>
                  <a:lnTo>
                    <a:pt x="2619362" y="3868559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024245" y="1271526"/>
              <a:ext cx="635" cy="3872229"/>
            </a:xfrm>
            <a:custGeom>
              <a:avLst/>
              <a:gdLst/>
              <a:ahLst/>
              <a:cxnLst/>
              <a:rect l="l" t="t" r="r" b="b"/>
              <a:pathLst>
                <a:path w="635" h="3872229">
                  <a:moveTo>
                    <a:pt x="0" y="0"/>
                  </a:moveTo>
                  <a:lnTo>
                    <a:pt x="355" y="3871798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180836" y="1397522"/>
              <a:ext cx="2318385" cy="731520"/>
            </a:xfrm>
            <a:custGeom>
              <a:avLst/>
              <a:gdLst/>
              <a:ahLst/>
              <a:cxnLst/>
              <a:rect l="l" t="t" r="r" b="b"/>
              <a:pathLst>
                <a:path w="2318384" h="731519">
                  <a:moveTo>
                    <a:pt x="313563" y="345605"/>
                  </a:moveTo>
                  <a:lnTo>
                    <a:pt x="311480" y="301142"/>
                  </a:lnTo>
                  <a:lnTo>
                    <a:pt x="284759" y="266395"/>
                  </a:lnTo>
                  <a:lnTo>
                    <a:pt x="57607" y="258483"/>
                  </a:lnTo>
                  <a:lnTo>
                    <a:pt x="50063" y="259016"/>
                  </a:lnTo>
                  <a:lnTo>
                    <a:pt x="12065" y="281089"/>
                  </a:lnTo>
                  <a:lnTo>
                    <a:pt x="0" y="345605"/>
                  </a:lnTo>
                  <a:lnTo>
                    <a:pt x="520" y="353148"/>
                  </a:lnTo>
                  <a:lnTo>
                    <a:pt x="22542" y="391109"/>
                  </a:lnTo>
                  <a:lnTo>
                    <a:pt x="57238" y="402844"/>
                  </a:lnTo>
                  <a:lnTo>
                    <a:pt x="256324" y="402844"/>
                  </a:lnTo>
                  <a:lnTo>
                    <a:pt x="263067" y="402374"/>
                  </a:lnTo>
                  <a:lnTo>
                    <a:pt x="263588" y="402374"/>
                  </a:lnTo>
                  <a:lnTo>
                    <a:pt x="301828" y="380288"/>
                  </a:lnTo>
                  <a:lnTo>
                    <a:pt x="311607" y="360540"/>
                  </a:lnTo>
                  <a:lnTo>
                    <a:pt x="311670" y="360362"/>
                  </a:lnTo>
                  <a:lnTo>
                    <a:pt x="313080" y="353148"/>
                  </a:lnTo>
                  <a:lnTo>
                    <a:pt x="313563" y="345605"/>
                  </a:lnTo>
                  <a:close/>
                </a:path>
                <a:path w="2318384" h="731519">
                  <a:moveTo>
                    <a:pt x="435241" y="674281"/>
                  </a:moveTo>
                  <a:lnTo>
                    <a:pt x="433171" y="629831"/>
                  </a:lnTo>
                  <a:lnTo>
                    <a:pt x="406438" y="595083"/>
                  </a:lnTo>
                  <a:lnTo>
                    <a:pt x="57607" y="587159"/>
                  </a:lnTo>
                  <a:lnTo>
                    <a:pt x="50063" y="587692"/>
                  </a:lnTo>
                  <a:lnTo>
                    <a:pt x="12065" y="609765"/>
                  </a:lnTo>
                  <a:lnTo>
                    <a:pt x="0" y="674281"/>
                  </a:lnTo>
                  <a:lnTo>
                    <a:pt x="520" y="681824"/>
                  </a:lnTo>
                  <a:lnTo>
                    <a:pt x="22542" y="719797"/>
                  </a:lnTo>
                  <a:lnTo>
                    <a:pt x="57238" y="731520"/>
                  </a:lnTo>
                  <a:lnTo>
                    <a:pt x="377990" y="731520"/>
                  </a:lnTo>
                  <a:lnTo>
                    <a:pt x="384721" y="731050"/>
                  </a:lnTo>
                  <a:lnTo>
                    <a:pt x="385254" y="731050"/>
                  </a:lnTo>
                  <a:lnTo>
                    <a:pt x="423506" y="708977"/>
                  </a:lnTo>
                  <a:lnTo>
                    <a:pt x="433285" y="689229"/>
                  </a:lnTo>
                  <a:lnTo>
                    <a:pt x="433349" y="689051"/>
                  </a:lnTo>
                  <a:lnTo>
                    <a:pt x="434759" y="681824"/>
                  </a:lnTo>
                  <a:lnTo>
                    <a:pt x="435241" y="674281"/>
                  </a:lnTo>
                  <a:close/>
                </a:path>
                <a:path w="2318384" h="731519">
                  <a:moveTo>
                    <a:pt x="2318016" y="91795"/>
                  </a:moveTo>
                  <a:lnTo>
                    <a:pt x="2305443" y="46075"/>
                  </a:lnTo>
                  <a:lnTo>
                    <a:pt x="2271966" y="12242"/>
                  </a:lnTo>
                  <a:lnTo>
                    <a:pt x="2225878" y="0"/>
                  </a:lnTo>
                  <a:lnTo>
                    <a:pt x="1882800" y="0"/>
                  </a:lnTo>
                  <a:lnTo>
                    <a:pt x="1870151" y="800"/>
                  </a:lnTo>
                  <a:lnTo>
                    <a:pt x="1870684" y="800"/>
                  </a:lnTo>
                  <a:lnTo>
                    <a:pt x="1859267" y="3022"/>
                  </a:lnTo>
                  <a:lnTo>
                    <a:pt x="1818005" y="26682"/>
                  </a:lnTo>
                  <a:lnTo>
                    <a:pt x="1794141" y="67957"/>
                  </a:lnTo>
                  <a:lnTo>
                    <a:pt x="1791004" y="91795"/>
                  </a:lnTo>
                  <a:lnTo>
                    <a:pt x="1790649" y="92163"/>
                  </a:lnTo>
                  <a:lnTo>
                    <a:pt x="1803247" y="137883"/>
                  </a:lnTo>
                  <a:lnTo>
                    <a:pt x="1836724" y="171716"/>
                  </a:lnTo>
                  <a:lnTo>
                    <a:pt x="1882800" y="183959"/>
                  </a:lnTo>
                  <a:lnTo>
                    <a:pt x="2225878" y="183959"/>
                  </a:lnTo>
                  <a:lnTo>
                    <a:pt x="2271966" y="171361"/>
                  </a:lnTo>
                  <a:lnTo>
                    <a:pt x="2305799" y="137883"/>
                  </a:lnTo>
                  <a:lnTo>
                    <a:pt x="2317204" y="104025"/>
                  </a:lnTo>
                  <a:lnTo>
                    <a:pt x="2317242" y="103860"/>
                  </a:lnTo>
                  <a:lnTo>
                    <a:pt x="2318016" y="92163"/>
                  </a:lnTo>
                  <a:lnTo>
                    <a:pt x="2318016" y="91795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6101181" y="1413981"/>
            <a:ext cx="240982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100"/>
              </a:spcBef>
              <a:tabLst>
                <a:tab pos="1845310" algn="l"/>
              </a:tabLst>
            </a:pPr>
            <a:r>
              <a:rPr dirty="0" sz="800" spc="-185">
                <a:solidFill>
                  <a:srgbClr val="293183"/>
                </a:solidFill>
                <a:latin typeface="Arial Black"/>
                <a:cs typeface="Arial Black"/>
              </a:rPr>
              <a:t>W</a:t>
            </a:r>
            <a:r>
              <a:rPr dirty="0" sz="800" spc="9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293183"/>
                </a:solidFill>
                <a:latin typeface="Arial Black"/>
                <a:cs typeface="Arial Black"/>
              </a:rPr>
              <a:t>H</a:t>
            </a:r>
            <a:r>
              <a:rPr dirty="0" sz="800" spc="3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sz="800" spc="-8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293183"/>
                </a:solidFill>
                <a:latin typeface="Arial Black"/>
                <a:cs typeface="Arial Black"/>
              </a:rPr>
              <a:t>T</a:t>
            </a:r>
            <a:r>
              <a:rPr dirty="0" sz="800" spc="-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75">
                <a:solidFill>
                  <a:srgbClr val="293183"/>
                </a:solidFill>
                <a:latin typeface="Arial Black"/>
                <a:cs typeface="Arial Black"/>
              </a:rPr>
              <a:t>'</a:t>
            </a:r>
            <a:r>
              <a:rPr dirty="0" sz="800" spc="-8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293183"/>
                </a:solidFill>
                <a:latin typeface="Arial Black"/>
                <a:cs typeface="Arial Black"/>
              </a:rPr>
              <a:t>S</a:t>
            </a:r>
            <a:r>
              <a:rPr dirty="0" sz="800" spc="12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293183"/>
                </a:solidFill>
                <a:latin typeface="Arial Black"/>
                <a:cs typeface="Arial Black"/>
              </a:rPr>
              <a:t>N</a:t>
            </a:r>
            <a:r>
              <a:rPr dirty="0" sz="800" spc="2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40">
                <a:solidFill>
                  <a:srgbClr val="293183"/>
                </a:solidFill>
                <a:latin typeface="Arial Black"/>
                <a:cs typeface="Arial Black"/>
              </a:rPr>
              <a:t>E</a:t>
            </a:r>
            <a:r>
              <a:rPr dirty="0" sz="800" spc="-6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95">
                <a:solidFill>
                  <a:srgbClr val="293183"/>
                </a:solidFill>
                <a:latin typeface="Arial Black"/>
                <a:cs typeface="Arial Black"/>
              </a:rPr>
              <a:t>X</a:t>
            </a:r>
            <a:r>
              <a:rPr dirty="0" sz="800" spc="1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293183"/>
                </a:solidFill>
                <a:latin typeface="Arial Black"/>
                <a:cs typeface="Arial Black"/>
              </a:rPr>
              <a:t>T</a:t>
            </a:r>
            <a:r>
              <a:rPr dirty="0" sz="800" spc="204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293183"/>
                </a:solidFill>
                <a:latin typeface="Arial Black"/>
                <a:cs typeface="Arial Black"/>
              </a:rPr>
              <a:t>·</a:t>
            </a:r>
            <a:r>
              <a:rPr dirty="0" sz="800" spc="27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293183"/>
                </a:solidFill>
                <a:latin typeface="Arial Black"/>
                <a:cs typeface="Arial Black"/>
              </a:rPr>
              <a:t>P</a:t>
            </a:r>
            <a:r>
              <a:rPr dirty="0" sz="800" spc="-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293183"/>
                </a:solidFill>
                <a:latin typeface="Arial Black"/>
                <a:cs typeface="Arial Black"/>
              </a:rPr>
              <a:t>H</a:t>
            </a:r>
            <a:r>
              <a:rPr dirty="0" sz="800" spc="2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sz="800" spc="-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293183"/>
                </a:solidFill>
                <a:latin typeface="Arial Black"/>
                <a:cs typeface="Arial Black"/>
              </a:rPr>
              <a:t>S</a:t>
            </a:r>
            <a:r>
              <a:rPr dirty="0" sz="800" spc="-3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293183"/>
                </a:solidFill>
                <a:latin typeface="Arial Black"/>
                <a:cs typeface="Arial Black"/>
              </a:rPr>
              <a:t>E</a:t>
            </a:r>
            <a:r>
              <a:rPr dirty="0" sz="800" spc="26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Arial Black"/>
                <a:cs typeface="Arial Black"/>
              </a:rPr>
              <a:t>2</a:t>
            </a:r>
            <a:r>
              <a:rPr dirty="0" sz="800">
                <a:solidFill>
                  <a:srgbClr val="293183"/>
                </a:solidFill>
                <a:latin typeface="Arial Black"/>
                <a:cs typeface="Arial Black"/>
              </a:rPr>
              <a:t>	</a:t>
            </a:r>
            <a:r>
              <a:rPr dirty="0" baseline="3472" sz="1200" spc="-247">
                <a:solidFill>
                  <a:srgbClr val="293183"/>
                </a:solidFill>
                <a:latin typeface="Arial Black"/>
                <a:cs typeface="Arial Black"/>
              </a:rPr>
              <a:t>D</a:t>
            </a:r>
            <a:r>
              <a:rPr dirty="0" baseline="3472" sz="120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3472" sz="1200" spc="-277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baseline="3472" sz="1200" spc="-5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3472" sz="1200" spc="-202">
                <a:solidFill>
                  <a:srgbClr val="293183"/>
                </a:solidFill>
                <a:latin typeface="Arial Black"/>
                <a:cs typeface="Arial Black"/>
              </a:rPr>
              <a:t>y</a:t>
            </a:r>
            <a:r>
              <a:rPr dirty="0" baseline="3472" sz="1200" spc="-5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3472" sz="1200">
                <a:solidFill>
                  <a:srgbClr val="293183"/>
                </a:solidFill>
                <a:latin typeface="Arial Black"/>
                <a:cs typeface="Arial Black"/>
              </a:rPr>
              <a:t>s</a:t>
            </a:r>
            <a:r>
              <a:rPr dirty="0" baseline="3472" sz="1200" spc="277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3472" sz="1200" spc="-277">
                <a:solidFill>
                  <a:srgbClr val="293183"/>
                </a:solidFill>
                <a:latin typeface="Arial Black"/>
                <a:cs typeface="Arial Black"/>
              </a:rPr>
              <a:t>4</a:t>
            </a:r>
            <a:r>
              <a:rPr dirty="0" baseline="3472" sz="1200" spc="7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3472" sz="1200" spc="-67">
                <a:solidFill>
                  <a:srgbClr val="293183"/>
                </a:solidFill>
                <a:latin typeface="Arial Black"/>
                <a:cs typeface="Arial Black"/>
              </a:rPr>
              <a:t>–</a:t>
            </a:r>
            <a:r>
              <a:rPr dirty="0" baseline="3472" sz="1200" spc="-23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3472" sz="1200" spc="-75">
                <a:solidFill>
                  <a:srgbClr val="293183"/>
                </a:solidFill>
                <a:latin typeface="Arial Black"/>
                <a:cs typeface="Arial Black"/>
              </a:rPr>
              <a:t>8</a:t>
            </a:r>
            <a:endParaRPr baseline="3472" sz="1200">
              <a:latin typeface="Arial Black"/>
              <a:cs typeface="Arial Black"/>
            </a:endParaRPr>
          </a:p>
          <a:p>
            <a:pPr marL="464820" marR="189865" indent="-407670">
              <a:lnSpc>
                <a:spcPct val="105400"/>
              </a:lnSpc>
              <a:spcBef>
                <a:spcPts val="855"/>
              </a:spcBef>
            </a:pPr>
            <a:r>
              <a:rPr dirty="0" baseline="3472" sz="1200" spc="-247">
                <a:solidFill>
                  <a:srgbClr val="293183"/>
                </a:solidFill>
                <a:latin typeface="Arial Black"/>
                <a:cs typeface="Arial Black"/>
              </a:rPr>
              <a:t>D</a:t>
            </a:r>
            <a:r>
              <a:rPr dirty="0" baseline="3472" sz="1200" spc="-5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3472" sz="1200" spc="-247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baseline="3472" sz="1200" spc="-23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3472" sz="1200" spc="-30">
                <a:solidFill>
                  <a:srgbClr val="293183"/>
                </a:solidFill>
                <a:latin typeface="Arial Black"/>
                <a:cs typeface="Arial Black"/>
              </a:rPr>
              <a:t>Y</a:t>
            </a:r>
            <a:r>
              <a:rPr dirty="0" baseline="3472" sz="1200" spc="179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3472" sz="1200">
                <a:solidFill>
                  <a:srgbClr val="293183"/>
                </a:solidFill>
                <a:latin typeface="Arial Black"/>
                <a:cs typeface="Arial Black"/>
              </a:rPr>
              <a:t>4</a:t>
            </a:r>
            <a:r>
              <a:rPr dirty="0" baseline="3472" sz="1200" spc="359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b="1">
                <a:solidFill>
                  <a:srgbClr val="1A1E39"/>
                </a:solidFill>
                <a:latin typeface="Calibri"/>
                <a:cs typeface="Calibri"/>
              </a:rPr>
              <a:t>Meet</a:t>
            </a:r>
            <a:r>
              <a:rPr dirty="0" sz="800" spc="-35" b="1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1A1E39"/>
                </a:solidFill>
                <a:latin typeface="Calibri"/>
                <a:cs typeface="Calibri"/>
              </a:rPr>
              <a:t>Streamlit.</a:t>
            </a:r>
            <a:r>
              <a:rPr dirty="0" sz="800" spc="-25" b="1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Turn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Python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script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into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browser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app.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baseline="6944" sz="1200" spc="-247">
                <a:solidFill>
                  <a:srgbClr val="293183"/>
                </a:solidFill>
                <a:latin typeface="Arial Black"/>
                <a:cs typeface="Arial Black"/>
              </a:rPr>
              <a:t>D</a:t>
            </a:r>
            <a:r>
              <a:rPr dirty="0" baseline="6944" sz="1200" spc="-5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47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baseline="6944" sz="1200" spc="-23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92">
                <a:solidFill>
                  <a:srgbClr val="293183"/>
                </a:solidFill>
                <a:latin typeface="Arial Black"/>
                <a:cs typeface="Arial Black"/>
              </a:rPr>
              <a:t>Y</a:t>
            </a:r>
            <a:r>
              <a:rPr dirty="0" baseline="6944" sz="1200" spc="-12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>
                <a:solidFill>
                  <a:srgbClr val="293183"/>
                </a:solidFill>
                <a:latin typeface="Arial Black"/>
                <a:cs typeface="Arial Black"/>
              </a:rPr>
              <a:t>S</a:t>
            </a:r>
            <a:r>
              <a:rPr dirty="0" baseline="6944" sz="1200" spc="29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7">
                <a:solidFill>
                  <a:srgbClr val="293183"/>
                </a:solidFill>
                <a:latin typeface="Arial Black"/>
                <a:cs typeface="Arial Black"/>
              </a:rPr>
              <a:t>5</a:t>
            </a:r>
            <a:r>
              <a:rPr dirty="0" baseline="6944" sz="1200" spc="-44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67">
                <a:solidFill>
                  <a:srgbClr val="293183"/>
                </a:solidFill>
                <a:latin typeface="Arial Black"/>
                <a:cs typeface="Arial Black"/>
              </a:rPr>
              <a:t>–</a:t>
            </a:r>
            <a:r>
              <a:rPr dirty="0" baseline="6944" sz="1200" spc="-277">
                <a:solidFill>
                  <a:srgbClr val="293183"/>
                </a:solidFill>
                <a:latin typeface="Arial Black"/>
                <a:cs typeface="Arial Black"/>
              </a:rPr>
              <a:t> 7</a:t>
            </a:r>
            <a:r>
              <a:rPr dirty="0" baseline="6944" sz="1200" spc="-5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650" b="1">
                <a:solidFill>
                  <a:srgbClr val="1A1E39"/>
                </a:solidFill>
                <a:latin typeface="Calibri"/>
                <a:cs typeface="Calibri"/>
              </a:rPr>
              <a:t>Widgets,</a:t>
            </a:r>
            <a:r>
              <a:rPr dirty="0" sz="650" spc="-10" b="1">
                <a:solidFill>
                  <a:srgbClr val="1A1E39"/>
                </a:solidFill>
                <a:latin typeface="Calibri"/>
                <a:cs typeface="Calibri"/>
              </a:rPr>
              <a:t> layouts, </a:t>
            </a:r>
            <a:r>
              <a:rPr dirty="0" sz="650" b="1">
                <a:solidFill>
                  <a:srgbClr val="1A1E39"/>
                </a:solidFill>
                <a:latin typeface="Calibri"/>
                <a:cs typeface="Calibri"/>
              </a:rPr>
              <a:t>charts.</a:t>
            </a:r>
            <a:r>
              <a:rPr dirty="0" sz="650" spc="5" b="1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Build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real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dashboard.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180835" y="2191679"/>
            <a:ext cx="313690" cy="144780"/>
          </a:xfrm>
          <a:custGeom>
            <a:avLst/>
            <a:gdLst/>
            <a:ahLst/>
            <a:cxnLst/>
            <a:rect l="l" t="t" r="r" b="b"/>
            <a:pathLst>
              <a:path w="313689" h="144780">
                <a:moveTo>
                  <a:pt x="57607" y="0"/>
                </a:moveTo>
                <a:lnTo>
                  <a:pt x="17016" y="16878"/>
                </a:lnTo>
                <a:lnTo>
                  <a:pt x="368" y="57238"/>
                </a:lnTo>
                <a:lnTo>
                  <a:pt x="0" y="87122"/>
                </a:lnTo>
                <a:lnTo>
                  <a:pt x="529" y="94660"/>
                </a:lnTo>
                <a:lnTo>
                  <a:pt x="2034" y="101882"/>
                </a:lnTo>
                <a:lnTo>
                  <a:pt x="2071" y="102061"/>
                </a:lnTo>
                <a:lnTo>
                  <a:pt x="28803" y="136804"/>
                </a:lnTo>
                <a:lnTo>
                  <a:pt x="57238" y="144360"/>
                </a:lnTo>
                <a:lnTo>
                  <a:pt x="256324" y="144360"/>
                </a:lnTo>
                <a:lnTo>
                  <a:pt x="263045" y="143889"/>
                </a:lnTo>
                <a:lnTo>
                  <a:pt x="263587" y="143889"/>
                </a:lnTo>
                <a:lnTo>
                  <a:pt x="301831" y="121811"/>
                </a:lnTo>
                <a:lnTo>
                  <a:pt x="313563" y="87122"/>
                </a:lnTo>
                <a:lnTo>
                  <a:pt x="313537" y="57238"/>
                </a:lnTo>
                <a:lnTo>
                  <a:pt x="296689" y="17016"/>
                </a:lnTo>
                <a:lnTo>
                  <a:pt x="256324" y="368"/>
                </a:lnTo>
                <a:lnTo>
                  <a:pt x="57607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146546" y="2180414"/>
            <a:ext cx="3575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65">
                <a:solidFill>
                  <a:srgbClr val="293183"/>
                </a:solidFill>
                <a:latin typeface="Arial Black"/>
                <a:cs typeface="Arial Black"/>
              </a:rPr>
              <a:t>D</a:t>
            </a:r>
            <a:r>
              <a:rPr dirty="0" sz="800" spc="-3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293183"/>
                </a:solidFill>
                <a:latin typeface="Arial Black"/>
                <a:cs typeface="Arial Black"/>
              </a:rPr>
              <a:t>A</a:t>
            </a:r>
            <a:r>
              <a:rPr dirty="0" sz="800" spc="-15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Arial Black"/>
                <a:cs typeface="Arial Black"/>
              </a:rPr>
              <a:t>Y</a:t>
            </a:r>
            <a:r>
              <a:rPr dirty="0" sz="800" spc="8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90">
                <a:solidFill>
                  <a:srgbClr val="293183"/>
                </a:solidFill>
                <a:latin typeface="Arial Black"/>
                <a:cs typeface="Arial Black"/>
              </a:rPr>
              <a:t>8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53339" y="2206703"/>
            <a:ext cx="169354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1A1E39"/>
                </a:solidFill>
                <a:latin typeface="Calibri"/>
                <a:cs typeface="Calibri"/>
              </a:rPr>
              <a:t>Solo</a:t>
            </a:r>
            <a:r>
              <a:rPr dirty="0" sz="650" spc="-20" b="1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1A1E39"/>
                </a:solidFill>
                <a:latin typeface="Calibri"/>
                <a:cs typeface="Calibri"/>
              </a:rPr>
              <a:t>challenge.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gate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before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group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formation.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-355" y="4577767"/>
            <a:ext cx="9144000" cy="565785"/>
            <a:chOff x="-355" y="4577767"/>
            <a:chExt cx="9144000" cy="565785"/>
          </a:xfrm>
        </p:grpSpPr>
        <p:sp>
          <p:nvSpPr>
            <p:cNvPr id="44" name="object 44"/>
            <p:cNvSpPr/>
            <p:nvPr/>
          </p:nvSpPr>
          <p:spPr>
            <a:xfrm>
              <a:off x="-355" y="4577767"/>
              <a:ext cx="9144000" cy="565785"/>
            </a:xfrm>
            <a:custGeom>
              <a:avLst/>
              <a:gdLst/>
              <a:ahLst/>
              <a:cxnLst/>
              <a:rect l="l" t="t" r="r" b="b"/>
              <a:pathLst>
                <a:path w="9144000" h="565785">
                  <a:moveTo>
                    <a:pt x="9143631" y="0"/>
                  </a:moveTo>
                  <a:lnTo>
                    <a:pt x="0" y="0"/>
                  </a:lnTo>
                  <a:lnTo>
                    <a:pt x="0" y="565188"/>
                  </a:lnTo>
                  <a:lnTo>
                    <a:pt x="4572000" y="565188"/>
                  </a:lnTo>
                  <a:lnTo>
                    <a:pt x="9143631" y="56518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2931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24878" y="4835882"/>
              <a:ext cx="194310" cy="46990"/>
            </a:xfrm>
            <a:custGeom>
              <a:avLst/>
              <a:gdLst/>
              <a:ahLst/>
              <a:cxnLst/>
              <a:rect l="l" t="t" r="r" b="b"/>
              <a:pathLst>
                <a:path w="194309" h="46989">
                  <a:moveTo>
                    <a:pt x="26276" y="3238"/>
                  </a:moveTo>
                  <a:lnTo>
                    <a:pt x="1803" y="3238"/>
                  </a:lnTo>
                  <a:lnTo>
                    <a:pt x="1803" y="9359"/>
                  </a:lnTo>
                  <a:lnTo>
                    <a:pt x="1803" y="11163"/>
                  </a:lnTo>
                  <a:lnTo>
                    <a:pt x="26276" y="11163"/>
                  </a:lnTo>
                  <a:lnTo>
                    <a:pt x="26276" y="3238"/>
                  </a:lnTo>
                  <a:close/>
                </a:path>
                <a:path w="194309" h="46989">
                  <a:moveTo>
                    <a:pt x="41757" y="38163"/>
                  </a:moveTo>
                  <a:lnTo>
                    <a:pt x="17284" y="38163"/>
                  </a:lnTo>
                  <a:lnTo>
                    <a:pt x="17284" y="39243"/>
                  </a:lnTo>
                  <a:lnTo>
                    <a:pt x="17284" y="46075"/>
                  </a:lnTo>
                  <a:lnTo>
                    <a:pt x="41757" y="46075"/>
                  </a:lnTo>
                  <a:lnTo>
                    <a:pt x="41757" y="38163"/>
                  </a:lnTo>
                  <a:close/>
                </a:path>
                <a:path w="194309" h="46989">
                  <a:moveTo>
                    <a:pt x="43561" y="9004"/>
                  </a:moveTo>
                  <a:lnTo>
                    <a:pt x="41402" y="6845"/>
                  </a:lnTo>
                  <a:lnTo>
                    <a:pt x="39598" y="4673"/>
                  </a:lnTo>
                  <a:lnTo>
                    <a:pt x="37439" y="2514"/>
                  </a:lnTo>
                  <a:lnTo>
                    <a:pt x="0" y="39954"/>
                  </a:lnTo>
                  <a:lnTo>
                    <a:pt x="6477" y="46443"/>
                  </a:lnTo>
                  <a:lnTo>
                    <a:pt x="15659" y="37058"/>
                  </a:lnTo>
                  <a:lnTo>
                    <a:pt x="43561" y="9004"/>
                  </a:lnTo>
                  <a:close/>
                </a:path>
                <a:path w="194309" h="46989">
                  <a:moveTo>
                    <a:pt x="59042" y="0"/>
                  </a:moveTo>
                  <a:lnTo>
                    <a:pt x="50406" y="0"/>
                  </a:lnTo>
                  <a:lnTo>
                    <a:pt x="50406" y="44996"/>
                  </a:lnTo>
                  <a:lnTo>
                    <a:pt x="59042" y="44996"/>
                  </a:lnTo>
                  <a:lnTo>
                    <a:pt x="59042" y="0"/>
                  </a:lnTo>
                  <a:close/>
                </a:path>
                <a:path w="194309" h="46989">
                  <a:moveTo>
                    <a:pt x="96126" y="14757"/>
                  </a:moveTo>
                  <a:lnTo>
                    <a:pt x="88925" y="14757"/>
                  </a:lnTo>
                  <a:lnTo>
                    <a:pt x="87845" y="17640"/>
                  </a:lnTo>
                  <a:lnTo>
                    <a:pt x="87350" y="16992"/>
                  </a:lnTo>
                  <a:lnTo>
                    <a:pt x="87350" y="26644"/>
                  </a:lnTo>
                  <a:lnTo>
                    <a:pt x="87350" y="33121"/>
                  </a:lnTo>
                  <a:lnTo>
                    <a:pt x="86766" y="34925"/>
                  </a:lnTo>
                  <a:lnTo>
                    <a:pt x="85318" y="36360"/>
                  </a:lnTo>
                  <a:lnTo>
                    <a:pt x="83527" y="37795"/>
                  </a:lnTo>
                  <a:lnTo>
                    <a:pt x="81724" y="38163"/>
                  </a:lnTo>
                  <a:lnTo>
                    <a:pt x="77406" y="38163"/>
                  </a:lnTo>
                  <a:lnTo>
                    <a:pt x="76327" y="37795"/>
                  </a:lnTo>
                  <a:lnTo>
                    <a:pt x="75603" y="37084"/>
                  </a:lnTo>
                  <a:lnTo>
                    <a:pt x="74523" y="36715"/>
                  </a:lnTo>
                  <a:lnTo>
                    <a:pt x="73799" y="36004"/>
                  </a:lnTo>
                  <a:lnTo>
                    <a:pt x="73075" y="34925"/>
                  </a:lnTo>
                  <a:lnTo>
                    <a:pt x="72720" y="34201"/>
                  </a:lnTo>
                  <a:lnTo>
                    <a:pt x="72364" y="33121"/>
                  </a:lnTo>
                  <a:lnTo>
                    <a:pt x="71640" y="32042"/>
                  </a:lnTo>
                  <a:lnTo>
                    <a:pt x="71640" y="27724"/>
                  </a:lnTo>
                  <a:lnTo>
                    <a:pt x="72364" y="26644"/>
                  </a:lnTo>
                  <a:lnTo>
                    <a:pt x="72948" y="24841"/>
                  </a:lnTo>
                  <a:lnTo>
                    <a:pt x="78486" y="21234"/>
                  </a:lnTo>
                  <a:lnTo>
                    <a:pt x="80645" y="21234"/>
                  </a:lnTo>
                  <a:lnTo>
                    <a:pt x="82804" y="21958"/>
                  </a:lnTo>
                  <a:lnTo>
                    <a:pt x="83527" y="21958"/>
                  </a:lnTo>
                  <a:lnTo>
                    <a:pt x="84607" y="22682"/>
                  </a:lnTo>
                  <a:lnTo>
                    <a:pt x="86042" y="24117"/>
                  </a:lnTo>
                  <a:lnTo>
                    <a:pt x="86398" y="24841"/>
                  </a:lnTo>
                  <a:lnTo>
                    <a:pt x="87122" y="25920"/>
                  </a:lnTo>
                  <a:lnTo>
                    <a:pt x="87350" y="26644"/>
                  </a:lnTo>
                  <a:lnTo>
                    <a:pt x="87350" y="16992"/>
                  </a:lnTo>
                  <a:lnTo>
                    <a:pt x="86766" y="16205"/>
                  </a:lnTo>
                  <a:lnTo>
                    <a:pt x="85318" y="15125"/>
                  </a:lnTo>
                  <a:lnTo>
                    <a:pt x="83883" y="14757"/>
                  </a:lnTo>
                  <a:lnTo>
                    <a:pt x="82080" y="14033"/>
                  </a:lnTo>
                  <a:lnTo>
                    <a:pt x="80276" y="13677"/>
                  </a:lnTo>
                  <a:lnTo>
                    <a:pt x="76327" y="13677"/>
                  </a:lnTo>
                  <a:lnTo>
                    <a:pt x="74168" y="14033"/>
                  </a:lnTo>
                  <a:lnTo>
                    <a:pt x="72364" y="15125"/>
                  </a:lnTo>
                  <a:lnTo>
                    <a:pt x="70561" y="15836"/>
                  </a:lnTo>
                  <a:lnTo>
                    <a:pt x="63525" y="33121"/>
                  </a:lnTo>
                  <a:lnTo>
                    <a:pt x="63715" y="34201"/>
                  </a:lnTo>
                  <a:lnTo>
                    <a:pt x="64439" y="36004"/>
                  </a:lnTo>
                  <a:lnTo>
                    <a:pt x="65036" y="37795"/>
                  </a:lnTo>
                  <a:lnTo>
                    <a:pt x="76327" y="45720"/>
                  </a:lnTo>
                  <a:lnTo>
                    <a:pt x="82080" y="45720"/>
                  </a:lnTo>
                  <a:lnTo>
                    <a:pt x="83527" y="44996"/>
                  </a:lnTo>
                  <a:lnTo>
                    <a:pt x="85318" y="44640"/>
                  </a:lnTo>
                  <a:lnTo>
                    <a:pt x="86766" y="43561"/>
                  </a:lnTo>
                  <a:lnTo>
                    <a:pt x="87845" y="41757"/>
                  </a:lnTo>
                  <a:lnTo>
                    <a:pt x="88798" y="44640"/>
                  </a:lnTo>
                  <a:lnTo>
                    <a:pt x="88925" y="44996"/>
                  </a:lnTo>
                  <a:lnTo>
                    <a:pt x="96126" y="44996"/>
                  </a:lnTo>
                  <a:lnTo>
                    <a:pt x="96126" y="41757"/>
                  </a:lnTo>
                  <a:lnTo>
                    <a:pt x="96126" y="38163"/>
                  </a:lnTo>
                  <a:lnTo>
                    <a:pt x="96126" y="21234"/>
                  </a:lnTo>
                  <a:lnTo>
                    <a:pt x="96126" y="17640"/>
                  </a:lnTo>
                  <a:lnTo>
                    <a:pt x="96126" y="14757"/>
                  </a:lnTo>
                  <a:close/>
                </a:path>
                <a:path w="194309" h="46989">
                  <a:moveTo>
                    <a:pt x="133565" y="14757"/>
                  </a:moveTo>
                  <a:lnTo>
                    <a:pt x="126365" y="14757"/>
                  </a:lnTo>
                  <a:lnTo>
                    <a:pt x="125285" y="17640"/>
                  </a:lnTo>
                  <a:lnTo>
                    <a:pt x="124790" y="16992"/>
                  </a:lnTo>
                  <a:lnTo>
                    <a:pt x="124790" y="26644"/>
                  </a:lnTo>
                  <a:lnTo>
                    <a:pt x="124790" y="33121"/>
                  </a:lnTo>
                  <a:lnTo>
                    <a:pt x="124206" y="34925"/>
                  </a:lnTo>
                  <a:lnTo>
                    <a:pt x="122758" y="36360"/>
                  </a:lnTo>
                  <a:lnTo>
                    <a:pt x="120967" y="37795"/>
                  </a:lnTo>
                  <a:lnTo>
                    <a:pt x="119164" y="38163"/>
                  </a:lnTo>
                  <a:lnTo>
                    <a:pt x="114846" y="38163"/>
                  </a:lnTo>
                  <a:lnTo>
                    <a:pt x="113766" y="37795"/>
                  </a:lnTo>
                  <a:lnTo>
                    <a:pt x="113042" y="37084"/>
                  </a:lnTo>
                  <a:lnTo>
                    <a:pt x="111963" y="36715"/>
                  </a:lnTo>
                  <a:lnTo>
                    <a:pt x="111239" y="36004"/>
                  </a:lnTo>
                  <a:lnTo>
                    <a:pt x="110515" y="34925"/>
                  </a:lnTo>
                  <a:lnTo>
                    <a:pt x="110159" y="34201"/>
                  </a:lnTo>
                  <a:lnTo>
                    <a:pt x="109804" y="33121"/>
                  </a:lnTo>
                  <a:lnTo>
                    <a:pt x="109080" y="32042"/>
                  </a:lnTo>
                  <a:lnTo>
                    <a:pt x="109080" y="27724"/>
                  </a:lnTo>
                  <a:lnTo>
                    <a:pt x="109804" y="26644"/>
                  </a:lnTo>
                  <a:lnTo>
                    <a:pt x="110388" y="24841"/>
                  </a:lnTo>
                  <a:lnTo>
                    <a:pt x="115925" y="21234"/>
                  </a:lnTo>
                  <a:lnTo>
                    <a:pt x="118084" y="21234"/>
                  </a:lnTo>
                  <a:lnTo>
                    <a:pt x="120243" y="21958"/>
                  </a:lnTo>
                  <a:lnTo>
                    <a:pt x="120967" y="21958"/>
                  </a:lnTo>
                  <a:lnTo>
                    <a:pt x="122047" y="22682"/>
                  </a:lnTo>
                  <a:lnTo>
                    <a:pt x="123482" y="24117"/>
                  </a:lnTo>
                  <a:lnTo>
                    <a:pt x="123837" y="24841"/>
                  </a:lnTo>
                  <a:lnTo>
                    <a:pt x="124561" y="25920"/>
                  </a:lnTo>
                  <a:lnTo>
                    <a:pt x="124790" y="26644"/>
                  </a:lnTo>
                  <a:lnTo>
                    <a:pt x="124790" y="16992"/>
                  </a:lnTo>
                  <a:lnTo>
                    <a:pt x="124206" y="16205"/>
                  </a:lnTo>
                  <a:lnTo>
                    <a:pt x="122758" y="15125"/>
                  </a:lnTo>
                  <a:lnTo>
                    <a:pt x="121323" y="14757"/>
                  </a:lnTo>
                  <a:lnTo>
                    <a:pt x="119519" y="14033"/>
                  </a:lnTo>
                  <a:lnTo>
                    <a:pt x="117716" y="13677"/>
                  </a:lnTo>
                  <a:lnTo>
                    <a:pt x="113766" y="13677"/>
                  </a:lnTo>
                  <a:lnTo>
                    <a:pt x="111607" y="14033"/>
                  </a:lnTo>
                  <a:lnTo>
                    <a:pt x="109804" y="15125"/>
                  </a:lnTo>
                  <a:lnTo>
                    <a:pt x="108000" y="15836"/>
                  </a:lnTo>
                  <a:lnTo>
                    <a:pt x="100977" y="33121"/>
                  </a:lnTo>
                  <a:lnTo>
                    <a:pt x="101155" y="34201"/>
                  </a:lnTo>
                  <a:lnTo>
                    <a:pt x="101879" y="36004"/>
                  </a:lnTo>
                  <a:lnTo>
                    <a:pt x="102476" y="37795"/>
                  </a:lnTo>
                  <a:lnTo>
                    <a:pt x="113766" y="45720"/>
                  </a:lnTo>
                  <a:lnTo>
                    <a:pt x="119519" y="45720"/>
                  </a:lnTo>
                  <a:lnTo>
                    <a:pt x="120967" y="44996"/>
                  </a:lnTo>
                  <a:lnTo>
                    <a:pt x="122758" y="44640"/>
                  </a:lnTo>
                  <a:lnTo>
                    <a:pt x="124206" y="43561"/>
                  </a:lnTo>
                  <a:lnTo>
                    <a:pt x="125285" y="41757"/>
                  </a:lnTo>
                  <a:lnTo>
                    <a:pt x="126238" y="44640"/>
                  </a:lnTo>
                  <a:lnTo>
                    <a:pt x="126365" y="44996"/>
                  </a:lnTo>
                  <a:lnTo>
                    <a:pt x="133565" y="44996"/>
                  </a:lnTo>
                  <a:lnTo>
                    <a:pt x="133565" y="41757"/>
                  </a:lnTo>
                  <a:lnTo>
                    <a:pt x="133565" y="38163"/>
                  </a:lnTo>
                  <a:lnTo>
                    <a:pt x="133565" y="21234"/>
                  </a:lnTo>
                  <a:lnTo>
                    <a:pt x="133565" y="17640"/>
                  </a:lnTo>
                  <a:lnTo>
                    <a:pt x="133565" y="14757"/>
                  </a:lnTo>
                  <a:close/>
                </a:path>
                <a:path w="194309" h="46989">
                  <a:moveTo>
                    <a:pt x="161277" y="14401"/>
                  </a:moveTo>
                  <a:lnTo>
                    <a:pt x="157683" y="13677"/>
                  </a:lnTo>
                  <a:lnTo>
                    <a:pt x="155155" y="13677"/>
                  </a:lnTo>
                  <a:lnTo>
                    <a:pt x="154076" y="14033"/>
                  </a:lnTo>
                  <a:lnTo>
                    <a:pt x="153365" y="14401"/>
                  </a:lnTo>
                  <a:lnTo>
                    <a:pt x="152285" y="14401"/>
                  </a:lnTo>
                  <a:lnTo>
                    <a:pt x="151561" y="14757"/>
                  </a:lnTo>
                  <a:lnTo>
                    <a:pt x="150837" y="15481"/>
                  </a:lnTo>
                  <a:lnTo>
                    <a:pt x="150126" y="15836"/>
                  </a:lnTo>
                  <a:lnTo>
                    <a:pt x="149402" y="16560"/>
                  </a:lnTo>
                  <a:lnTo>
                    <a:pt x="148678" y="16916"/>
                  </a:lnTo>
                  <a:lnTo>
                    <a:pt x="147967" y="18364"/>
                  </a:lnTo>
                  <a:lnTo>
                    <a:pt x="147243" y="18719"/>
                  </a:lnTo>
                  <a:lnTo>
                    <a:pt x="146519" y="14757"/>
                  </a:lnTo>
                  <a:lnTo>
                    <a:pt x="138963" y="14757"/>
                  </a:lnTo>
                  <a:lnTo>
                    <a:pt x="138963" y="44996"/>
                  </a:lnTo>
                  <a:lnTo>
                    <a:pt x="147243" y="44996"/>
                  </a:lnTo>
                  <a:lnTo>
                    <a:pt x="147243" y="27724"/>
                  </a:lnTo>
                  <a:lnTo>
                    <a:pt x="147599" y="27000"/>
                  </a:lnTo>
                  <a:lnTo>
                    <a:pt x="147967" y="25920"/>
                  </a:lnTo>
                  <a:lnTo>
                    <a:pt x="148678" y="25196"/>
                  </a:lnTo>
                  <a:lnTo>
                    <a:pt x="149402" y="24117"/>
                  </a:lnTo>
                  <a:lnTo>
                    <a:pt x="150126" y="23761"/>
                  </a:lnTo>
                  <a:lnTo>
                    <a:pt x="150837" y="23037"/>
                  </a:lnTo>
                  <a:lnTo>
                    <a:pt x="151917" y="22313"/>
                  </a:lnTo>
                  <a:lnTo>
                    <a:pt x="154076" y="21602"/>
                  </a:lnTo>
                  <a:lnTo>
                    <a:pt x="158762" y="21602"/>
                  </a:lnTo>
                  <a:lnTo>
                    <a:pt x="159118" y="21958"/>
                  </a:lnTo>
                  <a:lnTo>
                    <a:pt x="160566" y="21958"/>
                  </a:lnTo>
                  <a:lnTo>
                    <a:pt x="161277" y="14401"/>
                  </a:lnTo>
                  <a:close/>
                </a:path>
                <a:path w="194309" h="46989">
                  <a:moveTo>
                    <a:pt x="194043" y="44996"/>
                  </a:moveTo>
                  <a:lnTo>
                    <a:pt x="181444" y="27355"/>
                  </a:lnTo>
                  <a:lnTo>
                    <a:pt x="193319" y="14757"/>
                  </a:lnTo>
                  <a:lnTo>
                    <a:pt x="182880" y="14757"/>
                  </a:lnTo>
                  <a:lnTo>
                    <a:pt x="172796" y="25196"/>
                  </a:lnTo>
                  <a:lnTo>
                    <a:pt x="172796" y="355"/>
                  </a:lnTo>
                  <a:lnTo>
                    <a:pt x="164515" y="355"/>
                  </a:lnTo>
                  <a:lnTo>
                    <a:pt x="164515" y="44996"/>
                  </a:lnTo>
                  <a:lnTo>
                    <a:pt x="172796" y="44996"/>
                  </a:lnTo>
                  <a:lnTo>
                    <a:pt x="172796" y="36360"/>
                  </a:lnTo>
                  <a:lnTo>
                    <a:pt x="176047" y="33121"/>
                  </a:lnTo>
                  <a:lnTo>
                    <a:pt x="183959" y="44996"/>
                  </a:lnTo>
                  <a:lnTo>
                    <a:pt x="194043" y="44996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844105" y="4699344"/>
            <a:ext cx="2034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Se</a:t>
            </a:r>
            <a:r>
              <a:rPr dirty="0" sz="1800" spc="-290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e</a:t>
            </a:r>
            <a:r>
              <a:rPr dirty="0" sz="1800" spc="-2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60">
                <a:solidFill>
                  <a:srgbClr val="FAF7F0"/>
                </a:solidFill>
                <a:latin typeface="Trebuchet MS"/>
                <a:cs typeface="Trebuchet MS"/>
              </a:rPr>
              <a:t>y</a:t>
            </a:r>
            <a:r>
              <a:rPr dirty="0" sz="1800" spc="-250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50">
                <a:solidFill>
                  <a:srgbClr val="FAF7F0"/>
                </a:solidFill>
                <a:latin typeface="Trebuchet MS"/>
                <a:cs typeface="Trebuchet MS"/>
              </a:rPr>
              <a:t>o</a:t>
            </a:r>
            <a:r>
              <a:rPr dirty="0" sz="1800" spc="-2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u</a:t>
            </a:r>
            <a:r>
              <a:rPr dirty="0" sz="1800" spc="1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50">
                <a:solidFill>
                  <a:srgbClr val="FAF7F0"/>
                </a:solidFill>
                <a:latin typeface="Trebuchet MS"/>
                <a:cs typeface="Trebuchet MS"/>
              </a:rPr>
              <a:t>o</a:t>
            </a:r>
            <a:r>
              <a:rPr dirty="0" sz="1800" spc="-2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n</a:t>
            </a:r>
            <a:r>
              <a:rPr dirty="0" sz="1800" spc="1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AF7F0"/>
                </a:solidFill>
                <a:latin typeface="Trebuchet MS"/>
                <a:cs typeface="Trebuchet MS"/>
              </a:rPr>
              <a:t>D</a:t>
            </a:r>
            <a:r>
              <a:rPr dirty="0" sz="1800" spc="-254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40">
                <a:solidFill>
                  <a:srgbClr val="FAF7F0"/>
                </a:solidFill>
                <a:latin typeface="Trebuchet MS"/>
                <a:cs typeface="Trebuchet MS"/>
              </a:rPr>
              <a:t>a</a:t>
            </a:r>
            <a:r>
              <a:rPr dirty="0" sz="1800" spc="-2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y</a:t>
            </a:r>
            <a:r>
              <a:rPr dirty="0" sz="1800" spc="1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40">
                <a:solidFill>
                  <a:srgbClr val="FAF7F0"/>
                </a:solidFill>
                <a:latin typeface="Trebuchet MS"/>
                <a:cs typeface="Trebuchet MS"/>
              </a:rPr>
              <a:t>4</a:t>
            </a:r>
            <a:r>
              <a:rPr dirty="0" sz="1800" spc="-250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310">
                <a:solidFill>
                  <a:srgbClr val="FAF7F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815340" y="4819944"/>
            <a:ext cx="1628139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R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E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PA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R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E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D</a:t>
            </a:r>
            <a:r>
              <a:rPr dirty="0" sz="600" spc="17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BY</a:t>
            </a:r>
            <a:r>
              <a:rPr dirty="0" sz="600" spc="17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Z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L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A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A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R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K</a:t>
            </a:r>
            <a:r>
              <a:rPr dirty="0" sz="600" spc="17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F</a:t>
            </a:r>
            <a:r>
              <a:rPr dirty="0" sz="600" spc="-6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O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R</a:t>
            </a:r>
            <a:r>
              <a:rPr dirty="0" sz="600" spc="17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H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I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N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D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U</a:t>
            </a:r>
            <a:r>
              <a:rPr dirty="0" sz="600" spc="17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C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O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L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L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25">
                <a:solidFill>
                  <a:srgbClr val="FBF9F4"/>
                </a:solidFill>
                <a:latin typeface="Calibri"/>
                <a:cs typeface="Calibri"/>
              </a:rPr>
              <a:t>EG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005585" y="4819944"/>
            <a:ext cx="3619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FBF9F4"/>
                </a:solidFill>
                <a:latin typeface="Trebuchet MS"/>
                <a:cs typeface="Trebuchet MS"/>
              </a:rPr>
              <a:t>3</a:t>
            </a:r>
            <a:r>
              <a:rPr dirty="0" sz="600" spc="-30">
                <a:solidFill>
                  <a:srgbClr val="FBF9F4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BF9F4"/>
                </a:solidFill>
                <a:latin typeface="Trebuchet MS"/>
                <a:cs typeface="Trebuchet MS"/>
              </a:rPr>
              <a:t>0</a:t>
            </a:r>
            <a:r>
              <a:rPr dirty="0" sz="600" spc="225">
                <a:solidFill>
                  <a:srgbClr val="FBF9F4"/>
                </a:solidFill>
                <a:latin typeface="Trebuchet MS"/>
                <a:cs typeface="Trebuchet MS"/>
              </a:rPr>
              <a:t> </a:t>
            </a:r>
            <a:r>
              <a:rPr dirty="0" sz="600" spc="-35">
                <a:solidFill>
                  <a:srgbClr val="FBF9F4"/>
                </a:solidFill>
                <a:latin typeface="Trebuchet MS"/>
                <a:cs typeface="Trebuchet MS"/>
              </a:rPr>
              <a:t>JU</a:t>
            </a:r>
            <a:r>
              <a:rPr dirty="0" sz="600" spc="-15">
                <a:solidFill>
                  <a:srgbClr val="FBF9F4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BF9F4"/>
                </a:solidFill>
                <a:latin typeface="Trebuchet MS"/>
                <a:cs typeface="Trebuchet MS"/>
              </a:rPr>
              <a:t>LY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2026-08-06T13:52:14Z</dcterms:created>
  <dcterms:modified xsi:type="dcterms:W3CDTF">2026-08-06T13:52:14Z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2026-08-03T00:00:00Z</vt:filetime>
  </property>
</Properties>
</file>